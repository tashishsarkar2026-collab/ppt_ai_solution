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a158338ac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a158338ac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a158338ac8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a158338ac8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a158338ac8_0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a158338ac8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a158338ac8_0_1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a158338ac8_0_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a158338ac8_0_1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a158338ac8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a16f84c72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a16f84c72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a16f84c729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a16f84c729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a16f84c7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a16f84c7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a16f84c729_0_2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a16f84c729_0_2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a16f84c729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a16f84c729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a16f84c729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a16f84c729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a16f84c729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a16f84c729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a16f84c729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a16f84c729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a16f84c729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a16f84c729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a16f84c729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0" name="Google Shape;1910;ga16f84c729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ga16f84c729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7" name="Google Shape;2047;ga16f84c729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ga16f84c729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0" name="Google Shape;2090;ga16f84c729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a16f84c729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a16f84c729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ga16f84c729_0_2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6" name="Google Shape;2226;ga16f84c729_0_2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ga16f84c729_0_2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1" name="Google Shape;2271;ga16f84c729_0_2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9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ga16f84c729_0_2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1" name="Google Shape;2351;ga16f84c729_0_2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ga16f84c729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2" name="Google Shape;2382;ga16f84c729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ga16f84c729_0_2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3" name="Google Shape;2503;ga16f84c729_0_2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ga16f84c729_0_2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7" name="Google Shape;2557;ga16f84c729_0_2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8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ga16f84c729_0_2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0" name="Google Shape;2770;ga16f84c729_0_2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3" name="Shape 2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Google Shape;2914;ga16f84c729_0_2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5" name="Google Shape;2915;ga16f84c729_0_2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3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4" name="Google Shape;2964;ga16f84c729_0_2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5" name="Google Shape;2965;ga16f84c729_0_2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7" name="Shape 3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8" name="Google Shape;3108;ga16f84c729_0_2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9" name="Google Shape;3109;ga16f84c729_0_2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9" name="Shape 3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0" name="Google Shape;3230;ga16f84c729_0_2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1" name="Google Shape;3231;ga16f84c729_0_2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ga16f84c729_0_2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8" name="Google Shape;3348;ga16f84c729_0_2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57350" y="1044350"/>
            <a:ext cx="4750500" cy="23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57200" y="3431363"/>
            <a:ext cx="41148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A4335"/>
          </p15:clr>
        </p15:guide>
        <p15:guide id="2" orient="horz" pos="259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1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spreadsheets/d/1j_mZzRWiY5RVSFW-9g0IqfiveFdSGrPYJQWumgE8XIs/copy" TargetMode="External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ctrTitle"/>
          </p:nvPr>
        </p:nvSpPr>
        <p:spPr>
          <a:xfrm>
            <a:off x="457350" y="1044350"/>
            <a:ext cx="4750500" cy="23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Illustrated Doodle Buyer Persona Infographics</a:t>
            </a:r>
            <a:endParaRPr/>
          </a:p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57200" y="3431363"/>
            <a:ext cx="41148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where this template begins</a:t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20307725" y="-2547677"/>
            <a:ext cx="23492" cy="31284"/>
          </a:xfrm>
          <a:custGeom>
            <a:rect b="b" l="l" r="r" t="t"/>
            <a:pathLst>
              <a:path extrusionOk="0" h="269" w="202">
                <a:moveTo>
                  <a:pt x="108" y="1"/>
                </a:moveTo>
                <a:lnTo>
                  <a:pt x="1" y="81"/>
                </a:lnTo>
                <a:lnTo>
                  <a:pt x="1" y="162"/>
                </a:lnTo>
                <a:lnTo>
                  <a:pt x="95" y="269"/>
                </a:lnTo>
                <a:lnTo>
                  <a:pt x="148" y="269"/>
                </a:lnTo>
                <a:lnTo>
                  <a:pt x="202" y="202"/>
                </a:lnTo>
                <a:lnTo>
                  <a:pt x="175" y="81"/>
                </a:lnTo>
                <a:lnTo>
                  <a:pt x="108" y="1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20307725" y="-2547677"/>
            <a:ext cx="23492" cy="31284"/>
          </a:xfrm>
          <a:custGeom>
            <a:rect b="b" l="l" r="r" t="t"/>
            <a:pathLst>
              <a:path extrusionOk="0" fill="none" h="269" w="202">
                <a:moveTo>
                  <a:pt x="148" y="269"/>
                </a:moveTo>
                <a:lnTo>
                  <a:pt x="202" y="202"/>
                </a:lnTo>
                <a:lnTo>
                  <a:pt x="175" y="81"/>
                </a:lnTo>
                <a:lnTo>
                  <a:pt x="108" y="1"/>
                </a:lnTo>
                <a:lnTo>
                  <a:pt x="1" y="81"/>
                </a:lnTo>
                <a:lnTo>
                  <a:pt x="1" y="162"/>
                </a:lnTo>
                <a:lnTo>
                  <a:pt x="95" y="269"/>
                </a:lnTo>
                <a:lnTo>
                  <a:pt x="148" y="269"/>
                </a:lnTo>
                <a:close/>
              </a:path>
            </a:pathLst>
          </a:custGeom>
          <a:noFill/>
          <a:ln cap="flat" cmpd="sng" w="2675">
            <a:solidFill>
              <a:srgbClr val="808080"/>
            </a:solidFill>
            <a:prstDash val="solid"/>
            <a:miter lim="1339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15"/>
          <p:cNvGrpSpPr/>
          <p:nvPr/>
        </p:nvGrpSpPr>
        <p:grpSpPr>
          <a:xfrm>
            <a:off x="5207850" y="543284"/>
            <a:ext cx="3662840" cy="1330701"/>
            <a:chOff x="5207850" y="543284"/>
            <a:chExt cx="3662840" cy="1330701"/>
          </a:xfrm>
        </p:grpSpPr>
        <p:grpSp>
          <p:nvGrpSpPr>
            <p:cNvPr id="60" name="Google Shape;60;p15"/>
            <p:cNvGrpSpPr/>
            <p:nvPr/>
          </p:nvGrpSpPr>
          <p:grpSpPr>
            <a:xfrm>
              <a:off x="6445782" y="824422"/>
              <a:ext cx="450578" cy="768433"/>
              <a:chOff x="2525825" y="920225"/>
              <a:chExt cx="289184" cy="493218"/>
            </a:xfrm>
          </p:grpSpPr>
          <p:sp>
            <p:nvSpPr>
              <p:cNvPr id="61" name="Google Shape;61;p15"/>
              <p:cNvSpPr/>
              <p:nvPr/>
            </p:nvSpPr>
            <p:spPr>
              <a:xfrm>
                <a:off x="2525825" y="920225"/>
                <a:ext cx="289184" cy="493218"/>
              </a:xfrm>
              <a:custGeom>
                <a:rect b="b" l="l" r="r" t="t"/>
                <a:pathLst>
                  <a:path extrusionOk="0" h="14666" w="8599">
                    <a:moveTo>
                      <a:pt x="4481" y="614"/>
                    </a:moveTo>
                    <a:lnTo>
                      <a:pt x="5376" y="661"/>
                    </a:lnTo>
                    <a:lnTo>
                      <a:pt x="5675" y="677"/>
                    </a:lnTo>
                    <a:lnTo>
                      <a:pt x="6194" y="755"/>
                    </a:lnTo>
                    <a:lnTo>
                      <a:pt x="6665" y="928"/>
                    </a:lnTo>
                    <a:lnTo>
                      <a:pt x="7058" y="1164"/>
                    </a:lnTo>
                    <a:lnTo>
                      <a:pt x="7388" y="1463"/>
                    </a:lnTo>
                    <a:lnTo>
                      <a:pt x="7640" y="1840"/>
                    </a:lnTo>
                    <a:lnTo>
                      <a:pt x="7828" y="2296"/>
                    </a:lnTo>
                    <a:lnTo>
                      <a:pt x="7923" y="2814"/>
                    </a:lnTo>
                    <a:lnTo>
                      <a:pt x="7938" y="3113"/>
                    </a:lnTo>
                    <a:lnTo>
                      <a:pt x="7954" y="4638"/>
                    </a:lnTo>
                    <a:lnTo>
                      <a:pt x="7938" y="6162"/>
                    </a:lnTo>
                    <a:lnTo>
                      <a:pt x="7938" y="10532"/>
                    </a:lnTo>
                    <a:lnTo>
                      <a:pt x="7938" y="11113"/>
                    </a:lnTo>
                    <a:lnTo>
                      <a:pt x="7876" y="11993"/>
                    </a:lnTo>
                    <a:lnTo>
                      <a:pt x="7781" y="12528"/>
                    </a:lnTo>
                    <a:lnTo>
                      <a:pt x="7577" y="13015"/>
                    </a:lnTo>
                    <a:lnTo>
                      <a:pt x="7278" y="13439"/>
                    </a:lnTo>
                    <a:lnTo>
                      <a:pt x="6838" y="13754"/>
                    </a:lnTo>
                    <a:lnTo>
                      <a:pt x="6257" y="13942"/>
                    </a:lnTo>
                    <a:lnTo>
                      <a:pt x="5879" y="13990"/>
                    </a:lnTo>
                    <a:lnTo>
                      <a:pt x="4355" y="14021"/>
                    </a:lnTo>
                    <a:lnTo>
                      <a:pt x="2846" y="13990"/>
                    </a:lnTo>
                    <a:lnTo>
                      <a:pt x="2547" y="13958"/>
                    </a:lnTo>
                    <a:lnTo>
                      <a:pt x="2044" y="13832"/>
                    </a:lnTo>
                    <a:lnTo>
                      <a:pt x="1620" y="13612"/>
                    </a:lnTo>
                    <a:lnTo>
                      <a:pt x="1290" y="13314"/>
                    </a:lnTo>
                    <a:lnTo>
                      <a:pt x="1023" y="12937"/>
                    </a:lnTo>
                    <a:lnTo>
                      <a:pt x="850" y="12528"/>
                    </a:lnTo>
                    <a:lnTo>
                      <a:pt x="693" y="11805"/>
                    </a:lnTo>
                    <a:lnTo>
                      <a:pt x="661" y="11286"/>
                    </a:lnTo>
                    <a:lnTo>
                      <a:pt x="661" y="4119"/>
                    </a:lnTo>
                    <a:lnTo>
                      <a:pt x="645" y="3254"/>
                    </a:lnTo>
                    <a:lnTo>
                      <a:pt x="818" y="2013"/>
                    </a:lnTo>
                    <a:lnTo>
                      <a:pt x="1101" y="1463"/>
                    </a:lnTo>
                    <a:lnTo>
                      <a:pt x="1400" y="1148"/>
                    </a:lnTo>
                    <a:lnTo>
                      <a:pt x="1604" y="1007"/>
                    </a:lnTo>
                    <a:lnTo>
                      <a:pt x="1777" y="897"/>
                    </a:lnTo>
                    <a:lnTo>
                      <a:pt x="2201" y="739"/>
                    </a:lnTo>
                    <a:lnTo>
                      <a:pt x="2924" y="614"/>
                    </a:lnTo>
                    <a:close/>
                    <a:moveTo>
                      <a:pt x="5534" y="1"/>
                    </a:moveTo>
                    <a:lnTo>
                      <a:pt x="3883" y="16"/>
                    </a:lnTo>
                    <a:lnTo>
                      <a:pt x="2909" y="79"/>
                    </a:lnTo>
                    <a:lnTo>
                      <a:pt x="2610" y="95"/>
                    </a:lnTo>
                    <a:lnTo>
                      <a:pt x="2060" y="205"/>
                    </a:lnTo>
                    <a:lnTo>
                      <a:pt x="1557" y="394"/>
                    </a:lnTo>
                    <a:lnTo>
                      <a:pt x="1133" y="661"/>
                    </a:lnTo>
                    <a:lnTo>
                      <a:pt x="755" y="1007"/>
                    </a:lnTo>
                    <a:lnTo>
                      <a:pt x="457" y="1415"/>
                    </a:lnTo>
                    <a:lnTo>
                      <a:pt x="237" y="1903"/>
                    </a:lnTo>
                    <a:lnTo>
                      <a:pt x="111" y="2437"/>
                    </a:lnTo>
                    <a:lnTo>
                      <a:pt x="80" y="2736"/>
                    </a:lnTo>
                    <a:lnTo>
                      <a:pt x="32" y="3757"/>
                    </a:lnTo>
                    <a:lnTo>
                      <a:pt x="1" y="5801"/>
                    </a:lnTo>
                    <a:lnTo>
                      <a:pt x="64" y="8866"/>
                    </a:lnTo>
                    <a:lnTo>
                      <a:pt x="80" y="10909"/>
                    </a:lnTo>
                    <a:lnTo>
                      <a:pt x="80" y="11412"/>
                    </a:lnTo>
                    <a:lnTo>
                      <a:pt x="174" y="12402"/>
                    </a:lnTo>
                    <a:lnTo>
                      <a:pt x="378" y="13094"/>
                    </a:lnTo>
                    <a:lnTo>
                      <a:pt x="614" y="13502"/>
                    </a:lnTo>
                    <a:lnTo>
                      <a:pt x="928" y="13864"/>
                    </a:lnTo>
                    <a:lnTo>
                      <a:pt x="1337" y="14194"/>
                    </a:lnTo>
                    <a:lnTo>
                      <a:pt x="1588" y="14320"/>
                    </a:lnTo>
                    <a:lnTo>
                      <a:pt x="1824" y="14430"/>
                    </a:lnTo>
                    <a:lnTo>
                      <a:pt x="2327" y="14555"/>
                    </a:lnTo>
                    <a:lnTo>
                      <a:pt x="3129" y="14665"/>
                    </a:lnTo>
                    <a:lnTo>
                      <a:pt x="4842" y="14618"/>
                    </a:lnTo>
                    <a:lnTo>
                      <a:pt x="5879" y="14587"/>
                    </a:lnTo>
                    <a:lnTo>
                      <a:pt x="6178" y="14555"/>
                    </a:lnTo>
                    <a:lnTo>
                      <a:pt x="6728" y="14414"/>
                    </a:lnTo>
                    <a:lnTo>
                      <a:pt x="7184" y="14210"/>
                    </a:lnTo>
                    <a:lnTo>
                      <a:pt x="7561" y="13942"/>
                    </a:lnTo>
                    <a:lnTo>
                      <a:pt x="7860" y="13597"/>
                    </a:lnTo>
                    <a:lnTo>
                      <a:pt x="8111" y="13219"/>
                    </a:lnTo>
                    <a:lnTo>
                      <a:pt x="8363" y="12559"/>
                    </a:lnTo>
                    <a:lnTo>
                      <a:pt x="8551" y="11569"/>
                    </a:lnTo>
                    <a:lnTo>
                      <a:pt x="8599" y="10500"/>
                    </a:lnTo>
                    <a:lnTo>
                      <a:pt x="8551" y="8913"/>
                    </a:lnTo>
                    <a:lnTo>
                      <a:pt x="8520" y="7970"/>
                    </a:lnTo>
                    <a:lnTo>
                      <a:pt x="8520" y="3301"/>
                    </a:lnTo>
                    <a:lnTo>
                      <a:pt x="8520" y="2846"/>
                    </a:lnTo>
                    <a:lnTo>
                      <a:pt x="8379" y="1965"/>
                    </a:lnTo>
                    <a:lnTo>
                      <a:pt x="8033" y="1195"/>
                    </a:lnTo>
                    <a:lnTo>
                      <a:pt x="7608" y="708"/>
                    </a:lnTo>
                    <a:lnTo>
                      <a:pt x="7231" y="441"/>
                    </a:lnTo>
                    <a:lnTo>
                      <a:pt x="7011" y="331"/>
                    </a:lnTo>
                    <a:lnTo>
                      <a:pt x="6571" y="158"/>
                    </a:lnTo>
                    <a:lnTo>
                      <a:pt x="553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2572367" y="1020674"/>
                <a:ext cx="23272" cy="259018"/>
              </a:xfrm>
              <a:custGeom>
                <a:rect b="b" l="l" r="r" t="t"/>
                <a:pathLst>
                  <a:path extrusionOk="0" h="7702" w="692">
                    <a:moveTo>
                      <a:pt x="283" y="0"/>
                    </a:moveTo>
                    <a:lnTo>
                      <a:pt x="110" y="142"/>
                    </a:lnTo>
                    <a:lnTo>
                      <a:pt x="94" y="267"/>
                    </a:lnTo>
                    <a:lnTo>
                      <a:pt x="47" y="3851"/>
                    </a:lnTo>
                    <a:lnTo>
                      <a:pt x="0" y="7419"/>
                    </a:lnTo>
                    <a:lnTo>
                      <a:pt x="16" y="7560"/>
                    </a:lnTo>
                    <a:lnTo>
                      <a:pt x="173" y="7702"/>
                    </a:lnTo>
                    <a:lnTo>
                      <a:pt x="393" y="7702"/>
                    </a:lnTo>
                    <a:lnTo>
                      <a:pt x="566" y="7560"/>
                    </a:lnTo>
                    <a:lnTo>
                      <a:pt x="582" y="7419"/>
                    </a:lnTo>
                    <a:lnTo>
                      <a:pt x="629" y="3851"/>
                    </a:lnTo>
                    <a:lnTo>
                      <a:pt x="692" y="267"/>
                    </a:lnTo>
                    <a:lnTo>
                      <a:pt x="660" y="142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2579228" y="1270133"/>
                <a:ext cx="191388" cy="22263"/>
              </a:xfrm>
              <a:custGeom>
                <a:rect b="b" l="l" r="r" t="t"/>
                <a:pathLst>
                  <a:path extrusionOk="0" h="662" w="5691">
                    <a:moveTo>
                      <a:pt x="268" y="1"/>
                    </a:moveTo>
                    <a:lnTo>
                      <a:pt x="142" y="17"/>
                    </a:lnTo>
                    <a:lnTo>
                      <a:pt x="0" y="174"/>
                    </a:lnTo>
                    <a:lnTo>
                      <a:pt x="0" y="394"/>
                    </a:lnTo>
                    <a:lnTo>
                      <a:pt x="142" y="567"/>
                    </a:lnTo>
                    <a:lnTo>
                      <a:pt x="268" y="583"/>
                    </a:lnTo>
                    <a:lnTo>
                      <a:pt x="2845" y="630"/>
                    </a:lnTo>
                    <a:lnTo>
                      <a:pt x="5423" y="661"/>
                    </a:lnTo>
                    <a:lnTo>
                      <a:pt x="5549" y="645"/>
                    </a:lnTo>
                    <a:lnTo>
                      <a:pt x="5690" y="488"/>
                    </a:lnTo>
                    <a:lnTo>
                      <a:pt x="5690" y="268"/>
                    </a:lnTo>
                    <a:lnTo>
                      <a:pt x="5549" y="95"/>
                    </a:lnTo>
                    <a:lnTo>
                      <a:pt x="5423" y="80"/>
                    </a:lnTo>
                    <a:lnTo>
                      <a:pt x="2845" y="32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2744682" y="1014318"/>
                <a:ext cx="21153" cy="277010"/>
              </a:xfrm>
              <a:custGeom>
                <a:rect b="b" l="l" r="r" t="t"/>
                <a:pathLst>
                  <a:path extrusionOk="0" h="8237" w="629">
                    <a:moveTo>
                      <a:pt x="189" y="1"/>
                    </a:moveTo>
                    <a:lnTo>
                      <a:pt x="16" y="142"/>
                    </a:lnTo>
                    <a:lnTo>
                      <a:pt x="0" y="283"/>
                    </a:lnTo>
                    <a:lnTo>
                      <a:pt x="32" y="4119"/>
                    </a:lnTo>
                    <a:lnTo>
                      <a:pt x="47" y="7969"/>
                    </a:lnTo>
                    <a:lnTo>
                      <a:pt x="63" y="8095"/>
                    </a:lnTo>
                    <a:lnTo>
                      <a:pt x="236" y="8237"/>
                    </a:lnTo>
                    <a:lnTo>
                      <a:pt x="456" y="8237"/>
                    </a:lnTo>
                    <a:lnTo>
                      <a:pt x="613" y="8095"/>
                    </a:lnTo>
                    <a:lnTo>
                      <a:pt x="629" y="7969"/>
                    </a:lnTo>
                    <a:lnTo>
                      <a:pt x="613" y="4119"/>
                    </a:lnTo>
                    <a:lnTo>
                      <a:pt x="597" y="283"/>
                    </a:lnTo>
                    <a:lnTo>
                      <a:pt x="582" y="142"/>
                    </a:ln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2585046" y="1013276"/>
                <a:ext cx="171816" cy="25929"/>
              </a:xfrm>
              <a:custGeom>
                <a:rect b="b" l="l" r="r" t="t"/>
                <a:pathLst>
                  <a:path extrusionOk="0" h="771" w="5109">
                    <a:moveTo>
                      <a:pt x="1431" y="0"/>
                    </a:moveTo>
                    <a:lnTo>
                      <a:pt x="268" y="79"/>
                    </a:lnTo>
                    <a:lnTo>
                      <a:pt x="142" y="110"/>
                    </a:lnTo>
                    <a:lnTo>
                      <a:pt x="0" y="299"/>
                    </a:lnTo>
                    <a:lnTo>
                      <a:pt x="0" y="519"/>
                    </a:lnTo>
                    <a:lnTo>
                      <a:pt x="142" y="676"/>
                    </a:lnTo>
                    <a:lnTo>
                      <a:pt x="268" y="676"/>
                    </a:lnTo>
                    <a:lnTo>
                      <a:pt x="1383" y="597"/>
                    </a:lnTo>
                    <a:lnTo>
                      <a:pt x="3615" y="645"/>
                    </a:lnTo>
                    <a:lnTo>
                      <a:pt x="4731" y="770"/>
                    </a:lnTo>
                    <a:lnTo>
                      <a:pt x="4873" y="770"/>
                    </a:lnTo>
                    <a:lnTo>
                      <a:pt x="5046" y="629"/>
                    </a:lnTo>
                    <a:lnTo>
                      <a:pt x="5109" y="424"/>
                    </a:lnTo>
                    <a:lnTo>
                      <a:pt x="5014" y="236"/>
                    </a:lnTo>
                    <a:lnTo>
                      <a:pt x="4889" y="204"/>
                    </a:lnTo>
                    <a:lnTo>
                      <a:pt x="3741" y="63"/>
                    </a:lnTo>
                    <a:lnTo>
                      <a:pt x="14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2637910" y="969928"/>
                <a:ext cx="56566" cy="19573"/>
              </a:xfrm>
              <a:custGeom>
                <a:rect b="b" l="l" r="r" t="t"/>
                <a:pathLst>
                  <a:path extrusionOk="0" h="582" w="1682">
                    <a:moveTo>
                      <a:pt x="267" y="0"/>
                    </a:moveTo>
                    <a:lnTo>
                      <a:pt x="142" y="16"/>
                    </a:lnTo>
                    <a:lnTo>
                      <a:pt x="0" y="173"/>
                    </a:lnTo>
                    <a:lnTo>
                      <a:pt x="0" y="393"/>
                    </a:lnTo>
                    <a:lnTo>
                      <a:pt x="142" y="566"/>
                    </a:lnTo>
                    <a:lnTo>
                      <a:pt x="267" y="582"/>
                    </a:lnTo>
                    <a:lnTo>
                      <a:pt x="1399" y="582"/>
                    </a:lnTo>
                    <a:lnTo>
                      <a:pt x="1540" y="566"/>
                    </a:lnTo>
                    <a:lnTo>
                      <a:pt x="1682" y="393"/>
                    </a:lnTo>
                    <a:lnTo>
                      <a:pt x="1682" y="173"/>
                    </a:lnTo>
                    <a:lnTo>
                      <a:pt x="1540" y="16"/>
                    </a:lnTo>
                    <a:lnTo>
                      <a:pt x="13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2641609" y="1318255"/>
                <a:ext cx="48663" cy="48663"/>
              </a:xfrm>
              <a:custGeom>
                <a:rect b="b" l="l" r="r" t="t"/>
                <a:pathLst>
                  <a:path extrusionOk="0" h="1447" w="1447">
                    <a:moveTo>
                      <a:pt x="727" y="589"/>
                    </a:moveTo>
                    <a:lnTo>
                      <a:pt x="770" y="598"/>
                    </a:lnTo>
                    <a:lnTo>
                      <a:pt x="849" y="708"/>
                    </a:lnTo>
                    <a:lnTo>
                      <a:pt x="865" y="770"/>
                    </a:lnTo>
                    <a:lnTo>
                      <a:pt x="817" y="849"/>
                    </a:lnTo>
                    <a:lnTo>
                      <a:pt x="723" y="865"/>
                    </a:lnTo>
                    <a:lnTo>
                      <a:pt x="660" y="849"/>
                    </a:lnTo>
                    <a:lnTo>
                      <a:pt x="597" y="802"/>
                    </a:lnTo>
                    <a:lnTo>
                      <a:pt x="582" y="755"/>
                    </a:lnTo>
                    <a:lnTo>
                      <a:pt x="597" y="692"/>
                    </a:lnTo>
                    <a:lnTo>
                      <a:pt x="692" y="598"/>
                    </a:lnTo>
                    <a:lnTo>
                      <a:pt x="727" y="589"/>
                    </a:lnTo>
                    <a:close/>
                    <a:moveTo>
                      <a:pt x="723" y="0"/>
                    </a:moveTo>
                    <a:lnTo>
                      <a:pt x="597" y="16"/>
                    </a:lnTo>
                    <a:lnTo>
                      <a:pt x="472" y="47"/>
                    </a:lnTo>
                    <a:lnTo>
                      <a:pt x="252" y="189"/>
                    </a:lnTo>
                    <a:lnTo>
                      <a:pt x="94" y="393"/>
                    </a:lnTo>
                    <a:lnTo>
                      <a:pt x="0" y="645"/>
                    </a:lnTo>
                    <a:lnTo>
                      <a:pt x="0" y="786"/>
                    </a:lnTo>
                    <a:lnTo>
                      <a:pt x="16" y="928"/>
                    </a:lnTo>
                    <a:lnTo>
                      <a:pt x="126" y="1163"/>
                    </a:lnTo>
                    <a:lnTo>
                      <a:pt x="330" y="1336"/>
                    </a:lnTo>
                    <a:lnTo>
                      <a:pt x="582" y="1446"/>
                    </a:lnTo>
                    <a:lnTo>
                      <a:pt x="849" y="1446"/>
                    </a:lnTo>
                    <a:lnTo>
                      <a:pt x="1100" y="1352"/>
                    </a:lnTo>
                    <a:lnTo>
                      <a:pt x="1305" y="1179"/>
                    </a:lnTo>
                    <a:lnTo>
                      <a:pt x="1430" y="943"/>
                    </a:lnTo>
                    <a:lnTo>
                      <a:pt x="1446" y="818"/>
                    </a:lnTo>
                    <a:lnTo>
                      <a:pt x="1446" y="676"/>
                    </a:lnTo>
                    <a:lnTo>
                      <a:pt x="1368" y="409"/>
                    </a:lnTo>
                    <a:lnTo>
                      <a:pt x="1210" y="189"/>
                    </a:lnTo>
                    <a:lnTo>
                      <a:pt x="990" y="47"/>
                    </a:lnTo>
                    <a:lnTo>
                      <a:pt x="849" y="16"/>
                    </a:lnTo>
                    <a:lnTo>
                      <a:pt x="739" y="0"/>
                    </a:lnTo>
                    <a:lnTo>
                      <a:pt x="731" y="5"/>
                    </a:lnTo>
                    <a:lnTo>
                      <a:pt x="731" y="5"/>
                    </a:lnTo>
                    <a:lnTo>
                      <a:pt x="72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2626275" y="1139586"/>
                <a:ext cx="79838" cy="22768"/>
              </a:xfrm>
              <a:custGeom>
                <a:rect b="b" l="l" r="r" t="t"/>
                <a:pathLst>
                  <a:path extrusionOk="0" h="677" w="2374">
                    <a:moveTo>
                      <a:pt x="2107" y="1"/>
                    </a:moveTo>
                    <a:lnTo>
                      <a:pt x="1179" y="48"/>
                    </a:lnTo>
                    <a:lnTo>
                      <a:pt x="268" y="79"/>
                    </a:lnTo>
                    <a:lnTo>
                      <a:pt x="142" y="111"/>
                    </a:lnTo>
                    <a:lnTo>
                      <a:pt x="0" y="284"/>
                    </a:lnTo>
                    <a:lnTo>
                      <a:pt x="0" y="504"/>
                    </a:lnTo>
                    <a:lnTo>
                      <a:pt x="142" y="661"/>
                    </a:lnTo>
                    <a:lnTo>
                      <a:pt x="268" y="677"/>
                    </a:lnTo>
                    <a:lnTo>
                      <a:pt x="1179" y="629"/>
                    </a:lnTo>
                    <a:lnTo>
                      <a:pt x="2107" y="598"/>
                    </a:lnTo>
                    <a:lnTo>
                      <a:pt x="2232" y="566"/>
                    </a:lnTo>
                    <a:lnTo>
                      <a:pt x="2374" y="394"/>
                    </a:lnTo>
                    <a:lnTo>
                      <a:pt x="2374" y="174"/>
                    </a:lnTo>
                    <a:lnTo>
                      <a:pt x="2232" y="16"/>
                    </a:lnTo>
                    <a:lnTo>
                      <a:pt x="210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2643728" y="1102056"/>
                <a:ext cx="50748" cy="19606"/>
              </a:xfrm>
              <a:custGeom>
                <a:rect b="b" l="l" r="r" t="t"/>
                <a:pathLst>
                  <a:path extrusionOk="0" h="583" w="1509">
                    <a:moveTo>
                      <a:pt x="267" y="1"/>
                    </a:moveTo>
                    <a:lnTo>
                      <a:pt x="141" y="16"/>
                    </a:lnTo>
                    <a:lnTo>
                      <a:pt x="0" y="174"/>
                    </a:lnTo>
                    <a:lnTo>
                      <a:pt x="0" y="394"/>
                    </a:lnTo>
                    <a:lnTo>
                      <a:pt x="141" y="567"/>
                    </a:lnTo>
                    <a:lnTo>
                      <a:pt x="267" y="582"/>
                    </a:lnTo>
                    <a:lnTo>
                      <a:pt x="1226" y="582"/>
                    </a:lnTo>
                    <a:lnTo>
                      <a:pt x="1367" y="567"/>
                    </a:lnTo>
                    <a:lnTo>
                      <a:pt x="1509" y="394"/>
                    </a:lnTo>
                    <a:lnTo>
                      <a:pt x="1509" y="174"/>
                    </a:lnTo>
                    <a:lnTo>
                      <a:pt x="1367" y="16"/>
                    </a:lnTo>
                    <a:lnTo>
                      <a:pt x="12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2640533" y="1187170"/>
                <a:ext cx="56599" cy="19573"/>
              </a:xfrm>
              <a:custGeom>
                <a:rect b="b" l="l" r="r" t="t"/>
                <a:pathLst>
                  <a:path extrusionOk="0" h="582" w="1683">
                    <a:moveTo>
                      <a:pt x="284" y="0"/>
                    </a:moveTo>
                    <a:lnTo>
                      <a:pt x="158" y="16"/>
                    </a:lnTo>
                    <a:lnTo>
                      <a:pt x="1" y="189"/>
                    </a:lnTo>
                    <a:lnTo>
                      <a:pt x="1" y="409"/>
                    </a:lnTo>
                    <a:lnTo>
                      <a:pt x="158" y="566"/>
                    </a:lnTo>
                    <a:lnTo>
                      <a:pt x="284" y="582"/>
                    </a:lnTo>
                    <a:lnTo>
                      <a:pt x="1415" y="582"/>
                    </a:lnTo>
                    <a:lnTo>
                      <a:pt x="1541" y="566"/>
                    </a:lnTo>
                    <a:lnTo>
                      <a:pt x="1683" y="409"/>
                    </a:lnTo>
                    <a:lnTo>
                      <a:pt x="1683" y="189"/>
                    </a:lnTo>
                    <a:lnTo>
                      <a:pt x="1541" y="16"/>
                    </a:lnTo>
                    <a:lnTo>
                      <a:pt x="141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15"/>
            <p:cNvGrpSpPr/>
            <p:nvPr/>
          </p:nvGrpSpPr>
          <p:grpSpPr>
            <a:xfrm>
              <a:off x="5520856" y="835891"/>
              <a:ext cx="739545" cy="745564"/>
              <a:chOff x="5850950" y="225525"/>
              <a:chExt cx="387075" cy="390225"/>
            </a:xfrm>
          </p:grpSpPr>
          <p:sp>
            <p:nvSpPr>
              <p:cNvPr id="72" name="Google Shape;72;p15"/>
              <p:cNvSpPr/>
              <p:nvPr/>
            </p:nvSpPr>
            <p:spPr>
              <a:xfrm>
                <a:off x="5850950" y="225525"/>
                <a:ext cx="387075" cy="390225"/>
              </a:xfrm>
              <a:custGeom>
                <a:rect b="b" l="l" r="r" t="t"/>
                <a:pathLst>
                  <a:path extrusionOk="0" h="15609" w="15483">
                    <a:moveTo>
                      <a:pt x="7419" y="613"/>
                    </a:moveTo>
                    <a:lnTo>
                      <a:pt x="8818" y="692"/>
                    </a:lnTo>
                    <a:lnTo>
                      <a:pt x="10170" y="1038"/>
                    </a:lnTo>
                    <a:lnTo>
                      <a:pt x="11144" y="1478"/>
                    </a:lnTo>
                    <a:lnTo>
                      <a:pt x="11773" y="1855"/>
                    </a:lnTo>
                    <a:lnTo>
                      <a:pt x="12071" y="2075"/>
                    </a:lnTo>
                    <a:lnTo>
                      <a:pt x="12354" y="2311"/>
                    </a:lnTo>
                    <a:lnTo>
                      <a:pt x="12904" y="2814"/>
                    </a:lnTo>
                    <a:lnTo>
                      <a:pt x="13596" y="3647"/>
                    </a:lnTo>
                    <a:lnTo>
                      <a:pt x="14272" y="4873"/>
                    </a:lnTo>
                    <a:lnTo>
                      <a:pt x="14696" y="6178"/>
                    </a:lnTo>
                    <a:lnTo>
                      <a:pt x="14869" y="7561"/>
                    </a:lnTo>
                    <a:lnTo>
                      <a:pt x="14775" y="8944"/>
                    </a:lnTo>
                    <a:lnTo>
                      <a:pt x="14429" y="10311"/>
                    </a:lnTo>
                    <a:lnTo>
                      <a:pt x="13816" y="11600"/>
                    </a:lnTo>
                    <a:lnTo>
                      <a:pt x="13428" y="12183"/>
                    </a:lnTo>
                    <a:lnTo>
                      <a:pt x="12999" y="12700"/>
                    </a:lnTo>
                    <a:lnTo>
                      <a:pt x="11930" y="13612"/>
                    </a:lnTo>
                    <a:lnTo>
                      <a:pt x="10751" y="14304"/>
                    </a:lnTo>
                    <a:lnTo>
                      <a:pt x="9494" y="14760"/>
                    </a:lnTo>
                    <a:lnTo>
                      <a:pt x="8158" y="14995"/>
                    </a:lnTo>
                    <a:lnTo>
                      <a:pt x="6822" y="14964"/>
                    </a:lnTo>
                    <a:lnTo>
                      <a:pt x="5486" y="14697"/>
                    </a:lnTo>
                    <a:lnTo>
                      <a:pt x="4197" y="14131"/>
                    </a:lnTo>
                    <a:lnTo>
                      <a:pt x="3584" y="13754"/>
                    </a:lnTo>
                    <a:lnTo>
                      <a:pt x="3285" y="13518"/>
                    </a:lnTo>
                    <a:lnTo>
                      <a:pt x="2719" y="13031"/>
                    </a:lnTo>
                    <a:lnTo>
                      <a:pt x="2216" y="12496"/>
                    </a:lnTo>
                    <a:lnTo>
                      <a:pt x="1776" y="11915"/>
                    </a:lnTo>
                    <a:lnTo>
                      <a:pt x="1226" y="10987"/>
                    </a:lnTo>
                    <a:lnTo>
                      <a:pt x="739" y="9636"/>
                    </a:lnTo>
                    <a:lnTo>
                      <a:pt x="503" y="8221"/>
                    </a:lnTo>
                    <a:lnTo>
                      <a:pt x="566" y="6791"/>
                    </a:lnTo>
                    <a:lnTo>
                      <a:pt x="802" y="5738"/>
                    </a:lnTo>
                    <a:lnTo>
                      <a:pt x="1038" y="5046"/>
                    </a:lnTo>
                    <a:lnTo>
                      <a:pt x="1352" y="4386"/>
                    </a:lnTo>
                    <a:lnTo>
                      <a:pt x="1745" y="3741"/>
                    </a:lnTo>
                    <a:lnTo>
                      <a:pt x="1965" y="3443"/>
                    </a:lnTo>
                    <a:lnTo>
                      <a:pt x="2185" y="3144"/>
                    </a:lnTo>
                    <a:lnTo>
                      <a:pt x="2688" y="2625"/>
                    </a:lnTo>
                    <a:lnTo>
                      <a:pt x="3505" y="1934"/>
                    </a:lnTo>
                    <a:lnTo>
                      <a:pt x="4731" y="1242"/>
                    </a:lnTo>
                    <a:lnTo>
                      <a:pt x="6052" y="802"/>
                    </a:lnTo>
                    <a:lnTo>
                      <a:pt x="7419" y="613"/>
                    </a:lnTo>
                    <a:close/>
                    <a:moveTo>
                      <a:pt x="7718" y="0"/>
                    </a:moveTo>
                    <a:lnTo>
                      <a:pt x="6523" y="95"/>
                    </a:lnTo>
                    <a:lnTo>
                      <a:pt x="5926" y="205"/>
                    </a:lnTo>
                    <a:lnTo>
                      <a:pt x="5281" y="378"/>
                    </a:lnTo>
                    <a:lnTo>
                      <a:pt x="4102" y="865"/>
                    </a:lnTo>
                    <a:lnTo>
                      <a:pt x="3081" y="1509"/>
                    </a:lnTo>
                    <a:lnTo>
                      <a:pt x="2185" y="2280"/>
                    </a:lnTo>
                    <a:lnTo>
                      <a:pt x="1446" y="3175"/>
                    </a:lnTo>
                    <a:lnTo>
                      <a:pt x="865" y="4181"/>
                    </a:lnTo>
                    <a:lnTo>
                      <a:pt x="425" y="5235"/>
                    </a:lnTo>
                    <a:lnTo>
                      <a:pt x="126" y="6350"/>
                    </a:lnTo>
                    <a:lnTo>
                      <a:pt x="0" y="7498"/>
                    </a:lnTo>
                    <a:lnTo>
                      <a:pt x="32" y="8645"/>
                    </a:lnTo>
                    <a:lnTo>
                      <a:pt x="220" y="9793"/>
                    </a:lnTo>
                    <a:lnTo>
                      <a:pt x="566" y="10893"/>
                    </a:lnTo>
                    <a:lnTo>
                      <a:pt x="1085" y="11930"/>
                    </a:lnTo>
                    <a:lnTo>
                      <a:pt x="1776" y="12905"/>
                    </a:lnTo>
                    <a:lnTo>
                      <a:pt x="2625" y="13769"/>
                    </a:lnTo>
                    <a:lnTo>
                      <a:pt x="3662" y="14508"/>
                    </a:lnTo>
                    <a:lnTo>
                      <a:pt x="4244" y="14807"/>
                    </a:lnTo>
                    <a:lnTo>
                      <a:pt x="4873" y="15105"/>
                    </a:lnTo>
                    <a:lnTo>
                      <a:pt x="6177" y="15467"/>
                    </a:lnTo>
                    <a:lnTo>
                      <a:pt x="7498" y="15608"/>
                    </a:lnTo>
                    <a:lnTo>
                      <a:pt x="8802" y="15514"/>
                    </a:lnTo>
                    <a:lnTo>
                      <a:pt x="10075" y="15215"/>
                    </a:lnTo>
                    <a:lnTo>
                      <a:pt x="11301" y="14697"/>
                    </a:lnTo>
                    <a:lnTo>
                      <a:pt x="12417" y="13989"/>
                    </a:lnTo>
                    <a:lnTo>
                      <a:pt x="13423" y="13093"/>
                    </a:lnTo>
                    <a:lnTo>
                      <a:pt x="13879" y="12575"/>
                    </a:lnTo>
                    <a:lnTo>
                      <a:pt x="13937" y="12473"/>
                    </a:lnTo>
                    <a:lnTo>
                      <a:pt x="14256" y="12009"/>
                    </a:lnTo>
                    <a:lnTo>
                      <a:pt x="14822" y="10956"/>
                    </a:lnTo>
                    <a:lnTo>
                      <a:pt x="15215" y="9824"/>
                    </a:lnTo>
                    <a:lnTo>
                      <a:pt x="15435" y="8661"/>
                    </a:lnTo>
                    <a:lnTo>
                      <a:pt x="15482" y="7498"/>
                    </a:lnTo>
                    <a:lnTo>
                      <a:pt x="15356" y="6319"/>
                    </a:lnTo>
                    <a:lnTo>
                      <a:pt x="15042" y="5172"/>
                    </a:lnTo>
                    <a:lnTo>
                      <a:pt x="14555" y="4071"/>
                    </a:lnTo>
                    <a:lnTo>
                      <a:pt x="14240" y="3553"/>
                    </a:lnTo>
                    <a:lnTo>
                      <a:pt x="13895" y="3050"/>
                    </a:lnTo>
                    <a:lnTo>
                      <a:pt x="13093" y="2170"/>
                    </a:lnTo>
                    <a:lnTo>
                      <a:pt x="12166" y="1415"/>
                    </a:lnTo>
                    <a:lnTo>
                      <a:pt x="11144" y="818"/>
                    </a:lnTo>
                    <a:lnTo>
                      <a:pt x="10044" y="378"/>
                    </a:lnTo>
                    <a:lnTo>
                      <a:pt x="8896" y="111"/>
                    </a:lnTo>
                    <a:lnTo>
                      <a:pt x="771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5868225" y="410200"/>
                <a:ext cx="185500" cy="90800"/>
              </a:xfrm>
              <a:custGeom>
                <a:rect b="b" l="l" r="r" t="t"/>
                <a:pathLst>
                  <a:path extrusionOk="0" h="3632" w="7420">
                    <a:moveTo>
                      <a:pt x="7089" y="1"/>
                    </a:moveTo>
                    <a:lnTo>
                      <a:pt x="6964" y="32"/>
                    </a:lnTo>
                    <a:lnTo>
                      <a:pt x="3553" y="1573"/>
                    </a:lnTo>
                    <a:lnTo>
                      <a:pt x="158" y="3097"/>
                    </a:lnTo>
                    <a:lnTo>
                      <a:pt x="48" y="3160"/>
                    </a:lnTo>
                    <a:lnTo>
                      <a:pt x="1" y="3364"/>
                    </a:lnTo>
                    <a:lnTo>
                      <a:pt x="111" y="3553"/>
                    </a:lnTo>
                    <a:lnTo>
                      <a:pt x="331" y="3632"/>
                    </a:lnTo>
                    <a:lnTo>
                      <a:pt x="457" y="3600"/>
                    </a:lnTo>
                    <a:lnTo>
                      <a:pt x="3852" y="2076"/>
                    </a:lnTo>
                    <a:lnTo>
                      <a:pt x="7262" y="551"/>
                    </a:lnTo>
                    <a:lnTo>
                      <a:pt x="7372" y="472"/>
                    </a:lnTo>
                    <a:lnTo>
                      <a:pt x="7420" y="268"/>
                    </a:lnTo>
                    <a:lnTo>
                      <a:pt x="7310" y="79"/>
                    </a:lnTo>
                    <a:lnTo>
                      <a:pt x="70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6035625" y="411000"/>
                <a:ext cx="21250" cy="185500"/>
              </a:xfrm>
              <a:custGeom>
                <a:rect b="b" l="l" r="r" t="t"/>
                <a:pathLst>
                  <a:path extrusionOk="0" h="7420" w="850">
                    <a:moveTo>
                      <a:pt x="142" y="0"/>
                    </a:moveTo>
                    <a:lnTo>
                      <a:pt x="1" y="142"/>
                    </a:lnTo>
                    <a:lnTo>
                      <a:pt x="1" y="268"/>
                    </a:lnTo>
                    <a:lnTo>
                      <a:pt x="95" y="1116"/>
                    </a:lnTo>
                    <a:lnTo>
                      <a:pt x="221" y="2845"/>
                    </a:lnTo>
                    <a:lnTo>
                      <a:pt x="268" y="5439"/>
                    </a:lnTo>
                    <a:lnTo>
                      <a:pt x="236" y="7152"/>
                    </a:lnTo>
                    <a:lnTo>
                      <a:pt x="252" y="7278"/>
                    </a:lnTo>
                    <a:lnTo>
                      <a:pt x="409" y="7419"/>
                    </a:lnTo>
                    <a:lnTo>
                      <a:pt x="645" y="7419"/>
                    </a:lnTo>
                    <a:lnTo>
                      <a:pt x="802" y="7278"/>
                    </a:lnTo>
                    <a:lnTo>
                      <a:pt x="834" y="7152"/>
                    </a:lnTo>
                    <a:lnTo>
                      <a:pt x="849" y="5439"/>
                    </a:lnTo>
                    <a:lnTo>
                      <a:pt x="802" y="2845"/>
                    </a:lnTo>
                    <a:lnTo>
                      <a:pt x="692" y="1116"/>
                    </a:lnTo>
                    <a:lnTo>
                      <a:pt x="582" y="268"/>
                    </a:lnTo>
                    <a:lnTo>
                      <a:pt x="551" y="142"/>
                    </a:lnTo>
                    <a:lnTo>
                      <a:pt x="3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6037975" y="265200"/>
                <a:ext cx="106525" cy="156425"/>
              </a:xfrm>
              <a:custGeom>
                <a:rect b="b" l="l" r="r" t="t"/>
                <a:pathLst>
                  <a:path extrusionOk="0" h="6257" w="4261">
                    <a:moveTo>
                      <a:pt x="3993" y="1"/>
                    </a:moveTo>
                    <a:lnTo>
                      <a:pt x="3773" y="32"/>
                    </a:lnTo>
                    <a:lnTo>
                      <a:pt x="3695" y="142"/>
                    </a:lnTo>
                    <a:lnTo>
                      <a:pt x="1871" y="2972"/>
                    </a:lnTo>
                    <a:lnTo>
                      <a:pt x="64" y="5817"/>
                    </a:lnTo>
                    <a:lnTo>
                      <a:pt x="1" y="5942"/>
                    </a:lnTo>
                    <a:lnTo>
                      <a:pt x="64" y="6147"/>
                    </a:lnTo>
                    <a:lnTo>
                      <a:pt x="268" y="6257"/>
                    </a:lnTo>
                    <a:lnTo>
                      <a:pt x="488" y="6225"/>
                    </a:lnTo>
                    <a:lnTo>
                      <a:pt x="567" y="6115"/>
                    </a:lnTo>
                    <a:lnTo>
                      <a:pt x="4197" y="441"/>
                    </a:lnTo>
                    <a:lnTo>
                      <a:pt x="4260" y="315"/>
                    </a:lnTo>
                    <a:lnTo>
                      <a:pt x="4182" y="111"/>
                    </a:lnTo>
                    <a:lnTo>
                      <a:pt x="399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5944450" y="285650"/>
                <a:ext cx="154075" cy="14950"/>
              </a:xfrm>
              <a:custGeom>
                <a:rect b="b" l="l" r="r" t="t"/>
                <a:pathLst>
                  <a:path extrusionOk="0" h="598" w="6163">
                    <a:moveTo>
                      <a:pt x="284" y="0"/>
                    </a:moveTo>
                    <a:lnTo>
                      <a:pt x="142" y="16"/>
                    </a:lnTo>
                    <a:lnTo>
                      <a:pt x="1" y="173"/>
                    </a:lnTo>
                    <a:lnTo>
                      <a:pt x="1" y="409"/>
                    </a:lnTo>
                    <a:lnTo>
                      <a:pt x="142" y="566"/>
                    </a:lnTo>
                    <a:lnTo>
                      <a:pt x="284" y="582"/>
                    </a:lnTo>
                    <a:lnTo>
                      <a:pt x="5879" y="598"/>
                    </a:lnTo>
                    <a:lnTo>
                      <a:pt x="6005" y="566"/>
                    </a:lnTo>
                    <a:lnTo>
                      <a:pt x="6162" y="409"/>
                    </a:lnTo>
                    <a:lnTo>
                      <a:pt x="6162" y="189"/>
                    </a:lnTo>
                    <a:lnTo>
                      <a:pt x="6021" y="16"/>
                    </a:lnTo>
                    <a:lnTo>
                      <a:pt x="587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5926000" y="319825"/>
                <a:ext cx="135200" cy="18500"/>
              </a:xfrm>
              <a:custGeom>
                <a:rect b="b" l="l" r="r" t="t"/>
                <a:pathLst>
                  <a:path extrusionOk="0" h="740" w="5408">
                    <a:moveTo>
                      <a:pt x="1493" y="1"/>
                    </a:moveTo>
                    <a:lnTo>
                      <a:pt x="267" y="32"/>
                    </a:lnTo>
                    <a:lnTo>
                      <a:pt x="142" y="64"/>
                    </a:lnTo>
                    <a:lnTo>
                      <a:pt x="0" y="221"/>
                    </a:lnTo>
                    <a:lnTo>
                      <a:pt x="0" y="457"/>
                    </a:lnTo>
                    <a:lnTo>
                      <a:pt x="142" y="614"/>
                    </a:lnTo>
                    <a:lnTo>
                      <a:pt x="267" y="629"/>
                    </a:lnTo>
                    <a:lnTo>
                      <a:pt x="1493" y="598"/>
                    </a:lnTo>
                    <a:lnTo>
                      <a:pt x="3930" y="645"/>
                    </a:lnTo>
                    <a:lnTo>
                      <a:pt x="5140" y="740"/>
                    </a:lnTo>
                    <a:lnTo>
                      <a:pt x="5266" y="724"/>
                    </a:lnTo>
                    <a:lnTo>
                      <a:pt x="5407" y="582"/>
                    </a:lnTo>
                    <a:lnTo>
                      <a:pt x="5407" y="362"/>
                    </a:lnTo>
                    <a:lnTo>
                      <a:pt x="5266" y="174"/>
                    </a:lnTo>
                    <a:lnTo>
                      <a:pt x="5140" y="142"/>
                    </a:lnTo>
                    <a:lnTo>
                      <a:pt x="3930" y="64"/>
                    </a:lnTo>
                    <a:lnTo>
                      <a:pt x="149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5899675" y="357550"/>
                <a:ext cx="146200" cy="15350"/>
              </a:xfrm>
              <a:custGeom>
                <a:rect b="b" l="l" r="r" t="t"/>
                <a:pathLst>
                  <a:path extrusionOk="0" h="614" w="5848">
                    <a:moveTo>
                      <a:pt x="283" y="1"/>
                    </a:moveTo>
                    <a:lnTo>
                      <a:pt x="142" y="16"/>
                    </a:lnTo>
                    <a:lnTo>
                      <a:pt x="0" y="174"/>
                    </a:lnTo>
                    <a:lnTo>
                      <a:pt x="0" y="394"/>
                    </a:lnTo>
                    <a:lnTo>
                      <a:pt x="142" y="567"/>
                    </a:lnTo>
                    <a:lnTo>
                      <a:pt x="283" y="582"/>
                    </a:lnTo>
                    <a:lnTo>
                      <a:pt x="2924" y="598"/>
                    </a:lnTo>
                    <a:lnTo>
                      <a:pt x="5564" y="614"/>
                    </a:lnTo>
                    <a:lnTo>
                      <a:pt x="5706" y="582"/>
                    </a:lnTo>
                    <a:lnTo>
                      <a:pt x="5847" y="425"/>
                    </a:lnTo>
                    <a:lnTo>
                      <a:pt x="5847" y="205"/>
                    </a:lnTo>
                    <a:lnTo>
                      <a:pt x="5706" y="32"/>
                    </a:lnTo>
                    <a:lnTo>
                      <a:pt x="5564" y="16"/>
                    </a:lnTo>
                    <a:lnTo>
                      <a:pt x="29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5885125" y="394500"/>
                <a:ext cx="112800" cy="19675"/>
              </a:xfrm>
              <a:custGeom>
                <a:rect b="b" l="l" r="r" t="t"/>
                <a:pathLst>
                  <a:path extrusionOk="0" h="787" w="4512">
                    <a:moveTo>
                      <a:pt x="3238" y="0"/>
                    </a:moveTo>
                    <a:lnTo>
                      <a:pt x="1258" y="94"/>
                    </a:lnTo>
                    <a:lnTo>
                      <a:pt x="268" y="204"/>
                    </a:lnTo>
                    <a:lnTo>
                      <a:pt x="142" y="236"/>
                    </a:lnTo>
                    <a:lnTo>
                      <a:pt x="1" y="425"/>
                    </a:lnTo>
                    <a:lnTo>
                      <a:pt x="1" y="645"/>
                    </a:lnTo>
                    <a:lnTo>
                      <a:pt x="142" y="786"/>
                    </a:lnTo>
                    <a:lnTo>
                      <a:pt x="268" y="786"/>
                    </a:lnTo>
                    <a:lnTo>
                      <a:pt x="1258" y="676"/>
                    </a:lnTo>
                    <a:lnTo>
                      <a:pt x="3238" y="597"/>
                    </a:lnTo>
                    <a:lnTo>
                      <a:pt x="4244" y="629"/>
                    </a:lnTo>
                    <a:lnTo>
                      <a:pt x="4370" y="613"/>
                    </a:lnTo>
                    <a:lnTo>
                      <a:pt x="4512" y="456"/>
                    </a:lnTo>
                    <a:lnTo>
                      <a:pt x="4512" y="236"/>
                    </a:lnTo>
                    <a:lnTo>
                      <a:pt x="4370" y="63"/>
                    </a:lnTo>
                    <a:lnTo>
                      <a:pt x="4244" y="32"/>
                    </a:lnTo>
                    <a:lnTo>
                      <a:pt x="323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5880025" y="431425"/>
                <a:ext cx="46375" cy="14950"/>
              </a:xfrm>
              <a:custGeom>
                <a:rect b="b" l="l" r="r" t="t"/>
                <a:pathLst>
                  <a:path extrusionOk="0" h="598" w="1855">
                    <a:moveTo>
                      <a:pt x="267" y="1"/>
                    </a:moveTo>
                    <a:lnTo>
                      <a:pt x="142" y="16"/>
                    </a:lnTo>
                    <a:lnTo>
                      <a:pt x="0" y="174"/>
                    </a:lnTo>
                    <a:lnTo>
                      <a:pt x="0" y="394"/>
                    </a:lnTo>
                    <a:lnTo>
                      <a:pt x="142" y="566"/>
                    </a:lnTo>
                    <a:lnTo>
                      <a:pt x="267" y="582"/>
                    </a:lnTo>
                    <a:lnTo>
                      <a:pt x="928" y="598"/>
                    </a:lnTo>
                    <a:lnTo>
                      <a:pt x="1588" y="598"/>
                    </a:lnTo>
                    <a:lnTo>
                      <a:pt x="1714" y="582"/>
                    </a:lnTo>
                    <a:lnTo>
                      <a:pt x="1855" y="409"/>
                    </a:lnTo>
                    <a:lnTo>
                      <a:pt x="1855" y="189"/>
                    </a:lnTo>
                    <a:lnTo>
                      <a:pt x="1714" y="32"/>
                    </a:lnTo>
                    <a:lnTo>
                      <a:pt x="15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6087100" y="408250"/>
                <a:ext cx="13775" cy="14550"/>
              </a:xfrm>
              <a:custGeom>
                <a:rect b="b" l="l" r="r" t="t"/>
                <a:pathLst>
                  <a:path extrusionOk="0" h="582" w="551">
                    <a:moveTo>
                      <a:pt x="268" y="0"/>
                    </a:moveTo>
                    <a:lnTo>
                      <a:pt x="142" y="16"/>
                    </a:lnTo>
                    <a:lnTo>
                      <a:pt x="1" y="173"/>
                    </a:lnTo>
                    <a:lnTo>
                      <a:pt x="1" y="409"/>
                    </a:lnTo>
                    <a:lnTo>
                      <a:pt x="142" y="566"/>
                    </a:lnTo>
                    <a:lnTo>
                      <a:pt x="268" y="582"/>
                    </a:lnTo>
                    <a:lnTo>
                      <a:pt x="409" y="566"/>
                    </a:lnTo>
                    <a:lnTo>
                      <a:pt x="551" y="409"/>
                    </a:lnTo>
                    <a:lnTo>
                      <a:pt x="551" y="173"/>
                    </a:lnTo>
                    <a:lnTo>
                      <a:pt x="409" y="16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6123650" y="356375"/>
                <a:ext cx="13775" cy="14950"/>
              </a:xfrm>
              <a:custGeom>
                <a:rect b="b" l="l" r="r" t="t"/>
                <a:pathLst>
                  <a:path extrusionOk="0" h="598" w="551">
                    <a:moveTo>
                      <a:pt x="283" y="1"/>
                    </a:moveTo>
                    <a:lnTo>
                      <a:pt x="157" y="16"/>
                    </a:lnTo>
                    <a:lnTo>
                      <a:pt x="0" y="189"/>
                    </a:lnTo>
                    <a:lnTo>
                      <a:pt x="0" y="409"/>
                    </a:lnTo>
                    <a:lnTo>
                      <a:pt x="157" y="582"/>
                    </a:lnTo>
                    <a:lnTo>
                      <a:pt x="283" y="598"/>
                    </a:lnTo>
                    <a:lnTo>
                      <a:pt x="409" y="582"/>
                    </a:lnTo>
                    <a:lnTo>
                      <a:pt x="550" y="409"/>
                    </a:lnTo>
                    <a:lnTo>
                      <a:pt x="550" y="189"/>
                    </a:lnTo>
                    <a:lnTo>
                      <a:pt x="409" y="16"/>
                    </a:lnTo>
                    <a:lnTo>
                      <a:pt x="2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6166475" y="330050"/>
                <a:ext cx="16525" cy="16925"/>
              </a:xfrm>
              <a:custGeom>
                <a:rect b="b" l="l" r="r" t="t"/>
                <a:pathLst>
                  <a:path extrusionOk="0" h="677" w="661">
                    <a:moveTo>
                      <a:pt x="393" y="0"/>
                    </a:moveTo>
                    <a:lnTo>
                      <a:pt x="189" y="63"/>
                    </a:lnTo>
                    <a:lnTo>
                      <a:pt x="111" y="158"/>
                    </a:lnTo>
                    <a:lnTo>
                      <a:pt x="79" y="189"/>
                    </a:lnTo>
                    <a:lnTo>
                      <a:pt x="48" y="220"/>
                    </a:lnTo>
                    <a:lnTo>
                      <a:pt x="1" y="331"/>
                    </a:lnTo>
                    <a:lnTo>
                      <a:pt x="63" y="551"/>
                    </a:lnTo>
                    <a:lnTo>
                      <a:pt x="158" y="629"/>
                    </a:lnTo>
                    <a:lnTo>
                      <a:pt x="268" y="676"/>
                    </a:lnTo>
                    <a:lnTo>
                      <a:pt x="472" y="613"/>
                    </a:lnTo>
                    <a:lnTo>
                      <a:pt x="566" y="519"/>
                    </a:lnTo>
                    <a:lnTo>
                      <a:pt x="582" y="488"/>
                    </a:lnTo>
                    <a:lnTo>
                      <a:pt x="614" y="456"/>
                    </a:lnTo>
                    <a:lnTo>
                      <a:pt x="661" y="346"/>
                    </a:lnTo>
                    <a:lnTo>
                      <a:pt x="598" y="126"/>
                    </a:lnTo>
                    <a:lnTo>
                      <a:pt x="504" y="48"/>
                    </a:lnTo>
                    <a:lnTo>
                      <a:pt x="3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6163325" y="405875"/>
                <a:ext cx="13400" cy="14575"/>
              </a:xfrm>
              <a:custGeom>
                <a:rect b="b" l="l" r="r" t="t"/>
                <a:pathLst>
                  <a:path extrusionOk="0" h="583" w="536">
                    <a:moveTo>
                      <a:pt x="268" y="1"/>
                    </a:moveTo>
                    <a:lnTo>
                      <a:pt x="142" y="17"/>
                    </a:lnTo>
                    <a:lnTo>
                      <a:pt x="1" y="174"/>
                    </a:lnTo>
                    <a:lnTo>
                      <a:pt x="1" y="394"/>
                    </a:lnTo>
                    <a:lnTo>
                      <a:pt x="142" y="567"/>
                    </a:lnTo>
                    <a:lnTo>
                      <a:pt x="268" y="583"/>
                    </a:lnTo>
                    <a:lnTo>
                      <a:pt x="394" y="567"/>
                    </a:lnTo>
                    <a:lnTo>
                      <a:pt x="535" y="394"/>
                    </a:lnTo>
                    <a:lnTo>
                      <a:pt x="535" y="174"/>
                    </a:lnTo>
                    <a:lnTo>
                      <a:pt x="394" y="17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6116975" y="409025"/>
                <a:ext cx="13375" cy="14575"/>
              </a:xfrm>
              <a:custGeom>
                <a:rect b="b" l="l" r="r" t="t"/>
                <a:pathLst>
                  <a:path extrusionOk="0" h="583" w="535">
                    <a:moveTo>
                      <a:pt x="267" y="1"/>
                    </a:moveTo>
                    <a:lnTo>
                      <a:pt x="142" y="16"/>
                    </a:lnTo>
                    <a:lnTo>
                      <a:pt x="0" y="174"/>
                    </a:lnTo>
                    <a:lnTo>
                      <a:pt x="0" y="394"/>
                    </a:lnTo>
                    <a:lnTo>
                      <a:pt x="142" y="567"/>
                    </a:lnTo>
                    <a:lnTo>
                      <a:pt x="267" y="582"/>
                    </a:lnTo>
                    <a:lnTo>
                      <a:pt x="393" y="567"/>
                    </a:lnTo>
                    <a:lnTo>
                      <a:pt x="535" y="394"/>
                    </a:lnTo>
                    <a:lnTo>
                      <a:pt x="535" y="174"/>
                    </a:lnTo>
                    <a:lnTo>
                      <a:pt x="393" y="16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6085125" y="467175"/>
                <a:ext cx="16925" cy="16550"/>
              </a:xfrm>
              <a:custGeom>
                <a:rect b="b" l="l" r="r" t="t"/>
                <a:pathLst>
                  <a:path extrusionOk="0" h="662" w="677">
                    <a:moveTo>
                      <a:pt x="347" y="1"/>
                    </a:moveTo>
                    <a:lnTo>
                      <a:pt x="111" y="80"/>
                    </a:lnTo>
                    <a:lnTo>
                      <a:pt x="48" y="158"/>
                    </a:lnTo>
                    <a:lnTo>
                      <a:pt x="1" y="268"/>
                    </a:lnTo>
                    <a:lnTo>
                      <a:pt x="64" y="488"/>
                    </a:lnTo>
                    <a:lnTo>
                      <a:pt x="158" y="567"/>
                    </a:lnTo>
                    <a:lnTo>
                      <a:pt x="190" y="583"/>
                    </a:lnTo>
                    <a:lnTo>
                      <a:pt x="221" y="614"/>
                    </a:lnTo>
                    <a:lnTo>
                      <a:pt x="331" y="661"/>
                    </a:lnTo>
                    <a:lnTo>
                      <a:pt x="551" y="598"/>
                    </a:lnTo>
                    <a:lnTo>
                      <a:pt x="630" y="504"/>
                    </a:lnTo>
                    <a:lnTo>
                      <a:pt x="677" y="394"/>
                    </a:lnTo>
                    <a:lnTo>
                      <a:pt x="598" y="190"/>
                    </a:lnTo>
                    <a:lnTo>
                      <a:pt x="520" y="111"/>
                    </a:lnTo>
                    <a:lnTo>
                      <a:pt x="488" y="80"/>
                    </a:lnTo>
                    <a:lnTo>
                      <a:pt x="441" y="48"/>
                    </a:lnTo>
                    <a:lnTo>
                      <a:pt x="34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6084350" y="537925"/>
                <a:ext cx="13775" cy="14550"/>
              </a:xfrm>
              <a:custGeom>
                <a:rect b="b" l="l" r="r" t="t"/>
                <a:pathLst>
                  <a:path extrusionOk="0" h="582" w="551">
                    <a:moveTo>
                      <a:pt x="268" y="0"/>
                    </a:moveTo>
                    <a:lnTo>
                      <a:pt x="142" y="16"/>
                    </a:lnTo>
                    <a:lnTo>
                      <a:pt x="1" y="173"/>
                    </a:lnTo>
                    <a:lnTo>
                      <a:pt x="1" y="409"/>
                    </a:lnTo>
                    <a:lnTo>
                      <a:pt x="142" y="566"/>
                    </a:lnTo>
                    <a:lnTo>
                      <a:pt x="268" y="582"/>
                    </a:lnTo>
                    <a:lnTo>
                      <a:pt x="409" y="566"/>
                    </a:lnTo>
                    <a:lnTo>
                      <a:pt x="551" y="409"/>
                    </a:lnTo>
                    <a:lnTo>
                      <a:pt x="551" y="173"/>
                    </a:lnTo>
                    <a:lnTo>
                      <a:pt x="409" y="16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6142900" y="497450"/>
                <a:ext cx="13375" cy="14550"/>
              </a:xfrm>
              <a:custGeom>
                <a:rect b="b" l="l" r="r" t="t"/>
                <a:pathLst>
                  <a:path extrusionOk="0" h="582" w="535">
                    <a:moveTo>
                      <a:pt x="268" y="0"/>
                    </a:moveTo>
                    <a:lnTo>
                      <a:pt x="142" y="16"/>
                    </a:lnTo>
                    <a:lnTo>
                      <a:pt x="0" y="173"/>
                    </a:lnTo>
                    <a:lnTo>
                      <a:pt x="0" y="393"/>
                    </a:lnTo>
                    <a:lnTo>
                      <a:pt x="142" y="566"/>
                    </a:lnTo>
                    <a:lnTo>
                      <a:pt x="268" y="582"/>
                    </a:lnTo>
                    <a:lnTo>
                      <a:pt x="393" y="566"/>
                    </a:lnTo>
                    <a:lnTo>
                      <a:pt x="535" y="393"/>
                    </a:lnTo>
                    <a:lnTo>
                      <a:pt x="535" y="173"/>
                    </a:lnTo>
                    <a:lnTo>
                      <a:pt x="393" y="16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6115775" y="464425"/>
                <a:ext cx="16925" cy="16925"/>
              </a:xfrm>
              <a:custGeom>
                <a:rect b="b" l="l" r="r" t="t"/>
                <a:pathLst>
                  <a:path extrusionOk="0" h="677" w="677">
                    <a:moveTo>
                      <a:pt x="394" y="1"/>
                    </a:moveTo>
                    <a:lnTo>
                      <a:pt x="190" y="64"/>
                    </a:lnTo>
                    <a:lnTo>
                      <a:pt x="111" y="158"/>
                    </a:lnTo>
                    <a:lnTo>
                      <a:pt x="80" y="190"/>
                    </a:lnTo>
                    <a:lnTo>
                      <a:pt x="64" y="221"/>
                    </a:lnTo>
                    <a:lnTo>
                      <a:pt x="1" y="331"/>
                    </a:lnTo>
                    <a:lnTo>
                      <a:pt x="80" y="567"/>
                    </a:lnTo>
                    <a:lnTo>
                      <a:pt x="158" y="630"/>
                    </a:lnTo>
                    <a:lnTo>
                      <a:pt x="284" y="677"/>
                    </a:lnTo>
                    <a:lnTo>
                      <a:pt x="488" y="614"/>
                    </a:lnTo>
                    <a:lnTo>
                      <a:pt x="567" y="520"/>
                    </a:lnTo>
                    <a:lnTo>
                      <a:pt x="598" y="488"/>
                    </a:lnTo>
                    <a:lnTo>
                      <a:pt x="614" y="457"/>
                    </a:lnTo>
                    <a:lnTo>
                      <a:pt x="677" y="347"/>
                    </a:lnTo>
                    <a:lnTo>
                      <a:pt x="598" y="127"/>
                    </a:lnTo>
                    <a:lnTo>
                      <a:pt x="520" y="48"/>
                    </a:lnTo>
                    <a:lnTo>
                      <a:pt x="3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6175900" y="464825"/>
                <a:ext cx="13400" cy="14575"/>
              </a:xfrm>
              <a:custGeom>
                <a:rect b="b" l="l" r="r" t="t"/>
                <a:pathLst>
                  <a:path extrusionOk="0" h="583" w="536">
                    <a:moveTo>
                      <a:pt x="268" y="1"/>
                    </a:moveTo>
                    <a:lnTo>
                      <a:pt x="142" y="16"/>
                    </a:lnTo>
                    <a:lnTo>
                      <a:pt x="1" y="189"/>
                    </a:lnTo>
                    <a:lnTo>
                      <a:pt x="1" y="409"/>
                    </a:lnTo>
                    <a:lnTo>
                      <a:pt x="142" y="566"/>
                    </a:lnTo>
                    <a:lnTo>
                      <a:pt x="268" y="582"/>
                    </a:lnTo>
                    <a:lnTo>
                      <a:pt x="394" y="566"/>
                    </a:lnTo>
                    <a:lnTo>
                      <a:pt x="535" y="409"/>
                    </a:lnTo>
                    <a:lnTo>
                      <a:pt x="535" y="189"/>
                    </a:lnTo>
                    <a:lnTo>
                      <a:pt x="394" y="16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6120100" y="540275"/>
                <a:ext cx="17725" cy="15350"/>
              </a:xfrm>
              <a:custGeom>
                <a:rect b="b" l="l" r="r" t="t"/>
                <a:pathLst>
                  <a:path extrusionOk="0" h="614" w="709">
                    <a:moveTo>
                      <a:pt x="410" y="0"/>
                    </a:moveTo>
                    <a:lnTo>
                      <a:pt x="347" y="16"/>
                    </a:lnTo>
                    <a:lnTo>
                      <a:pt x="284" y="16"/>
                    </a:lnTo>
                    <a:lnTo>
                      <a:pt x="174" y="48"/>
                    </a:lnTo>
                    <a:lnTo>
                      <a:pt x="17" y="189"/>
                    </a:lnTo>
                    <a:lnTo>
                      <a:pt x="1" y="315"/>
                    </a:lnTo>
                    <a:lnTo>
                      <a:pt x="17" y="425"/>
                    </a:lnTo>
                    <a:lnTo>
                      <a:pt x="174" y="598"/>
                    </a:lnTo>
                    <a:lnTo>
                      <a:pt x="284" y="613"/>
                    </a:lnTo>
                    <a:lnTo>
                      <a:pt x="347" y="598"/>
                    </a:lnTo>
                    <a:lnTo>
                      <a:pt x="410" y="598"/>
                    </a:lnTo>
                    <a:lnTo>
                      <a:pt x="535" y="566"/>
                    </a:lnTo>
                    <a:lnTo>
                      <a:pt x="692" y="425"/>
                    </a:lnTo>
                    <a:lnTo>
                      <a:pt x="708" y="299"/>
                    </a:lnTo>
                    <a:lnTo>
                      <a:pt x="692" y="189"/>
                    </a:lnTo>
                    <a:lnTo>
                      <a:pt x="535" y="16"/>
                    </a:lnTo>
                    <a:lnTo>
                      <a:pt x="4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5974325" y="443600"/>
                <a:ext cx="82925" cy="50725"/>
              </a:xfrm>
              <a:custGeom>
                <a:rect b="b" l="l" r="r" t="t"/>
                <a:pathLst>
                  <a:path extrusionOk="0" h="2029" w="3317">
                    <a:moveTo>
                      <a:pt x="252" y="1"/>
                    </a:moveTo>
                    <a:lnTo>
                      <a:pt x="63" y="111"/>
                    </a:lnTo>
                    <a:lnTo>
                      <a:pt x="1" y="315"/>
                    </a:lnTo>
                    <a:lnTo>
                      <a:pt x="48" y="441"/>
                    </a:lnTo>
                    <a:lnTo>
                      <a:pt x="283" y="834"/>
                    </a:lnTo>
                    <a:lnTo>
                      <a:pt x="928" y="1447"/>
                    </a:lnTo>
                    <a:lnTo>
                      <a:pt x="1714" y="1856"/>
                    </a:lnTo>
                    <a:lnTo>
                      <a:pt x="2594" y="2028"/>
                    </a:lnTo>
                    <a:lnTo>
                      <a:pt x="3050" y="2013"/>
                    </a:lnTo>
                    <a:lnTo>
                      <a:pt x="3176" y="1981"/>
                    </a:lnTo>
                    <a:lnTo>
                      <a:pt x="3317" y="1808"/>
                    </a:lnTo>
                    <a:lnTo>
                      <a:pt x="3317" y="1588"/>
                    </a:lnTo>
                    <a:lnTo>
                      <a:pt x="3176" y="1431"/>
                    </a:lnTo>
                    <a:lnTo>
                      <a:pt x="3050" y="1431"/>
                    </a:lnTo>
                    <a:lnTo>
                      <a:pt x="2673" y="1447"/>
                    </a:lnTo>
                    <a:lnTo>
                      <a:pt x="1934" y="1305"/>
                    </a:lnTo>
                    <a:lnTo>
                      <a:pt x="1289" y="975"/>
                    </a:lnTo>
                    <a:lnTo>
                      <a:pt x="755" y="472"/>
                    </a:lnTo>
                    <a:lnTo>
                      <a:pt x="551" y="142"/>
                    </a:lnTo>
                    <a:lnTo>
                      <a:pt x="472" y="48"/>
                    </a:lnTo>
                    <a:lnTo>
                      <a:pt x="2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5942500" y="467575"/>
                <a:ext cx="115550" cy="77450"/>
              </a:xfrm>
              <a:custGeom>
                <a:rect b="b" l="l" r="r" t="t"/>
                <a:pathLst>
                  <a:path extrusionOk="0" h="3098" w="4622">
                    <a:moveTo>
                      <a:pt x="268" y="1"/>
                    </a:moveTo>
                    <a:lnTo>
                      <a:pt x="79" y="126"/>
                    </a:lnTo>
                    <a:lnTo>
                      <a:pt x="0" y="331"/>
                    </a:lnTo>
                    <a:lnTo>
                      <a:pt x="48" y="456"/>
                    </a:lnTo>
                    <a:lnTo>
                      <a:pt x="220" y="739"/>
                    </a:lnTo>
                    <a:lnTo>
                      <a:pt x="613" y="1290"/>
                    </a:lnTo>
                    <a:lnTo>
                      <a:pt x="1053" y="1761"/>
                    </a:lnTo>
                    <a:lnTo>
                      <a:pt x="1572" y="2170"/>
                    </a:lnTo>
                    <a:lnTo>
                      <a:pt x="2122" y="2516"/>
                    </a:lnTo>
                    <a:lnTo>
                      <a:pt x="2720" y="2783"/>
                    </a:lnTo>
                    <a:lnTo>
                      <a:pt x="3348" y="2971"/>
                    </a:lnTo>
                    <a:lnTo>
                      <a:pt x="4008" y="3081"/>
                    </a:lnTo>
                    <a:lnTo>
                      <a:pt x="4339" y="3097"/>
                    </a:lnTo>
                    <a:lnTo>
                      <a:pt x="4480" y="3081"/>
                    </a:lnTo>
                    <a:lnTo>
                      <a:pt x="4621" y="2924"/>
                    </a:lnTo>
                    <a:lnTo>
                      <a:pt x="4621" y="2704"/>
                    </a:lnTo>
                    <a:lnTo>
                      <a:pt x="4480" y="2531"/>
                    </a:lnTo>
                    <a:lnTo>
                      <a:pt x="4339" y="2500"/>
                    </a:lnTo>
                    <a:lnTo>
                      <a:pt x="4040" y="2484"/>
                    </a:lnTo>
                    <a:lnTo>
                      <a:pt x="3458" y="2390"/>
                    </a:lnTo>
                    <a:lnTo>
                      <a:pt x="2908" y="2217"/>
                    </a:lnTo>
                    <a:lnTo>
                      <a:pt x="2374" y="1981"/>
                    </a:lnTo>
                    <a:lnTo>
                      <a:pt x="1887" y="1682"/>
                    </a:lnTo>
                    <a:lnTo>
                      <a:pt x="1446" y="1321"/>
                    </a:lnTo>
                    <a:lnTo>
                      <a:pt x="1053" y="897"/>
                    </a:lnTo>
                    <a:lnTo>
                      <a:pt x="708" y="409"/>
                    </a:lnTo>
                    <a:lnTo>
                      <a:pt x="551" y="158"/>
                    </a:lnTo>
                    <a:lnTo>
                      <a:pt x="472" y="4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5902425" y="480950"/>
                <a:ext cx="148150" cy="102175"/>
              </a:xfrm>
              <a:custGeom>
                <a:rect b="b" l="l" r="r" t="t"/>
                <a:pathLst>
                  <a:path extrusionOk="0" h="4087" w="5926">
                    <a:moveTo>
                      <a:pt x="252" y="0"/>
                    </a:moveTo>
                    <a:lnTo>
                      <a:pt x="63" y="110"/>
                    </a:lnTo>
                    <a:lnTo>
                      <a:pt x="0" y="314"/>
                    </a:lnTo>
                    <a:lnTo>
                      <a:pt x="47" y="440"/>
                    </a:lnTo>
                    <a:lnTo>
                      <a:pt x="267" y="817"/>
                    </a:lnTo>
                    <a:lnTo>
                      <a:pt x="802" y="1525"/>
                    </a:lnTo>
                    <a:lnTo>
                      <a:pt x="1383" y="2153"/>
                    </a:lnTo>
                    <a:lnTo>
                      <a:pt x="2043" y="2704"/>
                    </a:lnTo>
                    <a:lnTo>
                      <a:pt x="2767" y="3175"/>
                    </a:lnTo>
                    <a:lnTo>
                      <a:pt x="3537" y="3552"/>
                    </a:lnTo>
                    <a:lnTo>
                      <a:pt x="4354" y="3835"/>
                    </a:lnTo>
                    <a:lnTo>
                      <a:pt x="5203" y="4024"/>
                    </a:lnTo>
                    <a:lnTo>
                      <a:pt x="5643" y="4087"/>
                    </a:lnTo>
                    <a:lnTo>
                      <a:pt x="5784" y="4087"/>
                    </a:lnTo>
                    <a:lnTo>
                      <a:pt x="5926" y="3930"/>
                    </a:lnTo>
                    <a:lnTo>
                      <a:pt x="5926" y="3709"/>
                    </a:lnTo>
                    <a:lnTo>
                      <a:pt x="5784" y="3521"/>
                    </a:lnTo>
                    <a:lnTo>
                      <a:pt x="5643" y="3489"/>
                    </a:lnTo>
                    <a:lnTo>
                      <a:pt x="5250" y="3442"/>
                    </a:lnTo>
                    <a:lnTo>
                      <a:pt x="4464" y="3269"/>
                    </a:lnTo>
                    <a:lnTo>
                      <a:pt x="3725" y="3002"/>
                    </a:lnTo>
                    <a:lnTo>
                      <a:pt x="3034" y="2641"/>
                    </a:lnTo>
                    <a:lnTo>
                      <a:pt x="2374" y="2216"/>
                    </a:lnTo>
                    <a:lnTo>
                      <a:pt x="1776" y="1713"/>
                    </a:lnTo>
                    <a:lnTo>
                      <a:pt x="1242" y="1132"/>
                    </a:lnTo>
                    <a:lnTo>
                      <a:pt x="755" y="487"/>
                    </a:lnTo>
                    <a:lnTo>
                      <a:pt x="550" y="142"/>
                    </a:lnTo>
                    <a:lnTo>
                      <a:pt x="472" y="47"/>
                    </a:lnTo>
                    <a:lnTo>
                      <a:pt x="2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5" name="Google Shape;95;p15"/>
            <p:cNvSpPr/>
            <p:nvPr/>
          </p:nvSpPr>
          <p:spPr>
            <a:xfrm>
              <a:off x="7954717" y="898395"/>
              <a:ext cx="644346" cy="620484"/>
            </a:xfrm>
            <a:custGeom>
              <a:rect b="b" l="l" r="r" t="t"/>
              <a:pathLst>
                <a:path extrusionOk="0" h="9824" w="10201">
                  <a:moveTo>
                    <a:pt x="5991" y="3564"/>
                  </a:moveTo>
                  <a:lnTo>
                    <a:pt x="5989" y="3568"/>
                  </a:lnTo>
                  <a:lnTo>
                    <a:pt x="5910" y="3788"/>
                  </a:lnTo>
                  <a:lnTo>
                    <a:pt x="5816" y="4212"/>
                  </a:lnTo>
                  <a:lnTo>
                    <a:pt x="5816" y="4825"/>
                  </a:lnTo>
                  <a:lnTo>
                    <a:pt x="5827" y="4857"/>
                  </a:lnTo>
                  <a:lnTo>
                    <a:pt x="5690" y="5313"/>
                  </a:lnTo>
                  <a:lnTo>
                    <a:pt x="5580" y="5517"/>
                  </a:lnTo>
                  <a:lnTo>
                    <a:pt x="5486" y="5658"/>
                  </a:lnTo>
                  <a:lnTo>
                    <a:pt x="5234" y="5910"/>
                  </a:lnTo>
                  <a:lnTo>
                    <a:pt x="4936" y="6099"/>
                  </a:lnTo>
                  <a:lnTo>
                    <a:pt x="4621" y="6209"/>
                  </a:lnTo>
                  <a:lnTo>
                    <a:pt x="4291" y="6240"/>
                  </a:lnTo>
                  <a:lnTo>
                    <a:pt x="3977" y="6177"/>
                  </a:lnTo>
                  <a:lnTo>
                    <a:pt x="3710" y="6004"/>
                  </a:lnTo>
                  <a:lnTo>
                    <a:pt x="3505" y="5706"/>
                  </a:lnTo>
                  <a:lnTo>
                    <a:pt x="3442" y="5501"/>
                  </a:lnTo>
                  <a:lnTo>
                    <a:pt x="3395" y="5234"/>
                  </a:lnTo>
                  <a:lnTo>
                    <a:pt x="3427" y="4778"/>
                  </a:lnTo>
                  <a:lnTo>
                    <a:pt x="3599" y="4401"/>
                  </a:lnTo>
                  <a:lnTo>
                    <a:pt x="3882" y="4087"/>
                  </a:lnTo>
                  <a:lnTo>
                    <a:pt x="4260" y="3867"/>
                  </a:lnTo>
                  <a:lnTo>
                    <a:pt x="4700" y="3709"/>
                  </a:lnTo>
                  <a:lnTo>
                    <a:pt x="5391" y="3584"/>
                  </a:lnTo>
                  <a:lnTo>
                    <a:pt x="5831" y="3599"/>
                  </a:lnTo>
                  <a:lnTo>
                    <a:pt x="5973" y="3584"/>
                  </a:lnTo>
                  <a:lnTo>
                    <a:pt x="5991" y="3564"/>
                  </a:lnTo>
                  <a:close/>
                  <a:moveTo>
                    <a:pt x="5093" y="0"/>
                  </a:moveTo>
                  <a:lnTo>
                    <a:pt x="4024" y="47"/>
                  </a:lnTo>
                  <a:lnTo>
                    <a:pt x="3049" y="330"/>
                  </a:lnTo>
                  <a:lnTo>
                    <a:pt x="2185" y="817"/>
                  </a:lnTo>
                  <a:lnTo>
                    <a:pt x="1430" y="1477"/>
                  </a:lnTo>
                  <a:lnTo>
                    <a:pt x="817" y="2279"/>
                  </a:lnTo>
                  <a:lnTo>
                    <a:pt x="362" y="3222"/>
                  </a:lnTo>
                  <a:lnTo>
                    <a:pt x="79" y="4244"/>
                  </a:lnTo>
                  <a:lnTo>
                    <a:pt x="32" y="4794"/>
                  </a:lnTo>
                  <a:lnTo>
                    <a:pt x="0" y="5344"/>
                  </a:lnTo>
                  <a:lnTo>
                    <a:pt x="157" y="6413"/>
                  </a:lnTo>
                  <a:lnTo>
                    <a:pt x="519" y="7435"/>
                  </a:lnTo>
                  <a:lnTo>
                    <a:pt x="1069" y="8330"/>
                  </a:lnTo>
                  <a:lnTo>
                    <a:pt x="1776" y="9069"/>
                  </a:lnTo>
                  <a:lnTo>
                    <a:pt x="2421" y="9478"/>
                  </a:lnTo>
                  <a:lnTo>
                    <a:pt x="2892" y="9666"/>
                  </a:lnTo>
                  <a:lnTo>
                    <a:pt x="3379" y="9792"/>
                  </a:lnTo>
                  <a:lnTo>
                    <a:pt x="3898" y="9824"/>
                  </a:lnTo>
                  <a:lnTo>
                    <a:pt x="4448" y="9792"/>
                  </a:lnTo>
                  <a:lnTo>
                    <a:pt x="5014" y="9651"/>
                  </a:lnTo>
                  <a:lnTo>
                    <a:pt x="5297" y="9556"/>
                  </a:lnTo>
                  <a:lnTo>
                    <a:pt x="5423" y="9494"/>
                  </a:lnTo>
                  <a:lnTo>
                    <a:pt x="5501" y="9274"/>
                  </a:lnTo>
                  <a:lnTo>
                    <a:pt x="5438" y="9069"/>
                  </a:lnTo>
                  <a:lnTo>
                    <a:pt x="5266" y="8959"/>
                  </a:lnTo>
                  <a:lnTo>
                    <a:pt x="5140" y="8991"/>
                  </a:lnTo>
                  <a:lnTo>
                    <a:pt x="4700" y="9148"/>
                  </a:lnTo>
                  <a:lnTo>
                    <a:pt x="3867" y="9274"/>
                  </a:lnTo>
                  <a:lnTo>
                    <a:pt x="3144" y="9195"/>
                  </a:lnTo>
                  <a:lnTo>
                    <a:pt x="2499" y="8943"/>
                  </a:lnTo>
                  <a:lnTo>
                    <a:pt x="1949" y="8535"/>
                  </a:lnTo>
                  <a:lnTo>
                    <a:pt x="1493" y="8000"/>
                  </a:lnTo>
                  <a:lnTo>
                    <a:pt x="1132" y="7356"/>
                  </a:lnTo>
                  <a:lnTo>
                    <a:pt x="880" y="6649"/>
                  </a:lnTo>
                  <a:lnTo>
                    <a:pt x="739" y="5863"/>
                  </a:lnTo>
                  <a:lnTo>
                    <a:pt x="692" y="5061"/>
                  </a:lnTo>
                  <a:lnTo>
                    <a:pt x="770" y="4260"/>
                  </a:lnTo>
                  <a:lnTo>
                    <a:pt x="943" y="3474"/>
                  </a:lnTo>
                  <a:lnTo>
                    <a:pt x="1258" y="2735"/>
                  </a:lnTo>
                  <a:lnTo>
                    <a:pt x="1666" y="2059"/>
                  </a:lnTo>
                  <a:lnTo>
                    <a:pt x="2216" y="1493"/>
                  </a:lnTo>
                  <a:lnTo>
                    <a:pt x="2876" y="1037"/>
                  </a:lnTo>
                  <a:lnTo>
                    <a:pt x="3269" y="865"/>
                  </a:lnTo>
                  <a:lnTo>
                    <a:pt x="3615" y="754"/>
                  </a:lnTo>
                  <a:lnTo>
                    <a:pt x="4323" y="613"/>
                  </a:lnTo>
                  <a:lnTo>
                    <a:pt x="5030" y="597"/>
                  </a:lnTo>
                  <a:lnTo>
                    <a:pt x="5737" y="692"/>
                  </a:lnTo>
                  <a:lnTo>
                    <a:pt x="6413" y="912"/>
                  </a:lnTo>
                  <a:lnTo>
                    <a:pt x="7057" y="1210"/>
                  </a:lnTo>
                  <a:lnTo>
                    <a:pt x="7670" y="1588"/>
                  </a:lnTo>
                  <a:lnTo>
                    <a:pt x="8236" y="2059"/>
                  </a:lnTo>
                  <a:lnTo>
                    <a:pt x="8488" y="2326"/>
                  </a:lnTo>
                  <a:lnTo>
                    <a:pt x="8661" y="2515"/>
                  </a:lnTo>
                  <a:lnTo>
                    <a:pt x="8991" y="2986"/>
                  </a:lnTo>
                  <a:lnTo>
                    <a:pt x="9258" y="3505"/>
                  </a:lnTo>
                  <a:lnTo>
                    <a:pt x="9447" y="4071"/>
                  </a:lnTo>
                  <a:lnTo>
                    <a:pt x="9509" y="4621"/>
                  </a:lnTo>
                  <a:lnTo>
                    <a:pt x="9431" y="5124"/>
                  </a:lnTo>
                  <a:lnTo>
                    <a:pt x="9179" y="5580"/>
                  </a:lnTo>
                  <a:lnTo>
                    <a:pt x="8708" y="5926"/>
                  </a:lnTo>
                  <a:lnTo>
                    <a:pt x="8378" y="6051"/>
                  </a:lnTo>
                  <a:lnTo>
                    <a:pt x="8111" y="6114"/>
                  </a:lnTo>
                  <a:lnTo>
                    <a:pt x="7623" y="6114"/>
                  </a:lnTo>
                  <a:lnTo>
                    <a:pt x="7199" y="5957"/>
                  </a:lnTo>
                  <a:lnTo>
                    <a:pt x="6869" y="5690"/>
                  </a:lnTo>
                  <a:lnTo>
                    <a:pt x="6617" y="5313"/>
                  </a:lnTo>
                  <a:lnTo>
                    <a:pt x="6460" y="4888"/>
                  </a:lnTo>
                  <a:lnTo>
                    <a:pt x="6439" y="4672"/>
                  </a:lnTo>
                  <a:lnTo>
                    <a:pt x="6539" y="4071"/>
                  </a:lnTo>
                  <a:lnTo>
                    <a:pt x="6570" y="3647"/>
                  </a:lnTo>
                  <a:lnTo>
                    <a:pt x="6554" y="3521"/>
                  </a:lnTo>
                  <a:lnTo>
                    <a:pt x="6429" y="3379"/>
                  </a:lnTo>
                  <a:lnTo>
                    <a:pt x="6224" y="3364"/>
                  </a:lnTo>
                  <a:lnTo>
                    <a:pt x="6112" y="3429"/>
                  </a:lnTo>
                  <a:lnTo>
                    <a:pt x="6112" y="3429"/>
                  </a:lnTo>
                  <a:lnTo>
                    <a:pt x="6114" y="3427"/>
                  </a:lnTo>
                  <a:lnTo>
                    <a:pt x="6114" y="3206"/>
                  </a:lnTo>
                  <a:lnTo>
                    <a:pt x="5973" y="3034"/>
                  </a:lnTo>
                  <a:lnTo>
                    <a:pt x="5831" y="3002"/>
                  </a:lnTo>
                  <a:lnTo>
                    <a:pt x="5501" y="2986"/>
                  </a:lnTo>
                  <a:lnTo>
                    <a:pt x="4810" y="3096"/>
                  </a:lnTo>
                  <a:lnTo>
                    <a:pt x="4134" y="3348"/>
                  </a:lnTo>
                  <a:lnTo>
                    <a:pt x="3521" y="3725"/>
                  </a:lnTo>
                  <a:lnTo>
                    <a:pt x="3049" y="4197"/>
                  </a:lnTo>
                  <a:lnTo>
                    <a:pt x="2751" y="4747"/>
                  </a:lnTo>
                  <a:lnTo>
                    <a:pt x="2704" y="5376"/>
                  </a:lnTo>
                  <a:lnTo>
                    <a:pt x="2939" y="6051"/>
                  </a:lnTo>
                  <a:lnTo>
                    <a:pt x="3207" y="6397"/>
                  </a:lnTo>
                  <a:lnTo>
                    <a:pt x="3427" y="6617"/>
                  </a:lnTo>
                  <a:lnTo>
                    <a:pt x="3914" y="6884"/>
                  </a:lnTo>
                  <a:lnTo>
                    <a:pt x="4464" y="6947"/>
                  </a:lnTo>
                  <a:lnTo>
                    <a:pt x="5014" y="6822"/>
                  </a:lnTo>
                  <a:lnTo>
                    <a:pt x="5281" y="6680"/>
                  </a:lnTo>
                  <a:lnTo>
                    <a:pt x="5470" y="6554"/>
                  </a:lnTo>
                  <a:lnTo>
                    <a:pt x="5784" y="6256"/>
                  </a:lnTo>
                  <a:lnTo>
                    <a:pt x="6130" y="5737"/>
                  </a:lnTo>
                  <a:lnTo>
                    <a:pt x="6156" y="5657"/>
                  </a:lnTo>
                  <a:lnTo>
                    <a:pt x="6554" y="6146"/>
                  </a:lnTo>
                  <a:lnTo>
                    <a:pt x="7183" y="6539"/>
                  </a:lnTo>
                  <a:lnTo>
                    <a:pt x="7906" y="6712"/>
                  </a:lnTo>
                  <a:lnTo>
                    <a:pt x="8472" y="6649"/>
                  </a:lnTo>
                  <a:lnTo>
                    <a:pt x="8849" y="6523"/>
                  </a:lnTo>
                  <a:lnTo>
                    <a:pt x="9195" y="6319"/>
                  </a:lnTo>
                  <a:lnTo>
                    <a:pt x="9541" y="6036"/>
                  </a:lnTo>
                  <a:lnTo>
                    <a:pt x="9698" y="5847"/>
                  </a:lnTo>
                  <a:lnTo>
                    <a:pt x="9855" y="5611"/>
                  </a:lnTo>
                  <a:lnTo>
                    <a:pt x="10091" y="5155"/>
                  </a:lnTo>
                  <a:lnTo>
                    <a:pt x="10201" y="4684"/>
                  </a:lnTo>
                  <a:lnTo>
                    <a:pt x="10201" y="4212"/>
                  </a:lnTo>
                  <a:lnTo>
                    <a:pt x="10107" y="3741"/>
                  </a:lnTo>
                  <a:lnTo>
                    <a:pt x="9934" y="3285"/>
                  </a:lnTo>
                  <a:lnTo>
                    <a:pt x="9541" y="2609"/>
                  </a:lnTo>
                  <a:lnTo>
                    <a:pt x="8802" y="1792"/>
                  </a:lnTo>
                  <a:lnTo>
                    <a:pt x="7922" y="1085"/>
                  </a:lnTo>
                  <a:lnTo>
                    <a:pt x="6979" y="534"/>
                  </a:lnTo>
                  <a:lnTo>
                    <a:pt x="6067" y="173"/>
                  </a:lnTo>
                  <a:lnTo>
                    <a:pt x="5659" y="79"/>
                  </a:lnTo>
                  <a:lnTo>
                    <a:pt x="50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" name="Google Shape;96;p15"/>
            <p:cNvGrpSpPr/>
            <p:nvPr/>
          </p:nvGrpSpPr>
          <p:grpSpPr>
            <a:xfrm>
              <a:off x="7081888" y="890389"/>
              <a:ext cx="687109" cy="636400"/>
              <a:chOff x="2026400" y="721825"/>
              <a:chExt cx="271950" cy="251900"/>
            </a:xfrm>
          </p:grpSpPr>
          <p:sp>
            <p:nvSpPr>
              <p:cNvPr id="97" name="Google Shape;97;p15"/>
              <p:cNvSpPr/>
              <p:nvPr/>
            </p:nvSpPr>
            <p:spPr>
              <a:xfrm>
                <a:off x="2026400" y="724175"/>
                <a:ext cx="145425" cy="248375"/>
              </a:xfrm>
              <a:custGeom>
                <a:rect b="b" l="l" r="r" t="t"/>
                <a:pathLst>
                  <a:path extrusionOk="0" h="9935" w="5817">
                    <a:moveTo>
                      <a:pt x="2468" y="0"/>
                    </a:moveTo>
                    <a:lnTo>
                      <a:pt x="2028" y="48"/>
                    </a:lnTo>
                    <a:lnTo>
                      <a:pt x="1604" y="173"/>
                    </a:lnTo>
                    <a:lnTo>
                      <a:pt x="1195" y="393"/>
                    </a:lnTo>
                    <a:lnTo>
                      <a:pt x="818" y="723"/>
                    </a:lnTo>
                    <a:lnTo>
                      <a:pt x="472" y="1148"/>
                    </a:lnTo>
                    <a:lnTo>
                      <a:pt x="331" y="1399"/>
                    </a:lnTo>
                    <a:lnTo>
                      <a:pt x="189" y="1667"/>
                    </a:lnTo>
                    <a:lnTo>
                      <a:pt x="48" y="2217"/>
                    </a:lnTo>
                    <a:lnTo>
                      <a:pt x="1" y="2782"/>
                    </a:lnTo>
                    <a:lnTo>
                      <a:pt x="48" y="3364"/>
                    </a:lnTo>
                    <a:lnTo>
                      <a:pt x="268" y="4229"/>
                    </a:lnTo>
                    <a:lnTo>
                      <a:pt x="755" y="5297"/>
                    </a:lnTo>
                    <a:lnTo>
                      <a:pt x="1038" y="5769"/>
                    </a:lnTo>
                    <a:lnTo>
                      <a:pt x="1462" y="6366"/>
                    </a:lnTo>
                    <a:lnTo>
                      <a:pt x="2453" y="7482"/>
                    </a:lnTo>
                    <a:lnTo>
                      <a:pt x="4134" y="8975"/>
                    </a:lnTo>
                    <a:lnTo>
                      <a:pt x="5297" y="9871"/>
                    </a:lnTo>
                    <a:lnTo>
                      <a:pt x="5423" y="9934"/>
                    </a:lnTo>
                    <a:lnTo>
                      <a:pt x="5643" y="9903"/>
                    </a:lnTo>
                    <a:lnTo>
                      <a:pt x="5800" y="9761"/>
                    </a:lnTo>
                    <a:lnTo>
                      <a:pt x="5816" y="9557"/>
                    </a:lnTo>
                    <a:lnTo>
                      <a:pt x="5722" y="9463"/>
                    </a:lnTo>
                    <a:lnTo>
                      <a:pt x="5077" y="8975"/>
                    </a:lnTo>
                    <a:lnTo>
                      <a:pt x="3804" y="7938"/>
                    </a:lnTo>
                    <a:lnTo>
                      <a:pt x="2594" y="6806"/>
                    </a:lnTo>
                    <a:lnTo>
                      <a:pt x="1808" y="5863"/>
                    </a:lnTo>
                    <a:lnTo>
                      <a:pt x="1368" y="5187"/>
                    </a:lnTo>
                    <a:lnTo>
                      <a:pt x="1179" y="4826"/>
                    </a:lnTo>
                    <a:lnTo>
                      <a:pt x="1038" y="4543"/>
                    </a:lnTo>
                    <a:lnTo>
                      <a:pt x="818" y="3946"/>
                    </a:lnTo>
                    <a:lnTo>
                      <a:pt x="692" y="3317"/>
                    </a:lnTo>
                    <a:lnTo>
                      <a:pt x="645" y="2688"/>
                    </a:lnTo>
                    <a:lnTo>
                      <a:pt x="724" y="2091"/>
                    </a:lnTo>
                    <a:lnTo>
                      <a:pt x="944" y="1556"/>
                    </a:lnTo>
                    <a:lnTo>
                      <a:pt x="1305" y="1101"/>
                    </a:lnTo>
                    <a:lnTo>
                      <a:pt x="1855" y="771"/>
                    </a:lnTo>
                    <a:lnTo>
                      <a:pt x="2201" y="661"/>
                    </a:lnTo>
                    <a:lnTo>
                      <a:pt x="2515" y="598"/>
                    </a:lnTo>
                    <a:lnTo>
                      <a:pt x="3097" y="613"/>
                    </a:lnTo>
                    <a:lnTo>
                      <a:pt x="3600" y="786"/>
                    </a:lnTo>
                    <a:lnTo>
                      <a:pt x="4040" y="1069"/>
                    </a:lnTo>
                    <a:lnTo>
                      <a:pt x="4402" y="1478"/>
                    </a:lnTo>
                    <a:lnTo>
                      <a:pt x="4684" y="1949"/>
                    </a:lnTo>
                    <a:lnTo>
                      <a:pt x="4857" y="2468"/>
                    </a:lnTo>
                    <a:lnTo>
                      <a:pt x="4936" y="3034"/>
                    </a:lnTo>
                    <a:lnTo>
                      <a:pt x="4936" y="3317"/>
                    </a:lnTo>
                    <a:lnTo>
                      <a:pt x="4936" y="3443"/>
                    </a:lnTo>
                    <a:lnTo>
                      <a:pt x="5093" y="3584"/>
                    </a:lnTo>
                    <a:lnTo>
                      <a:pt x="5313" y="3584"/>
                    </a:lnTo>
                    <a:lnTo>
                      <a:pt x="5502" y="3443"/>
                    </a:lnTo>
                    <a:lnTo>
                      <a:pt x="5518" y="3317"/>
                    </a:lnTo>
                    <a:lnTo>
                      <a:pt x="5533" y="3050"/>
                    </a:lnTo>
                    <a:lnTo>
                      <a:pt x="5470" y="2547"/>
                    </a:lnTo>
                    <a:lnTo>
                      <a:pt x="5345" y="2075"/>
                    </a:lnTo>
                    <a:lnTo>
                      <a:pt x="5140" y="1635"/>
                    </a:lnTo>
                    <a:lnTo>
                      <a:pt x="4716" y="1038"/>
                    </a:lnTo>
                    <a:lnTo>
                      <a:pt x="3993" y="441"/>
                    </a:lnTo>
                    <a:lnTo>
                      <a:pt x="3144" y="79"/>
                    </a:lnTo>
                    <a:lnTo>
                      <a:pt x="246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2149400" y="721825"/>
                <a:ext cx="148950" cy="251900"/>
              </a:xfrm>
              <a:custGeom>
                <a:rect b="b" l="l" r="r" t="t"/>
                <a:pathLst>
                  <a:path extrusionOk="0" h="10076" w="5958">
                    <a:moveTo>
                      <a:pt x="3207" y="0"/>
                    </a:moveTo>
                    <a:lnTo>
                      <a:pt x="2751" y="79"/>
                    </a:lnTo>
                    <a:lnTo>
                      <a:pt x="2515" y="157"/>
                    </a:lnTo>
                    <a:lnTo>
                      <a:pt x="2248" y="252"/>
                    </a:lnTo>
                    <a:lnTo>
                      <a:pt x="1776" y="519"/>
                    </a:lnTo>
                    <a:lnTo>
                      <a:pt x="1368" y="865"/>
                    </a:lnTo>
                    <a:lnTo>
                      <a:pt x="1006" y="1273"/>
                    </a:lnTo>
                    <a:lnTo>
                      <a:pt x="566" y="1949"/>
                    </a:lnTo>
                    <a:lnTo>
                      <a:pt x="157" y="2955"/>
                    </a:lnTo>
                    <a:lnTo>
                      <a:pt x="0" y="3474"/>
                    </a:lnTo>
                    <a:lnTo>
                      <a:pt x="0" y="3615"/>
                    </a:lnTo>
                    <a:lnTo>
                      <a:pt x="110" y="3788"/>
                    </a:lnTo>
                    <a:lnTo>
                      <a:pt x="330" y="3851"/>
                    </a:lnTo>
                    <a:lnTo>
                      <a:pt x="519" y="3757"/>
                    </a:lnTo>
                    <a:lnTo>
                      <a:pt x="582" y="3631"/>
                    </a:lnTo>
                    <a:lnTo>
                      <a:pt x="708" y="3144"/>
                    </a:lnTo>
                    <a:lnTo>
                      <a:pt x="1116" y="2185"/>
                    </a:lnTo>
                    <a:lnTo>
                      <a:pt x="1541" y="1540"/>
                    </a:lnTo>
                    <a:lnTo>
                      <a:pt x="1886" y="1179"/>
                    </a:lnTo>
                    <a:lnTo>
                      <a:pt x="2295" y="896"/>
                    </a:lnTo>
                    <a:lnTo>
                      <a:pt x="2767" y="692"/>
                    </a:lnTo>
                    <a:lnTo>
                      <a:pt x="3034" y="629"/>
                    </a:lnTo>
                    <a:lnTo>
                      <a:pt x="3395" y="566"/>
                    </a:lnTo>
                    <a:lnTo>
                      <a:pt x="4008" y="629"/>
                    </a:lnTo>
                    <a:lnTo>
                      <a:pt x="4496" y="865"/>
                    </a:lnTo>
                    <a:lnTo>
                      <a:pt x="4857" y="1226"/>
                    </a:lnTo>
                    <a:lnTo>
                      <a:pt x="5109" y="1698"/>
                    </a:lnTo>
                    <a:lnTo>
                      <a:pt x="5250" y="2248"/>
                    </a:lnTo>
                    <a:lnTo>
                      <a:pt x="5266" y="2845"/>
                    </a:lnTo>
                    <a:lnTo>
                      <a:pt x="5187" y="3442"/>
                    </a:lnTo>
                    <a:lnTo>
                      <a:pt x="5093" y="3725"/>
                    </a:lnTo>
                    <a:lnTo>
                      <a:pt x="4951" y="4150"/>
                    </a:lnTo>
                    <a:lnTo>
                      <a:pt x="4558" y="4983"/>
                    </a:lnTo>
                    <a:lnTo>
                      <a:pt x="4071" y="5784"/>
                    </a:lnTo>
                    <a:lnTo>
                      <a:pt x="3505" y="6570"/>
                    </a:lnTo>
                    <a:lnTo>
                      <a:pt x="2547" y="7670"/>
                    </a:lnTo>
                    <a:lnTo>
                      <a:pt x="1148" y="8959"/>
                    </a:lnTo>
                    <a:lnTo>
                      <a:pt x="440" y="9509"/>
                    </a:lnTo>
                    <a:lnTo>
                      <a:pt x="346" y="9604"/>
                    </a:lnTo>
                    <a:lnTo>
                      <a:pt x="315" y="9824"/>
                    </a:lnTo>
                    <a:lnTo>
                      <a:pt x="425" y="10012"/>
                    </a:lnTo>
                    <a:lnTo>
                      <a:pt x="629" y="10075"/>
                    </a:lnTo>
                    <a:lnTo>
                      <a:pt x="739" y="10012"/>
                    </a:lnTo>
                    <a:lnTo>
                      <a:pt x="1603" y="9336"/>
                    </a:lnTo>
                    <a:lnTo>
                      <a:pt x="3112" y="7922"/>
                    </a:lnTo>
                    <a:lnTo>
                      <a:pt x="4087" y="6822"/>
                    </a:lnTo>
                    <a:lnTo>
                      <a:pt x="4951" y="5627"/>
                    </a:lnTo>
                    <a:lnTo>
                      <a:pt x="5596" y="4385"/>
                    </a:lnTo>
                    <a:lnTo>
                      <a:pt x="5879" y="3442"/>
                    </a:lnTo>
                    <a:lnTo>
                      <a:pt x="5957" y="2814"/>
                    </a:lnTo>
                    <a:lnTo>
                      <a:pt x="5926" y="2216"/>
                    </a:lnTo>
                    <a:lnTo>
                      <a:pt x="5784" y="1603"/>
                    </a:lnTo>
                    <a:lnTo>
                      <a:pt x="5659" y="1320"/>
                    </a:lnTo>
                    <a:lnTo>
                      <a:pt x="5549" y="1100"/>
                    </a:lnTo>
                    <a:lnTo>
                      <a:pt x="5266" y="723"/>
                    </a:lnTo>
                    <a:lnTo>
                      <a:pt x="4936" y="440"/>
                    </a:lnTo>
                    <a:lnTo>
                      <a:pt x="4543" y="204"/>
                    </a:lnTo>
                    <a:lnTo>
                      <a:pt x="4118" y="63"/>
                    </a:lnTo>
                    <a:lnTo>
                      <a:pt x="366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" name="Google Shape;99;p15"/>
            <p:cNvSpPr/>
            <p:nvPr/>
          </p:nvSpPr>
          <p:spPr>
            <a:xfrm>
              <a:off x="5207850" y="543284"/>
              <a:ext cx="3662840" cy="1330701"/>
            </a:xfrm>
            <a:custGeom>
              <a:rect b="b" l="l" r="r" t="t"/>
              <a:pathLst>
                <a:path extrusionOk="0" h="5935" w="10680">
                  <a:moveTo>
                    <a:pt x="3720" y="154"/>
                  </a:moveTo>
                  <a:cubicBezTo>
                    <a:pt x="4074" y="154"/>
                    <a:pt x="4428" y="155"/>
                    <a:pt x="4782" y="158"/>
                  </a:cubicBezTo>
                  <a:lnTo>
                    <a:pt x="4782" y="158"/>
                  </a:lnTo>
                  <a:cubicBezTo>
                    <a:pt x="3641" y="175"/>
                    <a:pt x="2499" y="183"/>
                    <a:pt x="1359" y="183"/>
                  </a:cubicBezTo>
                  <a:cubicBezTo>
                    <a:pt x="1161" y="183"/>
                    <a:pt x="963" y="183"/>
                    <a:pt x="765" y="182"/>
                  </a:cubicBezTo>
                  <a:lnTo>
                    <a:pt x="765" y="182"/>
                  </a:lnTo>
                  <a:cubicBezTo>
                    <a:pt x="1750" y="163"/>
                    <a:pt x="2735" y="154"/>
                    <a:pt x="3720" y="154"/>
                  </a:cubicBezTo>
                  <a:close/>
                  <a:moveTo>
                    <a:pt x="10066" y="115"/>
                  </a:moveTo>
                  <a:cubicBezTo>
                    <a:pt x="10212" y="953"/>
                    <a:pt x="10326" y="1797"/>
                    <a:pt x="10396" y="2647"/>
                  </a:cubicBezTo>
                  <a:cubicBezTo>
                    <a:pt x="10416" y="2889"/>
                    <a:pt x="10433" y="3131"/>
                    <a:pt x="10447" y="3373"/>
                  </a:cubicBezTo>
                  <a:lnTo>
                    <a:pt x="10447" y="3373"/>
                  </a:lnTo>
                  <a:cubicBezTo>
                    <a:pt x="10430" y="3233"/>
                    <a:pt x="10413" y="3094"/>
                    <a:pt x="10396" y="2954"/>
                  </a:cubicBezTo>
                  <a:cubicBezTo>
                    <a:pt x="10294" y="2130"/>
                    <a:pt x="10202" y="1295"/>
                    <a:pt x="10052" y="478"/>
                  </a:cubicBezTo>
                  <a:cubicBezTo>
                    <a:pt x="10033" y="369"/>
                    <a:pt x="9979" y="246"/>
                    <a:pt x="9869" y="203"/>
                  </a:cubicBezTo>
                  <a:cubicBezTo>
                    <a:pt x="9752" y="158"/>
                    <a:pt x="9616" y="154"/>
                    <a:pt x="9484" y="154"/>
                  </a:cubicBezTo>
                  <a:cubicBezTo>
                    <a:pt x="9457" y="154"/>
                    <a:pt x="9431" y="155"/>
                    <a:pt x="9405" y="155"/>
                  </a:cubicBezTo>
                  <a:cubicBezTo>
                    <a:pt x="9366" y="155"/>
                    <a:pt x="9328" y="154"/>
                    <a:pt x="9291" y="153"/>
                  </a:cubicBezTo>
                  <a:cubicBezTo>
                    <a:pt x="9240" y="151"/>
                    <a:pt x="9189" y="149"/>
                    <a:pt x="9137" y="147"/>
                  </a:cubicBezTo>
                  <a:lnTo>
                    <a:pt x="9137" y="147"/>
                  </a:lnTo>
                  <a:cubicBezTo>
                    <a:pt x="9447" y="137"/>
                    <a:pt x="9756" y="126"/>
                    <a:pt x="10066" y="115"/>
                  </a:cubicBezTo>
                  <a:close/>
                  <a:moveTo>
                    <a:pt x="10534" y="5276"/>
                  </a:moveTo>
                  <a:cubicBezTo>
                    <a:pt x="10540" y="5330"/>
                    <a:pt x="10545" y="5384"/>
                    <a:pt x="10550" y="5438"/>
                  </a:cubicBezTo>
                  <a:lnTo>
                    <a:pt x="10550" y="5438"/>
                  </a:lnTo>
                  <a:cubicBezTo>
                    <a:pt x="10485" y="5434"/>
                    <a:pt x="10420" y="5431"/>
                    <a:pt x="10355" y="5427"/>
                  </a:cubicBezTo>
                  <a:lnTo>
                    <a:pt x="10355" y="5427"/>
                  </a:lnTo>
                  <a:cubicBezTo>
                    <a:pt x="10429" y="5391"/>
                    <a:pt x="10492" y="5343"/>
                    <a:pt x="10534" y="5276"/>
                  </a:cubicBezTo>
                  <a:close/>
                  <a:moveTo>
                    <a:pt x="7764" y="5480"/>
                  </a:moveTo>
                  <a:cubicBezTo>
                    <a:pt x="8199" y="5480"/>
                    <a:pt x="8633" y="5486"/>
                    <a:pt x="9068" y="5498"/>
                  </a:cubicBezTo>
                  <a:lnTo>
                    <a:pt x="9068" y="5498"/>
                  </a:lnTo>
                  <a:cubicBezTo>
                    <a:pt x="8723" y="5528"/>
                    <a:pt x="8379" y="5547"/>
                    <a:pt x="8034" y="5561"/>
                  </a:cubicBezTo>
                  <a:cubicBezTo>
                    <a:pt x="7180" y="5594"/>
                    <a:pt x="6325" y="5611"/>
                    <a:pt x="5471" y="5634"/>
                  </a:cubicBezTo>
                  <a:cubicBezTo>
                    <a:pt x="4754" y="5653"/>
                    <a:pt x="4039" y="5672"/>
                    <a:pt x="3324" y="5691"/>
                  </a:cubicBezTo>
                  <a:lnTo>
                    <a:pt x="3324" y="5691"/>
                  </a:lnTo>
                  <a:cubicBezTo>
                    <a:pt x="3844" y="5642"/>
                    <a:pt x="4366" y="5601"/>
                    <a:pt x="4887" y="5569"/>
                  </a:cubicBezTo>
                  <a:cubicBezTo>
                    <a:pt x="5845" y="5510"/>
                    <a:pt x="6805" y="5480"/>
                    <a:pt x="7764" y="5480"/>
                  </a:cubicBezTo>
                  <a:close/>
                  <a:moveTo>
                    <a:pt x="7542" y="198"/>
                  </a:moveTo>
                  <a:lnTo>
                    <a:pt x="7542" y="198"/>
                  </a:lnTo>
                  <a:cubicBezTo>
                    <a:pt x="7692" y="201"/>
                    <a:pt x="7843" y="205"/>
                    <a:pt x="7993" y="209"/>
                  </a:cubicBezTo>
                  <a:cubicBezTo>
                    <a:pt x="8424" y="219"/>
                    <a:pt x="8858" y="234"/>
                    <a:pt x="9291" y="248"/>
                  </a:cubicBezTo>
                  <a:cubicBezTo>
                    <a:pt x="9302" y="249"/>
                    <a:pt x="9313" y="249"/>
                    <a:pt x="9325" y="249"/>
                  </a:cubicBezTo>
                  <a:cubicBezTo>
                    <a:pt x="9384" y="249"/>
                    <a:pt x="9455" y="245"/>
                    <a:pt x="9528" y="245"/>
                  </a:cubicBezTo>
                  <a:cubicBezTo>
                    <a:pt x="9684" y="245"/>
                    <a:pt x="9847" y="263"/>
                    <a:pt x="9916" y="374"/>
                  </a:cubicBezTo>
                  <a:cubicBezTo>
                    <a:pt x="9960" y="444"/>
                    <a:pt x="9967" y="546"/>
                    <a:pt x="9977" y="626"/>
                  </a:cubicBezTo>
                  <a:cubicBezTo>
                    <a:pt x="9994" y="744"/>
                    <a:pt x="10010" y="863"/>
                    <a:pt x="10027" y="982"/>
                  </a:cubicBezTo>
                  <a:cubicBezTo>
                    <a:pt x="10210" y="2288"/>
                    <a:pt x="10366" y="3596"/>
                    <a:pt x="10498" y="4908"/>
                  </a:cubicBezTo>
                  <a:lnTo>
                    <a:pt x="10498" y="4908"/>
                  </a:lnTo>
                  <a:cubicBezTo>
                    <a:pt x="10495" y="5011"/>
                    <a:pt x="10481" y="5110"/>
                    <a:pt x="10440" y="5194"/>
                  </a:cubicBezTo>
                  <a:cubicBezTo>
                    <a:pt x="10365" y="5353"/>
                    <a:pt x="10121" y="5365"/>
                    <a:pt x="9973" y="5390"/>
                  </a:cubicBezTo>
                  <a:cubicBezTo>
                    <a:pt x="9944" y="5395"/>
                    <a:pt x="9914" y="5399"/>
                    <a:pt x="9885" y="5403"/>
                  </a:cubicBezTo>
                  <a:lnTo>
                    <a:pt x="9885" y="5403"/>
                  </a:lnTo>
                  <a:cubicBezTo>
                    <a:pt x="9192" y="5372"/>
                    <a:pt x="8497" y="5357"/>
                    <a:pt x="7803" y="5357"/>
                  </a:cubicBezTo>
                  <a:cubicBezTo>
                    <a:pt x="7036" y="5357"/>
                    <a:pt x="6268" y="5375"/>
                    <a:pt x="5502" y="5413"/>
                  </a:cubicBezTo>
                  <a:cubicBezTo>
                    <a:pt x="4650" y="5453"/>
                    <a:pt x="3799" y="5519"/>
                    <a:pt x="2951" y="5605"/>
                  </a:cubicBezTo>
                  <a:cubicBezTo>
                    <a:pt x="2582" y="5643"/>
                    <a:pt x="2215" y="5685"/>
                    <a:pt x="1848" y="5733"/>
                  </a:cubicBezTo>
                  <a:lnTo>
                    <a:pt x="1848" y="5733"/>
                  </a:lnTo>
                  <a:cubicBezTo>
                    <a:pt x="1763" y="5735"/>
                    <a:pt x="1677" y="5738"/>
                    <a:pt x="1592" y="5740"/>
                  </a:cubicBezTo>
                  <a:lnTo>
                    <a:pt x="971" y="5757"/>
                  </a:lnTo>
                  <a:cubicBezTo>
                    <a:pt x="956" y="5757"/>
                    <a:pt x="941" y="5758"/>
                    <a:pt x="926" y="5758"/>
                  </a:cubicBezTo>
                  <a:cubicBezTo>
                    <a:pt x="912" y="5758"/>
                    <a:pt x="897" y="5757"/>
                    <a:pt x="883" y="5757"/>
                  </a:cubicBezTo>
                  <a:lnTo>
                    <a:pt x="883" y="5757"/>
                  </a:lnTo>
                  <a:cubicBezTo>
                    <a:pt x="798" y="5716"/>
                    <a:pt x="725" y="5648"/>
                    <a:pt x="671" y="5542"/>
                  </a:cubicBezTo>
                  <a:cubicBezTo>
                    <a:pt x="598" y="5403"/>
                    <a:pt x="586" y="5232"/>
                    <a:pt x="573" y="5080"/>
                  </a:cubicBezTo>
                  <a:cubicBezTo>
                    <a:pt x="554" y="4857"/>
                    <a:pt x="542" y="4634"/>
                    <a:pt x="529" y="4413"/>
                  </a:cubicBezTo>
                  <a:cubicBezTo>
                    <a:pt x="504" y="3983"/>
                    <a:pt x="492" y="3556"/>
                    <a:pt x="486" y="3127"/>
                  </a:cubicBezTo>
                  <a:cubicBezTo>
                    <a:pt x="473" y="2270"/>
                    <a:pt x="494" y="1411"/>
                    <a:pt x="552" y="557"/>
                  </a:cubicBezTo>
                  <a:cubicBezTo>
                    <a:pt x="553" y="531"/>
                    <a:pt x="533" y="518"/>
                    <a:pt x="512" y="518"/>
                  </a:cubicBezTo>
                  <a:cubicBezTo>
                    <a:pt x="490" y="518"/>
                    <a:pt x="467" y="532"/>
                    <a:pt x="465" y="559"/>
                  </a:cubicBezTo>
                  <a:cubicBezTo>
                    <a:pt x="411" y="1319"/>
                    <a:pt x="380" y="2083"/>
                    <a:pt x="380" y="2845"/>
                  </a:cubicBezTo>
                  <a:lnTo>
                    <a:pt x="380" y="2845"/>
                  </a:lnTo>
                  <a:cubicBezTo>
                    <a:pt x="331" y="1997"/>
                    <a:pt x="287" y="1149"/>
                    <a:pt x="250" y="299"/>
                  </a:cubicBezTo>
                  <a:lnTo>
                    <a:pt x="250" y="299"/>
                  </a:lnTo>
                  <a:cubicBezTo>
                    <a:pt x="464" y="300"/>
                    <a:pt x="677" y="300"/>
                    <a:pt x="891" y="300"/>
                  </a:cubicBezTo>
                  <a:cubicBezTo>
                    <a:pt x="3110" y="300"/>
                    <a:pt x="5326" y="262"/>
                    <a:pt x="7542" y="198"/>
                  </a:cubicBezTo>
                  <a:close/>
                  <a:moveTo>
                    <a:pt x="10116" y="0"/>
                  </a:moveTo>
                  <a:cubicBezTo>
                    <a:pt x="10115" y="0"/>
                    <a:pt x="10114" y="0"/>
                    <a:pt x="10112" y="0"/>
                  </a:cubicBezTo>
                  <a:cubicBezTo>
                    <a:pt x="9220" y="41"/>
                    <a:pt x="8328" y="73"/>
                    <a:pt x="7434" y="99"/>
                  </a:cubicBezTo>
                  <a:lnTo>
                    <a:pt x="7434" y="99"/>
                  </a:lnTo>
                  <a:cubicBezTo>
                    <a:pt x="6753" y="83"/>
                    <a:pt x="6073" y="72"/>
                    <a:pt x="5392" y="65"/>
                  </a:cubicBezTo>
                  <a:cubicBezTo>
                    <a:pt x="4814" y="59"/>
                    <a:pt x="4236" y="56"/>
                    <a:pt x="3658" y="56"/>
                  </a:cubicBezTo>
                  <a:cubicBezTo>
                    <a:pt x="2502" y="56"/>
                    <a:pt x="1346" y="68"/>
                    <a:pt x="190" y="90"/>
                  </a:cubicBezTo>
                  <a:cubicBezTo>
                    <a:pt x="163" y="90"/>
                    <a:pt x="135" y="113"/>
                    <a:pt x="138" y="144"/>
                  </a:cubicBezTo>
                  <a:cubicBezTo>
                    <a:pt x="138" y="156"/>
                    <a:pt x="138" y="168"/>
                    <a:pt x="139" y="180"/>
                  </a:cubicBezTo>
                  <a:lnTo>
                    <a:pt x="139" y="180"/>
                  </a:lnTo>
                  <a:cubicBezTo>
                    <a:pt x="118" y="180"/>
                    <a:pt x="96" y="180"/>
                    <a:pt x="75" y="180"/>
                  </a:cubicBezTo>
                  <a:cubicBezTo>
                    <a:pt x="0" y="180"/>
                    <a:pt x="0" y="296"/>
                    <a:pt x="75" y="298"/>
                  </a:cubicBezTo>
                  <a:cubicBezTo>
                    <a:pt x="98" y="299"/>
                    <a:pt x="121" y="299"/>
                    <a:pt x="143" y="299"/>
                  </a:cubicBezTo>
                  <a:lnTo>
                    <a:pt x="143" y="299"/>
                  </a:lnTo>
                  <a:cubicBezTo>
                    <a:pt x="208" y="1962"/>
                    <a:pt x="304" y="3624"/>
                    <a:pt x="431" y="5284"/>
                  </a:cubicBezTo>
                  <a:cubicBezTo>
                    <a:pt x="442" y="5432"/>
                    <a:pt x="446" y="5580"/>
                    <a:pt x="521" y="5713"/>
                  </a:cubicBezTo>
                  <a:cubicBezTo>
                    <a:pt x="590" y="5831"/>
                    <a:pt x="730" y="5867"/>
                    <a:pt x="857" y="5876"/>
                  </a:cubicBezTo>
                  <a:lnTo>
                    <a:pt x="857" y="5876"/>
                  </a:lnTo>
                  <a:cubicBezTo>
                    <a:pt x="941" y="5912"/>
                    <a:pt x="1035" y="5931"/>
                    <a:pt x="1138" y="5934"/>
                  </a:cubicBezTo>
                  <a:cubicBezTo>
                    <a:pt x="1147" y="5934"/>
                    <a:pt x="1157" y="5934"/>
                    <a:pt x="1166" y="5934"/>
                  </a:cubicBezTo>
                  <a:cubicBezTo>
                    <a:pt x="1336" y="5934"/>
                    <a:pt x="1510" y="5900"/>
                    <a:pt x="1680" y="5878"/>
                  </a:cubicBezTo>
                  <a:cubicBezTo>
                    <a:pt x="1742" y="5869"/>
                    <a:pt x="1805" y="5861"/>
                    <a:pt x="1868" y="5853"/>
                  </a:cubicBezTo>
                  <a:lnTo>
                    <a:pt x="1868" y="5853"/>
                  </a:lnTo>
                  <a:cubicBezTo>
                    <a:pt x="1948" y="5851"/>
                    <a:pt x="2029" y="5849"/>
                    <a:pt x="2109" y="5847"/>
                  </a:cubicBezTo>
                  <a:cubicBezTo>
                    <a:pt x="2970" y="5826"/>
                    <a:pt x="3833" y="5803"/>
                    <a:pt x="4694" y="5780"/>
                  </a:cubicBezTo>
                  <a:cubicBezTo>
                    <a:pt x="5556" y="5757"/>
                    <a:pt x="6417" y="5734"/>
                    <a:pt x="7278" y="5711"/>
                  </a:cubicBezTo>
                  <a:cubicBezTo>
                    <a:pt x="8105" y="5690"/>
                    <a:pt x="8935" y="5663"/>
                    <a:pt x="9758" y="5548"/>
                  </a:cubicBezTo>
                  <a:cubicBezTo>
                    <a:pt x="9807" y="5542"/>
                    <a:pt x="9863" y="5536"/>
                    <a:pt x="9922" y="5529"/>
                  </a:cubicBezTo>
                  <a:lnTo>
                    <a:pt x="9922" y="5529"/>
                  </a:lnTo>
                  <a:cubicBezTo>
                    <a:pt x="10153" y="5540"/>
                    <a:pt x="10384" y="5552"/>
                    <a:pt x="10615" y="5565"/>
                  </a:cubicBezTo>
                  <a:cubicBezTo>
                    <a:pt x="10616" y="5565"/>
                    <a:pt x="10617" y="5565"/>
                    <a:pt x="10618" y="5565"/>
                  </a:cubicBezTo>
                  <a:cubicBezTo>
                    <a:pt x="10648" y="5565"/>
                    <a:pt x="10679" y="5535"/>
                    <a:pt x="10677" y="5505"/>
                  </a:cubicBezTo>
                  <a:cubicBezTo>
                    <a:pt x="10656" y="5289"/>
                    <a:pt x="10634" y="5074"/>
                    <a:pt x="10612" y="4859"/>
                  </a:cubicBezTo>
                  <a:lnTo>
                    <a:pt x="10612" y="4859"/>
                  </a:lnTo>
                  <a:cubicBezTo>
                    <a:pt x="10611" y="4803"/>
                    <a:pt x="10609" y="4748"/>
                    <a:pt x="10608" y="4694"/>
                  </a:cubicBezTo>
                  <a:cubicBezTo>
                    <a:pt x="10608" y="4473"/>
                    <a:pt x="10602" y="4250"/>
                    <a:pt x="10596" y="4029"/>
                  </a:cubicBezTo>
                  <a:cubicBezTo>
                    <a:pt x="10569" y="3175"/>
                    <a:pt x="10498" y="2322"/>
                    <a:pt x="10390" y="1474"/>
                  </a:cubicBezTo>
                  <a:cubicBezTo>
                    <a:pt x="10329" y="995"/>
                    <a:pt x="10254" y="517"/>
                    <a:pt x="10167" y="42"/>
                  </a:cubicBezTo>
                  <a:cubicBezTo>
                    <a:pt x="10163" y="18"/>
                    <a:pt x="10138" y="0"/>
                    <a:pt x="10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6183006" y="2087398"/>
            <a:ext cx="1862836" cy="2371679"/>
            <a:chOff x="6183006" y="2087398"/>
            <a:chExt cx="1862836" cy="2371679"/>
          </a:xfrm>
        </p:grpSpPr>
        <p:sp>
          <p:nvSpPr>
            <p:cNvPr id="101" name="Google Shape;101;p15"/>
            <p:cNvSpPr/>
            <p:nvPr/>
          </p:nvSpPr>
          <p:spPr>
            <a:xfrm>
              <a:off x="6273657" y="2102110"/>
              <a:ext cx="1543421" cy="1097506"/>
            </a:xfrm>
            <a:custGeom>
              <a:rect b="b" l="l" r="r" t="t"/>
              <a:pathLst>
                <a:path extrusionOk="0" h="23052" w="32418">
                  <a:moveTo>
                    <a:pt x="4672" y="6448"/>
                  </a:moveTo>
                  <a:cubicBezTo>
                    <a:pt x="4625" y="6539"/>
                    <a:pt x="4581" y="6630"/>
                    <a:pt x="4581" y="6720"/>
                  </a:cubicBezTo>
                  <a:cubicBezTo>
                    <a:pt x="4581" y="6764"/>
                    <a:pt x="4534" y="6764"/>
                    <a:pt x="4534" y="6764"/>
                  </a:cubicBezTo>
                  <a:cubicBezTo>
                    <a:pt x="4400" y="7083"/>
                    <a:pt x="4309" y="7355"/>
                    <a:pt x="4262" y="7671"/>
                  </a:cubicBezTo>
                  <a:lnTo>
                    <a:pt x="4262" y="7489"/>
                  </a:lnTo>
                  <a:lnTo>
                    <a:pt x="4262" y="7446"/>
                  </a:lnTo>
                  <a:cubicBezTo>
                    <a:pt x="4353" y="7083"/>
                    <a:pt x="4491" y="6764"/>
                    <a:pt x="4672" y="6448"/>
                  </a:cubicBezTo>
                  <a:close/>
                  <a:moveTo>
                    <a:pt x="10422" y="1"/>
                  </a:moveTo>
                  <a:cubicBezTo>
                    <a:pt x="10393" y="1"/>
                    <a:pt x="10364" y="4"/>
                    <a:pt x="10337" y="11"/>
                  </a:cubicBezTo>
                  <a:cubicBezTo>
                    <a:pt x="10246" y="54"/>
                    <a:pt x="10203" y="101"/>
                    <a:pt x="10156" y="145"/>
                  </a:cubicBezTo>
                  <a:cubicBezTo>
                    <a:pt x="10112" y="145"/>
                    <a:pt x="10112" y="101"/>
                    <a:pt x="10065" y="101"/>
                  </a:cubicBezTo>
                  <a:cubicBezTo>
                    <a:pt x="10027" y="76"/>
                    <a:pt x="9986" y="65"/>
                    <a:pt x="9945" y="65"/>
                  </a:cubicBezTo>
                  <a:cubicBezTo>
                    <a:pt x="9840" y="65"/>
                    <a:pt x="9736" y="139"/>
                    <a:pt x="9702" y="236"/>
                  </a:cubicBezTo>
                  <a:cubicBezTo>
                    <a:pt x="9659" y="236"/>
                    <a:pt x="9568" y="283"/>
                    <a:pt x="9521" y="326"/>
                  </a:cubicBezTo>
                  <a:cubicBezTo>
                    <a:pt x="9249" y="417"/>
                    <a:pt x="8977" y="598"/>
                    <a:pt x="8614" y="827"/>
                  </a:cubicBezTo>
                  <a:cubicBezTo>
                    <a:pt x="6348" y="2412"/>
                    <a:pt x="3265" y="4860"/>
                    <a:pt x="2949" y="7852"/>
                  </a:cubicBezTo>
                  <a:cubicBezTo>
                    <a:pt x="2811" y="7943"/>
                    <a:pt x="2768" y="8033"/>
                    <a:pt x="2721" y="8215"/>
                  </a:cubicBezTo>
                  <a:cubicBezTo>
                    <a:pt x="2721" y="8352"/>
                    <a:pt x="2677" y="8443"/>
                    <a:pt x="2677" y="8577"/>
                  </a:cubicBezTo>
                  <a:cubicBezTo>
                    <a:pt x="2587" y="8668"/>
                    <a:pt x="2496" y="8759"/>
                    <a:pt x="2449" y="8940"/>
                  </a:cubicBezTo>
                  <a:cubicBezTo>
                    <a:pt x="2405" y="9441"/>
                    <a:pt x="2315" y="9937"/>
                    <a:pt x="2224" y="10438"/>
                  </a:cubicBezTo>
                  <a:lnTo>
                    <a:pt x="1952" y="11798"/>
                  </a:lnTo>
                  <a:cubicBezTo>
                    <a:pt x="1723" y="12886"/>
                    <a:pt x="1451" y="13974"/>
                    <a:pt x="1179" y="15106"/>
                  </a:cubicBezTo>
                  <a:cubicBezTo>
                    <a:pt x="864" y="16331"/>
                    <a:pt x="773" y="17692"/>
                    <a:pt x="545" y="19004"/>
                  </a:cubicBezTo>
                  <a:cubicBezTo>
                    <a:pt x="363" y="19596"/>
                    <a:pt x="182" y="20183"/>
                    <a:pt x="91" y="20818"/>
                  </a:cubicBezTo>
                  <a:cubicBezTo>
                    <a:pt x="1" y="21180"/>
                    <a:pt x="229" y="21453"/>
                    <a:pt x="501" y="21543"/>
                  </a:cubicBezTo>
                  <a:lnTo>
                    <a:pt x="501" y="21772"/>
                  </a:lnTo>
                  <a:cubicBezTo>
                    <a:pt x="635" y="22087"/>
                    <a:pt x="773" y="22450"/>
                    <a:pt x="907" y="22722"/>
                  </a:cubicBezTo>
                  <a:cubicBezTo>
                    <a:pt x="954" y="22769"/>
                    <a:pt x="998" y="22769"/>
                    <a:pt x="998" y="22813"/>
                  </a:cubicBezTo>
                  <a:lnTo>
                    <a:pt x="1089" y="22813"/>
                  </a:lnTo>
                  <a:cubicBezTo>
                    <a:pt x="1089" y="22903"/>
                    <a:pt x="1136" y="22950"/>
                    <a:pt x="1270" y="22994"/>
                  </a:cubicBezTo>
                  <a:lnTo>
                    <a:pt x="1270" y="23041"/>
                  </a:lnTo>
                  <a:cubicBezTo>
                    <a:pt x="1300" y="23048"/>
                    <a:pt x="1332" y="23052"/>
                    <a:pt x="1364" y="23052"/>
                  </a:cubicBezTo>
                  <a:cubicBezTo>
                    <a:pt x="1524" y="23052"/>
                    <a:pt x="1695" y="22964"/>
                    <a:pt x="1771" y="22813"/>
                  </a:cubicBezTo>
                  <a:cubicBezTo>
                    <a:pt x="1905" y="22588"/>
                    <a:pt x="1814" y="22359"/>
                    <a:pt x="1723" y="22134"/>
                  </a:cubicBezTo>
                  <a:cubicBezTo>
                    <a:pt x="1861" y="22044"/>
                    <a:pt x="1952" y="21953"/>
                    <a:pt x="1995" y="21815"/>
                  </a:cubicBezTo>
                  <a:cubicBezTo>
                    <a:pt x="1995" y="21772"/>
                    <a:pt x="2043" y="21681"/>
                    <a:pt x="2043" y="21590"/>
                  </a:cubicBezTo>
                  <a:cubicBezTo>
                    <a:pt x="2086" y="21543"/>
                    <a:pt x="2086" y="21500"/>
                    <a:pt x="2086" y="21453"/>
                  </a:cubicBezTo>
                  <a:cubicBezTo>
                    <a:pt x="2177" y="21271"/>
                    <a:pt x="2133" y="21090"/>
                    <a:pt x="2133" y="20908"/>
                  </a:cubicBezTo>
                  <a:cubicBezTo>
                    <a:pt x="2224" y="20230"/>
                    <a:pt x="2267" y="19596"/>
                    <a:pt x="2358" y="18914"/>
                  </a:cubicBezTo>
                  <a:cubicBezTo>
                    <a:pt x="2539" y="18914"/>
                    <a:pt x="2768" y="18780"/>
                    <a:pt x="2811" y="18508"/>
                  </a:cubicBezTo>
                  <a:lnTo>
                    <a:pt x="2949" y="17554"/>
                  </a:lnTo>
                  <a:cubicBezTo>
                    <a:pt x="2993" y="17510"/>
                    <a:pt x="2993" y="17463"/>
                    <a:pt x="3040" y="17372"/>
                  </a:cubicBezTo>
                  <a:cubicBezTo>
                    <a:pt x="3493" y="16150"/>
                    <a:pt x="3990" y="15015"/>
                    <a:pt x="3899" y="13793"/>
                  </a:cubicBezTo>
                  <a:cubicBezTo>
                    <a:pt x="4037" y="13746"/>
                    <a:pt x="4128" y="13655"/>
                    <a:pt x="4128" y="13474"/>
                  </a:cubicBezTo>
                  <a:lnTo>
                    <a:pt x="4128" y="13020"/>
                  </a:lnTo>
                  <a:cubicBezTo>
                    <a:pt x="4262" y="13020"/>
                    <a:pt x="4353" y="12977"/>
                    <a:pt x="4491" y="12929"/>
                  </a:cubicBezTo>
                  <a:lnTo>
                    <a:pt x="4672" y="12929"/>
                  </a:lnTo>
                  <a:cubicBezTo>
                    <a:pt x="4806" y="12886"/>
                    <a:pt x="4944" y="12886"/>
                    <a:pt x="5078" y="12839"/>
                  </a:cubicBezTo>
                  <a:cubicBezTo>
                    <a:pt x="5729" y="12734"/>
                    <a:pt x="6394" y="12699"/>
                    <a:pt x="7064" y="12699"/>
                  </a:cubicBezTo>
                  <a:cubicBezTo>
                    <a:pt x="8404" y="12699"/>
                    <a:pt x="9764" y="12839"/>
                    <a:pt x="11062" y="12839"/>
                  </a:cubicBezTo>
                  <a:cubicBezTo>
                    <a:pt x="14055" y="12795"/>
                    <a:pt x="17003" y="12705"/>
                    <a:pt x="19995" y="12705"/>
                  </a:cubicBezTo>
                  <a:cubicBezTo>
                    <a:pt x="20311" y="12705"/>
                    <a:pt x="20539" y="12523"/>
                    <a:pt x="20721" y="12342"/>
                  </a:cubicBezTo>
                  <a:lnTo>
                    <a:pt x="21308" y="12342"/>
                  </a:lnTo>
                  <a:cubicBezTo>
                    <a:pt x="22573" y="12423"/>
                    <a:pt x="23855" y="12439"/>
                    <a:pt x="25144" y="12439"/>
                  </a:cubicBezTo>
                  <a:cubicBezTo>
                    <a:pt x="25979" y="12439"/>
                    <a:pt x="26817" y="12433"/>
                    <a:pt x="27655" y="12433"/>
                  </a:cubicBezTo>
                  <a:cubicBezTo>
                    <a:pt x="27836" y="13158"/>
                    <a:pt x="28108" y="13927"/>
                    <a:pt x="28337" y="14652"/>
                  </a:cubicBezTo>
                  <a:cubicBezTo>
                    <a:pt x="28471" y="15334"/>
                    <a:pt x="28652" y="16012"/>
                    <a:pt x="28881" y="16694"/>
                  </a:cubicBezTo>
                  <a:cubicBezTo>
                    <a:pt x="28953" y="16984"/>
                    <a:pt x="29199" y="17128"/>
                    <a:pt x="29434" y="17128"/>
                  </a:cubicBezTo>
                  <a:cubicBezTo>
                    <a:pt x="29493" y="17128"/>
                    <a:pt x="29552" y="17119"/>
                    <a:pt x="29606" y="17100"/>
                  </a:cubicBezTo>
                  <a:cubicBezTo>
                    <a:pt x="29606" y="17147"/>
                    <a:pt x="29650" y="17191"/>
                    <a:pt x="29697" y="17238"/>
                  </a:cubicBezTo>
                  <a:cubicBezTo>
                    <a:pt x="29740" y="17873"/>
                    <a:pt x="29831" y="18460"/>
                    <a:pt x="30012" y="19052"/>
                  </a:cubicBezTo>
                  <a:cubicBezTo>
                    <a:pt x="29969" y="19095"/>
                    <a:pt x="29922" y="19233"/>
                    <a:pt x="29969" y="19324"/>
                  </a:cubicBezTo>
                  <a:cubicBezTo>
                    <a:pt x="30241" y="20364"/>
                    <a:pt x="30466" y="21362"/>
                    <a:pt x="30919" y="22316"/>
                  </a:cubicBezTo>
                  <a:cubicBezTo>
                    <a:pt x="31023" y="22481"/>
                    <a:pt x="31211" y="22561"/>
                    <a:pt x="31390" y="22561"/>
                  </a:cubicBezTo>
                  <a:cubicBezTo>
                    <a:pt x="31603" y="22561"/>
                    <a:pt x="31802" y="22446"/>
                    <a:pt x="31826" y="22225"/>
                  </a:cubicBezTo>
                  <a:cubicBezTo>
                    <a:pt x="31873" y="22044"/>
                    <a:pt x="31917" y="21862"/>
                    <a:pt x="31917" y="21725"/>
                  </a:cubicBezTo>
                  <a:cubicBezTo>
                    <a:pt x="32189" y="21634"/>
                    <a:pt x="32417" y="21409"/>
                    <a:pt x="32326" y="21046"/>
                  </a:cubicBezTo>
                  <a:cubicBezTo>
                    <a:pt x="32236" y="20593"/>
                    <a:pt x="32098" y="20140"/>
                    <a:pt x="31964" y="19686"/>
                  </a:cubicBezTo>
                  <a:cubicBezTo>
                    <a:pt x="31964" y="19596"/>
                    <a:pt x="31917" y="19548"/>
                    <a:pt x="31873" y="19505"/>
                  </a:cubicBezTo>
                  <a:cubicBezTo>
                    <a:pt x="31645" y="18689"/>
                    <a:pt x="31463" y="17873"/>
                    <a:pt x="31282" y="17010"/>
                  </a:cubicBezTo>
                  <a:cubicBezTo>
                    <a:pt x="31329" y="16919"/>
                    <a:pt x="31373" y="16785"/>
                    <a:pt x="31373" y="16603"/>
                  </a:cubicBezTo>
                  <a:cubicBezTo>
                    <a:pt x="31191" y="15425"/>
                    <a:pt x="30876" y="14246"/>
                    <a:pt x="30422" y="13158"/>
                  </a:cubicBezTo>
                  <a:lnTo>
                    <a:pt x="30150" y="11388"/>
                  </a:lnTo>
                  <a:cubicBezTo>
                    <a:pt x="30150" y="11163"/>
                    <a:pt x="30103" y="10935"/>
                    <a:pt x="30060" y="10710"/>
                  </a:cubicBezTo>
                  <a:cubicBezTo>
                    <a:pt x="29969" y="9441"/>
                    <a:pt x="29831" y="8171"/>
                    <a:pt x="29244" y="6992"/>
                  </a:cubicBezTo>
                  <a:cubicBezTo>
                    <a:pt x="29196" y="6855"/>
                    <a:pt x="29196" y="6720"/>
                    <a:pt x="29153" y="6583"/>
                  </a:cubicBezTo>
                  <a:cubicBezTo>
                    <a:pt x="29106" y="6267"/>
                    <a:pt x="28881" y="6129"/>
                    <a:pt x="28700" y="6086"/>
                  </a:cubicBezTo>
                  <a:cubicBezTo>
                    <a:pt x="28564" y="5995"/>
                    <a:pt x="28405" y="5950"/>
                    <a:pt x="28252" y="5950"/>
                  </a:cubicBezTo>
                  <a:cubicBezTo>
                    <a:pt x="28098" y="5950"/>
                    <a:pt x="27951" y="5995"/>
                    <a:pt x="27836" y="6086"/>
                  </a:cubicBezTo>
                  <a:cubicBezTo>
                    <a:pt x="27793" y="6086"/>
                    <a:pt x="27746" y="6086"/>
                    <a:pt x="27702" y="6039"/>
                  </a:cubicBezTo>
                  <a:cubicBezTo>
                    <a:pt x="27067" y="5814"/>
                    <a:pt x="26433" y="5632"/>
                    <a:pt x="25751" y="5451"/>
                  </a:cubicBezTo>
                  <a:cubicBezTo>
                    <a:pt x="25617" y="5451"/>
                    <a:pt x="25479" y="5451"/>
                    <a:pt x="25345" y="5495"/>
                  </a:cubicBezTo>
                  <a:cubicBezTo>
                    <a:pt x="25207" y="5451"/>
                    <a:pt x="25116" y="5404"/>
                    <a:pt x="25026" y="5404"/>
                  </a:cubicBezTo>
                  <a:cubicBezTo>
                    <a:pt x="24935" y="5360"/>
                    <a:pt x="24891" y="5360"/>
                    <a:pt x="24801" y="5360"/>
                  </a:cubicBezTo>
                  <a:cubicBezTo>
                    <a:pt x="23985" y="5179"/>
                    <a:pt x="23169" y="4951"/>
                    <a:pt x="22396" y="4726"/>
                  </a:cubicBezTo>
                  <a:cubicBezTo>
                    <a:pt x="22305" y="4588"/>
                    <a:pt x="22171" y="4497"/>
                    <a:pt x="21943" y="4454"/>
                  </a:cubicBezTo>
                  <a:cubicBezTo>
                    <a:pt x="21446" y="4316"/>
                    <a:pt x="20902" y="4182"/>
                    <a:pt x="20401" y="4044"/>
                  </a:cubicBezTo>
                  <a:cubicBezTo>
                    <a:pt x="20311" y="3862"/>
                    <a:pt x="20177" y="3681"/>
                    <a:pt x="19948" y="3590"/>
                  </a:cubicBezTo>
                  <a:cubicBezTo>
                    <a:pt x="18225" y="3003"/>
                    <a:pt x="16368" y="2956"/>
                    <a:pt x="14736" y="2140"/>
                  </a:cubicBezTo>
                  <a:cubicBezTo>
                    <a:pt x="13873" y="1734"/>
                    <a:pt x="13104" y="1324"/>
                    <a:pt x="12198" y="1233"/>
                  </a:cubicBezTo>
                  <a:lnTo>
                    <a:pt x="11516" y="689"/>
                  </a:lnTo>
                  <a:cubicBezTo>
                    <a:pt x="11264" y="481"/>
                    <a:pt x="10781" y="1"/>
                    <a:pt x="10422" y="1"/>
                  </a:cubicBezTo>
                  <a:close/>
                </a:path>
              </a:pathLst>
            </a:custGeom>
            <a:solidFill>
              <a:srgbClr val="D66D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6252089" y="2721956"/>
              <a:ext cx="1603838" cy="1029185"/>
            </a:xfrm>
            <a:custGeom>
              <a:rect b="b" l="l" r="r" t="t"/>
              <a:pathLst>
                <a:path extrusionOk="0" h="21617" w="33687">
                  <a:moveTo>
                    <a:pt x="28022" y="1"/>
                  </a:moveTo>
                  <a:cubicBezTo>
                    <a:pt x="27838" y="1"/>
                    <a:pt x="27654" y="67"/>
                    <a:pt x="27520" y="183"/>
                  </a:cubicBezTo>
                  <a:cubicBezTo>
                    <a:pt x="27339" y="273"/>
                    <a:pt x="27158" y="364"/>
                    <a:pt x="27111" y="545"/>
                  </a:cubicBezTo>
                  <a:cubicBezTo>
                    <a:pt x="26432" y="320"/>
                    <a:pt x="25660" y="273"/>
                    <a:pt x="24800" y="273"/>
                  </a:cubicBezTo>
                  <a:cubicBezTo>
                    <a:pt x="23212" y="273"/>
                    <a:pt x="21670" y="411"/>
                    <a:pt x="20086" y="545"/>
                  </a:cubicBezTo>
                  <a:cubicBezTo>
                    <a:pt x="19948" y="455"/>
                    <a:pt x="19766" y="364"/>
                    <a:pt x="19494" y="364"/>
                  </a:cubicBezTo>
                  <a:cubicBezTo>
                    <a:pt x="19091" y="353"/>
                    <a:pt x="18687" y="348"/>
                    <a:pt x="18283" y="348"/>
                  </a:cubicBezTo>
                  <a:cubicBezTo>
                    <a:pt x="17055" y="348"/>
                    <a:pt x="15826" y="398"/>
                    <a:pt x="14598" y="502"/>
                  </a:cubicBezTo>
                  <a:cubicBezTo>
                    <a:pt x="14235" y="455"/>
                    <a:pt x="13920" y="411"/>
                    <a:pt x="13557" y="411"/>
                  </a:cubicBezTo>
                  <a:cubicBezTo>
                    <a:pt x="12694" y="139"/>
                    <a:pt x="11515" y="230"/>
                    <a:pt x="10747" y="183"/>
                  </a:cubicBezTo>
                  <a:cubicBezTo>
                    <a:pt x="9158" y="92"/>
                    <a:pt x="7573" y="48"/>
                    <a:pt x="5985" y="48"/>
                  </a:cubicBezTo>
                  <a:cubicBezTo>
                    <a:pt x="5961" y="47"/>
                    <a:pt x="5937" y="46"/>
                    <a:pt x="5914" y="46"/>
                  </a:cubicBezTo>
                  <a:cubicBezTo>
                    <a:pt x="5110" y="46"/>
                    <a:pt x="4861" y="835"/>
                    <a:pt x="5125" y="1452"/>
                  </a:cubicBezTo>
                  <a:cubicBezTo>
                    <a:pt x="5078" y="1543"/>
                    <a:pt x="5034" y="1633"/>
                    <a:pt x="5034" y="1724"/>
                  </a:cubicBezTo>
                  <a:cubicBezTo>
                    <a:pt x="4624" y="3537"/>
                    <a:pt x="4171" y="5351"/>
                    <a:pt x="3765" y="7164"/>
                  </a:cubicBezTo>
                  <a:cubicBezTo>
                    <a:pt x="3674" y="7527"/>
                    <a:pt x="3584" y="7889"/>
                    <a:pt x="3536" y="8252"/>
                  </a:cubicBezTo>
                  <a:cubicBezTo>
                    <a:pt x="3130" y="8978"/>
                    <a:pt x="2630" y="9750"/>
                    <a:pt x="2358" y="10566"/>
                  </a:cubicBezTo>
                  <a:cubicBezTo>
                    <a:pt x="2314" y="10294"/>
                    <a:pt x="2267" y="9975"/>
                    <a:pt x="2176" y="9659"/>
                  </a:cubicBezTo>
                  <a:cubicBezTo>
                    <a:pt x="2109" y="9318"/>
                    <a:pt x="1804" y="9160"/>
                    <a:pt x="1498" y="9160"/>
                  </a:cubicBezTo>
                  <a:cubicBezTo>
                    <a:pt x="1192" y="9160"/>
                    <a:pt x="885" y="9318"/>
                    <a:pt x="816" y="9612"/>
                  </a:cubicBezTo>
                  <a:cubicBezTo>
                    <a:pt x="773" y="9659"/>
                    <a:pt x="726" y="9703"/>
                    <a:pt x="726" y="9750"/>
                  </a:cubicBezTo>
                  <a:cubicBezTo>
                    <a:pt x="272" y="11110"/>
                    <a:pt x="0" y="13649"/>
                    <a:pt x="1451" y="14508"/>
                  </a:cubicBezTo>
                  <a:cubicBezTo>
                    <a:pt x="1554" y="14570"/>
                    <a:pt x="1665" y="14595"/>
                    <a:pt x="1778" y="14595"/>
                  </a:cubicBezTo>
                  <a:cubicBezTo>
                    <a:pt x="1915" y="14595"/>
                    <a:pt x="2053" y="14558"/>
                    <a:pt x="2176" y="14508"/>
                  </a:cubicBezTo>
                  <a:cubicBezTo>
                    <a:pt x="2224" y="14508"/>
                    <a:pt x="2267" y="14556"/>
                    <a:pt x="2314" y="14556"/>
                  </a:cubicBezTo>
                  <a:cubicBezTo>
                    <a:pt x="2314" y="14599"/>
                    <a:pt x="2314" y="14646"/>
                    <a:pt x="2358" y="14646"/>
                  </a:cubicBezTo>
                  <a:cubicBezTo>
                    <a:pt x="2677" y="15462"/>
                    <a:pt x="2902" y="16278"/>
                    <a:pt x="3355" y="17047"/>
                  </a:cubicBezTo>
                  <a:cubicBezTo>
                    <a:pt x="3446" y="17229"/>
                    <a:pt x="3584" y="17276"/>
                    <a:pt x="3718" y="17319"/>
                  </a:cubicBezTo>
                  <a:cubicBezTo>
                    <a:pt x="3718" y="17457"/>
                    <a:pt x="3765" y="17591"/>
                    <a:pt x="3899" y="17729"/>
                  </a:cubicBezTo>
                  <a:lnTo>
                    <a:pt x="4171" y="18001"/>
                  </a:lnTo>
                  <a:cubicBezTo>
                    <a:pt x="4262" y="18092"/>
                    <a:pt x="4352" y="18226"/>
                    <a:pt x="4443" y="18317"/>
                  </a:cubicBezTo>
                  <a:cubicBezTo>
                    <a:pt x="4400" y="18498"/>
                    <a:pt x="4490" y="18679"/>
                    <a:pt x="4672" y="18861"/>
                  </a:cubicBezTo>
                  <a:cubicBezTo>
                    <a:pt x="5488" y="19542"/>
                    <a:pt x="6347" y="19949"/>
                    <a:pt x="7345" y="20268"/>
                  </a:cubicBezTo>
                  <a:cubicBezTo>
                    <a:pt x="7435" y="20268"/>
                    <a:pt x="7526" y="20311"/>
                    <a:pt x="7617" y="20311"/>
                  </a:cubicBezTo>
                  <a:cubicBezTo>
                    <a:pt x="7754" y="20358"/>
                    <a:pt x="7845" y="20358"/>
                    <a:pt x="7979" y="20358"/>
                  </a:cubicBezTo>
                  <a:cubicBezTo>
                    <a:pt x="10731" y="21254"/>
                    <a:pt x="13551" y="21494"/>
                    <a:pt x="16439" y="21494"/>
                  </a:cubicBezTo>
                  <a:cubicBezTo>
                    <a:pt x="17643" y="21494"/>
                    <a:pt x="18858" y="21453"/>
                    <a:pt x="20086" y="21399"/>
                  </a:cubicBezTo>
                  <a:cubicBezTo>
                    <a:pt x="20459" y="21549"/>
                    <a:pt x="20888" y="21616"/>
                    <a:pt x="21342" y="21616"/>
                  </a:cubicBezTo>
                  <a:cubicBezTo>
                    <a:pt x="21713" y="21616"/>
                    <a:pt x="22100" y="21572"/>
                    <a:pt x="22486" y="21490"/>
                  </a:cubicBezTo>
                  <a:cubicBezTo>
                    <a:pt x="22624" y="21537"/>
                    <a:pt x="22758" y="21537"/>
                    <a:pt x="22896" y="21537"/>
                  </a:cubicBezTo>
                  <a:cubicBezTo>
                    <a:pt x="23894" y="21356"/>
                    <a:pt x="25116" y="21265"/>
                    <a:pt x="26023" y="20765"/>
                  </a:cubicBezTo>
                  <a:cubicBezTo>
                    <a:pt x="26295" y="20630"/>
                    <a:pt x="26523" y="20493"/>
                    <a:pt x="26704" y="20311"/>
                  </a:cubicBezTo>
                  <a:cubicBezTo>
                    <a:pt x="26846" y="20393"/>
                    <a:pt x="26998" y="20438"/>
                    <a:pt x="27154" y="20438"/>
                  </a:cubicBezTo>
                  <a:cubicBezTo>
                    <a:pt x="27346" y="20438"/>
                    <a:pt x="27546" y="20370"/>
                    <a:pt x="27745" y="20221"/>
                  </a:cubicBezTo>
                  <a:cubicBezTo>
                    <a:pt x="28518" y="19996"/>
                    <a:pt x="29196" y="19223"/>
                    <a:pt x="29740" y="18498"/>
                  </a:cubicBezTo>
                  <a:cubicBezTo>
                    <a:pt x="29878" y="18273"/>
                    <a:pt x="29921" y="18045"/>
                    <a:pt x="29878" y="17863"/>
                  </a:cubicBezTo>
                  <a:cubicBezTo>
                    <a:pt x="30241" y="17319"/>
                    <a:pt x="30556" y="16732"/>
                    <a:pt x="30737" y="16140"/>
                  </a:cubicBezTo>
                  <a:cubicBezTo>
                    <a:pt x="30875" y="16140"/>
                    <a:pt x="31057" y="16050"/>
                    <a:pt x="31100" y="15868"/>
                  </a:cubicBezTo>
                  <a:cubicBezTo>
                    <a:pt x="31281" y="15415"/>
                    <a:pt x="31419" y="14962"/>
                    <a:pt x="31510" y="14465"/>
                  </a:cubicBezTo>
                  <a:cubicBezTo>
                    <a:pt x="31510" y="14418"/>
                    <a:pt x="31510" y="14327"/>
                    <a:pt x="31554" y="14236"/>
                  </a:cubicBezTo>
                  <a:cubicBezTo>
                    <a:pt x="31638" y="14301"/>
                    <a:pt x="31742" y="14335"/>
                    <a:pt x="31852" y="14335"/>
                  </a:cubicBezTo>
                  <a:cubicBezTo>
                    <a:pt x="31979" y="14335"/>
                    <a:pt x="32113" y="14290"/>
                    <a:pt x="32235" y="14193"/>
                  </a:cubicBezTo>
                  <a:cubicBezTo>
                    <a:pt x="32279" y="14146"/>
                    <a:pt x="32279" y="14102"/>
                    <a:pt x="32326" y="14102"/>
                  </a:cubicBezTo>
                  <a:cubicBezTo>
                    <a:pt x="32449" y="14179"/>
                    <a:pt x="32598" y="14219"/>
                    <a:pt x="32745" y="14219"/>
                  </a:cubicBezTo>
                  <a:cubicBezTo>
                    <a:pt x="33031" y="14219"/>
                    <a:pt x="33307" y="14068"/>
                    <a:pt x="33367" y="13740"/>
                  </a:cubicBezTo>
                  <a:cubicBezTo>
                    <a:pt x="33595" y="12833"/>
                    <a:pt x="33686" y="11970"/>
                    <a:pt x="33548" y="11154"/>
                  </a:cubicBezTo>
                  <a:cubicBezTo>
                    <a:pt x="33639" y="10791"/>
                    <a:pt x="33639" y="10428"/>
                    <a:pt x="33639" y="10113"/>
                  </a:cubicBezTo>
                  <a:cubicBezTo>
                    <a:pt x="33609" y="9700"/>
                    <a:pt x="33245" y="9354"/>
                    <a:pt x="32858" y="9354"/>
                  </a:cubicBezTo>
                  <a:cubicBezTo>
                    <a:pt x="32691" y="9354"/>
                    <a:pt x="32520" y="9418"/>
                    <a:pt x="32370" y="9569"/>
                  </a:cubicBezTo>
                  <a:lnTo>
                    <a:pt x="32417" y="9569"/>
                  </a:lnTo>
                  <a:cubicBezTo>
                    <a:pt x="31963" y="9750"/>
                    <a:pt x="31735" y="10203"/>
                    <a:pt x="31963" y="10657"/>
                  </a:cubicBezTo>
                  <a:cubicBezTo>
                    <a:pt x="32007" y="10747"/>
                    <a:pt x="32054" y="10838"/>
                    <a:pt x="32054" y="10929"/>
                  </a:cubicBezTo>
                  <a:cubicBezTo>
                    <a:pt x="32054" y="11019"/>
                    <a:pt x="32054" y="11063"/>
                    <a:pt x="32007" y="11110"/>
                  </a:cubicBezTo>
                  <a:cubicBezTo>
                    <a:pt x="31963" y="11154"/>
                    <a:pt x="31916" y="11244"/>
                    <a:pt x="31916" y="11291"/>
                  </a:cubicBezTo>
                  <a:lnTo>
                    <a:pt x="31873" y="11291"/>
                  </a:lnTo>
                  <a:cubicBezTo>
                    <a:pt x="31963" y="11110"/>
                    <a:pt x="31826" y="10929"/>
                    <a:pt x="31782" y="10657"/>
                  </a:cubicBezTo>
                  <a:cubicBezTo>
                    <a:pt x="31735" y="10338"/>
                    <a:pt x="31510" y="10203"/>
                    <a:pt x="31329" y="10113"/>
                  </a:cubicBezTo>
                  <a:cubicBezTo>
                    <a:pt x="31329" y="10022"/>
                    <a:pt x="31329" y="9884"/>
                    <a:pt x="31281" y="9750"/>
                  </a:cubicBezTo>
                  <a:cubicBezTo>
                    <a:pt x="31238" y="9431"/>
                    <a:pt x="31147" y="9159"/>
                    <a:pt x="31100" y="8843"/>
                  </a:cubicBezTo>
                  <a:cubicBezTo>
                    <a:pt x="31009" y="7937"/>
                    <a:pt x="30694" y="7030"/>
                    <a:pt x="30422" y="6123"/>
                  </a:cubicBezTo>
                  <a:cubicBezTo>
                    <a:pt x="30375" y="5895"/>
                    <a:pt x="30193" y="5713"/>
                    <a:pt x="30012" y="5670"/>
                  </a:cubicBezTo>
                  <a:cubicBezTo>
                    <a:pt x="30012" y="5579"/>
                    <a:pt x="29969" y="5489"/>
                    <a:pt x="29969" y="5398"/>
                  </a:cubicBezTo>
                  <a:cubicBezTo>
                    <a:pt x="29787" y="4945"/>
                    <a:pt x="29606" y="4444"/>
                    <a:pt x="29425" y="3900"/>
                  </a:cubicBezTo>
                  <a:cubicBezTo>
                    <a:pt x="29559" y="3766"/>
                    <a:pt x="29649" y="3494"/>
                    <a:pt x="29606" y="3175"/>
                  </a:cubicBezTo>
                  <a:cubicBezTo>
                    <a:pt x="29425" y="2177"/>
                    <a:pt x="29105" y="1318"/>
                    <a:pt x="28652" y="411"/>
                  </a:cubicBezTo>
                  <a:cubicBezTo>
                    <a:pt x="28523" y="123"/>
                    <a:pt x="28272" y="1"/>
                    <a:pt x="28022" y="1"/>
                  </a:cubicBezTo>
                  <a:close/>
                </a:path>
              </a:pathLst>
            </a:custGeom>
            <a:solidFill>
              <a:srgbClr val="FBDB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6465528" y="3593139"/>
              <a:ext cx="1314750" cy="673158"/>
            </a:xfrm>
            <a:custGeom>
              <a:rect b="b" l="l" r="r" t="t"/>
              <a:pathLst>
                <a:path extrusionOk="0" h="14139" w="27615">
                  <a:moveTo>
                    <a:pt x="5085" y="12034"/>
                  </a:moveTo>
                  <a:lnTo>
                    <a:pt x="5219" y="12306"/>
                  </a:lnTo>
                  <a:cubicBezTo>
                    <a:pt x="5219" y="12397"/>
                    <a:pt x="5310" y="12440"/>
                    <a:pt x="5357" y="12488"/>
                  </a:cubicBezTo>
                  <a:cubicBezTo>
                    <a:pt x="5310" y="12531"/>
                    <a:pt x="5266" y="12622"/>
                    <a:pt x="5219" y="12712"/>
                  </a:cubicBezTo>
                  <a:cubicBezTo>
                    <a:pt x="5128" y="12531"/>
                    <a:pt x="5038" y="12306"/>
                    <a:pt x="4994" y="12034"/>
                  </a:cubicBezTo>
                  <a:close/>
                  <a:moveTo>
                    <a:pt x="25012" y="1"/>
                  </a:moveTo>
                  <a:cubicBezTo>
                    <a:pt x="24691" y="1"/>
                    <a:pt x="24476" y="242"/>
                    <a:pt x="24398" y="519"/>
                  </a:cubicBezTo>
                  <a:cubicBezTo>
                    <a:pt x="22265" y="2151"/>
                    <a:pt x="19998" y="2786"/>
                    <a:pt x="17550" y="3149"/>
                  </a:cubicBezTo>
                  <a:cubicBezTo>
                    <a:pt x="17440" y="3074"/>
                    <a:pt x="17327" y="2999"/>
                    <a:pt x="17190" y="2999"/>
                  </a:cubicBezTo>
                  <a:cubicBezTo>
                    <a:pt x="17160" y="2999"/>
                    <a:pt x="17129" y="3003"/>
                    <a:pt x="17097" y="3011"/>
                  </a:cubicBezTo>
                  <a:cubicBezTo>
                    <a:pt x="15316" y="3174"/>
                    <a:pt x="13604" y="3313"/>
                    <a:pt x="11862" y="3313"/>
                  </a:cubicBezTo>
                  <a:cubicBezTo>
                    <a:pt x="11166" y="3313"/>
                    <a:pt x="10465" y="3291"/>
                    <a:pt x="9752" y="3239"/>
                  </a:cubicBezTo>
                  <a:cubicBezTo>
                    <a:pt x="7714" y="3101"/>
                    <a:pt x="5672" y="2829"/>
                    <a:pt x="3634" y="2557"/>
                  </a:cubicBezTo>
                  <a:cubicBezTo>
                    <a:pt x="2909" y="2242"/>
                    <a:pt x="2227" y="1879"/>
                    <a:pt x="1458" y="1607"/>
                  </a:cubicBezTo>
                  <a:cubicBezTo>
                    <a:pt x="1374" y="1576"/>
                    <a:pt x="1291" y="1562"/>
                    <a:pt x="1211" y="1562"/>
                  </a:cubicBezTo>
                  <a:cubicBezTo>
                    <a:pt x="477" y="1562"/>
                    <a:pt x="1" y="2779"/>
                    <a:pt x="776" y="3149"/>
                  </a:cubicBezTo>
                  <a:cubicBezTo>
                    <a:pt x="1458" y="3421"/>
                    <a:pt x="2046" y="3736"/>
                    <a:pt x="2637" y="4055"/>
                  </a:cubicBezTo>
                  <a:cubicBezTo>
                    <a:pt x="2590" y="4189"/>
                    <a:pt x="2590" y="4280"/>
                    <a:pt x="2590" y="4418"/>
                  </a:cubicBezTo>
                  <a:cubicBezTo>
                    <a:pt x="2952" y="6685"/>
                    <a:pt x="2952" y="9223"/>
                    <a:pt x="4087" y="11262"/>
                  </a:cubicBezTo>
                  <a:cubicBezTo>
                    <a:pt x="4222" y="12306"/>
                    <a:pt x="4403" y="13438"/>
                    <a:pt x="5128" y="14029"/>
                  </a:cubicBezTo>
                  <a:cubicBezTo>
                    <a:pt x="5235" y="14104"/>
                    <a:pt x="5351" y="14139"/>
                    <a:pt x="5460" y="14139"/>
                  </a:cubicBezTo>
                  <a:cubicBezTo>
                    <a:pt x="5678" y="14139"/>
                    <a:pt x="5869" y="13999"/>
                    <a:pt x="5901" y="13757"/>
                  </a:cubicBezTo>
                  <a:cubicBezTo>
                    <a:pt x="6128" y="13304"/>
                    <a:pt x="6332" y="13077"/>
                    <a:pt x="6518" y="13077"/>
                  </a:cubicBezTo>
                  <a:cubicBezTo>
                    <a:pt x="6705" y="13077"/>
                    <a:pt x="6875" y="13304"/>
                    <a:pt x="7032" y="13757"/>
                  </a:cubicBezTo>
                  <a:cubicBezTo>
                    <a:pt x="7124" y="13920"/>
                    <a:pt x="7296" y="13996"/>
                    <a:pt x="7466" y="13996"/>
                  </a:cubicBezTo>
                  <a:cubicBezTo>
                    <a:pt x="7719" y="13996"/>
                    <a:pt x="7967" y="13828"/>
                    <a:pt x="7939" y="13528"/>
                  </a:cubicBezTo>
                  <a:cubicBezTo>
                    <a:pt x="7848" y="11218"/>
                    <a:pt x="7080" y="8951"/>
                    <a:pt x="6626" y="6728"/>
                  </a:cubicBezTo>
                  <a:cubicBezTo>
                    <a:pt x="6488" y="6231"/>
                    <a:pt x="6398" y="5778"/>
                    <a:pt x="6216" y="5415"/>
                  </a:cubicBezTo>
                  <a:cubicBezTo>
                    <a:pt x="6307" y="5415"/>
                    <a:pt x="6398" y="5415"/>
                    <a:pt x="6488" y="5459"/>
                  </a:cubicBezTo>
                  <a:cubicBezTo>
                    <a:pt x="7123" y="5549"/>
                    <a:pt x="7805" y="5597"/>
                    <a:pt x="8440" y="5597"/>
                  </a:cubicBezTo>
                  <a:cubicBezTo>
                    <a:pt x="9256" y="5731"/>
                    <a:pt x="10115" y="5778"/>
                    <a:pt x="11022" y="5778"/>
                  </a:cubicBezTo>
                  <a:cubicBezTo>
                    <a:pt x="10978" y="6184"/>
                    <a:pt x="11250" y="6638"/>
                    <a:pt x="11747" y="6685"/>
                  </a:cubicBezTo>
                  <a:cubicBezTo>
                    <a:pt x="12164" y="6736"/>
                    <a:pt x="12582" y="6759"/>
                    <a:pt x="13001" y="6759"/>
                  </a:cubicBezTo>
                  <a:cubicBezTo>
                    <a:pt x="15539" y="6759"/>
                    <a:pt x="18086" y="5907"/>
                    <a:pt x="20499" y="5325"/>
                  </a:cubicBezTo>
                  <a:cubicBezTo>
                    <a:pt x="20771" y="5277"/>
                    <a:pt x="21043" y="5187"/>
                    <a:pt x="21358" y="5143"/>
                  </a:cubicBezTo>
                  <a:cubicBezTo>
                    <a:pt x="21405" y="5143"/>
                    <a:pt x="21449" y="5143"/>
                    <a:pt x="21540" y="5187"/>
                  </a:cubicBezTo>
                  <a:cubicBezTo>
                    <a:pt x="21612" y="5192"/>
                    <a:pt x="21686" y="5194"/>
                    <a:pt x="21760" y="5194"/>
                  </a:cubicBezTo>
                  <a:cubicBezTo>
                    <a:pt x="23077" y="5194"/>
                    <a:pt x="24635" y="4446"/>
                    <a:pt x="25620" y="3330"/>
                  </a:cubicBezTo>
                  <a:cubicBezTo>
                    <a:pt x="25710" y="3330"/>
                    <a:pt x="25801" y="3330"/>
                    <a:pt x="25892" y="3283"/>
                  </a:cubicBezTo>
                  <a:cubicBezTo>
                    <a:pt x="26617" y="3058"/>
                    <a:pt x="27615" y="1879"/>
                    <a:pt x="27208" y="1063"/>
                  </a:cubicBezTo>
                  <a:cubicBezTo>
                    <a:pt x="27027" y="700"/>
                    <a:pt x="26574" y="519"/>
                    <a:pt x="26211" y="381"/>
                  </a:cubicBezTo>
                  <a:cubicBezTo>
                    <a:pt x="25892" y="247"/>
                    <a:pt x="25529" y="109"/>
                    <a:pt x="25166" y="19"/>
                  </a:cubicBezTo>
                  <a:cubicBezTo>
                    <a:pt x="25113" y="7"/>
                    <a:pt x="25061" y="1"/>
                    <a:pt x="25012" y="1"/>
                  </a:cubicBezTo>
                  <a:close/>
                </a:path>
              </a:pathLst>
            </a:custGeom>
            <a:solidFill>
              <a:srgbClr val="C8D5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6793948" y="3436023"/>
              <a:ext cx="547325" cy="227147"/>
            </a:xfrm>
            <a:custGeom>
              <a:rect b="b" l="l" r="r" t="t"/>
              <a:pathLst>
                <a:path extrusionOk="0" h="4771" w="11496">
                  <a:moveTo>
                    <a:pt x="10608" y="1"/>
                  </a:moveTo>
                  <a:cubicBezTo>
                    <a:pt x="10563" y="1"/>
                    <a:pt x="10518" y="4"/>
                    <a:pt x="10471" y="11"/>
                  </a:cubicBezTo>
                  <a:cubicBezTo>
                    <a:pt x="9531" y="154"/>
                    <a:pt x="8584" y="200"/>
                    <a:pt x="7632" y="200"/>
                  </a:cubicBezTo>
                  <a:cubicBezTo>
                    <a:pt x="5954" y="200"/>
                    <a:pt x="4263" y="58"/>
                    <a:pt x="2576" y="58"/>
                  </a:cubicBezTo>
                  <a:cubicBezTo>
                    <a:pt x="1898" y="58"/>
                    <a:pt x="1220" y="81"/>
                    <a:pt x="544" y="145"/>
                  </a:cubicBezTo>
                  <a:cubicBezTo>
                    <a:pt x="182" y="192"/>
                    <a:pt x="0" y="464"/>
                    <a:pt x="134" y="780"/>
                  </a:cubicBezTo>
                  <a:lnTo>
                    <a:pt x="272" y="1052"/>
                  </a:lnTo>
                  <a:cubicBezTo>
                    <a:pt x="134" y="1324"/>
                    <a:pt x="225" y="1734"/>
                    <a:pt x="406" y="1959"/>
                  </a:cubicBezTo>
                  <a:cubicBezTo>
                    <a:pt x="1958" y="3818"/>
                    <a:pt x="3896" y="4771"/>
                    <a:pt x="6306" y="4771"/>
                  </a:cubicBezTo>
                  <a:cubicBezTo>
                    <a:pt x="6364" y="4771"/>
                    <a:pt x="6423" y="4770"/>
                    <a:pt x="6481" y="4769"/>
                  </a:cubicBezTo>
                  <a:cubicBezTo>
                    <a:pt x="8839" y="4679"/>
                    <a:pt x="10337" y="3047"/>
                    <a:pt x="11243" y="1052"/>
                  </a:cubicBezTo>
                  <a:cubicBezTo>
                    <a:pt x="11495" y="508"/>
                    <a:pt x="11162" y="1"/>
                    <a:pt x="10608" y="1"/>
                  </a:cubicBezTo>
                  <a:close/>
                </a:path>
              </a:pathLst>
            </a:custGeom>
            <a:solidFill>
              <a:srgbClr val="F9C5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6183006" y="2087398"/>
              <a:ext cx="1862836" cy="2353077"/>
            </a:xfrm>
            <a:custGeom>
              <a:rect b="b" l="l" r="r" t="t"/>
              <a:pathLst>
                <a:path extrusionOk="0" h="49424" w="39127">
                  <a:moveTo>
                    <a:pt x="12107" y="229"/>
                  </a:moveTo>
                  <a:cubicBezTo>
                    <a:pt x="14102" y="1905"/>
                    <a:pt x="17137" y="2902"/>
                    <a:pt x="19542" y="3765"/>
                  </a:cubicBezTo>
                  <a:cubicBezTo>
                    <a:pt x="23078" y="5078"/>
                    <a:pt x="26886" y="5713"/>
                    <a:pt x="30513" y="6485"/>
                  </a:cubicBezTo>
                  <a:cubicBezTo>
                    <a:pt x="30537" y="6497"/>
                    <a:pt x="30561" y="6502"/>
                    <a:pt x="30585" y="6502"/>
                  </a:cubicBezTo>
                  <a:cubicBezTo>
                    <a:pt x="30652" y="6502"/>
                    <a:pt x="30718" y="6461"/>
                    <a:pt x="30785" y="6395"/>
                  </a:cubicBezTo>
                  <a:cubicBezTo>
                    <a:pt x="31238" y="6939"/>
                    <a:pt x="31372" y="8070"/>
                    <a:pt x="31554" y="8705"/>
                  </a:cubicBezTo>
                  <a:cubicBezTo>
                    <a:pt x="31782" y="9793"/>
                    <a:pt x="31964" y="10928"/>
                    <a:pt x="32188" y="12016"/>
                  </a:cubicBezTo>
                  <a:cubicBezTo>
                    <a:pt x="32417" y="13420"/>
                    <a:pt x="32689" y="14827"/>
                    <a:pt x="32961" y="16187"/>
                  </a:cubicBezTo>
                  <a:cubicBezTo>
                    <a:pt x="32642" y="16822"/>
                    <a:pt x="32145" y="17228"/>
                    <a:pt x="31510" y="17500"/>
                  </a:cubicBezTo>
                  <a:cubicBezTo>
                    <a:pt x="31420" y="17184"/>
                    <a:pt x="31329" y="16865"/>
                    <a:pt x="31191" y="16550"/>
                  </a:cubicBezTo>
                  <a:cubicBezTo>
                    <a:pt x="30785" y="15415"/>
                    <a:pt x="30604" y="14192"/>
                    <a:pt x="30150" y="13104"/>
                  </a:cubicBezTo>
                  <a:cubicBezTo>
                    <a:pt x="30150" y="13057"/>
                    <a:pt x="30103" y="13057"/>
                    <a:pt x="30103" y="13014"/>
                  </a:cubicBezTo>
                  <a:cubicBezTo>
                    <a:pt x="30060" y="12876"/>
                    <a:pt x="29969" y="12694"/>
                    <a:pt x="29740" y="12694"/>
                  </a:cubicBezTo>
                  <a:cubicBezTo>
                    <a:pt x="28345" y="12626"/>
                    <a:pt x="26944" y="12603"/>
                    <a:pt x="25538" y="12603"/>
                  </a:cubicBezTo>
                  <a:cubicBezTo>
                    <a:pt x="23199" y="12603"/>
                    <a:pt x="20849" y="12667"/>
                    <a:pt x="18497" y="12694"/>
                  </a:cubicBezTo>
                  <a:cubicBezTo>
                    <a:pt x="16347" y="12694"/>
                    <a:pt x="14156" y="12614"/>
                    <a:pt x="11967" y="12614"/>
                  </a:cubicBezTo>
                  <a:cubicBezTo>
                    <a:pt x="10144" y="12614"/>
                    <a:pt x="8322" y="12670"/>
                    <a:pt x="6529" y="12876"/>
                  </a:cubicBezTo>
                  <a:cubicBezTo>
                    <a:pt x="6485" y="12876"/>
                    <a:pt x="6438" y="12923"/>
                    <a:pt x="6395" y="12966"/>
                  </a:cubicBezTo>
                  <a:cubicBezTo>
                    <a:pt x="6304" y="12966"/>
                    <a:pt x="6257" y="13014"/>
                    <a:pt x="6213" y="13104"/>
                  </a:cubicBezTo>
                  <a:cubicBezTo>
                    <a:pt x="5760" y="14192"/>
                    <a:pt x="5579" y="15415"/>
                    <a:pt x="5169" y="16550"/>
                  </a:cubicBezTo>
                  <a:cubicBezTo>
                    <a:pt x="5125" y="16684"/>
                    <a:pt x="5078" y="16822"/>
                    <a:pt x="4987" y="17003"/>
                  </a:cubicBezTo>
                  <a:cubicBezTo>
                    <a:pt x="4853" y="16865"/>
                    <a:pt x="4672" y="16775"/>
                    <a:pt x="4534" y="16640"/>
                  </a:cubicBezTo>
                  <a:cubicBezTo>
                    <a:pt x="4081" y="16321"/>
                    <a:pt x="3675" y="15959"/>
                    <a:pt x="3312" y="15552"/>
                  </a:cubicBezTo>
                  <a:cubicBezTo>
                    <a:pt x="3403" y="14961"/>
                    <a:pt x="3537" y="14417"/>
                    <a:pt x="3627" y="13830"/>
                  </a:cubicBezTo>
                  <a:cubicBezTo>
                    <a:pt x="4081" y="11153"/>
                    <a:pt x="4672" y="8614"/>
                    <a:pt x="5397" y="5985"/>
                  </a:cubicBezTo>
                  <a:cubicBezTo>
                    <a:pt x="5441" y="5985"/>
                    <a:pt x="5441" y="5941"/>
                    <a:pt x="5441" y="5941"/>
                  </a:cubicBezTo>
                  <a:cubicBezTo>
                    <a:pt x="7755" y="4219"/>
                    <a:pt x="9840" y="2224"/>
                    <a:pt x="12060" y="363"/>
                  </a:cubicBezTo>
                  <a:cubicBezTo>
                    <a:pt x="12107" y="320"/>
                    <a:pt x="12107" y="273"/>
                    <a:pt x="12107" y="229"/>
                  </a:cubicBezTo>
                  <a:close/>
                  <a:moveTo>
                    <a:pt x="3265" y="15915"/>
                  </a:moveTo>
                  <a:cubicBezTo>
                    <a:pt x="3718" y="16412"/>
                    <a:pt x="4262" y="17003"/>
                    <a:pt x="4853" y="17366"/>
                  </a:cubicBezTo>
                  <a:cubicBezTo>
                    <a:pt x="4715" y="17910"/>
                    <a:pt x="4534" y="18407"/>
                    <a:pt x="4400" y="18907"/>
                  </a:cubicBezTo>
                  <a:cubicBezTo>
                    <a:pt x="3899" y="18545"/>
                    <a:pt x="3446" y="18225"/>
                    <a:pt x="2993" y="17819"/>
                  </a:cubicBezTo>
                  <a:lnTo>
                    <a:pt x="2858" y="17819"/>
                  </a:lnTo>
                  <a:cubicBezTo>
                    <a:pt x="2858" y="17772"/>
                    <a:pt x="2858" y="17772"/>
                    <a:pt x="2902" y="17728"/>
                  </a:cubicBezTo>
                  <a:cubicBezTo>
                    <a:pt x="2993" y="17137"/>
                    <a:pt x="3130" y="16503"/>
                    <a:pt x="3265" y="15915"/>
                  </a:cubicBezTo>
                  <a:close/>
                  <a:moveTo>
                    <a:pt x="33095" y="16822"/>
                  </a:moveTo>
                  <a:cubicBezTo>
                    <a:pt x="33186" y="17184"/>
                    <a:pt x="33233" y="17547"/>
                    <a:pt x="33324" y="17910"/>
                  </a:cubicBezTo>
                  <a:cubicBezTo>
                    <a:pt x="33142" y="18044"/>
                    <a:pt x="33005" y="18225"/>
                    <a:pt x="32870" y="18363"/>
                  </a:cubicBezTo>
                  <a:cubicBezTo>
                    <a:pt x="32598" y="18635"/>
                    <a:pt x="32326" y="18817"/>
                    <a:pt x="32007" y="18907"/>
                  </a:cubicBezTo>
                  <a:cubicBezTo>
                    <a:pt x="31873" y="18545"/>
                    <a:pt x="31735" y="18135"/>
                    <a:pt x="31601" y="17728"/>
                  </a:cubicBezTo>
                  <a:cubicBezTo>
                    <a:pt x="32145" y="17591"/>
                    <a:pt x="32732" y="17275"/>
                    <a:pt x="33095" y="16822"/>
                  </a:cubicBezTo>
                  <a:close/>
                  <a:moveTo>
                    <a:pt x="2811" y="18001"/>
                  </a:moveTo>
                  <a:cubicBezTo>
                    <a:pt x="3265" y="18497"/>
                    <a:pt x="3765" y="18860"/>
                    <a:pt x="4262" y="19270"/>
                  </a:cubicBezTo>
                  <a:cubicBezTo>
                    <a:pt x="4171" y="19585"/>
                    <a:pt x="4081" y="19948"/>
                    <a:pt x="3990" y="20311"/>
                  </a:cubicBezTo>
                  <a:cubicBezTo>
                    <a:pt x="3493" y="19995"/>
                    <a:pt x="2993" y="19676"/>
                    <a:pt x="2449" y="19361"/>
                  </a:cubicBezTo>
                  <a:cubicBezTo>
                    <a:pt x="2586" y="18907"/>
                    <a:pt x="2721" y="18454"/>
                    <a:pt x="2811" y="18001"/>
                  </a:cubicBezTo>
                  <a:close/>
                  <a:moveTo>
                    <a:pt x="33414" y="18363"/>
                  </a:moveTo>
                  <a:cubicBezTo>
                    <a:pt x="33458" y="18726"/>
                    <a:pt x="33549" y="19132"/>
                    <a:pt x="33596" y="19495"/>
                  </a:cubicBezTo>
                  <a:cubicBezTo>
                    <a:pt x="33233" y="19857"/>
                    <a:pt x="32870" y="20267"/>
                    <a:pt x="32417" y="20492"/>
                  </a:cubicBezTo>
                  <a:cubicBezTo>
                    <a:pt x="32326" y="20039"/>
                    <a:pt x="32188" y="19585"/>
                    <a:pt x="32054" y="19132"/>
                  </a:cubicBezTo>
                  <a:cubicBezTo>
                    <a:pt x="32551" y="19041"/>
                    <a:pt x="33052" y="18769"/>
                    <a:pt x="33414" y="18363"/>
                  </a:cubicBezTo>
                  <a:close/>
                  <a:moveTo>
                    <a:pt x="2405" y="19633"/>
                  </a:moveTo>
                  <a:cubicBezTo>
                    <a:pt x="2902" y="19948"/>
                    <a:pt x="3403" y="20267"/>
                    <a:pt x="3899" y="20630"/>
                  </a:cubicBezTo>
                  <a:cubicBezTo>
                    <a:pt x="3627" y="21537"/>
                    <a:pt x="3446" y="22443"/>
                    <a:pt x="3265" y="23303"/>
                  </a:cubicBezTo>
                  <a:cubicBezTo>
                    <a:pt x="3083" y="22625"/>
                    <a:pt x="2768" y="21943"/>
                    <a:pt x="2133" y="21809"/>
                  </a:cubicBezTo>
                  <a:cubicBezTo>
                    <a:pt x="2042" y="21809"/>
                    <a:pt x="1952" y="21809"/>
                    <a:pt x="1861" y="21852"/>
                  </a:cubicBezTo>
                  <a:cubicBezTo>
                    <a:pt x="1995" y="21083"/>
                    <a:pt x="2177" y="20358"/>
                    <a:pt x="2405" y="19633"/>
                  </a:cubicBezTo>
                  <a:close/>
                  <a:moveTo>
                    <a:pt x="33686" y="19995"/>
                  </a:moveTo>
                  <a:cubicBezTo>
                    <a:pt x="33777" y="20539"/>
                    <a:pt x="33868" y="21083"/>
                    <a:pt x="33911" y="21671"/>
                  </a:cubicBezTo>
                  <a:cubicBezTo>
                    <a:pt x="33958" y="21809"/>
                    <a:pt x="34093" y="21852"/>
                    <a:pt x="34183" y="21852"/>
                  </a:cubicBezTo>
                  <a:cubicBezTo>
                    <a:pt x="33596" y="21990"/>
                    <a:pt x="33277" y="22668"/>
                    <a:pt x="33095" y="23303"/>
                  </a:cubicBezTo>
                  <a:cubicBezTo>
                    <a:pt x="32961" y="22487"/>
                    <a:pt x="32732" y="21627"/>
                    <a:pt x="32508" y="20764"/>
                  </a:cubicBezTo>
                  <a:cubicBezTo>
                    <a:pt x="32961" y="20630"/>
                    <a:pt x="33324" y="20311"/>
                    <a:pt x="33686" y="19995"/>
                  </a:cubicBezTo>
                  <a:close/>
                  <a:moveTo>
                    <a:pt x="6619" y="13286"/>
                  </a:moveTo>
                  <a:cubicBezTo>
                    <a:pt x="8363" y="13478"/>
                    <a:pt x="10137" y="13529"/>
                    <a:pt x="11912" y="13529"/>
                  </a:cubicBezTo>
                  <a:cubicBezTo>
                    <a:pt x="13877" y="13529"/>
                    <a:pt x="15843" y="13467"/>
                    <a:pt x="17772" y="13467"/>
                  </a:cubicBezTo>
                  <a:cubicBezTo>
                    <a:pt x="20432" y="13467"/>
                    <a:pt x="23091" y="13527"/>
                    <a:pt x="25751" y="13527"/>
                  </a:cubicBezTo>
                  <a:cubicBezTo>
                    <a:pt x="27081" y="13527"/>
                    <a:pt x="28411" y="13512"/>
                    <a:pt x="29740" y="13467"/>
                  </a:cubicBezTo>
                  <a:cubicBezTo>
                    <a:pt x="29740" y="13420"/>
                    <a:pt x="29788" y="13420"/>
                    <a:pt x="29788" y="13420"/>
                  </a:cubicBezTo>
                  <a:cubicBezTo>
                    <a:pt x="29878" y="14555"/>
                    <a:pt x="30284" y="15687"/>
                    <a:pt x="30556" y="16731"/>
                  </a:cubicBezTo>
                  <a:cubicBezTo>
                    <a:pt x="31282" y="19179"/>
                    <a:pt x="31826" y="21718"/>
                    <a:pt x="32598" y="24210"/>
                  </a:cubicBezTo>
                  <a:cubicBezTo>
                    <a:pt x="32635" y="24361"/>
                    <a:pt x="32767" y="24449"/>
                    <a:pt x="32889" y="24449"/>
                  </a:cubicBezTo>
                  <a:cubicBezTo>
                    <a:pt x="32914" y="24449"/>
                    <a:pt x="32938" y="24445"/>
                    <a:pt x="32961" y="24438"/>
                  </a:cubicBezTo>
                  <a:cubicBezTo>
                    <a:pt x="32961" y="24505"/>
                    <a:pt x="33017" y="24539"/>
                    <a:pt x="33079" y="24539"/>
                  </a:cubicBezTo>
                  <a:cubicBezTo>
                    <a:pt x="33141" y="24539"/>
                    <a:pt x="33209" y="24505"/>
                    <a:pt x="33233" y="24438"/>
                  </a:cubicBezTo>
                  <a:cubicBezTo>
                    <a:pt x="33367" y="23847"/>
                    <a:pt x="33458" y="23259"/>
                    <a:pt x="33821" y="22759"/>
                  </a:cubicBezTo>
                  <a:cubicBezTo>
                    <a:pt x="33926" y="22608"/>
                    <a:pt x="34021" y="22545"/>
                    <a:pt x="34107" y="22545"/>
                  </a:cubicBezTo>
                  <a:cubicBezTo>
                    <a:pt x="34538" y="22545"/>
                    <a:pt x="34727" y="24134"/>
                    <a:pt x="34727" y="24210"/>
                  </a:cubicBezTo>
                  <a:cubicBezTo>
                    <a:pt x="34727" y="24844"/>
                    <a:pt x="34727" y="25479"/>
                    <a:pt x="34546" y="26114"/>
                  </a:cubicBezTo>
                  <a:cubicBezTo>
                    <a:pt x="34502" y="26476"/>
                    <a:pt x="34365" y="26839"/>
                    <a:pt x="34230" y="27158"/>
                  </a:cubicBezTo>
                  <a:cubicBezTo>
                    <a:pt x="33821" y="27158"/>
                    <a:pt x="33458" y="27158"/>
                    <a:pt x="33095" y="27202"/>
                  </a:cubicBezTo>
                  <a:cubicBezTo>
                    <a:pt x="33073" y="26999"/>
                    <a:pt x="32927" y="26897"/>
                    <a:pt x="32785" y="26897"/>
                  </a:cubicBezTo>
                  <a:cubicBezTo>
                    <a:pt x="32644" y="26897"/>
                    <a:pt x="32508" y="26999"/>
                    <a:pt x="32508" y="27202"/>
                  </a:cubicBezTo>
                  <a:cubicBezTo>
                    <a:pt x="31873" y="34502"/>
                    <a:pt x="23985" y="34637"/>
                    <a:pt x="18182" y="34775"/>
                  </a:cubicBezTo>
                  <a:cubicBezTo>
                    <a:pt x="14736" y="34684"/>
                    <a:pt x="10565" y="34593"/>
                    <a:pt x="7617" y="33052"/>
                  </a:cubicBezTo>
                  <a:cubicBezTo>
                    <a:pt x="7719" y="32851"/>
                    <a:pt x="7571" y="32649"/>
                    <a:pt x="7376" y="32649"/>
                  </a:cubicBezTo>
                  <a:cubicBezTo>
                    <a:pt x="7308" y="32649"/>
                    <a:pt x="7234" y="32674"/>
                    <a:pt x="7164" y="32733"/>
                  </a:cubicBezTo>
                  <a:lnTo>
                    <a:pt x="7120" y="32733"/>
                  </a:lnTo>
                  <a:cubicBezTo>
                    <a:pt x="5350" y="31645"/>
                    <a:pt x="4128" y="29922"/>
                    <a:pt x="3899" y="27202"/>
                  </a:cubicBezTo>
                  <a:cubicBezTo>
                    <a:pt x="3878" y="26999"/>
                    <a:pt x="3731" y="26897"/>
                    <a:pt x="3583" y="26897"/>
                  </a:cubicBezTo>
                  <a:cubicBezTo>
                    <a:pt x="3436" y="26897"/>
                    <a:pt x="3288" y="26999"/>
                    <a:pt x="3265" y="27202"/>
                  </a:cubicBezTo>
                  <a:cubicBezTo>
                    <a:pt x="2902" y="27158"/>
                    <a:pt x="2539" y="27158"/>
                    <a:pt x="2177" y="27158"/>
                  </a:cubicBezTo>
                  <a:cubicBezTo>
                    <a:pt x="1995" y="26839"/>
                    <a:pt x="1861" y="26476"/>
                    <a:pt x="1814" y="26114"/>
                  </a:cubicBezTo>
                  <a:cubicBezTo>
                    <a:pt x="1633" y="25479"/>
                    <a:pt x="1633" y="24844"/>
                    <a:pt x="1633" y="24210"/>
                  </a:cubicBezTo>
                  <a:cubicBezTo>
                    <a:pt x="1633" y="24134"/>
                    <a:pt x="1822" y="22545"/>
                    <a:pt x="2253" y="22545"/>
                  </a:cubicBezTo>
                  <a:cubicBezTo>
                    <a:pt x="2338" y="22545"/>
                    <a:pt x="2434" y="22608"/>
                    <a:pt x="2539" y="22759"/>
                  </a:cubicBezTo>
                  <a:cubicBezTo>
                    <a:pt x="2902" y="23259"/>
                    <a:pt x="2993" y="23847"/>
                    <a:pt x="3174" y="24438"/>
                  </a:cubicBezTo>
                  <a:cubicBezTo>
                    <a:pt x="3174" y="24505"/>
                    <a:pt x="3231" y="24539"/>
                    <a:pt x="3288" y="24539"/>
                  </a:cubicBezTo>
                  <a:cubicBezTo>
                    <a:pt x="3345" y="24539"/>
                    <a:pt x="3403" y="24505"/>
                    <a:pt x="3403" y="24438"/>
                  </a:cubicBezTo>
                  <a:cubicBezTo>
                    <a:pt x="3425" y="24445"/>
                    <a:pt x="3449" y="24449"/>
                    <a:pt x="3473" y="24449"/>
                  </a:cubicBezTo>
                  <a:cubicBezTo>
                    <a:pt x="3593" y="24449"/>
                    <a:pt x="3726" y="24361"/>
                    <a:pt x="3765" y="24210"/>
                  </a:cubicBezTo>
                  <a:cubicBezTo>
                    <a:pt x="4443" y="22081"/>
                    <a:pt x="4944" y="19857"/>
                    <a:pt x="5531" y="17681"/>
                  </a:cubicBezTo>
                  <a:cubicBezTo>
                    <a:pt x="5622" y="17681"/>
                    <a:pt x="5713" y="17500"/>
                    <a:pt x="5622" y="17456"/>
                  </a:cubicBezTo>
                  <a:lnTo>
                    <a:pt x="5579" y="17409"/>
                  </a:lnTo>
                  <a:cubicBezTo>
                    <a:pt x="5669" y="17184"/>
                    <a:pt x="5713" y="16956"/>
                    <a:pt x="5803" y="16731"/>
                  </a:cubicBezTo>
                  <a:cubicBezTo>
                    <a:pt x="6123" y="15596"/>
                    <a:pt x="6529" y="14417"/>
                    <a:pt x="6619" y="13286"/>
                  </a:cubicBezTo>
                  <a:close/>
                  <a:moveTo>
                    <a:pt x="31057" y="32007"/>
                  </a:moveTo>
                  <a:cubicBezTo>
                    <a:pt x="31782" y="32326"/>
                    <a:pt x="32370" y="32689"/>
                    <a:pt x="32914" y="33186"/>
                  </a:cubicBezTo>
                  <a:cubicBezTo>
                    <a:pt x="31420" y="37041"/>
                    <a:pt x="25751" y="37585"/>
                    <a:pt x="22215" y="37810"/>
                  </a:cubicBezTo>
                  <a:cubicBezTo>
                    <a:pt x="21748" y="37836"/>
                    <a:pt x="21286" y="37849"/>
                    <a:pt x="20828" y="37849"/>
                  </a:cubicBezTo>
                  <a:cubicBezTo>
                    <a:pt x="15727" y="37849"/>
                    <a:pt x="11144" y="36271"/>
                    <a:pt x="6485" y="34274"/>
                  </a:cubicBezTo>
                  <a:cubicBezTo>
                    <a:pt x="6710" y="34002"/>
                    <a:pt x="6982" y="33730"/>
                    <a:pt x="7211" y="33505"/>
                  </a:cubicBezTo>
                  <a:cubicBezTo>
                    <a:pt x="10093" y="35182"/>
                    <a:pt x="14123" y="35594"/>
                    <a:pt x="17628" y="35594"/>
                  </a:cubicBezTo>
                  <a:cubicBezTo>
                    <a:pt x="17814" y="35594"/>
                    <a:pt x="17999" y="35593"/>
                    <a:pt x="18182" y="35591"/>
                  </a:cubicBezTo>
                  <a:cubicBezTo>
                    <a:pt x="18458" y="35596"/>
                    <a:pt x="18737" y="35599"/>
                    <a:pt x="19020" y="35599"/>
                  </a:cubicBezTo>
                  <a:cubicBezTo>
                    <a:pt x="23333" y="35599"/>
                    <a:pt x="28334" y="34901"/>
                    <a:pt x="31057" y="32007"/>
                  </a:cubicBezTo>
                  <a:close/>
                  <a:moveTo>
                    <a:pt x="8796" y="35725"/>
                  </a:moveTo>
                  <a:lnTo>
                    <a:pt x="8796" y="35725"/>
                  </a:lnTo>
                  <a:cubicBezTo>
                    <a:pt x="9840" y="36225"/>
                    <a:pt x="10928" y="36631"/>
                    <a:pt x="12016" y="36994"/>
                  </a:cubicBezTo>
                  <a:cubicBezTo>
                    <a:pt x="12241" y="40077"/>
                    <a:pt x="13558" y="42978"/>
                    <a:pt x="13648" y="46108"/>
                  </a:cubicBezTo>
                  <a:cubicBezTo>
                    <a:pt x="13195" y="45564"/>
                    <a:pt x="12742" y="45020"/>
                    <a:pt x="12332" y="44429"/>
                  </a:cubicBezTo>
                  <a:cubicBezTo>
                    <a:pt x="12289" y="44344"/>
                    <a:pt x="12196" y="44298"/>
                    <a:pt x="12105" y="44298"/>
                  </a:cubicBezTo>
                  <a:cubicBezTo>
                    <a:pt x="12003" y="44298"/>
                    <a:pt x="11903" y="44355"/>
                    <a:pt x="11878" y="44476"/>
                  </a:cubicBezTo>
                  <a:lnTo>
                    <a:pt x="11472" y="46380"/>
                  </a:lnTo>
                  <a:cubicBezTo>
                    <a:pt x="9931" y="43069"/>
                    <a:pt x="8796" y="39399"/>
                    <a:pt x="8796" y="35725"/>
                  </a:cubicBezTo>
                  <a:close/>
                  <a:moveTo>
                    <a:pt x="12150" y="1"/>
                  </a:moveTo>
                  <a:cubicBezTo>
                    <a:pt x="12107" y="1"/>
                    <a:pt x="12060" y="1"/>
                    <a:pt x="12016" y="48"/>
                  </a:cubicBezTo>
                  <a:cubicBezTo>
                    <a:pt x="11993" y="24"/>
                    <a:pt x="11958" y="12"/>
                    <a:pt x="11924" y="12"/>
                  </a:cubicBezTo>
                  <a:cubicBezTo>
                    <a:pt x="11890" y="12"/>
                    <a:pt x="11857" y="24"/>
                    <a:pt x="11835" y="48"/>
                  </a:cubicBezTo>
                  <a:cubicBezTo>
                    <a:pt x="9430" y="1814"/>
                    <a:pt x="7392" y="3990"/>
                    <a:pt x="5078" y="5851"/>
                  </a:cubicBezTo>
                  <a:cubicBezTo>
                    <a:pt x="5035" y="5894"/>
                    <a:pt x="4987" y="5941"/>
                    <a:pt x="5035" y="5985"/>
                  </a:cubicBezTo>
                  <a:cubicBezTo>
                    <a:pt x="3899" y="8342"/>
                    <a:pt x="3675" y="11153"/>
                    <a:pt x="3265" y="13739"/>
                  </a:cubicBezTo>
                  <a:cubicBezTo>
                    <a:pt x="2993" y="15596"/>
                    <a:pt x="2496" y="17500"/>
                    <a:pt x="2086" y="19361"/>
                  </a:cubicBezTo>
                  <a:cubicBezTo>
                    <a:pt x="1952" y="20220"/>
                    <a:pt x="1770" y="21083"/>
                    <a:pt x="1680" y="21899"/>
                  </a:cubicBezTo>
                  <a:cubicBezTo>
                    <a:pt x="1136" y="22306"/>
                    <a:pt x="1089" y="23756"/>
                    <a:pt x="1045" y="24166"/>
                  </a:cubicBezTo>
                  <a:cubicBezTo>
                    <a:pt x="998" y="25207"/>
                    <a:pt x="1045" y="27430"/>
                    <a:pt x="2133" y="28065"/>
                  </a:cubicBezTo>
                  <a:cubicBezTo>
                    <a:pt x="2450" y="28249"/>
                    <a:pt x="2737" y="28342"/>
                    <a:pt x="2974" y="28342"/>
                  </a:cubicBezTo>
                  <a:cubicBezTo>
                    <a:pt x="3144" y="28342"/>
                    <a:pt x="3289" y="28294"/>
                    <a:pt x="3403" y="28199"/>
                  </a:cubicBezTo>
                  <a:cubicBezTo>
                    <a:pt x="3856" y="30422"/>
                    <a:pt x="5035" y="32007"/>
                    <a:pt x="6667" y="33142"/>
                  </a:cubicBezTo>
                  <a:cubicBezTo>
                    <a:pt x="1861" y="37132"/>
                    <a:pt x="273" y="43298"/>
                    <a:pt x="1" y="49282"/>
                  </a:cubicBezTo>
                  <a:cubicBezTo>
                    <a:pt x="1" y="49379"/>
                    <a:pt x="66" y="49424"/>
                    <a:pt x="127" y="49424"/>
                  </a:cubicBezTo>
                  <a:cubicBezTo>
                    <a:pt x="179" y="49424"/>
                    <a:pt x="229" y="49389"/>
                    <a:pt x="229" y="49325"/>
                  </a:cubicBezTo>
                  <a:cubicBezTo>
                    <a:pt x="682" y="46471"/>
                    <a:pt x="1045" y="43613"/>
                    <a:pt x="1995" y="40893"/>
                  </a:cubicBezTo>
                  <a:cubicBezTo>
                    <a:pt x="2949" y="38311"/>
                    <a:pt x="4534" y="36359"/>
                    <a:pt x="6347" y="34412"/>
                  </a:cubicBezTo>
                  <a:cubicBezTo>
                    <a:pt x="7073" y="34865"/>
                    <a:pt x="7798" y="35228"/>
                    <a:pt x="8571" y="35591"/>
                  </a:cubicBezTo>
                  <a:cubicBezTo>
                    <a:pt x="8299" y="39714"/>
                    <a:pt x="9659" y="43751"/>
                    <a:pt x="11425" y="47421"/>
                  </a:cubicBezTo>
                  <a:cubicBezTo>
                    <a:pt x="11458" y="47504"/>
                    <a:pt x="11526" y="47539"/>
                    <a:pt x="11602" y="47539"/>
                  </a:cubicBezTo>
                  <a:cubicBezTo>
                    <a:pt x="11737" y="47539"/>
                    <a:pt x="11895" y="47431"/>
                    <a:pt x="11925" y="47287"/>
                  </a:cubicBezTo>
                  <a:cubicBezTo>
                    <a:pt x="11969" y="46605"/>
                    <a:pt x="12107" y="45927"/>
                    <a:pt x="12241" y="45245"/>
                  </a:cubicBezTo>
                  <a:cubicBezTo>
                    <a:pt x="12694" y="45836"/>
                    <a:pt x="13195" y="46424"/>
                    <a:pt x="13692" y="46968"/>
                  </a:cubicBezTo>
                  <a:cubicBezTo>
                    <a:pt x="13753" y="47029"/>
                    <a:pt x="13823" y="47054"/>
                    <a:pt x="13891" y="47054"/>
                  </a:cubicBezTo>
                  <a:cubicBezTo>
                    <a:pt x="14025" y="47054"/>
                    <a:pt x="14145" y="46954"/>
                    <a:pt x="14145" y="46834"/>
                  </a:cubicBezTo>
                  <a:cubicBezTo>
                    <a:pt x="14283" y="43522"/>
                    <a:pt x="13057" y="40349"/>
                    <a:pt x="12560" y="37175"/>
                  </a:cubicBezTo>
                  <a:lnTo>
                    <a:pt x="12560" y="37175"/>
                  </a:lnTo>
                  <a:cubicBezTo>
                    <a:pt x="15311" y="38009"/>
                    <a:pt x="18177" y="38436"/>
                    <a:pt x="21112" y="38436"/>
                  </a:cubicBezTo>
                  <a:cubicBezTo>
                    <a:pt x="21854" y="38436"/>
                    <a:pt x="22600" y="38409"/>
                    <a:pt x="23350" y="38354"/>
                  </a:cubicBezTo>
                  <a:cubicBezTo>
                    <a:pt x="26886" y="38129"/>
                    <a:pt x="31826" y="37266"/>
                    <a:pt x="33458" y="33686"/>
                  </a:cubicBezTo>
                  <a:cubicBezTo>
                    <a:pt x="34818" y="35090"/>
                    <a:pt x="35681" y="36951"/>
                    <a:pt x="36406" y="38808"/>
                  </a:cubicBezTo>
                  <a:cubicBezTo>
                    <a:pt x="37222" y="40984"/>
                    <a:pt x="37494" y="43660"/>
                    <a:pt x="38626" y="45655"/>
                  </a:cubicBezTo>
                  <a:cubicBezTo>
                    <a:pt x="38662" y="45727"/>
                    <a:pt x="38749" y="45763"/>
                    <a:pt x="38840" y="45763"/>
                  </a:cubicBezTo>
                  <a:cubicBezTo>
                    <a:pt x="38978" y="45763"/>
                    <a:pt x="39127" y="45681"/>
                    <a:pt x="39127" y="45517"/>
                  </a:cubicBezTo>
                  <a:cubicBezTo>
                    <a:pt x="38989" y="44295"/>
                    <a:pt x="38445" y="43069"/>
                    <a:pt x="38082" y="41937"/>
                  </a:cubicBezTo>
                  <a:cubicBezTo>
                    <a:pt x="37585" y="40396"/>
                    <a:pt x="37085" y="38898"/>
                    <a:pt x="36450" y="37404"/>
                  </a:cubicBezTo>
                  <a:cubicBezTo>
                    <a:pt x="35815" y="35953"/>
                    <a:pt x="34909" y="34274"/>
                    <a:pt x="33686" y="33142"/>
                  </a:cubicBezTo>
                  <a:cubicBezTo>
                    <a:pt x="33686" y="33095"/>
                    <a:pt x="33686" y="33052"/>
                    <a:pt x="33730" y="33005"/>
                  </a:cubicBezTo>
                  <a:cubicBezTo>
                    <a:pt x="33793" y="32752"/>
                    <a:pt x="33593" y="32588"/>
                    <a:pt x="33390" y="32588"/>
                  </a:cubicBezTo>
                  <a:cubicBezTo>
                    <a:pt x="33301" y="32588"/>
                    <a:pt x="33211" y="32619"/>
                    <a:pt x="33142" y="32689"/>
                  </a:cubicBezTo>
                  <a:cubicBezTo>
                    <a:pt x="32598" y="32236"/>
                    <a:pt x="31964" y="31917"/>
                    <a:pt x="31282" y="31735"/>
                  </a:cubicBezTo>
                  <a:cubicBezTo>
                    <a:pt x="32098" y="30785"/>
                    <a:pt x="32689" y="29606"/>
                    <a:pt x="32961" y="28199"/>
                  </a:cubicBezTo>
                  <a:cubicBezTo>
                    <a:pt x="33092" y="28294"/>
                    <a:pt x="33240" y="28342"/>
                    <a:pt x="33408" y="28342"/>
                  </a:cubicBezTo>
                  <a:cubicBezTo>
                    <a:pt x="33641" y="28342"/>
                    <a:pt x="33913" y="28249"/>
                    <a:pt x="34230" y="28065"/>
                  </a:cubicBezTo>
                  <a:cubicBezTo>
                    <a:pt x="35318" y="27430"/>
                    <a:pt x="35362" y="25207"/>
                    <a:pt x="35318" y="24166"/>
                  </a:cubicBezTo>
                  <a:cubicBezTo>
                    <a:pt x="35273" y="23687"/>
                    <a:pt x="35188" y="21797"/>
                    <a:pt x="34347" y="21797"/>
                  </a:cubicBezTo>
                  <a:cubicBezTo>
                    <a:pt x="34334" y="21797"/>
                    <a:pt x="34321" y="21798"/>
                    <a:pt x="34309" y="21799"/>
                  </a:cubicBezTo>
                  <a:lnTo>
                    <a:pt x="34309" y="21799"/>
                  </a:lnTo>
                  <a:cubicBezTo>
                    <a:pt x="34380" y="21735"/>
                    <a:pt x="34444" y="21635"/>
                    <a:pt x="34412" y="21537"/>
                  </a:cubicBezTo>
                  <a:cubicBezTo>
                    <a:pt x="34321" y="20855"/>
                    <a:pt x="34230" y="20220"/>
                    <a:pt x="34140" y="19542"/>
                  </a:cubicBezTo>
                  <a:lnTo>
                    <a:pt x="34274" y="19404"/>
                  </a:lnTo>
                  <a:cubicBezTo>
                    <a:pt x="34427" y="19251"/>
                    <a:pt x="34291" y="19068"/>
                    <a:pt x="34136" y="19068"/>
                  </a:cubicBezTo>
                  <a:cubicBezTo>
                    <a:pt x="34107" y="19068"/>
                    <a:pt x="34078" y="19074"/>
                    <a:pt x="34049" y="19089"/>
                  </a:cubicBezTo>
                  <a:cubicBezTo>
                    <a:pt x="33549" y="16459"/>
                    <a:pt x="32961" y="13873"/>
                    <a:pt x="32460" y="11244"/>
                  </a:cubicBezTo>
                  <a:cubicBezTo>
                    <a:pt x="32279" y="10065"/>
                    <a:pt x="32098" y="6939"/>
                    <a:pt x="30828" y="6213"/>
                  </a:cubicBezTo>
                  <a:cubicBezTo>
                    <a:pt x="30828" y="6123"/>
                    <a:pt x="30785" y="6032"/>
                    <a:pt x="30647" y="5985"/>
                  </a:cubicBezTo>
                  <a:cubicBezTo>
                    <a:pt x="27474" y="5035"/>
                    <a:pt x="24119" y="4625"/>
                    <a:pt x="20855" y="3718"/>
                  </a:cubicBezTo>
                  <a:cubicBezTo>
                    <a:pt x="17953" y="2902"/>
                    <a:pt x="14736" y="1542"/>
                    <a:pt x="1215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6696727" y="3021047"/>
              <a:ext cx="79985" cy="232480"/>
            </a:xfrm>
            <a:custGeom>
              <a:rect b="b" l="l" r="r" t="t"/>
              <a:pathLst>
                <a:path extrusionOk="0" h="4883" w="1680">
                  <a:moveTo>
                    <a:pt x="1078" y="1"/>
                  </a:moveTo>
                  <a:cubicBezTo>
                    <a:pt x="1000" y="1"/>
                    <a:pt x="920" y="37"/>
                    <a:pt x="863" y="113"/>
                  </a:cubicBezTo>
                  <a:cubicBezTo>
                    <a:pt x="773" y="247"/>
                    <a:pt x="682" y="429"/>
                    <a:pt x="635" y="567"/>
                  </a:cubicBezTo>
                  <a:cubicBezTo>
                    <a:pt x="591" y="610"/>
                    <a:pt x="544" y="610"/>
                    <a:pt x="544" y="701"/>
                  </a:cubicBezTo>
                  <a:cubicBezTo>
                    <a:pt x="501" y="748"/>
                    <a:pt x="501" y="839"/>
                    <a:pt x="501" y="929"/>
                  </a:cubicBezTo>
                  <a:cubicBezTo>
                    <a:pt x="410" y="1245"/>
                    <a:pt x="319" y="1607"/>
                    <a:pt x="319" y="1927"/>
                  </a:cubicBezTo>
                  <a:cubicBezTo>
                    <a:pt x="138" y="2605"/>
                    <a:pt x="0" y="3287"/>
                    <a:pt x="138" y="3965"/>
                  </a:cubicBezTo>
                  <a:cubicBezTo>
                    <a:pt x="210" y="4253"/>
                    <a:pt x="510" y="4883"/>
                    <a:pt x="879" y="4883"/>
                  </a:cubicBezTo>
                  <a:cubicBezTo>
                    <a:pt x="976" y="4883"/>
                    <a:pt x="1076" y="4840"/>
                    <a:pt x="1179" y="4737"/>
                  </a:cubicBezTo>
                  <a:cubicBezTo>
                    <a:pt x="1680" y="4237"/>
                    <a:pt x="1632" y="3240"/>
                    <a:pt x="1589" y="2605"/>
                  </a:cubicBezTo>
                  <a:cubicBezTo>
                    <a:pt x="1589" y="1836"/>
                    <a:pt x="1589" y="929"/>
                    <a:pt x="1317" y="204"/>
                  </a:cubicBezTo>
                  <a:cubicBezTo>
                    <a:pt x="1289" y="71"/>
                    <a:pt x="1186" y="1"/>
                    <a:pt x="1078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7376705" y="3021047"/>
              <a:ext cx="79842" cy="232480"/>
            </a:xfrm>
            <a:custGeom>
              <a:rect b="b" l="l" r="r" t="t"/>
              <a:pathLst>
                <a:path extrusionOk="0" h="4883" w="1677">
                  <a:moveTo>
                    <a:pt x="1043" y="1"/>
                  </a:moveTo>
                  <a:cubicBezTo>
                    <a:pt x="968" y="1"/>
                    <a:pt x="898" y="37"/>
                    <a:pt x="860" y="113"/>
                  </a:cubicBezTo>
                  <a:cubicBezTo>
                    <a:pt x="770" y="247"/>
                    <a:pt x="679" y="429"/>
                    <a:pt x="588" y="567"/>
                  </a:cubicBezTo>
                  <a:cubicBezTo>
                    <a:pt x="545" y="610"/>
                    <a:pt x="498" y="610"/>
                    <a:pt x="498" y="701"/>
                  </a:cubicBezTo>
                  <a:cubicBezTo>
                    <a:pt x="498" y="748"/>
                    <a:pt x="454" y="839"/>
                    <a:pt x="454" y="929"/>
                  </a:cubicBezTo>
                  <a:cubicBezTo>
                    <a:pt x="363" y="1245"/>
                    <a:pt x="316" y="1607"/>
                    <a:pt x="273" y="1927"/>
                  </a:cubicBezTo>
                  <a:cubicBezTo>
                    <a:pt x="135" y="2605"/>
                    <a:pt x="1" y="3287"/>
                    <a:pt x="91" y="3965"/>
                  </a:cubicBezTo>
                  <a:cubicBezTo>
                    <a:pt x="163" y="4253"/>
                    <a:pt x="464" y="4883"/>
                    <a:pt x="856" y="4883"/>
                  </a:cubicBezTo>
                  <a:cubicBezTo>
                    <a:pt x="958" y="4883"/>
                    <a:pt x="1067" y="4840"/>
                    <a:pt x="1179" y="4737"/>
                  </a:cubicBezTo>
                  <a:cubicBezTo>
                    <a:pt x="1676" y="4237"/>
                    <a:pt x="1586" y="3240"/>
                    <a:pt x="1586" y="2605"/>
                  </a:cubicBezTo>
                  <a:cubicBezTo>
                    <a:pt x="1586" y="1836"/>
                    <a:pt x="1542" y="929"/>
                    <a:pt x="1314" y="204"/>
                  </a:cubicBezTo>
                  <a:cubicBezTo>
                    <a:pt x="1261" y="71"/>
                    <a:pt x="1147" y="1"/>
                    <a:pt x="1043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7046381" y="3027712"/>
              <a:ext cx="101600" cy="266902"/>
            </a:xfrm>
            <a:custGeom>
              <a:rect b="b" l="l" r="r" t="t"/>
              <a:pathLst>
                <a:path extrusionOk="0" h="5606" w="2134">
                  <a:moveTo>
                    <a:pt x="340" y="1"/>
                  </a:moveTo>
                  <a:cubicBezTo>
                    <a:pt x="284" y="1"/>
                    <a:pt x="229" y="34"/>
                    <a:pt x="229" y="107"/>
                  </a:cubicBezTo>
                  <a:cubicBezTo>
                    <a:pt x="91" y="1787"/>
                    <a:pt x="1" y="3553"/>
                    <a:pt x="229" y="5276"/>
                  </a:cubicBezTo>
                  <a:cubicBezTo>
                    <a:pt x="229" y="5366"/>
                    <a:pt x="320" y="5457"/>
                    <a:pt x="410" y="5457"/>
                  </a:cubicBezTo>
                  <a:cubicBezTo>
                    <a:pt x="709" y="5540"/>
                    <a:pt x="992" y="5606"/>
                    <a:pt x="1268" y="5606"/>
                  </a:cubicBezTo>
                  <a:cubicBezTo>
                    <a:pt x="1452" y="5606"/>
                    <a:pt x="1633" y="5577"/>
                    <a:pt x="1814" y="5504"/>
                  </a:cubicBezTo>
                  <a:cubicBezTo>
                    <a:pt x="2133" y="5457"/>
                    <a:pt x="2042" y="5004"/>
                    <a:pt x="1770" y="5004"/>
                  </a:cubicBezTo>
                  <a:cubicBezTo>
                    <a:pt x="1646" y="5004"/>
                    <a:pt x="1517" y="5014"/>
                    <a:pt x="1395" y="5014"/>
                  </a:cubicBezTo>
                  <a:cubicBezTo>
                    <a:pt x="1073" y="5014"/>
                    <a:pt x="792" y="4942"/>
                    <a:pt x="726" y="4416"/>
                  </a:cubicBezTo>
                  <a:cubicBezTo>
                    <a:pt x="682" y="3872"/>
                    <a:pt x="682" y="3372"/>
                    <a:pt x="635" y="2828"/>
                  </a:cubicBezTo>
                  <a:cubicBezTo>
                    <a:pt x="635" y="1921"/>
                    <a:pt x="682" y="971"/>
                    <a:pt x="454" y="64"/>
                  </a:cubicBezTo>
                  <a:cubicBezTo>
                    <a:pt x="434" y="23"/>
                    <a:pt x="387" y="1"/>
                    <a:pt x="34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6801291" y="2336562"/>
              <a:ext cx="626262" cy="276138"/>
            </a:xfrm>
            <a:custGeom>
              <a:rect b="b" l="l" r="r" t="t"/>
              <a:pathLst>
                <a:path extrusionOk="0" h="5800" w="13154">
                  <a:moveTo>
                    <a:pt x="148" y="0"/>
                  </a:moveTo>
                  <a:cubicBezTo>
                    <a:pt x="72" y="0"/>
                    <a:pt x="1" y="98"/>
                    <a:pt x="34" y="168"/>
                  </a:cubicBezTo>
                  <a:cubicBezTo>
                    <a:pt x="2845" y="3885"/>
                    <a:pt x="8376" y="4973"/>
                    <a:pt x="12684" y="5789"/>
                  </a:cubicBezTo>
                  <a:cubicBezTo>
                    <a:pt x="12708" y="5796"/>
                    <a:pt x="12732" y="5800"/>
                    <a:pt x="12754" y="5800"/>
                  </a:cubicBezTo>
                  <a:cubicBezTo>
                    <a:pt x="13024" y="5800"/>
                    <a:pt x="13153" y="5329"/>
                    <a:pt x="12819" y="5245"/>
                  </a:cubicBezTo>
                  <a:cubicBezTo>
                    <a:pt x="8194" y="4382"/>
                    <a:pt x="3842" y="3204"/>
                    <a:pt x="215" y="30"/>
                  </a:cubicBezTo>
                  <a:cubicBezTo>
                    <a:pt x="194" y="9"/>
                    <a:pt x="171" y="0"/>
                    <a:pt x="148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6673361" y="2449637"/>
              <a:ext cx="452628" cy="218816"/>
            </a:xfrm>
            <a:custGeom>
              <a:rect b="b" l="l" r="r" t="t"/>
              <a:pathLst>
                <a:path extrusionOk="0" h="4596" w="9507">
                  <a:moveTo>
                    <a:pt x="277" y="0"/>
                  </a:moveTo>
                  <a:cubicBezTo>
                    <a:pt x="137" y="0"/>
                    <a:pt x="1" y="132"/>
                    <a:pt x="92" y="285"/>
                  </a:cubicBezTo>
                  <a:cubicBezTo>
                    <a:pt x="1814" y="2961"/>
                    <a:pt x="6076" y="4002"/>
                    <a:pt x="8977" y="4593"/>
                  </a:cubicBezTo>
                  <a:cubicBezTo>
                    <a:pt x="8990" y="4595"/>
                    <a:pt x="9003" y="4595"/>
                    <a:pt x="9015" y="4595"/>
                  </a:cubicBezTo>
                  <a:cubicBezTo>
                    <a:pt x="9352" y="4595"/>
                    <a:pt x="9507" y="4047"/>
                    <a:pt x="9115" y="4002"/>
                  </a:cubicBezTo>
                  <a:cubicBezTo>
                    <a:pt x="6395" y="3458"/>
                    <a:pt x="2177" y="2598"/>
                    <a:pt x="454" y="103"/>
                  </a:cubicBezTo>
                  <a:cubicBezTo>
                    <a:pt x="411" y="30"/>
                    <a:pt x="344" y="0"/>
                    <a:pt x="277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6535993" y="2506088"/>
              <a:ext cx="296229" cy="127690"/>
            </a:xfrm>
            <a:custGeom>
              <a:rect b="b" l="l" r="r" t="t"/>
              <a:pathLst>
                <a:path extrusionOk="0" h="2682" w="6222">
                  <a:moveTo>
                    <a:pt x="248" y="0"/>
                  </a:moveTo>
                  <a:cubicBezTo>
                    <a:pt x="111" y="0"/>
                    <a:pt x="0" y="137"/>
                    <a:pt x="69" y="274"/>
                  </a:cubicBezTo>
                  <a:cubicBezTo>
                    <a:pt x="475" y="1137"/>
                    <a:pt x="1610" y="1543"/>
                    <a:pt x="2426" y="1862"/>
                  </a:cubicBezTo>
                  <a:cubicBezTo>
                    <a:pt x="3514" y="2316"/>
                    <a:pt x="4693" y="2631"/>
                    <a:pt x="5872" y="2678"/>
                  </a:cubicBezTo>
                  <a:cubicBezTo>
                    <a:pt x="5884" y="2680"/>
                    <a:pt x="5896" y="2681"/>
                    <a:pt x="5908" y="2681"/>
                  </a:cubicBezTo>
                  <a:cubicBezTo>
                    <a:pt x="6151" y="2681"/>
                    <a:pt x="6222" y="2266"/>
                    <a:pt x="5962" y="2225"/>
                  </a:cubicBezTo>
                  <a:cubicBezTo>
                    <a:pt x="4058" y="1724"/>
                    <a:pt x="1882" y="1452"/>
                    <a:pt x="384" y="49"/>
                  </a:cubicBezTo>
                  <a:cubicBezTo>
                    <a:pt x="340" y="15"/>
                    <a:pt x="292" y="0"/>
                    <a:pt x="248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6766334" y="3429976"/>
              <a:ext cx="590078" cy="262379"/>
            </a:xfrm>
            <a:custGeom>
              <a:rect b="b" l="l" r="r" t="t"/>
              <a:pathLst>
                <a:path extrusionOk="0" h="5511" w="12394">
                  <a:moveTo>
                    <a:pt x="671" y="319"/>
                  </a:moveTo>
                  <a:lnTo>
                    <a:pt x="671" y="319"/>
                  </a:lnTo>
                  <a:cubicBezTo>
                    <a:pt x="4341" y="453"/>
                    <a:pt x="8015" y="544"/>
                    <a:pt x="11685" y="591"/>
                  </a:cubicBezTo>
                  <a:cubicBezTo>
                    <a:pt x="11413" y="1995"/>
                    <a:pt x="10688" y="3174"/>
                    <a:pt x="9600" y="3899"/>
                  </a:cubicBezTo>
                  <a:cubicBezTo>
                    <a:pt x="8842" y="2762"/>
                    <a:pt x="7527" y="2145"/>
                    <a:pt x="6238" y="2145"/>
                  </a:cubicBezTo>
                  <a:cubicBezTo>
                    <a:pt x="5060" y="2145"/>
                    <a:pt x="3902" y="2660"/>
                    <a:pt x="3210" y="3765"/>
                  </a:cubicBezTo>
                  <a:cubicBezTo>
                    <a:pt x="1940" y="3039"/>
                    <a:pt x="896" y="1951"/>
                    <a:pt x="762" y="544"/>
                  </a:cubicBezTo>
                  <a:cubicBezTo>
                    <a:pt x="762" y="453"/>
                    <a:pt x="714" y="410"/>
                    <a:pt x="671" y="319"/>
                  </a:cubicBezTo>
                  <a:close/>
                  <a:moveTo>
                    <a:pt x="6057" y="2609"/>
                  </a:moveTo>
                  <a:cubicBezTo>
                    <a:pt x="7177" y="2609"/>
                    <a:pt x="8267" y="3159"/>
                    <a:pt x="9103" y="4218"/>
                  </a:cubicBezTo>
                  <a:cubicBezTo>
                    <a:pt x="8436" y="4584"/>
                    <a:pt x="7646" y="4804"/>
                    <a:pt x="6788" y="4804"/>
                  </a:cubicBezTo>
                  <a:cubicBezTo>
                    <a:pt x="6479" y="4804"/>
                    <a:pt x="6162" y="4775"/>
                    <a:pt x="5839" y="4715"/>
                  </a:cubicBezTo>
                  <a:cubicBezTo>
                    <a:pt x="5023" y="4581"/>
                    <a:pt x="4116" y="4309"/>
                    <a:pt x="3300" y="3808"/>
                  </a:cubicBezTo>
                  <a:cubicBezTo>
                    <a:pt x="4150" y="3000"/>
                    <a:pt x="5114" y="2609"/>
                    <a:pt x="6057" y="2609"/>
                  </a:cubicBezTo>
                  <a:close/>
                  <a:moveTo>
                    <a:pt x="11823" y="0"/>
                  </a:moveTo>
                  <a:cubicBezTo>
                    <a:pt x="8059" y="47"/>
                    <a:pt x="4298" y="91"/>
                    <a:pt x="533" y="229"/>
                  </a:cubicBezTo>
                  <a:cubicBezTo>
                    <a:pt x="478" y="207"/>
                    <a:pt x="418" y="195"/>
                    <a:pt x="359" y="195"/>
                  </a:cubicBezTo>
                  <a:cubicBezTo>
                    <a:pt x="175" y="195"/>
                    <a:pt x="0" y="305"/>
                    <a:pt x="36" y="544"/>
                  </a:cubicBezTo>
                  <a:cubicBezTo>
                    <a:pt x="352" y="3402"/>
                    <a:pt x="3482" y="5259"/>
                    <a:pt x="6155" y="5487"/>
                  </a:cubicBezTo>
                  <a:cubicBezTo>
                    <a:pt x="6319" y="5503"/>
                    <a:pt x="6484" y="5510"/>
                    <a:pt x="6650" y="5510"/>
                  </a:cubicBezTo>
                  <a:cubicBezTo>
                    <a:pt x="9423" y="5510"/>
                    <a:pt x="12393" y="3404"/>
                    <a:pt x="12095" y="410"/>
                  </a:cubicBezTo>
                  <a:cubicBezTo>
                    <a:pt x="12186" y="229"/>
                    <a:pt x="12095" y="0"/>
                    <a:pt x="11823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7645231" y="4044347"/>
              <a:ext cx="128690" cy="414731"/>
            </a:xfrm>
            <a:custGeom>
              <a:rect b="b" l="l" r="r" t="t"/>
              <a:pathLst>
                <a:path extrusionOk="0" h="8711" w="2703">
                  <a:moveTo>
                    <a:pt x="276" y="1"/>
                  </a:moveTo>
                  <a:cubicBezTo>
                    <a:pt x="137" y="1"/>
                    <a:pt x="1" y="109"/>
                    <a:pt x="26" y="290"/>
                  </a:cubicBezTo>
                  <a:cubicBezTo>
                    <a:pt x="345" y="1966"/>
                    <a:pt x="932" y="3645"/>
                    <a:pt x="1386" y="5277"/>
                  </a:cubicBezTo>
                  <a:cubicBezTo>
                    <a:pt x="1748" y="6456"/>
                    <a:pt x="2020" y="7635"/>
                    <a:pt x="2612" y="8676"/>
                  </a:cubicBezTo>
                  <a:cubicBezTo>
                    <a:pt x="2633" y="8699"/>
                    <a:pt x="2656" y="8711"/>
                    <a:pt x="2673" y="8711"/>
                  </a:cubicBezTo>
                  <a:cubicBezTo>
                    <a:pt x="2691" y="8711"/>
                    <a:pt x="2702" y="8699"/>
                    <a:pt x="2702" y="8676"/>
                  </a:cubicBezTo>
                  <a:cubicBezTo>
                    <a:pt x="2249" y="7678"/>
                    <a:pt x="2111" y="6228"/>
                    <a:pt x="1839" y="5187"/>
                  </a:cubicBezTo>
                  <a:cubicBezTo>
                    <a:pt x="1433" y="3555"/>
                    <a:pt x="1114" y="1785"/>
                    <a:pt x="526" y="200"/>
                  </a:cubicBezTo>
                  <a:cubicBezTo>
                    <a:pt x="487" y="62"/>
                    <a:pt x="381" y="1"/>
                    <a:pt x="276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7270914" y="3794247"/>
              <a:ext cx="265521" cy="94077"/>
            </a:xfrm>
            <a:custGeom>
              <a:rect b="b" l="l" r="r" t="t"/>
              <a:pathLst>
                <a:path extrusionOk="0" h="1976" w="5577">
                  <a:moveTo>
                    <a:pt x="4752" y="0"/>
                  </a:moveTo>
                  <a:cubicBezTo>
                    <a:pt x="4711" y="0"/>
                    <a:pt x="4668" y="4"/>
                    <a:pt x="4624" y="13"/>
                  </a:cubicBezTo>
                  <a:cubicBezTo>
                    <a:pt x="3478" y="258"/>
                    <a:pt x="2406" y="613"/>
                    <a:pt x="1274" y="613"/>
                  </a:cubicBezTo>
                  <a:cubicBezTo>
                    <a:pt x="1152" y="613"/>
                    <a:pt x="1030" y="609"/>
                    <a:pt x="906" y="600"/>
                  </a:cubicBezTo>
                  <a:cubicBezTo>
                    <a:pt x="877" y="597"/>
                    <a:pt x="849" y="596"/>
                    <a:pt x="821" y="596"/>
                  </a:cubicBezTo>
                  <a:cubicBezTo>
                    <a:pt x="0" y="596"/>
                    <a:pt x="27" y="1872"/>
                    <a:pt x="863" y="1960"/>
                  </a:cubicBezTo>
                  <a:cubicBezTo>
                    <a:pt x="1001" y="1971"/>
                    <a:pt x="1139" y="1976"/>
                    <a:pt x="1275" y="1976"/>
                  </a:cubicBezTo>
                  <a:cubicBezTo>
                    <a:pt x="2298" y="1976"/>
                    <a:pt x="3263" y="1693"/>
                    <a:pt x="4261" y="1373"/>
                  </a:cubicBezTo>
                  <a:cubicBezTo>
                    <a:pt x="4489" y="1325"/>
                    <a:pt x="4671" y="1235"/>
                    <a:pt x="4896" y="1191"/>
                  </a:cubicBezTo>
                  <a:cubicBezTo>
                    <a:pt x="5576" y="936"/>
                    <a:pt x="5379" y="0"/>
                    <a:pt x="4752" y="0"/>
                  </a:cubicBezTo>
                  <a:close/>
                </a:path>
              </a:pathLst>
            </a:custGeom>
            <a:solidFill>
              <a:srgbClr val="C8D5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6681206" y="4123476"/>
              <a:ext cx="52323" cy="107027"/>
            </a:xfrm>
            <a:custGeom>
              <a:rect b="b" l="l" r="r" t="t"/>
              <a:pathLst>
                <a:path extrusionOk="0" h="2248" w="1099">
                  <a:moveTo>
                    <a:pt x="307" y="1"/>
                  </a:moveTo>
                  <a:cubicBezTo>
                    <a:pt x="154" y="1"/>
                    <a:pt x="1" y="137"/>
                    <a:pt x="54" y="351"/>
                  </a:cubicBezTo>
                  <a:cubicBezTo>
                    <a:pt x="101" y="623"/>
                    <a:pt x="145" y="895"/>
                    <a:pt x="236" y="1211"/>
                  </a:cubicBezTo>
                  <a:cubicBezTo>
                    <a:pt x="236" y="1258"/>
                    <a:pt x="283" y="1301"/>
                    <a:pt x="283" y="1349"/>
                  </a:cubicBezTo>
                  <a:lnTo>
                    <a:pt x="283" y="1439"/>
                  </a:lnTo>
                  <a:cubicBezTo>
                    <a:pt x="326" y="1530"/>
                    <a:pt x="326" y="1621"/>
                    <a:pt x="373" y="1711"/>
                  </a:cubicBezTo>
                  <a:cubicBezTo>
                    <a:pt x="417" y="1845"/>
                    <a:pt x="464" y="1983"/>
                    <a:pt x="555" y="2117"/>
                  </a:cubicBezTo>
                  <a:cubicBezTo>
                    <a:pt x="607" y="2207"/>
                    <a:pt x="695" y="2247"/>
                    <a:pt x="782" y="2247"/>
                  </a:cubicBezTo>
                  <a:cubicBezTo>
                    <a:pt x="917" y="2247"/>
                    <a:pt x="1052" y="2149"/>
                    <a:pt x="1052" y="1983"/>
                  </a:cubicBezTo>
                  <a:cubicBezTo>
                    <a:pt x="1099" y="1711"/>
                    <a:pt x="961" y="1439"/>
                    <a:pt x="870" y="1167"/>
                  </a:cubicBezTo>
                  <a:cubicBezTo>
                    <a:pt x="780" y="848"/>
                    <a:pt x="645" y="533"/>
                    <a:pt x="555" y="213"/>
                  </a:cubicBezTo>
                  <a:cubicBezTo>
                    <a:pt x="518" y="65"/>
                    <a:pt x="412" y="1"/>
                    <a:pt x="307" y="1"/>
                  </a:cubicBezTo>
                  <a:close/>
                </a:path>
              </a:pathLst>
            </a:custGeom>
            <a:solidFill>
              <a:srgbClr val="C8D5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/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121" name="Google Shape;121;p16"/>
          <p:cNvGrpSpPr/>
          <p:nvPr/>
        </p:nvGrpSpPr>
        <p:grpSpPr>
          <a:xfrm rot="5400000">
            <a:off x="1657939" y="2960320"/>
            <a:ext cx="3466013" cy="53340"/>
            <a:chOff x="3504850" y="4296150"/>
            <a:chExt cx="1300275" cy="21675"/>
          </a:xfrm>
        </p:grpSpPr>
        <p:sp>
          <p:nvSpPr>
            <p:cNvPr id="122" name="Google Shape;122;p16"/>
            <p:cNvSpPr/>
            <p:nvPr/>
          </p:nvSpPr>
          <p:spPr>
            <a:xfrm>
              <a:off x="3504850" y="4296775"/>
              <a:ext cx="20600" cy="21050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3539375" y="4296725"/>
              <a:ext cx="19325" cy="2002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3579250" y="4296150"/>
              <a:ext cx="20075" cy="20400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3614575" y="4298500"/>
              <a:ext cx="20925" cy="16550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3653650" y="4298050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3691375" y="4297250"/>
              <a:ext cx="17625" cy="18175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9" y="709"/>
                    <a:pt x="271" y="727"/>
                    <a:pt x="333" y="727"/>
                  </a:cubicBezTo>
                  <a:cubicBezTo>
                    <a:pt x="382" y="727"/>
                    <a:pt x="431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4" y="20"/>
                    <a:pt x="348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9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3731700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8" y="101"/>
                    <a:pt x="128" y="199"/>
                  </a:cubicBezTo>
                  <a:cubicBezTo>
                    <a:pt x="30" y="318"/>
                    <a:pt x="1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3766225" y="4296725"/>
              <a:ext cx="19325" cy="20025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2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5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4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3806100" y="4296150"/>
              <a:ext cx="20150" cy="20400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70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5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9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3841475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0" y="374"/>
                    <a:pt x="68" y="487"/>
                  </a:cubicBezTo>
                  <a:cubicBezTo>
                    <a:pt x="76" y="506"/>
                    <a:pt x="86" y="522"/>
                    <a:pt x="99" y="539"/>
                  </a:cubicBezTo>
                  <a:cubicBezTo>
                    <a:pt x="120" y="572"/>
                    <a:pt x="149" y="603"/>
                    <a:pt x="191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9" y="658"/>
                    <a:pt x="382" y="651"/>
                  </a:cubicBezTo>
                  <a:cubicBezTo>
                    <a:pt x="399" y="651"/>
                    <a:pt x="416" y="649"/>
                    <a:pt x="432" y="647"/>
                  </a:cubicBezTo>
                  <a:cubicBezTo>
                    <a:pt x="562" y="628"/>
                    <a:pt x="678" y="533"/>
                    <a:pt x="741" y="435"/>
                  </a:cubicBezTo>
                  <a:cubicBezTo>
                    <a:pt x="812" y="324"/>
                    <a:pt x="835" y="178"/>
                    <a:pt x="730" y="78"/>
                  </a:cubicBezTo>
                  <a:cubicBezTo>
                    <a:pt x="673" y="23"/>
                    <a:pt x="603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3880500" y="4298050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338" y="1"/>
                  </a:moveTo>
                  <a:cubicBezTo>
                    <a:pt x="236" y="1"/>
                    <a:pt x="137" y="45"/>
                    <a:pt x="82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7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3918275" y="4297250"/>
              <a:ext cx="17600" cy="18175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2" y="1"/>
                    <a:pt x="155" y="10"/>
                    <a:pt x="130" y="32"/>
                  </a:cubicBezTo>
                  <a:cubicBezTo>
                    <a:pt x="41" y="112"/>
                    <a:pt x="16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60" y="126"/>
                    <a:pt x="597" y="45"/>
                    <a:pt x="505" y="18"/>
                  </a:cubicBezTo>
                  <a:cubicBezTo>
                    <a:pt x="489" y="12"/>
                    <a:pt x="472" y="10"/>
                    <a:pt x="455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6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3958575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2" y="0"/>
                  </a:moveTo>
                  <a:cubicBezTo>
                    <a:pt x="238" y="0"/>
                    <a:pt x="169" y="101"/>
                    <a:pt x="129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5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5" y="466"/>
                    <a:pt x="802" y="222"/>
                    <a:pt x="600" y="110"/>
                  </a:cubicBezTo>
                  <a:cubicBezTo>
                    <a:pt x="552" y="83"/>
                    <a:pt x="509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3993100" y="4296725"/>
              <a:ext cx="19300" cy="20025"/>
            </a:xfrm>
            <a:custGeom>
              <a:rect b="b" l="l" r="r" t="t"/>
              <a:pathLst>
                <a:path extrusionOk="0" h="801" w="772">
                  <a:moveTo>
                    <a:pt x="358" y="0"/>
                  </a:moveTo>
                  <a:cubicBezTo>
                    <a:pt x="142" y="0"/>
                    <a:pt x="1" y="348"/>
                    <a:pt x="99" y="549"/>
                  </a:cubicBezTo>
                  <a:cubicBezTo>
                    <a:pt x="123" y="688"/>
                    <a:pt x="210" y="800"/>
                    <a:pt x="373" y="800"/>
                  </a:cubicBezTo>
                  <a:cubicBezTo>
                    <a:pt x="381" y="800"/>
                    <a:pt x="390" y="800"/>
                    <a:pt x="399" y="800"/>
                  </a:cubicBezTo>
                  <a:cubicBezTo>
                    <a:pt x="595" y="785"/>
                    <a:pt x="684" y="637"/>
                    <a:pt x="718" y="481"/>
                  </a:cubicBezTo>
                  <a:cubicBezTo>
                    <a:pt x="720" y="472"/>
                    <a:pt x="724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3" y="30"/>
                  </a:cubicBezTo>
                  <a:cubicBezTo>
                    <a:pt x="489" y="28"/>
                    <a:pt x="472" y="26"/>
                    <a:pt x="457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4032975" y="4296150"/>
              <a:ext cx="20125" cy="20400"/>
            </a:xfrm>
            <a:custGeom>
              <a:rect b="b" l="l" r="r" t="t"/>
              <a:pathLst>
                <a:path extrusionOk="0" h="816" w="805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4" y="743"/>
                  </a:cubicBezTo>
                  <a:cubicBezTo>
                    <a:pt x="207" y="794"/>
                    <a:pt x="271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5" y="383"/>
                    <a:pt x="790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4068350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2" y="0"/>
                    <a:pt x="455" y="6"/>
                    <a:pt x="419" y="16"/>
                  </a:cubicBezTo>
                  <a:cubicBezTo>
                    <a:pt x="408" y="14"/>
                    <a:pt x="396" y="13"/>
                    <a:pt x="385" y="13"/>
                  </a:cubicBezTo>
                  <a:cubicBezTo>
                    <a:pt x="360" y="13"/>
                    <a:pt x="337" y="18"/>
                    <a:pt x="315" y="26"/>
                  </a:cubicBezTo>
                  <a:cubicBezTo>
                    <a:pt x="303" y="24"/>
                    <a:pt x="290" y="20"/>
                    <a:pt x="275" y="20"/>
                  </a:cubicBezTo>
                  <a:cubicBezTo>
                    <a:pt x="268" y="19"/>
                    <a:pt x="261" y="19"/>
                    <a:pt x="254" y="19"/>
                  </a:cubicBezTo>
                  <a:cubicBezTo>
                    <a:pt x="184" y="19"/>
                    <a:pt x="123" y="55"/>
                    <a:pt x="82" y="107"/>
                  </a:cubicBezTo>
                  <a:cubicBezTo>
                    <a:pt x="0" y="214"/>
                    <a:pt x="19" y="374"/>
                    <a:pt x="67" y="487"/>
                  </a:cubicBezTo>
                  <a:cubicBezTo>
                    <a:pt x="75" y="506"/>
                    <a:pt x="86" y="522"/>
                    <a:pt x="98" y="539"/>
                  </a:cubicBezTo>
                  <a:cubicBezTo>
                    <a:pt x="119" y="572"/>
                    <a:pt x="148" y="603"/>
                    <a:pt x="190" y="628"/>
                  </a:cubicBezTo>
                  <a:cubicBezTo>
                    <a:pt x="229" y="652"/>
                    <a:pt x="269" y="661"/>
                    <a:pt x="309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398" y="651"/>
                    <a:pt x="415" y="649"/>
                    <a:pt x="432" y="647"/>
                  </a:cubicBezTo>
                  <a:cubicBezTo>
                    <a:pt x="561" y="628"/>
                    <a:pt x="678" y="533"/>
                    <a:pt x="740" y="435"/>
                  </a:cubicBezTo>
                  <a:cubicBezTo>
                    <a:pt x="811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4107375" y="4298050"/>
              <a:ext cx="19050" cy="18200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6" y="1"/>
                    <a:pt x="138" y="45"/>
                    <a:pt x="82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4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8" y="726"/>
                  </a:cubicBezTo>
                  <a:cubicBezTo>
                    <a:pt x="624" y="707"/>
                    <a:pt x="761" y="474"/>
                    <a:pt x="717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0" y="60"/>
                    <a:pt x="457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4145150" y="4297250"/>
              <a:ext cx="17575" cy="18175"/>
            </a:xfrm>
            <a:custGeom>
              <a:rect b="b" l="l" r="r" t="t"/>
              <a:pathLst>
                <a:path extrusionOk="0" h="727" w="703">
                  <a:moveTo>
                    <a:pt x="206" y="1"/>
                  </a:moveTo>
                  <a:cubicBezTo>
                    <a:pt x="181" y="1"/>
                    <a:pt x="155" y="10"/>
                    <a:pt x="130" y="32"/>
                  </a:cubicBezTo>
                  <a:cubicBezTo>
                    <a:pt x="42" y="112"/>
                    <a:pt x="17" y="220"/>
                    <a:pt x="36" y="326"/>
                  </a:cubicBezTo>
                  <a:cubicBezTo>
                    <a:pt x="0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0" y="551"/>
                    <a:pt x="661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5" y="10"/>
                  </a:cubicBezTo>
                  <a:cubicBezTo>
                    <a:pt x="419" y="10"/>
                    <a:pt x="382" y="20"/>
                    <a:pt x="346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5" y="15"/>
                    <a:pt x="237" y="1"/>
                    <a:pt x="2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4185425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40" y="0"/>
                    <a:pt x="170" y="101"/>
                    <a:pt x="130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5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8" y="842"/>
                    <a:pt x="656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5" y="83"/>
                    <a:pt x="509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5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4220000" y="4296725"/>
              <a:ext cx="19275" cy="20025"/>
            </a:xfrm>
            <a:custGeom>
              <a:rect b="b" l="l" r="r" t="t"/>
              <a:pathLst>
                <a:path extrusionOk="0" h="801" w="771">
                  <a:moveTo>
                    <a:pt x="356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1" y="688"/>
                    <a:pt x="209" y="800"/>
                    <a:pt x="371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3" y="785"/>
                    <a:pt x="683" y="637"/>
                    <a:pt x="716" y="481"/>
                  </a:cubicBezTo>
                  <a:cubicBezTo>
                    <a:pt x="718" y="472"/>
                    <a:pt x="722" y="466"/>
                    <a:pt x="725" y="460"/>
                  </a:cubicBezTo>
                  <a:cubicBezTo>
                    <a:pt x="770" y="324"/>
                    <a:pt x="731" y="176"/>
                    <a:pt x="625" y="95"/>
                  </a:cubicBezTo>
                  <a:cubicBezTo>
                    <a:pt x="593" y="64"/>
                    <a:pt x="552" y="41"/>
                    <a:pt x="502" y="30"/>
                  </a:cubicBezTo>
                  <a:cubicBezTo>
                    <a:pt x="487" y="28"/>
                    <a:pt x="472" y="26"/>
                    <a:pt x="456" y="24"/>
                  </a:cubicBezTo>
                  <a:cubicBezTo>
                    <a:pt x="421" y="8"/>
                    <a:pt x="388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4259825" y="4296150"/>
              <a:ext cx="20150" cy="20400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9" y="643"/>
                    <a:pt x="144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91" y="108"/>
                    <a:pt x="534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6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4295200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2" y="374"/>
                    <a:pt x="68" y="487"/>
                  </a:cubicBezTo>
                  <a:cubicBezTo>
                    <a:pt x="76" y="506"/>
                    <a:pt x="88" y="522"/>
                    <a:pt x="101" y="539"/>
                  </a:cubicBezTo>
                  <a:cubicBezTo>
                    <a:pt x="120" y="572"/>
                    <a:pt x="149" y="603"/>
                    <a:pt x="190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401" y="651"/>
                    <a:pt x="418" y="649"/>
                    <a:pt x="432" y="647"/>
                  </a:cubicBezTo>
                  <a:cubicBezTo>
                    <a:pt x="561" y="628"/>
                    <a:pt x="678" y="533"/>
                    <a:pt x="741" y="435"/>
                  </a:cubicBezTo>
                  <a:cubicBezTo>
                    <a:pt x="812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4334225" y="4298050"/>
              <a:ext cx="19050" cy="18200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7" y="1"/>
                    <a:pt x="138" y="45"/>
                    <a:pt x="82" y="146"/>
                  </a:cubicBezTo>
                  <a:cubicBezTo>
                    <a:pt x="9" y="278"/>
                    <a:pt x="1" y="432"/>
                    <a:pt x="63" y="567"/>
                  </a:cubicBezTo>
                  <a:cubicBezTo>
                    <a:pt x="114" y="681"/>
                    <a:pt x="237" y="727"/>
                    <a:pt x="361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2" y="474"/>
                    <a:pt x="718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1" y="60"/>
                    <a:pt x="458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4372000" y="4297250"/>
              <a:ext cx="17600" cy="18175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3" y="112"/>
                    <a:pt x="18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2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7" y="45"/>
                    <a:pt x="507" y="18"/>
                  </a:cubicBezTo>
                  <a:cubicBezTo>
                    <a:pt x="491" y="12"/>
                    <a:pt x="473" y="10"/>
                    <a:pt x="456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9" y="37"/>
                  </a:cubicBezTo>
                  <a:cubicBezTo>
                    <a:pt x="267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4410475" y="4296775"/>
              <a:ext cx="20600" cy="21050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6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4445000" y="4296725"/>
              <a:ext cx="19300" cy="20025"/>
            </a:xfrm>
            <a:custGeom>
              <a:rect b="b" l="l" r="r" t="t"/>
              <a:pathLst>
                <a:path extrusionOk="0" h="801" w="772">
                  <a:moveTo>
                    <a:pt x="356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2" y="688"/>
                    <a:pt x="208" y="800"/>
                    <a:pt x="371" y="800"/>
                  </a:cubicBezTo>
                  <a:cubicBezTo>
                    <a:pt x="379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4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5" y="24"/>
                  </a:cubicBezTo>
                  <a:cubicBezTo>
                    <a:pt x="421" y="8"/>
                    <a:pt x="387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4484875" y="4296150"/>
              <a:ext cx="20075" cy="20400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2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69" y="815"/>
                    <a:pt x="332" y="815"/>
                  </a:cubicBezTo>
                  <a:cubicBezTo>
                    <a:pt x="478" y="815"/>
                    <a:pt x="612" y="696"/>
                    <a:pt x="678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7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4520200" y="4298500"/>
              <a:ext cx="20850" cy="16550"/>
            </a:xfrm>
            <a:custGeom>
              <a:rect b="b" l="l" r="r" t="t"/>
              <a:pathLst>
                <a:path extrusionOk="0" h="662" w="834">
                  <a:moveTo>
                    <a:pt x="531" y="0"/>
                  </a:moveTo>
                  <a:cubicBezTo>
                    <a:pt x="494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8" y="18"/>
                    <a:pt x="315" y="26"/>
                  </a:cubicBezTo>
                  <a:cubicBezTo>
                    <a:pt x="305" y="24"/>
                    <a:pt x="290" y="20"/>
                    <a:pt x="277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0" y="661"/>
                    <a:pt x="310" y="661"/>
                  </a:cubicBezTo>
                  <a:cubicBezTo>
                    <a:pt x="335" y="661"/>
                    <a:pt x="359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4559275" y="4298050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4597000" y="4297250"/>
              <a:ext cx="17625" cy="18175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2" y="1"/>
                    <a:pt x="156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30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3" y="20"/>
                    <a:pt x="346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8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4637325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7" y="101"/>
                    <a:pt x="128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4671850" y="4296725"/>
              <a:ext cx="19325" cy="20025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2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1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4711725" y="4296150"/>
              <a:ext cx="20150" cy="20400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2" y="743"/>
                  </a:cubicBezTo>
                  <a:cubicBezTo>
                    <a:pt x="206" y="794"/>
                    <a:pt x="271" y="815"/>
                    <a:pt x="333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8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4747050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31" y="0"/>
                  </a:moveTo>
                  <a:cubicBezTo>
                    <a:pt x="495" y="0"/>
                    <a:pt x="458" y="6"/>
                    <a:pt x="422" y="16"/>
                  </a:cubicBezTo>
                  <a:cubicBezTo>
                    <a:pt x="410" y="14"/>
                    <a:pt x="399" y="13"/>
                    <a:pt x="388" y="13"/>
                  </a:cubicBezTo>
                  <a:cubicBezTo>
                    <a:pt x="363" y="13"/>
                    <a:pt x="339" y="18"/>
                    <a:pt x="318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3" y="19"/>
                    <a:pt x="256" y="19"/>
                  </a:cubicBezTo>
                  <a:cubicBezTo>
                    <a:pt x="184" y="19"/>
                    <a:pt x="126" y="55"/>
                    <a:pt x="84" y="107"/>
                  </a:cubicBezTo>
                  <a:cubicBezTo>
                    <a:pt x="1" y="214"/>
                    <a:pt x="22" y="374"/>
                    <a:pt x="70" y="487"/>
                  </a:cubicBezTo>
                  <a:cubicBezTo>
                    <a:pt x="78" y="506"/>
                    <a:pt x="88" y="522"/>
                    <a:pt x="101" y="539"/>
                  </a:cubicBezTo>
                  <a:cubicBezTo>
                    <a:pt x="122" y="572"/>
                    <a:pt x="151" y="603"/>
                    <a:pt x="192" y="628"/>
                  </a:cubicBezTo>
                  <a:cubicBezTo>
                    <a:pt x="231" y="652"/>
                    <a:pt x="272" y="661"/>
                    <a:pt x="312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1" y="651"/>
                    <a:pt x="418" y="649"/>
                    <a:pt x="434" y="647"/>
                  </a:cubicBezTo>
                  <a:cubicBezTo>
                    <a:pt x="563" y="628"/>
                    <a:pt x="678" y="533"/>
                    <a:pt x="743" y="435"/>
                  </a:cubicBezTo>
                  <a:cubicBezTo>
                    <a:pt x="814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4786125" y="4298050"/>
              <a:ext cx="19000" cy="18150"/>
            </a:xfrm>
            <a:custGeom>
              <a:rect b="b" l="l" r="r" t="t"/>
              <a:pathLst>
                <a:path extrusionOk="0" h="726" w="760">
                  <a:moveTo>
                    <a:pt x="337" y="1"/>
                  </a:moveTo>
                  <a:cubicBezTo>
                    <a:pt x="235" y="1"/>
                    <a:pt x="136" y="45"/>
                    <a:pt x="80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0"/>
                    <a:pt x="234" y="725"/>
                    <a:pt x="359" y="725"/>
                  </a:cubicBezTo>
                  <a:cubicBezTo>
                    <a:pt x="372" y="725"/>
                    <a:pt x="386" y="725"/>
                    <a:pt x="399" y="724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16"/>
          <p:cNvGrpSpPr/>
          <p:nvPr/>
        </p:nvGrpSpPr>
        <p:grpSpPr>
          <a:xfrm rot="5400000">
            <a:off x="4020039" y="2960320"/>
            <a:ext cx="3466013" cy="53340"/>
            <a:chOff x="3504850" y="4296150"/>
            <a:chExt cx="1300275" cy="21675"/>
          </a:xfrm>
        </p:grpSpPr>
        <p:sp>
          <p:nvSpPr>
            <p:cNvPr id="158" name="Google Shape;158;p16"/>
            <p:cNvSpPr/>
            <p:nvPr/>
          </p:nvSpPr>
          <p:spPr>
            <a:xfrm>
              <a:off x="3504850" y="4296775"/>
              <a:ext cx="20600" cy="21050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3539375" y="4296725"/>
              <a:ext cx="19325" cy="2002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3579250" y="4296150"/>
              <a:ext cx="20075" cy="20400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3614575" y="4298500"/>
              <a:ext cx="20925" cy="16550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3653650" y="4298050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3691375" y="4297250"/>
              <a:ext cx="17625" cy="18175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9" y="709"/>
                    <a:pt x="271" y="727"/>
                    <a:pt x="333" y="727"/>
                  </a:cubicBezTo>
                  <a:cubicBezTo>
                    <a:pt x="382" y="727"/>
                    <a:pt x="431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4" y="20"/>
                    <a:pt x="348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9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3731700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8" y="101"/>
                    <a:pt x="128" y="199"/>
                  </a:cubicBezTo>
                  <a:cubicBezTo>
                    <a:pt x="30" y="318"/>
                    <a:pt x="1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3766225" y="4296725"/>
              <a:ext cx="19325" cy="20025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2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5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4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3806100" y="4296150"/>
              <a:ext cx="20150" cy="20400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70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5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9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3841475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0" y="374"/>
                    <a:pt x="68" y="487"/>
                  </a:cubicBezTo>
                  <a:cubicBezTo>
                    <a:pt x="76" y="506"/>
                    <a:pt x="86" y="522"/>
                    <a:pt x="99" y="539"/>
                  </a:cubicBezTo>
                  <a:cubicBezTo>
                    <a:pt x="120" y="572"/>
                    <a:pt x="149" y="603"/>
                    <a:pt x="191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9" y="658"/>
                    <a:pt x="382" y="651"/>
                  </a:cubicBezTo>
                  <a:cubicBezTo>
                    <a:pt x="399" y="651"/>
                    <a:pt x="416" y="649"/>
                    <a:pt x="432" y="647"/>
                  </a:cubicBezTo>
                  <a:cubicBezTo>
                    <a:pt x="562" y="628"/>
                    <a:pt x="678" y="533"/>
                    <a:pt x="741" y="435"/>
                  </a:cubicBezTo>
                  <a:cubicBezTo>
                    <a:pt x="812" y="324"/>
                    <a:pt x="835" y="178"/>
                    <a:pt x="730" y="78"/>
                  </a:cubicBezTo>
                  <a:cubicBezTo>
                    <a:pt x="673" y="23"/>
                    <a:pt x="603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3880500" y="4298050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338" y="1"/>
                  </a:moveTo>
                  <a:cubicBezTo>
                    <a:pt x="236" y="1"/>
                    <a:pt x="137" y="45"/>
                    <a:pt x="82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7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3918275" y="4297250"/>
              <a:ext cx="17600" cy="18175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2" y="1"/>
                    <a:pt x="155" y="10"/>
                    <a:pt x="130" y="32"/>
                  </a:cubicBezTo>
                  <a:cubicBezTo>
                    <a:pt x="41" y="112"/>
                    <a:pt x="16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60" y="126"/>
                    <a:pt x="597" y="45"/>
                    <a:pt x="505" y="18"/>
                  </a:cubicBezTo>
                  <a:cubicBezTo>
                    <a:pt x="489" y="12"/>
                    <a:pt x="472" y="10"/>
                    <a:pt x="455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6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3958575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2" y="0"/>
                  </a:moveTo>
                  <a:cubicBezTo>
                    <a:pt x="238" y="0"/>
                    <a:pt x="169" y="101"/>
                    <a:pt x="129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5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5" y="466"/>
                    <a:pt x="802" y="222"/>
                    <a:pt x="600" y="110"/>
                  </a:cubicBezTo>
                  <a:cubicBezTo>
                    <a:pt x="552" y="83"/>
                    <a:pt x="509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3993100" y="4296725"/>
              <a:ext cx="19300" cy="20025"/>
            </a:xfrm>
            <a:custGeom>
              <a:rect b="b" l="l" r="r" t="t"/>
              <a:pathLst>
                <a:path extrusionOk="0" h="801" w="772">
                  <a:moveTo>
                    <a:pt x="358" y="0"/>
                  </a:moveTo>
                  <a:cubicBezTo>
                    <a:pt x="142" y="0"/>
                    <a:pt x="1" y="348"/>
                    <a:pt x="99" y="549"/>
                  </a:cubicBezTo>
                  <a:cubicBezTo>
                    <a:pt x="123" y="688"/>
                    <a:pt x="210" y="800"/>
                    <a:pt x="373" y="800"/>
                  </a:cubicBezTo>
                  <a:cubicBezTo>
                    <a:pt x="381" y="800"/>
                    <a:pt x="390" y="800"/>
                    <a:pt x="399" y="800"/>
                  </a:cubicBezTo>
                  <a:cubicBezTo>
                    <a:pt x="595" y="785"/>
                    <a:pt x="684" y="637"/>
                    <a:pt x="718" y="481"/>
                  </a:cubicBezTo>
                  <a:cubicBezTo>
                    <a:pt x="720" y="472"/>
                    <a:pt x="724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3" y="30"/>
                  </a:cubicBezTo>
                  <a:cubicBezTo>
                    <a:pt x="489" y="28"/>
                    <a:pt x="472" y="26"/>
                    <a:pt x="457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4032975" y="4296150"/>
              <a:ext cx="20125" cy="20400"/>
            </a:xfrm>
            <a:custGeom>
              <a:rect b="b" l="l" r="r" t="t"/>
              <a:pathLst>
                <a:path extrusionOk="0" h="816" w="805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4" y="743"/>
                  </a:cubicBezTo>
                  <a:cubicBezTo>
                    <a:pt x="207" y="794"/>
                    <a:pt x="271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5" y="383"/>
                    <a:pt x="790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4068350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2" y="0"/>
                    <a:pt x="455" y="6"/>
                    <a:pt x="419" y="16"/>
                  </a:cubicBezTo>
                  <a:cubicBezTo>
                    <a:pt x="408" y="14"/>
                    <a:pt x="396" y="13"/>
                    <a:pt x="385" y="13"/>
                  </a:cubicBezTo>
                  <a:cubicBezTo>
                    <a:pt x="360" y="13"/>
                    <a:pt x="337" y="18"/>
                    <a:pt x="315" y="26"/>
                  </a:cubicBezTo>
                  <a:cubicBezTo>
                    <a:pt x="303" y="24"/>
                    <a:pt x="290" y="20"/>
                    <a:pt x="275" y="20"/>
                  </a:cubicBezTo>
                  <a:cubicBezTo>
                    <a:pt x="268" y="19"/>
                    <a:pt x="261" y="19"/>
                    <a:pt x="254" y="19"/>
                  </a:cubicBezTo>
                  <a:cubicBezTo>
                    <a:pt x="184" y="19"/>
                    <a:pt x="123" y="55"/>
                    <a:pt x="82" y="107"/>
                  </a:cubicBezTo>
                  <a:cubicBezTo>
                    <a:pt x="0" y="214"/>
                    <a:pt x="19" y="374"/>
                    <a:pt x="67" y="487"/>
                  </a:cubicBezTo>
                  <a:cubicBezTo>
                    <a:pt x="75" y="506"/>
                    <a:pt x="86" y="522"/>
                    <a:pt x="98" y="539"/>
                  </a:cubicBezTo>
                  <a:cubicBezTo>
                    <a:pt x="119" y="572"/>
                    <a:pt x="148" y="603"/>
                    <a:pt x="190" y="628"/>
                  </a:cubicBezTo>
                  <a:cubicBezTo>
                    <a:pt x="229" y="652"/>
                    <a:pt x="269" y="661"/>
                    <a:pt x="309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398" y="651"/>
                    <a:pt x="415" y="649"/>
                    <a:pt x="432" y="647"/>
                  </a:cubicBezTo>
                  <a:cubicBezTo>
                    <a:pt x="561" y="628"/>
                    <a:pt x="678" y="533"/>
                    <a:pt x="740" y="435"/>
                  </a:cubicBezTo>
                  <a:cubicBezTo>
                    <a:pt x="811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4107375" y="4298050"/>
              <a:ext cx="19050" cy="18200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6" y="1"/>
                    <a:pt x="138" y="45"/>
                    <a:pt x="82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4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8" y="726"/>
                  </a:cubicBezTo>
                  <a:cubicBezTo>
                    <a:pt x="624" y="707"/>
                    <a:pt x="761" y="474"/>
                    <a:pt x="717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0" y="60"/>
                    <a:pt x="457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4145150" y="4297250"/>
              <a:ext cx="17575" cy="18175"/>
            </a:xfrm>
            <a:custGeom>
              <a:rect b="b" l="l" r="r" t="t"/>
              <a:pathLst>
                <a:path extrusionOk="0" h="727" w="703">
                  <a:moveTo>
                    <a:pt x="206" y="1"/>
                  </a:moveTo>
                  <a:cubicBezTo>
                    <a:pt x="181" y="1"/>
                    <a:pt x="155" y="10"/>
                    <a:pt x="130" y="32"/>
                  </a:cubicBezTo>
                  <a:cubicBezTo>
                    <a:pt x="42" y="112"/>
                    <a:pt x="17" y="220"/>
                    <a:pt x="36" y="326"/>
                  </a:cubicBezTo>
                  <a:cubicBezTo>
                    <a:pt x="0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0" y="551"/>
                    <a:pt x="661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5" y="10"/>
                  </a:cubicBezTo>
                  <a:cubicBezTo>
                    <a:pt x="419" y="10"/>
                    <a:pt x="382" y="20"/>
                    <a:pt x="346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5" y="15"/>
                    <a:pt x="237" y="1"/>
                    <a:pt x="2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4185425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40" y="0"/>
                    <a:pt x="170" y="101"/>
                    <a:pt x="130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5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8" y="842"/>
                    <a:pt x="656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5" y="83"/>
                    <a:pt x="509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5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4220000" y="4296725"/>
              <a:ext cx="19275" cy="20025"/>
            </a:xfrm>
            <a:custGeom>
              <a:rect b="b" l="l" r="r" t="t"/>
              <a:pathLst>
                <a:path extrusionOk="0" h="801" w="771">
                  <a:moveTo>
                    <a:pt x="356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1" y="688"/>
                    <a:pt x="209" y="800"/>
                    <a:pt x="371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3" y="785"/>
                    <a:pt x="683" y="637"/>
                    <a:pt x="716" y="481"/>
                  </a:cubicBezTo>
                  <a:cubicBezTo>
                    <a:pt x="718" y="472"/>
                    <a:pt x="722" y="466"/>
                    <a:pt x="725" y="460"/>
                  </a:cubicBezTo>
                  <a:cubicBezTo>
                    <a:pt x="770" y="324"/>
                    <a:pt x="731" y="176"/>
                    <a:pt x="625" y="95"/>
                  </a:cubicBezTo>
                  <a:cubicBezTo>
                    <a:pt x="593" y="64"/>
                    <a:pt x="552" y="41"/>
                    <a:pt x="502" y="30"/>
                  </a:cubicBezTo>
                  <a:cubicBezTo>
                    <a:pt x="487" y="28"/>
                    <a:pt x="472" y="26"/>
                    <a:pt x="456" y="24"/>
                  </a:cubicBezTo>
                  <a:cubicBezTo>
                    <a:pt x="421" y="8"/>
                    <a:pt x="388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4259825" y="4296150"/>
              <a:ext cx="20150" cy="20400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9" y="643"/>
                    <a:pt x="144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91" y="108"/>
                    <a:pt x="534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6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4295200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2" y="374"/>
                    <a:pt x="68" y="487"/>
                  </a:cubicBezTo>
                  <a:cubicBezTo>
                    <a:pt x="76" y="506"/>
                    <a:pt x="88" y="522"/>
                    <a:pt x="101" y="539"/>
                  </a:cubicBezTo>
                  <a:cubicBezTo>
                    <a:pt x="120" y="572"/>
                    <a:pt x="149" y="603"/>
                    <a:pt x="190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401" y="651"/>
                    <a:pt x="418" y="649"/>
                    <a:pt x="432" y="647"/>
                  </a:cubicBezTo>
                  <a:cubicBezTo>
                    <a:pt x="561" y="628"/>
                    <a:pt x="678" y="533"/>
                    <a:pt x="741" y="435"/>
                  </a:cubicBezTo>
                  <a:cubicBezTo>
                    <a:pt x="812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4334225" y="4298050"/>
              <a:ext cx="19050" cy="18200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7" y="1"/>
                    <a:pt x="138" y="45"/>
                    <a:pt x="82" y="146"/>
                  </a:cubicBezTo>
                  <a:cubicBezTo>
                    <a:pt x="9" y="278"/>
                    <a:pt x="1" y="432"/>
                    <a:pt x="63" y="567"/>
                  </a:cubicBezTo>
                  <a:cubicBezTo>
                    <a:pt x="114" y="681"/>
                    <a:pt x="237" y="727"/>
                    <a:pt x="361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2" y="474"/>
                    <a:pt x="718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1" y="60"/>
                    <a:pt x="458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4372000" y="4297250"/>
              <a:ext cx="17600" cy="18175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3" y="112"/>
                    <a:pt x="18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2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7" y="45"/>
                    <a:pt x="507" y="18"/>
                  </a:cubicBezTo>
                  <a:cubicBezTo>
                    <a:pt x="491" y="12"/>
                    <a:pt x="473" y="10"/>
                    <a:pt x="456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9" y="37"/>
                  </a:cubicBezTo>
                  <a:cubicBezTo>
                    <a:pt x="267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4410475" y="4296775"/>
              <a:ext cx="20600" cy="21050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6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4445000" y="4296725"/>
              <a:ext cx="19300" cy="20025"/>
            </a:xfrm>
            <a:custGeom>
              <a:rect b="b" l="l" r="r" t="t"/>
              <a:pathLst>
                <a:path extrusionOk="0" h="801" w="772">
                  <a:moveTo>
                    <a:pt x="356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2" y="688"/>
                    <a:pt x="208" y="800"/>
                    <a:pt x="371" y="800"/>
                  </a:cubicBezTo>
                  <a:cubicBezTo>
                    <a:pt x="379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4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5" y="24"/>
                  </a:cubicBezTo>
                  <a:cubicBezTo>
                    <a:pt x="421" y="8"/>
                    <a:pt x="387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4484875" y="4296150"/>
              <a:ext cx="20075" cy="20400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2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69" y="815"/>
                    <a:pt x="332" y="815"/>
                  </a:cubicBezTo>
                  <a:cubicBezTo>
                    <a:pt x="478" y="815"/>
                    <a:pt x="612" y="696"/>
                    <a:pt x="678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7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4520200" y="4298500"/>
              <a:ext cx="20850" cy="16550"/>
            </a:xfrm>
            <a:custGeom>
              <a:rect b="b" l="l" r="r" t="t"/>
              <a:pathLst>
                <a:path extrusionOk="0" h="662" w="834">
                  <a:moveTo>
                    <a:pt x="531" y="0"/>
                  </a:moveTo>
                  <a:cubicBezTo>
                    <a:pt x="494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8" y="18"/>
                    <a:pt x="315" y="26"/>
                  </a:cubicBezTo>
                  <a:cubicBezTo>
                    <a:pt x="305" y="24"/>
                    <a:pt x="290" y="20"/>
                    <a:pt x="277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0" y="661"/>
                    <a:pt x="310" y="661"/>
                  </a:cubicBezTo>
                  <a:cubicBezTo>
                    <a:pt x="335" y="661"/>
                    <a:pt x="359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4559275" y="4298050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4597000" y="4297250"/>
              <a:ext cx="17625" cy="18175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2" y="1"/>
                    <a:pt x="156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30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3" y="20"/>
                    <a:pt x="346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8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4637325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7" y="101"/>
                    <a:pt x="128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4671850" y="4296725"/>
              <a:ext cx="19325" cy="20025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2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1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4711725" y="4296150"/>
              <a:ext cx="20150" cy="20400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2" y="743"/>
                  </a:cubicBezTo>
                  <a:cubicBezTo>
                    <a:pt x="206" y="794"/>
                    <a:pt x="271" y="815"/>
                    <a:pt x="333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8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4747050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31" y="0"/>
                  </a:moveTo>
                  <a:cubicBezTo>
                    <a:pt x="495" y="0"/>
                    <a:pt x="458" y="6"/>
                    <a:pt x="422" y="16"/>
                  </a:cubicBezTo>
                  <a:cubicBezTo>
                    <a:pt x="410" y="14"/>
                    <a:pt x="399" y="13"/>
                    <a:pt x="388" y="13"/>
                  </a:cubicBezTo>
                  <a:cubicBezTo>
                    <a:pt x="363" y="13"/>
                    <a:pt x="339" y="18"/>
                    <a:pt x="318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3" y="19"/>
                    <a:pt x="256" y="19"/>
                  </a:cubicBezTo>
                  <a:cubicBezTo>
                    <a:pt x="184" y="19"/>
                    <a:pt x="126" y="55"/>
                    <a:pt x="84" y="107"/>
                  </a:cubicBezTo>
                  <a:cubicBezTo>
                    <a:pt x="1" y="214"/>
                    <a:pt x="22" y="374"/>
                    <a:pt x="70" y="487"/>
                  </a:cubicBezTo>
                  <a:cubicBezTo>
                    <a:pt x="78" y="506"/>
                    <a:pt x="88" y="522"/>
                    <a:pt x="101" y="539"/>
                  </a:cubicBezTo>
                  <a:cubicBezTo>
                    <a:pt x="122" y="572"/>
                    <a:pt x="151" y="603"/>
                    <a:pt x="192" y="628"/>
                  </a:cubicBezTo>
                  <a:cubicBezTo>
                    <a:pt x="231" y="652"/>
                    <a:pt x="272" y="661"/>
                    <a:pt x="312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1" y="651"/>
                    <a:pt x="418" y="649"/>
                    <a:pt x="434" y="647"/>
                  </a:cubicBezTo>
                  <a:cubicBezTo>
                    <a:pt x="563" y="628"/>
                    <a:pt x="678" y="533"/>
                    <a:pt x="743" y="435"/>
                  </a:cubicBezTo>
                  <a:cubicBezTo>
                    <a:pt x="814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6"/>
            <p:cNvSpPr/>
            <p:nvPr/>
          </p:nvSpPr>
          <p:spPr>
            <a:xfrm>
              <a:off x="4786125" y="4298050"/>
              <a:ext cx="19000" cy="18150"/>
            </a:xfrm>
            <a:custGeom>
              <a:rect b="b" l="l" r="r" t="t"/>
              <a:pathLst>
                <a:path extrusionOk="0" h="726" w="760">
                  <a:moveTo>
                    <a:pt x="337" y="1"/>
                  </a:moveTo>
                  <a:cubicBezTo>
                    <a:pt x="235" y="1"/>
                    <a:pt x="136" y="45"/>
                    <a:pt x="80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0"/>
                    <a:pt x="234" y="725"/>
                    <a:pt x="359" y="725"/>
                  </a:cubicBezTo>
                  <a:cubicBezTo>
                    <a:pt x="372" y="725"/>
                    <a:pt x="386" y="725"/>
                    <a:pt x="399" y="724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" name="Google Shape;193;p16"/>
          <p:cNvGrpSpPr/>
          <p:nvPr/>
        </p:nvGrpSpPr>
        <p:grpSpPr>
          <a:xfrm>
            <a:off x="6291113" y="1456313"/>
            <a:ext cx="1879812" cy="1109238"/>
            <a:chOff x="6291113" y="1456313"/>
            <a:chExt cx="1879812" cy="1109238"/>
          </a:xfrm>
        </p:grpSpPr>
        <p:sp>
          <p:nvSpPr>
            <p:cNvPr id="194" name="Google Shape;194;p16"/>
            <p:cNvSpPr txBox="1"/>
            <p:nvPr/>
          </p:nvSpPr>
          <p:spPr>
            <a:xfrm>
              <a:off x="6291113" y="1456313"/>
              <a:ext cx="1879800" cy="4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Aspirations</a:t>
              </a:r>
              <a:endParaRPr b="1" sz="20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5" name="Google Shape;195;p16"/>
            <p:cNvSpPr txBox="1"/>
            <p:nvPr/>
          </p:nvSpPr>
          <p:spPr>
            <a:xfrm>
              <a:off x="6291124" y="1839250"/>
              <a:ext cx="18798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from the Sun and the smallest one 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6" name="Google Shape;196;p16"/>
          <p:cNvGrpSpPr/>
          <p:nvPr/>
        </p:nvGrpSpPr>
        <p:grpSpPr>
          <a:xfrm>
            <a:off x="972738" y="1456325"/>
            <a:ext cx="1879822" cy="1109225"/>
            <a:chOff x="972738" y="1456325"/>
            <a:chExt cx="1879822" cy="1109225"/>
          </a:xfrm>
        </p:grpSpPr>
        <p:sp>
          <p:nvSpPr>
            <p:cNvPr id="197" name="Google Shape;197;p16"/>
            <p:cNvSpPr txBox="1"/>
            <p:nvPr/>
          </p:nvSpPr>
          <p:spPr>
            <a:xfrm>
              <a:off x="972738" y="1456325"/>
              <a:ext cx="1879800" cy="4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Education</a:t>
              </a:r>
              <a:endParaRPr b="1" sz="20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8" name="Google Shape;198;p16"/>
            <p:cNvSpPr txBox="1"/>
            <p:nvPr/>
          </p:nvSpPr>
          <p:spPr>
            <a:xfrm>
              <a:off x="972759" y="1839250"/>
              <a:ext cx="18798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9" name="Google Shape;199;p16"/>
          <p:cNvGrpSpPr/>
          <p:nvPr/>
        </p:nvGrpSpPr>
        <p:grpSpPr>
          <a:xfrm>
            <a:off x="6291113" y="3320250"/>
            <a:ext cx="1879812" cy="1109238"/>
            <a:chOff x="6291113" y="3320250"/>
            <a:chExt cx="1879812" cy="1109238"/>
          </a:xfrm>
        </p:grpSpPr>
        <p:sp>
          <p:nvSpPr>
            <p:cNvPr id="200" name="Google Shape;200;p16"/>
            <p:cNvSpPr txBox="1"/>
            <p:nvPr/>
          </p:nvSpPr>
          <p:spPr>
            <a:xfrm>
              <a:off x="6291113" y="3320250"/>
              <a:ext cx="1879800" cy="4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Interests</a:t>
              </a:r>
              <a:endParaRPr b="1" sz="20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1" name="Google Shape;201;p16"/>
            <p:cNvSpPr txBox="1"/>
            <p:nvPr/>
          </p:nvSpPr>
          <p:spPr>
            <a:xfrm>
              <a:off x="6291124" y="3703188"/>
              <a:ext cx="18798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2" name="Google Shape;202;p16"/>
          <p:cNvGrpSpPr/>
          <p:nvPr/>
        </p:nvGrpSpPr>
        <p:grpSpPr>
          <a:xfrm>
            <a:off x="5802576" y="2960320"/>
            <a:ext cx="2861322" cy="53340"/>
            <a:chOff x="5690751" y="2960320"/>
            <a:chExt cx="2861322" cy="53340"/>
          </a:xfrm>
        </p:grpSpPr>
        <p:sp>
          <p:nvSpPr>
            <p:cNvPr id="203" name="Google Shape;203;p16"/>
            <p:cNvSpPr/>
            <p:nvPr/>
          </p:nvSpPr>
          <p:spPr>
            <a:xfrm>
              <a:off x="5690751" y="2961858"/>
              <a:ext cx="54911" cy="5180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5782781" y="2961735"/>
              <a:ext cx="51513" cy="49280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5889072" y="2960320"/>
              <a:ext cx="53512" cy="50202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5983234" y="2966103"/>
              <a:ext cx="55778" cy="40728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6087393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6187952" y="2963027"/>
              <a:ext cx="46981" cy="44727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9" y="709"/>
                    <a:pt x="271" y="727"/>
                    <a:pt x="333" y="727"/>
                  </a:cubicBezTo>
                  <a:cubicBezTo>
                    <a:pt x="382" y="727"/>
                    <a:pt x="431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4" y="20"/>
                    <a:pt x="348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9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6295443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8" y="101"/>
                    <a:pt x="128" y="199"/>
                  </a:cubicBezTo>
                  <a:cubicBezTo>
                    <a:pt x="30" y="318"/>
                    <a:pt x="1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6387472" y="2961735"/>
              <a:ext cx="51513" cy="49280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2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5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4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6493763" y="2960320"/>
              <a:ext cx="53712" cy="50202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70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5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9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6588059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0" y="374"/>
                    <a:pt x="68" y="487"/>
                  </a:cubicBezTo>
                  <a:cubicBezTo>
                    <a:pt x="76" y="506"/>
                    <a:pt x="86" y="522"/>
                    <a:pt x="99" y="539"/>
                  </a:cubicBezTo>
                  <a:cubicBezTo>
                    <a:pt x="120" y="572"/>
                    <a:pt x="149" y="603"/>
                    <a:pt x="191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9" y="658"/>
                    <a:pt x="382" y="651"/>
                  </a:cubicBezTo>
                  <a:cubicBezTo>
                    <a:pt x="399" y="651"/>
                    <a:pt x="416" y="649"/>
                    <a:pt x="432" y="647"/>
                  </a:cubicBezTo>
                  <a:cubicBezTo>
                    <a:pt x="562" y="628"/>
                    <a:pt x="678" y="533"/>
                    <a:pt x="741" y="435"/>
                  </a:cubicBezTo>
                  <a:cubicBezTo>
                    <a:pt x="812" y="324"/>
                    <a:pt x="835" y="178"/>
                    <a:pt x="730" y="78"/>
                  </a:cubicBezTo>
                  <a:cubicBezTo>
                    <a:pt x="673" y="23"/>
                    <a:pt x="603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6692084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8" y="1"/>
                  </a:moveTo>
                  <a:cubicBezTo>
                    <a:pt x="236" y="1"/>
                    <a:pt x="137" y="45"/>
                    <a:pt x="82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7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6792777" y="2963027"/>
              <a:ext cx="46915" cy="44727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2" y="1"/>
                    <a:pt x="155" y="10"/>
                    <a:pt x="130" y="32"/>
                  </a:cubicBezTo>
                  <a:cubicBezTo>
                    <a:pt x="41" y="112"/>
                    <a:pt x="16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60" y="126"/>
                    <a:pt x="597" y="45"/>
                    <a:pt x="505" y="18"/>
                  </a:cubicBezTo>
                  <a:cubicBezTo>
                    <a:pt x="489" y="12"/>
                    <a:pt x="472" y="10"/>
                    <a:pt x="455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6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6900201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2" y="0"/>
                  </a:moveTo>
                  <a:cubicBezTo>
                    <a:pt x="238" y="0"/>
                    <a:pt x="169" y="101"/>
                    <a:pt x="129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5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5" y="466"/>
                    <a:pt x="802" y="222"/>
                    <a:pt x="600" y="110"/>
                  </a:cubicBezTo>
                  <a:cubicBezTo>
                    <a:pt x="552" y="83"/>
                    <a:pt x="509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6992230" y="2961735"/>
              <a:ext cx="51446" cy="49280"/>
            </a:xfrm>
            <a:custGeom>
              <a:rect b="b" l="l" r="r" t="t"/>
              <a:pathLst>
                <a:path extrusionOk="0" h="801" w="772">
                  <a:moveTo>
                    <a:pt x="358" y="0"/>
                  </a:moveTo>
                  <a:cubicBezTo>
                    <a:pt x="142" y="0"/>
                    <a:pt x="1" y="348"/>
                    <a:pt x="99" y="549"/>
                  </a:cubicBezTo>
                  <a:cubicBezTo>
                    <a:pt x="123" y="688"/>
                    <a:pt x="210" y="800"/>
                    <a:pt x="373" y="800"/>
                  </a:cubicBezTo>
                  <a:cubicBezTo>
                    <a:pt x="381" y="800"/>
                    <a:pt x="390" y="800"/>
                    <a:pt x="399" y="800"/>
                  </a:cubicBezTo>
                  <a:cubicBezTo>
                    <a:pt x="595" y="785"/>
                    <a:pt x="684" y="637"/>
                    <a:pt x="718" y="481"/>
                  </a:cubicBezTo>
                  <a:cubicBezTo>
                    <a:pt x="720" y="472"/>
                    <a:pt x="724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3" y="30"/>
                  </a:cubicBezTo>
                  <a:cubicBezTo>
                    <a:pt x="489" y="28"/>
                    <a:pt x="472" y="26"/>
                    <a:pt x="457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7098521" y="2960320"/>
              <a:ext cx="53645" cy="50202"/>
            </a:xfrm>
            <a:custGeom>
              <a:rect b="b" l="l" r="r" t="t"/>
              <a:pathLst>
                <a:path extrusionOk="0" h="816" w="805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4" y="743"/>
                  </a:cubicBezTo>
                  <a:cubicBezTo>
                    <a:pt x="207" y="794"/>
                    <a:pt x="271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5" y="383"/>
                    <a:pt x="790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7192817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2" y="0"/>
                    <a:pt x="455" y="6"/>
                    <a:pt x="419" y="16"/>
                  </a:cubicBezTo>
                  <a:cubicBezTo>
                    <a:pt x="408" y="14"/>
                    <a:pt x="396" y="13"/>
                    <a:pt x="385" y="13"/>
                  </a:cubicBezTo>
                  <a:cubicBezTo>
                    <a:pt x="360" y="13"/>
                    <a:pt x="337" y="18"/>
                    <a:pt x="315" y="26"/>
                  </a:cubicBezTo>
                  <a:cubicBezTo>
                    <a:pt x="303" y="24"/>
                    <a:pt x="290" y="20"/>
                    <a:pt x="275" y="20"/>
                  </a:cubicBezTo>
                  <a:cubicBezTo>
                    <a:pt x="268" y="19"/>
                    <a:pt x="261" y="19"/>
                    <a:pt x="254" y="19"/>
                  </a:cubicBezTo>
                  <a:cubicBezTo>
                    <a:pt x="184" y="19"/>
                    <a:pt x="123" y="55"/>
                    <a:pt x="82" y="107"/>
                  </a:cubicBezTo>
                  <a:cubicBezTo>
                    <a:pt x="0" y="214"/>
                    <a:pt x="19" y="374"/>
                    <a:pt x="67" y="487"/>
                  </a:cubicBezTo>
                  <a:cubicBezTo>
                    <a:pt x="75" y="506"/>
                    <a:pt x="86" y="522"/>
                    <a:pt x="98" y="539"/>
                  </a:cubicBezTo>
                  <a:cubicBezTo>
                    <a:pt x="119" y="572"/>
                    <a:pt x="148" y="603"/>
                    <a:pt x="190" y="628"/>
                  </a:cubicBezTo>
                  <a:cubicBezTo>
                    <a:pt x="229" y="652"/>
                    <a:pt x="269" y="661"/>
                    <a:pt x="309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398" y="651"/>
                    <a:pt x="415" y="649"/>
                    <a:pt x="432" y="647"/>
                  </a:cubicBezTo>
                  <a:cubicBezTo>
                    <a:pt x="561" y="628"/>
                    <a:pt x="678" y="533"/>
                    <a:pt x="740" y="435"/>
                  </a:cubicBezTo>
                  <a:cubicBezTo>
                    <a:pt x="811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7296842" y="2964996"/>
              <a:ext cx="50780" cy="44788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6" y="1"/>
                    <a:pt x="138" y="45"/>
                    <a:pt x="82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4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8" y="726"/>
                  </a:cubicBezTo>
                  <a:cubicBezTo>
                    <a:pt x="624" y="707"/>
                    <a:pt x="761" y="474"/>
                    <a:pt x="717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0" y="60"/>
                    <a:pt x="457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7397535" y="2963027"/>
              <a:ext cx="46848" cy="44727"/>
            </a:xfrm>
            <a:custGeom>
              <a:rect b="b" l="l" r="r" t="t"/>
              <a:pathLst>
                <a:path extrusionOk="0" h="727" w="703">
                  <a:moveTo>
                    <a:pt x="206" y="1"/>
                  </a:moveTo>
                  <a:cubicBezTo>
                    <a:pt x="181" y="1"/>
                    <a:pt x="155" y="10"/>
                    <a:pt x="130" y="32"/>
                  </a:cubicBezTo>
                  <a:cubicBezTo>
                    <a:pt x="42" y="112"/>
                    <a:pt x="17" y="220"/>
                    <a:pt x="36" y="326"/>
                  </a:cubicBezTo>
                  <a:cubicBezTo>
                    <a:pt x="0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0" y="551"/>
                    <a:pt x="661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5" y="10"/>
                  </a:cubicBezTo>
                  <a:cubicBezTo>
                    <a:pt x="419" y="10"/>
                    <a:pt x="382" y="20"/>
                    <a:pt x="346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5" y="15"/>
                    <a:pt x="237" y="1"/>
                    <a:pt x="2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7504892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40" y="0"/>
                    <a:pt x="170" y="101"/>
                    <a:pt x="130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5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8" y="842"/>
                    <a:pt x="656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5" y="83"/>
                    <a:pt x="509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5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7597055" y="2961735"/>
              <a:ext cx="51379" cy="49280"/>
            </a:xfrm>
            <a:custGeom>
              <a:rect b="b" l="l" r="r" t="t"/>
              <a:pathLst>
                <a:path extrusionOk="0" h="801" w="771">
                  <a:moveTo>
                    <a:pt x="356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1" y="688"/>
                    <a:pt x="209" y="800"/>
                    <a:pt x="371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3" y="785"/>
                    <a:pt x="683" y="637"/>
                    <a:pt x="716" y="481"/>
                  </a:cubicBezTo>
                  <a:cubicBezTo>
                    <a:pt x="718" y="472"/>
                    <a:pt x="722" y="466"/>
                    <a:pt x="725" y="460"/>
                  </a:cubicBezTo>
                  <a:cubicBezTo>
                    <a:pt x="770" y="324"/>
                    <a:pt x="731" y="176"/>
                    <a:pt x="625" y="95"/>
                  </a:cubicBezTo>
                  <a:cubicBezTo>
                    <a:pt x="593" y="64"/>
                    <a:pt x="552" y="41"/>
                    <a:pt x="502" y="30"/>
                  </a:cubicBezTo>
                  <a:cubicBezTo>
                    <a:pt x="487" y="28"/>
                    <a:pt x="472" y="26"/>
                    <a:pt x="456" y="24"/>
                  </a:cubicBezTo>
                  <a:cubicBezTo>
                    <a:pt x="421" y="8"/>
                    <a:pt x="388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7703213" y="2960320"/>
              <a:ext cx="53712" cy="50202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9" y="643"/>
                    <a:pt x="144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91" y="108"/>
                    <a:pt x="534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6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7797508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2" y="374"/>
                    <a:pt x="68" y="487"/>
                  </a:cubicBezTo>
                  <a:cubicBezTo>
                    <a:pt x="76" y="506"/>
                    <a:pt x="88" y="522"/>
                    <a:pt x="101" y="539"/>
                  </a:cubicBezTo>
                  <a:cubicBezTo>
                    <a:pt x="120" y="572"/>
                    <a:pt x="149" y="603"/>
                    <a:pt x="190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401" y="651"/>
                    <a:pt x="418" y="649"/>
                    <a:pt x="432" y="647"/>
                  </a:cubicBezTo>
                  <a:cubicBezTo>
                    <a:pt x="561" y="628"/>
                    <a:pt x="678" y="533"/>
                    <a:pt x="741" y="435"/>
                  </a:cubicBezTo>
                  <a:cubicBezTo>
                    <a:pt x="812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7901533" y="2964996"/>
              <a:ext cx="50780" cy="44788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7" y="1"/>
                    <a:pt x="138" y="45"/>
                    <a:pt x="82" y="146"/>
                  </a:cubicBezTo>
                  <a:cubicBezTo>
                    <a:pt x="9" y="278"/>
                    <a:pt x="1" y="432"/>
                    <a:pt x="63" y="567"/>
                  </a:cubicBezTo>
                  <a:cubicBezTo>
                    <a:pt x="114" y="681"/>
                    <a:pt x="237" y="727"/>
                    <a:pt x="361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2" y="474"/>
                    <a:pt x="718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1" y="60"/>
                    <a:pt x="458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8002226" y="2963027"/>
              <a:ext cx="46915" cy="44727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3" y="112"/>
                    <a:pt x="18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2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7" y="45"/>
                    <a:pt x="507" y="18"/>
                  </a:cubicBezTo>
                  <a:cubicBezTo>
                    <a:pt x="491" y="12"/>
                    <a:pt x="473" y="10"/>
                    <a:pt x="456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9" y="37"/>
                  </a:cubicBezTo>
                  <a:cubicBezTo>
                    <a:pt x="267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8104785" y="2961858"/>
              <a:ext cx="54911" cy="5180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6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8196815" y="2961735"/>
              <a:ext cx="51446" cy="49280"/>
            </a:xfrm>
            <a:custGeom>
              <a:rect b="b" l="l" r="r" t="t"/>
              <a:pathLst>
                <a:path extrusionOk="0" h="801" w="772">
                  <a:moveTo>
                    <a:pt x="356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2" y="688"/>
                    <a:pt x="208" y="800"/>
                    <a:pt x="371" y="800"/>
                  </a:cubicBezTo>
                  <a:cubicBezTo>
                    <a:pt x="379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4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5" y="24"/>
                  </a:cubicBezTo>
                  <a:cubicBezTo>
                    <a:pt x="421" y="8"/>
                    <a:pt x="387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8303106" y="2960320"/>
              <a:ext cx="53512" cy="50202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2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69" y="815"/>
                    <a:pt x="332" y="815"/>
                  </a:cubicBezTo>
                  <a:cubicBezTo>
                    <a:pt x="478" y="815"/>
                    <a:pt x="612" y="696"/>
                    <a:pt x="678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7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8397268" y="2966103"/>
              <a:ext cx="55578" cy="40728"/>
            </a:xfrm>
            <a:custGeom>
              <a:rect b="b" l="l" r="r" t="t"/>
              <a:pathLst>
                <a:path extrusionOk="0" h="662" w="834">
                  <a:moveTo>
                    <a:pt x="531" y="0"/>
                  </a:moveTo>
                  <a:cubicBezTo>
                    <a:pt x="494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8" y="18"/>
                    <a:pt x="315" y="26"/>
                  </a:cubicBezTo>
                  <a:cubicBezTo>
                    <a:pt x="305" y="24"/>
                    <a:pt x="290" y="20"/>
                    <a:pt x="277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0" y="661"/>
                    <a:pt x="310" y="661"/>
                  </a:cubicBezTo>
                  <a:cubicBezTo>
                    <a:pt x="335" y="661"/>
                    <a:pt x="359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8501427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" name="Google Shape;232;p16"/>
          <p:cNvGrpSpPr/>
          <p:nvPr/>
        </p:nvGrpSpPr>
        <p:grpSpPr>
          <a:xfrm>
            <a:off x="972759" y="3323225"/>
            <a:ext cx="1879803" cy="1109225"/>
            <a:chOff x="972759" y="3323225"/>
            <a:chExt cx="1879803" cy="1109225"/>
          </a:xfrm>
        </p:grpSpPr>
        <p:sp>
          <p:nvSpPr>
            <p:cNvPr id="233" name="Google Shape;233;p16"/>
            <p:cNvSpPr txBox="1"/>
            <p:nvPr/>
          </p:nvSpPr>
          <p:spPr>
            <a:xfrm>
              <a:off x="972763" y="3323225"/>
              <a:ext cx="1879800" cy="4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Motivations</a:t>
              </a:r>
              <a:endParaRPr b="1" sz="2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4" name="Google Shape;234;p16"/>
            <p:cNvSpPr txBox="1"/>
            <p:nvPr/>
          </p:nvSpPr>
          <p:spPr>
            <a:xfrm>
              <a:off x="972759" y="3706150"/>
              <a:ext cx="18798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the fourth planet from the Sun and the biggest of them all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5" name="Google Shape;235;p16"/>
          <p:cNvGrpSpPr/>
          <p:nvPr/>
        </p:nvGrpSpPr>
        <p:grpSpPr>
          <a:xfrm>
            <a:off x="556301" y="2960320"/>
            <a:ext cx="2861322" cy="53340"/>
            <a:chOff x="5690751" y="2960320"/>
            <a:chExt cx="2861322" cy="53340"/>
          </a:xfrm>
        </p:grpSpPr>
        <p:sp>
          <p:nvSpPr>
            <p:cNvPr id="236" name="Google Shape;236;p16"/>
            <p:cNvSpPr/>
            <p:nvPr/>
          </p:nvSpPr>
          <p:spPr>
            <a:xfrm>
              <a:off x="5690751" y="2961858"/>
              <a:ext cx="54911" cy="5180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5782781" y="2961735"/>
              <a:ext cx="51513" cy="49280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5889072" y="2960320"/>
              <a:ext cx="53512" cy="50202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5983234" y="2966103"/>
              <a:ext cx="55778" cy="40728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6"/>
            <p:cNvSpPr/>
            <p:nvPr/>
          </p:nvSpPr>
          <p:spPr>
            <a:xfrm>
              <a:off x="6087393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6187952" y="2963027"/>
              <a:ext cx="46981" cy="44727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9" y="709"/>
                    <a:pt x="271" y="727"/>
                    <a:pt x="333" y="727"/>
                  </a:cubicBezTo>
                  <a:cubicBezTo>
                    <a:pt x="382" y="727"/>
                    <a:pt x="431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4" y="20"/>
                    <a:pt x="348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9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6295443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8" y="101"/>
                    <a:pt x="128" y="199"/>
                  </a:cubicBezTo>
                  <a:cubicBezTo>
                    <a:pt x="30" y="318"/>
                    <a:pt x="1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6387472" y="2961735"/>
              <a:ext cx="51513" cy="49280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2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5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4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6493763" y="2960320"/>
              <a:ext cx="53712" cy="50202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70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5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9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6588059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0" y="374"/>
                    <a:pt x="68" y="487"/>
                  </a:cubicBezTo>
                  <a:cubicBezTo>
                    <a:pt x="76" y="506"/>
                    <a:pt x="86" y="522"/>
                    <a:pt x="99" y="539"/>
                  </a:cubicBezTo>
                  <a:cubicBezTo>
                    <a:pt x="120" y="572"/>
                    <a:pt x="149" y="603"/>
                    <a:pt x="191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9" y="658"/>
                    <a:pt x="382" y="651"/>
                  </a:cubicBezTo>
                  <a:cubicBezTo>
                    <a:pt x="399" y="651"/>
                    <a:pt x="416" y="649"/>
                    <a:pt x="432" y="647"/>
                  </a:cubicBezTo>
                  <a:cubicBezTo>
                    <a:pt x="562" y="628"/>
                    <a:pt x="678" y="533"/>
                    <a:pt x="741" y="435"/>
                  </a:cubicBezTo>
                  <a:cubicBezTo>
                    <a:pt x="812" y="324"/>
                    <a:pt x="835" y="178"/>
                    <a:pt x="730" y="78"/>
                  </a:cubicBezTo>
                  <a:cubicBezTo>
                    <a:pt x="673" y="23"/>
                    <a:pt x="603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6692084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8" y="1"/>
                  </a:moveTo>
                  <a:cubicBezTo>
                    <a:pt x="236" y="1"/>
                    <a:pt x="137" y="45"/>
                    <a:pt x="82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7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6792777" y="2963027"/>
              <a:ext cx="46915" cy="44727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2" y="1"/>
                    <a:pt x="155" y="10"/>
                    <a:pt x="130" y="32"/>
                  </a:cubicBezTo>
                  <a:cubicBezTo>
                    <a:pt x="41" y="112"/>
                    <a:pt x="16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60" y="126"/>
                    <a:pt x="597" y="45"/>
                    <a:pt x="505" y="18"/>
                  </a:cubicBezTo>
                  <a:cubicBezTo>
                    <a:pt x="489" y="12"/>
                    <a:pt x="472" y="10"/>
                    <a:pt x="455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6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6900201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2" y="0"/>
                  </a:moveTo>
                  <a:cubicBezTo>
                    <a:pt x="238" y="0"/>
                    <a:pt x="169" y="101"/>
                    <a:pt x="129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5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5" y="466"/>
                    <a:pt x="802" y="222"/>
                    <a:pt x="600" y="110"/>
                  </a:cubicBezTo>
                  <a:cubicBezTo>
                    <a:pt x="552" y="83"/>
                    <a:pt x="509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6992230" y="2961735"/>
              <a:ext cx="51446" cy="49280"/>
            </a:xfrm>
            <a:custGeom>
              <a:rect b="b" l="l" r="r" t="t"/>
              <a:pathLst>
                <a:path extrusionOk="0" h="801" w="772">
                  <a:moveTo>
                    <a:pt x="358" y="0"/>
                  </a:moveTo>
                  <a:cubicBezTo>
                    <a:pt x="142" y="0"/>
                    <a:pt x="1" y="348"/>
                    <a:pt x="99" y="549"/>
                  </a:cubicBezTo>
                  <a:cubicBezTo>
                    <a:pt x="123" y="688"/>
                    <a:pt x="210" y="800"/>
                    <a:pt x="373" y="800"/>
                  </a:cubicBezTo>
                  <a:cubicBezTo>
                    <a:pt x="381" y="800"/>
                    <a:pt x="390" y="800"/>
                    <a:pt x="399" y="800"/>
                  </a:cubicBezTo>
                  <a:cubicBezTo>
                    <a:pt x="595" y="785"/>
                    <a:pt x="684" y="637"/>
                    <a:pt x="718" y="481"/>
                  </a:cubicBezTo>
                  <a:cubicBezTo>
                    <a:pt x="720" y="472"/>
                    <a:pt x="724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3" y="30"/>
                  </a:cubicBezTo>
                  <a:cubicBezTo>
                    <a:pt x="489" y="28"/>
                    <a:pt x="472" y="26"/>
                    <a:pt x="457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7098521" y="2960320"/>
              <a:ext cx="53645" cy="50202"/>
            </a:xfrm>
            <a:custGeom>
              <a:rect b="b" l="l" r="r" t="t"/>
              <a:pathLst>
                <a:path extrusionOk="0" h="816" w="805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4" y="743"/>
                  </a:cubicBezTo>
                  <a:cubicBezTo>
                    <a:pt x="207" y="794"/>
                    <a:pt x="271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5" y="383"/>
                    <a:pt x="790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7192817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2" y="0"/>
                    <a:pt x="455" y="6"/>
                    <a:pt x="419" y="16"/>
                  </a:cubicBezTo>
                  <a:cubicBezTo>
                    <a:pt x="408" y="14"/>
                    <a:pt x="396" y="13"/>
                    <a:pt x="385" y="13"/>
                  </a:cubicBezTo>
                  <a:cubicBezTo>
                    <a:pt x="360" y="13"/>
                    <a:pt x="337" y="18"/>
                    <a:pt x="315" y="26"/>
                  </a:cubicBezTo>
                  <a:cubicBezTo>
                    <a:pt x="303" y="24"/>
                    <a:pt x="290" y="20"/>
                    <a:pt x="275" y="20"/>
                  </a:cubicBezTo>
                  <a:cubicBezTo>
                    <a:pt x="268" y="19"/>
                    <a:pt x="261" y="19"/>
                    <a:pt x="254" y="19"/>
                  </a:cubicBezTo>
                  <a:cubicBezTo>
                    <a:pt x="184" y="19"/>
                    <a:pt x="123" y="55"/>
                    <a:pt x="82" y="107"/>
                  </a:cubicBezTo>
                  <a:cubicBezTo>
                    <a:pt x="0" y="214"/>
                    <a:pt x="19" y="374"/>
                    <a:pt x="67" y="487"/>
                  </a:cubicBezTo>
                  <a:cubicBezTo>
                    <a:pt x="75" y="506"/>
                    <a:pt x="86" y="522"/>
                    <a:pt x="98" y="539"/>
                  </a:cubicBezTo>
                  <a:cubicBezTo>
                    <a:pt x="119" y="572"/>
                    <a:pt x="148" y="603"/>
                    <a:pt x="190" y="628"/>
                  </a:cubicBezTo>
                  <a:cubicBezTo>
                    <a:pt x="229" y="652"/>
                    <a:pt x="269" y="661"/>
                    <a:pt x="309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398" y="651"/>
                    <a:pt x="415" y="649"/>
                    <a:pt x="432" y="647"/>
                  </a:cubicBezTo>
                  <a:cubicBezTo>
                    <a:pt x="561" y="628"/>
                    <a:pt x="678" y="533"/>
                    <a:pt x="740" y="435"/>
                  </a:cubicBezTo>
                  <a:cubicBezTo>
                    <a:pt x="811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7296842" y="2964996"/>
              <a:ext cx="50780" cy="44788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6" y="1"/>
                    <a:pt x="138" y="45"/>
                    <a:pt x="82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4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8" y="726"/>
                  </a:cubicBezTo>
                  <a:cubicBezTo>
                    <a:pt x="624" y="707"/>
                    <a:pt x="761" y="474"/>
                    <a:pt x="717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0" y="60"/>
                    <a:pt x="457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7397535" y="2963027"/>
              <a:ext cx="46848" cy="44727"/>
            </a:xfrm>
            <a:custGeom>
              <a:rect b="b" l="l" r="r" t="t"/>
              <a:pathLst>
                <a:path extrusionOk="0" h="727" w="703">
                  <a:moveTo>
                    <a:pt x="206" y="1"/>
                  </a:moveTo>
                  <a:cubicBezTo>
                    <a:pt x="181" y="1"/>
                    <a:pt x="155" y="10"/>
                    <a:pt x="130" y="32"/>
                  </a:cubicBezTo>
                  <a:cubicBezTo>
                    <a:pt x="42" y="112"/>
                    <a:pt x="17" y="220"/>
                    <a:pt x="36" y="326"/>
                  </a:cubicBezTo>
                  <a:cubicBezTo>
                    <a:pt x="0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0" y="551"/>
                    <a:pt x="661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5" y="10"/>
                  </a:cubicBezTo>
                  <a:cubicBezTo>
                    <a:pt x="419" y="10"/>
                    <a:pt x="382" y="20"/>
                    <a:pt x="346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5" y="15"/>
                    <a:pt x="237" y="1"/>
                    <a:pt x="2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7504892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40" y="0"/>
                    <a:pt x="170" y="101"/>
                    <a:pt x="130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5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8" y="842"/>
                    <a:pt x="656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5" y="83"/>
                    <a:pt x="509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5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7597055" y="2961735"/>
              <a:ext cx="51379" cy="49280"/>
            </a:xfrm>
            <a:custGeom>
              <a:rect b="b" l="l" r="r" t="t"/>
              <a:pathLst>
                <a:path extrusionOk="0" h="801" w="771">
                  <a:moveTo>
                    <a:pt x="356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1" y="688"/>
                    <a:pt x="209" y="800"/>
                    <a:pt x="371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3" y="785"/>
                    <a:pt x="683" y="637"/>
                    <a:pt x="716" y="481"/>
                  </a:cubicBezTo>
                  <a:cubicBezTo>
                    <a:pt x="718" y="472"/>
                    <a:pt x="722" y="466"/>
                    <a:pt x="725" y="460"/>
                  </a:cubicBezTo>
                  <a:cubicBezTo>
                    <a:pt x="770" y="324"/>
                    <a:pt x="731" y="176"/>
                    <a:pt x="625" y="95"/>
                  </a:cubicBezTo>
                  <a:cubicBezTo>
                    <a:pt x="593" y="64"/>
                    <a:pt x="552" y="41"/>
                    <a:pt x="502" y="30"/>
                  </a:cubicBezTo>
                  <a:cubicBezTo>
                    <a:pt x="487" y="28"/>
                    <a:pt x="472" y="26"/>
                    <a:pt x="456" y="24"/>
                  </a:cubicBezTo>
                  <a:cubicBezTo>
                    <a:pt x="421" y="8"/>
                    <a:pt x="388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7703213" y="2960320"/>
              <a:ext cx="53712" cy="50202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9" y="643"/>
                    <a:pt x="144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91" y="108"/>
                    <a:pt x="534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6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7797508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2" y="374"/>
                    <a:pt x="68" y="487"/>
                  </a:cubicBezTo>
                  <a:cubicBezTo>
                    <a:pt x="76" y="506"/>
                    <a:pt x="88" y="522"/>
                    <a:pt x="101" y="539"/>
                  </a:cubicBezTo>
                  <a:cubicBezTo>
                    <a:pt x="120" y="572"/>
                    <a:pt x="149" y="603"/>
                    <a:pt x="190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401" y="651"/>
                    <a:pt x="418" y="649"/>
                    <a:pt x="432" y="647"/>
                  </a:cubicBezTo>
                  <a:cubicBezTo>
                    <a:pt x="561" y="628"/>
                    <a:pt x="678" y="533"/>
                    <a:pt x="741" y="435"/>
                  </a:cubicBezTo>
                  <a:cubicBezTo>
                    <a:pt x="812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7901533" y="2964996"/>
              <a:ext cx="50780" cy="44788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7" y="1"/>
                    <a:pt x="138" y="45"/>
                    <a:pt x="82" y="146"/>
                  </a:cubicBezTo>
                  <a:cubicBezTo>
                    <a:pt x="9" y="278"/>
                    <a:pt x="1" y="432"/>
                    <a:pt x="63" y="567"/>
                  </a:cubicBezTo>
                  <a:cubicBezTo>
                    <a:pt x="114" y="681"/>
                    <a:pt x="237" y="727"/>
                    <a:pt x="361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2" y="474"/>
                    <a:pt x="718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1" y="60"/>
                    <a:pt x="458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8002226" y="2963027"/>
              <a:ext cx="46915" cy="44727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3" y="112"/>
                    <a:pt x="18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2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7" y="45"/>
                    <a:pt x="507" y="18"/>
                  </a:cubicBezTo>
                  <a:cubicBezTo>
                    <a:pt x="491" y="12"/>
                    <a:pt x="473" y="10"/>
                    <a:pt x="456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9" y="37"/>
                  </a:cubicBezTo>
                  <a:cubicBezTo>
                    <a:pt x="267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8104785" y="2961858"/>
              <a:ext cx="54911" cy="5180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6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8196815" y="2961735"/>
              <a:ext cx="51446" cy="49280"/>
            </a:xfrm>
            <a:custGeom>
              <a:rect b="b" l="l" r="r" t="t"/>
              <a:pathLst>
                <a:path extrusionOk="0" h="801" w="772">
                  <a:moveTo>
                    <a:pt x="356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2" y="688"/>
                    <a:pt x="208" y="800"/>
                    <a:pt x="371" y="800"/>
                  </a:cubicBezTo>
                  <a:cubicBezTo>
                    <a:pt x="379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4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5" y="24"/>
                  </a:cubicBezTo>
                  <a:cubicBezTo>
                    <a:pt x="421" y="8"/>
                    <a:pt x="387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8303106" y="2960320"/>
              <a:ext cx="53512" cy="50202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2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69" y="815"/>
                    <a:pt x="332" y="815"/>
                  </a:cubicBezTo>
                  <a:cubicBezTo>
                    <a:pt x="478" y="815"/>
                    <a:pt x="612" y="696"/>
                    <a:pt x="678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7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8397268" y="2966103"/>
              <a:ext cx="55578" cy="40728"/>
            </a:xfrm>
            <a:custGeom>
              <a:rect b="b" l="l" r="r" t="t"/>
              <a:pathLst>
                <a:path extrusionOk="0" h="662" w="834">
                  <a:moveTo>
                    <a:pt x="531" y="0"/>
                  </a:moveTo>
                  <a:cubicBezTo>
                    <a:pt x="494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8" y="18"/>
                    <a:pt x="315" y="26"/>
                  </a:cubicBezTo>
                  <a:cubicBezTo>
                    <a:pt x="305" y="24"/>
                    <a:pt x="290" y="20"/>
                    <a:pt x="277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0" y="661"/>
                    <a:pt x="310" y="661"/>
                  </a:cubicBezTo>
                  <a:cubicBezTo>
                    <a:pt x="335" y="661"/>
                    <a:pt x="359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8501427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" name="Google Shape;265;p16"/>
          <p:cNvGrpSpPr/>
          <p:nvPr/>
        </p:nvGrpSpPr>
        <p:grpSpPr>
          <a:xfrm>
            <a:off x="3650548" y="1410425"/>
            <a:ext cx="1842900" cy="2833525"/>
            <a:chOff x="3650548" y="1410425"/>
            <a:chExt cx="1842900" cy="2833525"/>
          </a:xfrm>
        </p:grpSpPr>
        <p:sp>
          <p:nvSpPr>
            <p:cNvPr id="266" name="Google Shape;266;p16"/>
            <p:cNvSpPr txBox="1"/>
            <p:nvPr/>
          </p:nvSpPr>
          <p:spPr>
            <a:xfrm>
              <a:off x="3650548" y="1410425"/>
              <a:ext cx="1842900" cy="5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1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Lisa Smith</a:t>
              </a:r>
              <a:endParaRPr b="1" sz="21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67" name="Google Shape;267;p16"/>
            <p:cNvSpPr txBox="1"/>
            <p:nvPr/>
          </p:nvSpPr>
          <p:spPr>
            <a:xfrm>
              <a:off x="3738175" y="3888750"/>
              <a:ext cx="16677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a gas giant and has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4253449" y="3096701"/>
              <a:ext cx="585207" cy="117571"/>
            </a:xfrm>
            <a:custGeom>
              <a:rect b="b" l="l" r="r" t="t"/>
              <a:pathLst>
                <a:path extrusionOk="0" h="3948" w="19651">
                  <a:moveTo>
                    <a:pt x="18435" y="1"/>
                  </a:moveTo>
                  <a:cubicBezTo>
                    <a:pt x="18360" y="1"/>
                    <a:pt x="18281" y="12"/>
                    <a:pt x="18199" y="35"/>
                  </a:cubicBezTo>
                  <a:cubicBezTo>
                    <a:pt x="16298" y="510"/>
                    <a:pt x="14397" y="986"/>
                    <a:pt x="12495" y="1358"/>
                  </a:cubicBezTo>
                  <a:cubicBezTo>
                    <a:pt x="12081" y="1379"/>
                    <a:pt x="11665" y="1389"/>
                    <a:pt x="11249" y="1389"/>
                  </a:cubicBezTo>
                  <a:cubicBezTo>
                    <a:pt x="9691" y="1389"/>
                    <a:pt x="8143" y="1254"/>
                    <a:pt x="6723" y="1121"/>
                  </a:cubicBezTo>
                  <a:cubicBezTo>
                    <a:pt x="5947" y="1040"/>
                    <a:pt x="4247" y="602"/>
                    <a:pt x="2830" y="602"/>
                  </a:cubicBezTo>
                  <a:cubicBezTo>
                    <a:pt x="2447" y="602"/>
                    <a:pt x="2084" y="634"/>
                    <a:pt x="1766" y="714"/>
                  </a:cubicBezTo>
                  <a:cubicBezTo>
                    <a:pt x="1709" y="600"/>
                    <a:pt x="1568" y="529"/>
                    <a:pt x="1431" y="529"/>
                  </a:cubicBezTo>
                  <a:cubicBezTo>
                    <a:pt x="1322" y="529"/>
                    <a:pt x="1215" y="574"/>
                    <a:pt x="1155" y="679"/>
                  </a:cubicBezTo>
                  <a:lnTo>
                    <a:pt x="1052" y="882"/>
                  </a:lnTo>
                  <a:cubicBezTo>
                    <a:pt x="408" y="1018"/>
                    <a:pt x="1" y="2072"/>
                    <a:pt x="748" y="2580"/>
                  </a:cubicBezTo>
                  <a:cubicBezTo>
                    <a:pt x="2371" y="3639"/>
                    <a:pt x="4297" y="3947"/>
                    <a:pt x="6203" y="3947"/>
                  </a:cubicBezTo>
                  <a:cubicBezTo>
                    <a:pt x="6928" y="3947"/>
                    <a:pt x="7651" y="3903"/>
                    <a:pt x="8353" y="3838"/>
                  </a:cubicBezTo>
                  <a:cubicBezTo>
                    <a:pt x="10151" y="3702"/>
                    <a:pt x="11952" y="3362"/>
                    <a:pt x="13718" y="2955"/>
                  </a:cubicBezTo>
                  <a:cubicBezTo>
                    <a:pt x="15483" y="2819"/>
                    <a:pt x="17213" y="2480"/>
                    <a:pt x="18843" y="1629"/>
                  </a:cubicBezTo>
                  <a:cubicBezTo>
                    <a:pt x="19650" y="1227"/>
                    <a:pt x="19238" y="1"/>
                    <a:pt x="18435" y="1"/>
                  </a:cubicBezTo>
                  <a:close/>
                </a:path>
              </a:pathLst>
            </a:custGeom>
            <a:solidFill>
              <a:srgbClr val="EB5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3992620" y="2074659"/>
              <a:ext cx="1178960" cy="1208919"/>
            </a:xfrm>
            <a:custGeom>
              <a:rect b="b" l="l" r="r" t="t"/>
              <a:pathLst>
                <a:path extrusionOk="0" h="40595" w="39589">
                  <a:moveTo>
                    <a:pt x="17308" y="1"/>
                  </a:moveTo>
                  <a:cubicBezTo>
                    <a:pt x="15865" y="1"/>
                    <a:pt x="13836" y="212"/>
                    <a:pt x="13377" y="1455"/>
                  </a:cubicBezTo>
                  <a:cubicBezTo>
                    <a:pt x="13082" y="1382"/>
                    <a:pt x="12780" y="1348"/>
                    <a:pt x="12477" y="1348"/>
                  </a:cubicBezTo>
                  <a:cubicBezTo>
                    <a:pt x="10798" y="1348"/>
                    <a:pt x="9071" y="2387"/>
                    <a:pt x="7978" y="3595"/>
                  </a:cubicBezTo>
                  <a:cubicBezTo>
                    <a:pt x="6179" y="5564"/>
                    <a:pt x="5873" y="8517"/>
                    <a:pt x="5397" y="10997"/>
                  </a:cubicBezTo>
                  <a:cubicBezTo>
                    <a:pt x="4889" y="13645"/>
                    <a:pt x="3767" y="15886"/>
                    <a:pt x="2377" y="18059"/>
                  </a:cubicBezTo>
                  <a:cubicBezTo>
                    <a:pt x="1834" y="18906"/>
                    <a:pt x="1255" y="19756"/>
                    <a:pt x="644" y="20571"/>
                  </a:cubicBezTo>
                  <a:cubicBezTo>
                    <a:pt x="440" y="20875"/>
                    <a:pt x="508" y="21182"/>
                    <a:pt x="712" y="21386"/>
                  </a:cubicBezTo>
                  <a:cubicBezTo>
                    <a:pt x="679" y="21454"/>
                    <a:pt x="679" y="21487"/>
                    <a:pt x="644" y="21522"/>
                  </a:cubicBezTo>
                  <a:cubicBezTo>
                    <a:pt x="408" y="21861"/>
                    <a:pt x="236" y="22269"/>
                    <a:pt x="101" y="22709"/>
                  </a:cubicBezTo>
                  <a:cubicBezTo>
                    <a:pt x="0" y="23048"/>
                    <a:pt x="272" y="23287"/>
                    <a:pt x="576" y="23287"/>
                  </a:cubicBezTo>
                  <a:cubicBezTo>
                    <a:pt x="304" y="24950"/>
                    <a:pt x="304" y="26615"/>
                    <a:pt x="475" y="28312"/>
                  </a:cubicBezTo>
                  <a:lnTo>
                    <a:pt x="475" y="28380"/>
                  </a:lnTo>
                  <a:cubicBezTo>
                    <a:pt x="33" y="33098"/>
                    <a:pt x="440" y="39957"/>
                    <a:pt x="6383" y="40196"/>
                  </a:cubicBezTo>
                  <a:cubicBezTo>
                    <a:pt x="6469" y="40467"/>
                    <a:pt x="6718" y="40594"/>
                    <a:pt x="6977" y="40594"/>
                  </a:cubicBezTo>
                  <a:cubicBezTo>
                    <a:pt x="7332" y="40594"/>
                    <a:pt x="7706" y="40356"/>
                    <a:pt x="7706" y="39924"/>
                  </a:cubicBezTo>
                  <a:cubicBezTo>
                    <a:pt x="7706" y="38938"/>
                    <a:pt x="7809" y="38123"/>
                    <a:pt x="8081" y="37376"/>
                  </a:cubicBezTo>
                  <a:cubicBezTo>
                    <a:pt x="8453" y="36665"/>
                    <a:pt x="8928" y="36054"/>
                    <a:pt x="9404" y="35375"/>
                  </a:cubicBezTo>
                  <a:cubicBezTo>
                    <a:pt x="9607" y="35103"/>
                    <a:pt x="9539" y="34831"/>
                    <a:pt x="9371" y="34592"/>
                  </a:cubicBezTo>
                  <a:cubicBezTo>
                    <a:pt x="9336" y="34424"/>
                    <a:pt x="9200" y="34220"/>
                    <a:pt x="8996" y="34220"/>
                  </a:cubicBezTo>
                  <a:cubicBezTo>
                    <a:pt x="4821" y="33949"/>
                    <a:pt x="6008" y="27598"/>
                    <a:pt x="1798" y="27430"/>
                  </a:cubicBezTo>
                  <a:cubicBezTo>
                    <a:pt x="1662" y="27430"/>
                    <a:pt x="1595" y="27462"/>
                    <a:pt x="1494" y="27498"/>
                  </a:cubicBezTo>
                  <a:cubicBezTo>
                    <a:pt x="1323" y="25561"/>
                    <a:pt x="1391" y="23592"/>
                    <a:pt x="1969" y="21726"/>
                  </a:cubicBezTo>
                  <a:cubicBezTo>
                    <a:pt x="2053" y="21895"/>
                    <a:pt x="2256" y="21971"/>
                    <a:pt x="2459" y="21971"/>
                  </a:cubicBezTo>
                  <a:cubicBezTo>
                    <a:pt x="2500" y="21971"/>
                    <a:pt x="2541" y="21968"/>
                    <a:pt x="2581" y="21962"/>
                  </a:cubicBezTo>
                  <a:lnTo>
                    <a:pt x="2581" y="21962"/>
                  </a:lnTo>
                  <a:cubicBezTo>
                    <a:pt x="2545" y="22030"/>
                    <a:pt x="2545" y="22098"/>
                    <a:pt x="2545" y="22166"/>
                  </a:cubicBezTo>
                  <a:cubicBezTo>
                    <a:pt x="2527" y="22513"/>
                    <a:pt x="2848" y="22718"/>
                    <a:pt x="3141" y="22718"/>
                  </a:cubicBezTo>
                  <a:cubicBezTo>
                    <a:pt x="3364" y="22718"/>
                    <a:pt x="3570" y="22600"/>
                    <a:pt x="3599" y="22337"/>
                  </a:cubicBezTo>
                  <a:cubicBezTo>
                    <a:pt x="3767" y="21351"/>
                    <a:pt x="3971" y="20368"/>
                    <a:pt x="4142" y="19382"/>
                  </a:cubicBezTo>
                  <a:cubicBezTo>
                    <a:pt x="4379" y="18670"/>
                    <a:pt x="4686" y="17923"/>
                    <a:pt x="5093" y="17209"/>
                  </a:cubicBezTo>
                  <a:cubicBezTo>
                    <a:pt x="5194" y="17005"/>
                    <a:pt x="5161" y="16801"/>
                    <a:pt x="5058" y="16633"/>
                  </a:cubicBezTo>
                  <a:cubicBezTo>
                    <a:pt x="5365" y="16054"/>
                    <a:pt x="5669" y="15443"/>
                    <a:pt x="5940" y="14832"/>
                  </a:cubicBezTo>
                  <a:cubicBezTo>
                    <a:pt x="6212" y="14188"/>
                    <a:pt x="6416" y="13542"/>
                    <a:pt x="6587" y="12863"/>
                  </a:cubicBezTo>
                  <a:cubicBezTo>
                    <a:pt x="6709" y="13046"/>
                    <a:pt x="6913" y="13174"/>
                    <a:pt x="7176" y="13174"/>
                  </a:cubicBezTo>
                  <a:cubicBezTo>
                    <a:pt x="7205" y="13174"/>
                    <a:pt x="7235" y="13173"/>
                    <a:pt x="7266" y="13170"/>
                  </a:cubicBezTo>
                  <a:cubicBezTo>
                    <a:pt x="8646" y="12982"/>
                    <a:pt x="10033" y="12920"/>
                    <a:pt x="11423" y="12920"/>
                  </a:cubicBezTo>
                  <a:cubicBezTo>
                    <a:pt x="14070" y="12920"/>
                    <a:pt x="16726" y="13146"/>
                    <a:pt x="19353" y="13170"/>
                  </a:cubicBezTo>
                  <a:cubicBezTo>
                    <a:pt x="23053" y="13202"/>
                    <a:pt x="26652" y="13237"/>
                    <a:pt x="30318" y="13542"/>
                  </a:cubicBezTo>
                  <a:cubicBezTo>
                    <a:pt x="30490" y="14324"/>
                    <a:pt x="30794" y="15036"/>
                    <a:pt x="31101" y="15783"/>
                  </a:cubicBezTo>
                  <a:cubicBezTo>
                    <a:pt x="31337" y="18091"/>
                    <a:pt x="32084" y="20264"/>
                    <a:pt x="32662" y="22540"/>
                  </a:cubicBezTo>
                  <a:cubicBezTo>
                    <a:pt x="32764" y="22930"/>
                    <a:pt x="33078" y="23117"/>
                    <a:pt x="33400" y="23117"/>
                  </a:cubicBezTo>
                  <a:cubicBezTo>
                    <a:pt x="33722" y="23117"/>
                    <a:pt x="34053" y="22930"/>
                    <a:pt x="34189" y="22573"/>
                  </a:cubicBezTo>
                  <a:cubicBezTo>
                    <a:pt x="34224" y="22369"/>
                    <a:pt x="34257" y="22269"/>
                    <a:pt x="34257" y="22166"/>
                  </a:cubicBezTo>
                  <a:cubicBezTo>
                    <a:pt x="34292" y="22166"/>
                    <a:pt x="34292" y="22201"/>
                    <a:pt x="34292" y="22201"/>
                  </a:cubicBezTo>
                  <a:cubicBezTo>
                    <a:pt x="34564" y="22573"/>
                    <a:pt x="34732" y="23016"/>
                    <a:pt x="34868" y="23423"/>
                  </a:cubicBezTo>
                  <a:cubicBezTo>
                    <a:pt x="34971" y="23695"/>
                    <a:pt x="35072" y="23966"/>
                    <a:pt x="35140" y="24238"/>
                  </a:cubicBezTo>
                  <a:cubicBezTo>
                    <a:pt x="34496" y="25460"/>
                    <a:pt x="34868" y="28109"/>
                    <a:pt x="33374" y="28141"/>
                  </a:cubicBezTo>
                  <a:cubicBezTo>
                    <a:pt x="32866" y="28141"/>
                    <a:pt x="32491" y="28617"/>
                    <a:pt x="32527" y="29059"/>
                  </a:cubicBezTo>
                  <a:cubicBezTo>
                    <a:pt x="32016" y="29738"/>
                    <a:pt x="31576" y="30553"/>
                    <a:pt x="31133" y="31232"/>
                  </a:cubicBezTo>
                  <a:cubicBezTo>
                    <a:pt x="30693" y="31843"/>
                    <a:pt x="30183" y="32387"/>
                    <a:pt x="29639" y="32895"/>
                  </a:cubicBezTo>
                  <a:cubicBezTo>
                    <a:pt x="29064" y="33438"/>
                    <a:pt x="28384" y="33642"/>
                    <a:pt x="27773" y="34016"/>
                  </a:cubicBezTo>
                  <a:cubicBezTo>
                    <a:pt x="27720" y="33997"/>
                    <a:pt x="27667" y="33988"/>
                    <a:pt x="27615" y="33988"/>
                  </a:cubicBezTo>
                  <a:cubicBezTo>
                    <a:pt x="27303" y="33988"/>
                    <a:pt x="27050" y="34316"/>
                    <a:pt x="27195" y="34695"/>
                  </a:cubicBezTo>
                  <a:lnTo>
                    <a:pt x="27263" y="34763"/>
                  </a:lnTo>
                  <a:cubicBezTo>
                    <a:pt x="27263" y="35035"/>
                    <a:pt x="27366" y="35307"/>
                    <a:pt x="27602" y="35442"/>
                  </a:cubicBezTo>
                  <a:cubicBezTo>
                    <a:pt x="27977" y="36122"/>
                    <a:pt x="28485" y="36665"/>
                    <a:pt x="29028" y="37276"/>
                  </a:cubicBezTo>
                  <a:cubicBezTo>
                    <a:pt x="29843" y="38159"/>
                    <a:pt x="30422" y="39177"/>
                    <a:pt x="31405" y="39856"/>
                  </a:cubicBezTo>
                  <a:cubicBezTo>
                    <a:pt x="31738" y="40087"/>
                    <a:pt x="32086" y="40182"/>
                    <a:pt x="32439" y="40182"/>
                  </a:cubicBezTo>
                  <a:cubicBezTo>
                    <a:pt x="33022" y="40182"/>
                    <a:pt x="33619" y="39923"/>
                    <a:pt x="34189" y="39585"/>
                  </a:cubicBezTo>
                  <a:lnTo>
                    <a:pt x="34224" y="39585"/>
                  </a:lnTo>
                  <a:cubicBezTo>
                    <a:pt x="35718" y="39585"/>
                    <a:pt x="36566" y="38667"/>
                    <a:pt x="37109" y="37444"/>
                  </a:cubicBezTo>
                  <a:cubicBezTo>
                    <a:pt x="37381" y="37376"/>
                    <a:pt x="37687" y="37208"/>
                    <a:pt x="37823" y="36833"/>
                  </a:cubicBezTo>
                  <a:cubicBezTo>
                    <a:pt x="39589" y="32759"/>
                    <a:pt x="39317" y="27701"/>
                    <a:pt x="38467" y="23423"/>
                  </a:cubicBezTo>
                  <a:cubicBezTo>
                    <a:pt x="38467" y="23320"/>
                    <a:pt x="38434" y="23220"/>
                    <a:pt x="38399" y="23152"/>
                  </a:cubicBezTo>
                  <a:cubicBezTo>
                    <a:pt x="38299" y="22369"/>
                    <a:pt x="38163" y="21622"/>
                    <a:pt x="37924" y="20843"/>
                  </a:cubicBezTo>
                  <a:cubicBezTo>
                    <a:pt x="37891" y="20707"/>
                    <a:pt x="37823" y="20604"/>
                    <a:pt x="37720" y="20503"/>
                  </a:cubicBezTo>
                  <a:cubicBezTo>
                    <a:pt x="37348" y="19314"/>
                    <a:pt x="36701" y="18159"/>
                    <a:pt x="36294" y="16972"/>
                  </a:cubicBezTo>
                  <a:cubicBezTo>
                    <a:pt x="36261" y="16904"/>
                    <a:pt x="36261" y="16836"/>
                    <a:pt x="36226" y="16769"/>
                  </a:cubicBezTo>
                  <a:cubicBezTo>
                    <a:pt x="36098" y="16458"/>
                    <a:pt x="35849" y="16324"/>
                    <a:pt x="35587" y="16324"/>
                  </a:cubicBezTo>
                  <a:cubicBezTo>
                    <a:pt x="35506" y="16324"/>
                    <a:pt x="35424" y="16337"/>
                    <a:pt x="35343" y="16361"/>
                  </a:cubicBezTo>
                  <a:cubicBezTo>
                    <a:pt x="35004" y="15954"/>
                    <a:pt x="34700" y="15546"/>
                    <a:pt x="34360" y="15139"/>
                  </a:cubicBezTo>
                  <a:cubicBezTo>
                    <a:pt x="34325" y="15139"/>
                    <a:pt x="34325" y="15103"/>
                    <a:pt x="34292" y="15103"/>
                  </a:cubicBezTo>
                  <a:cubicBezTo>
                    <a:pt x="34156" y="14900"/>
                    <a:pt x="34053" y="14731"/>
                    <a:pt x="33953" y="14528"/>
                  </a:cubicBezTo>
                  <a:cubicBezTo>
                    <a:pt x="34089" y="14357"/>
                    <a:pt x="34156" y="14120"/>
                    <a:pt x="34053" y="13881"/>
                  </a:cubicBezTo>
                  <a:cubicBezTo>
                    <a:pt x="33002" y="10079"/>
                    <a:pt x="32527" y="5800"/>
                    <a:pt x="30047" y="2576"/>
                  </a:cubicBezTo>
                  <a:cubicBezTo>
                    <a:pt x="29286" y="1600"/>
                    <a:pt x="28191" y="1025"/>
                    <a:pt x="27044" y="1025"/>
                  </a:cubicBezTo>
                  <a:cubicBezTo>
                    <a:pt x="26553" y="1025"/>
                    <a:pt x="26053" y="1130"/>
                    <a:pt x="25565" y="1354"/>
                  </a:cubicBezTo>
                  <a:cubicBezTo>
                    <a:pt x="25193" y="1522"/>
                    <a:pt x="24818" y="1761"/>
                    <a:pt x="24479" y="1998"/>
                  </a:cubicBezTo>
                  <a:cubicBezTo>
                    <a:pt x="23188" y="335"/>
                    <a:pt x="20168" y="132"/>
                    <a:pt x="18267" y="29"/>
                  </a:cubicBezTo>
                  <a:cubicBezTo>
                    <a:pt x="18010" y="15"/>
                    <a:pt x="17678" y="1"/>
                    <a:pt x="17308" y="1"/>
                  </a:cubicBezTo>
                  <a:close/>
                </a:path>
              </a:pathLst>
            </a:custGeom>
            <a:solidFill>
              <a:srgbClr val="EF7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4021892" y="2459105"/>
              <a:ext cx="1008142" cy="657066"/>
            </a:xfrm>
            <a:custGeom>
              <a:rect b="b" l="l" r="r" t="t"/>
              <a:pathLst>
                <a:path extrusionOk="0" h="22064" w="33853">
                  <a:moveTo>
                    <a:pt x="28052" y="0"/>
                  </a:moveTo>
                  <a:cubicBezTo>
                    <a:pt x="27642" y="0"/>
                    <a:pt x="27204" y="193"/>
                    <a:pt x="26823" y="327"/>
                  </a:cubicBezTo>
                  <a:cubicBezTo>
                    <a:pt x="26144" y="564"/>
                    <a:pt x="25465" y="735"/>
                    <a:pt x="24718" y="767"/>
                  </a:cubicBezTo>
                  <a:cubicBezTo>
                    <a:pt x="24363" y="802"/>
                    <a:pt x="24009" y="817"/>
                    <a:pt x="23654" y="817"/>
                  </a:cubicBezTo>
                  <a:cubicBezTo>
                    <a:pt x="21937" y="817"/>
                    <a:pt x="20215" y="467"/>
                    <a:pt x="18471" y="327"/>
                  </a:cubicBezTo>
                  <a:cubicBezTo>
                    <a:pt x="17950" y="284"/>
                    <a:pt x="17430" y="269"/>
                    <a:pt x="16909" y="269"/>
                  </a:cubicBezTo>
                  <a:cubicBezTo>
                    <a:pt x="15700" y="269"/>
                    <a:pt x="14491" y="350"/>
                    <a:pt x="13282" y="350"/>
                  </a:cubicBezTo>
                  <a:cubicBezTo>
                    <a:pt x="12941" y="350"/>
                    <a:pt x="12600" y="344"/>
                    <a:pt x="12259" y="327"/>
                  </a:cubicBezTo>
                  <a:cubicBezTo>
                    <a:pt x="10221" y="224"/>
                    <a:pt x="8184" y="56"/>
                    <a:pt x="6180" y="56"/>
                  </a:cubicBezTo>
                  <a:cubicBezTo>
                    <a:pt x="6162" y="55"/>
                    <a:pt x="6144" y="55"/>
                    <a:pt x="6127" y="55"/>
                  </a:cubicBezTo>
                  <a:cubicBezTo>
                    <a:pt x="5286" y="55"/>
                    <a:pt x="5031" y="883"/>
                    <a:pt x="5297" y="1482"/>
                  </a:cubicBezTo>
                  <a:cubicBezTo>
                    <a:pt x="5264" y="1582"/>
                    <a:pt x="5196" y="1650"/>
                    <a:pt x="5196" y="1786"/>
                  </a:cubicBezTo>
                  <a:cubicBezTo>
                    <a:pt x="4721" y="3994"/>
                    <a:pt x="4618" y="6336"/>
                    <a:pt x="3635" y="8408"/>
                  </a:cubicBezTo>
                  <a:cubicBezTo>
                    <a:pt x="3295" y="9155"/>
                    <a:pt x="2513" y="9766"/>
                    <a:pt x="2513" y="10649"/>
                  </a:cubicBezTo>
                  <a:cubicBezTo>
                    <a:pt x="2445" y="10377"/>
                    <a:pt x="2412" y="10106"/>
                    <a:pt x="2344" y="9867"/>
                  </a:cubicBezTo>
                  <a:cubicBezTo>
                    <a:pt x="2276" y="9506"/>
                    <a:pt x="1963" y="9337"/>
                    <a:pt x="1653" y="9337"/>
                  </a:cubicBezTo>
                  <a:cubicBezTo>
                    <a:pt x="1352" y="9337"/>
                    <a:pt x="1053" y="9497"/>
                    <a:pt x="986" y="9799"/>
                  </a:cubicBezTo>
                  <a:cubicBezTo>
                    <a:pt x="951" y="9834"/>
                    <a:pt x="918" y="9902"/>
                    <a:pt x="883" y="9935"/>
                  </a:cubicBezTo>
                  <a:cubicBezTo>
                    <a:pt x="476" y="11192"/>
                    <a:pt x="0" y="14520"/>
                    <a:pt x="1902" y="14859"/>
                  </a:cubicBezTo>
                  <a:cubicBezTo>
                    <a:pt x="2377" y="14927"/>
                    <a:pt x="2412" y="14791"/>
                    <a:pt x="2649" y="15267"/>
                  </a:cubicBezTo>
                  <a:cubicBezTo>
                    <a:pt x="3124" y="16285"/>
                    <a:pt x="3396" y="17168"/>
                    <a:pt x="4075" y="18051"/>
                  </a:cubicBezTo>
                  <a:cubicBezTo>
                    <a:pt x="4721" y="18898"/>
                    <a:pt x="5365" y="19713"/>
                    <a:pt x="6351" y="20224"/>
                  </a:cubicBezTo>
                  <a:cubicBezTo>
                    <a:pt x="7742" y="20903"/>
                    <a:pt x="9407" y="21071"/>
                    <a:pt x="10933" y="21310"/>
                  </a:cubicBezTo>
                  <a:cubicBezTo>
                    <a:pt x="12666" y="21582"/>
                    <a:pt x="14396" y="21785"/>
                    <a:pt x="16129" y="21818"/>
                  </a:cubicBezTo>
                  <a:cubicBezTo>
                    <a:pt x="17882" y="21842"/>
                    <a:pt x="19681" y="22063"/>
                    <a:pt x="21454" y="22063"/>
                  </a:cubicBezTo>
                  <a:cubicBezTo>
                    <a:pt x="22324" y="22063"/>
                    <a:pt x="23189" y="22010"/>
                    <a:pt x="24039" y="21853"/>
                  </a:cubicBezTo>
                  <a:cubicBezTo>
                    <a:pt x="24582" y="21750"/>
                    <a:pt x="25093" y="21614"/>
                    <a:pt x="25601" y="21411"/>
                  </a:cubicBezTo>
                  <a:cubicBezTo>
                    <a:pt x="25736" y="21343"/>
                    <a:pt x="26891" y="20664"/>
                    <a:pt x="26891" y="20664"/>
                  </a:cubicBezTo>
                  <a:cubicBezTo>
                    <a:pt x="27027" y="20739"/>
                    <a:pt x="27175" y="20782"/>
                    <a:pt x="27328" y="20782"/>
                  </a:cubicBezTo>
                  <a:cubicBezTo>
                    <a:pt x="27521" y="20782"/>
                    <a:pt x="27720" y="20715"/>
                    <a:pt x="27909" y="20563"/>
                  </a:cubicBezTo>
                  <a:cubicBezTo>
                    <a:pt x="28692" y="20359"/>
                    <a:pt x="29403" y="19545"/>
                    <a:pt x="29914" y="18830"/>
                  </a:cubicBezTo>
                  <a:cubicBezTo>
                    <a:pt x="30050" y="18627"/>
                    <a:pt x="30082" y="18390"/>
                    <a:pt x="30014" y="18151"/>
                  </a:cubicBezTo>
                  <a:cubicBezTo>
                    <a:pt x="30389" y="17608"/>
                    <a:pt x="30694" y="17032"/>
                    <a:pt x="30933" y="16454"/>
                  </a:cubicBezTo>
                  <a:cubicBezTo>
                    <a:pt x="31068" y="16421"/>
                    <a:pt x="31237" y="16353"/>
                    <a:pt x="31305" y="16149"/>
                  </a:cubicBezTo>
                  <a:cubicBezTo>
                    <a:pt x="31476" y="15674"/>
                    <a:pt x="31576" y="15231"/>
                    <a:pt x="31679" y="14723"/>
                  </a:cubicBezTo>
                  <a:cubicBezTo>
                    <a:pt x="31679" y="14655"/>
                    <a:pt x="31712" y="14588"/>
                    <a:pt x="31712" y="14484"/>
                  </a:cubicBezTo>
                  <a:cubicBezTo>
                    <a:pt x="31808" y="14549"/>
                    <a:pt x="31920" y="14582"/>
                    <a:pt x="32036" y="14582"/>
                  </a:cubicBezTo>
                  <a:cubicBezTo>
                    <a:pt x="32166" y="14582"/>
                    <a:pt x="32301" y="14540"/>
                    <a:pt x="32426" y="14452"/>
                  </a:cubicBezTo>
                  <a:cubicBezTo>
                    <a:pt x="32459" y="14416"/>
                    <a:pt x="32494" y="14384"/>
                    <a:pt x="32494" y="14349"/>
                  </a:cubicBezTo>
                  <a:cubicBezTo>
                    <a:pt x="32620" y="14429"/>
                    <a:pt x="32770" y="14471"/>
                    <a:pt x="32918" y="14471"/>
                  </a:cubicBezTo>
                  <a:cubicBezTo>
                    <a:pt x="33208" y="14471"/>
                    <a:pt x="33491" y="14312"/>
                    <a:pt x="33581" y="13976"/>
                  </a:cubicBezTo>
                  <a:cubicBezTo>
                    <a:pt x="33785" y="13094"/>
                    <a:pt x="33852" y="12211"/>
                    <a:pt x="33749" y="11361"/>
                  </a:cubicBezTo>
                  <a:cubicBezTo>
                    <a:pt x="33817" y="10989"/>
                    <a:pt x="33817" y="10614"/>
                    <a:pt x="33817" y="10310"/>
                  </a:cubicBezTo>
                  <a:cubicBezTo>
                    <a:pt x="33794" y="9905"/>
                    <a:pt x="33422" y="9535"/>
                    <a:pt x="33038" y="9535"/>
                  </a:cubicBezTo>
                  <a:cubicBezTo>
                    <a:pt x="32872" y="9535"/>
                    <a:pt x="32705" y="9603"/>
                    <a:pt x="32562" y="9766"/>
                  </a:cubicBezTo>
                  <a:lnTo>
                    <a:pt x="32595" y="9766"/>
                  </a:lnTo>
                  <a:cubicBezTo>
                    <a:pt x="32120" y="9935"/>
                    <a:pt x="31916" y="10377"/>
                    <a:pt x="32120" y="10853"/>
                  </a:cubicBezTo>
                  <a:cubicBezTo>
                    <a:pt x="32187" y="10953"/>
                    <a:pt x="32223" y="11056"/>
                    <a:pt x="32255" y="11124"/>
                  </a:cubicBezTo>
                  <a:cubicBezTo>
                    <a:pt x="32223" y="11192"/>
                    <a:pt x="32223" y="11260"/>
                    <a:pt x="32187" y="11328"/>
                  </a:cubicBezTo>
                  <a:cubicBezTo>
                    <a:pt x="32155" y="11396"/>
                    <a:pt x="32120" y="11429"/>
                    <a:pt x="32052" y="11464"/>
                  </a:cubicBezTo>
                  <a:cubicBezTo>
                    <a:pt x="32155" y="11328"/>
                    <a:pt x="32019" y="11124"/>
                    <a:pt x="31951" y="10853"/>
                  </a:cubicBezTo>
                  <a:cubicBezTo>
                    <a:pt x="31815" y="10174"/>
                    <a:pt x="31340" y="9595"/>
                    <a:pt x="31136" y="8916"/>
                  </a:cubicBezTo>
                  <a:cubicBezTo>
                    <a:pt x="30933" y="8101"/>
                    <a:pt x="30865" y="7286"/>
                    <a:pt x="30593" y="6472"/>
                  </a:cubicBezTo>
                  <a:cubicBezTo>
                    <a:pt x="30186" y="5285"/>
                    <a:pt x="29743" y="4095"/>
                    <a:pt x="29642" y="2805"/>
                  </a:cubicBezTo>
                  <a:cubicBezTo>
                    <a:pt x="29574" y="1854"/>
                    <a:pt x="29507" y="835"/>
                    <a:pt x="28656" y="192"/>
                  </a:cubicBezTo>
                  <a:cubicBezTo>
                    <a:pt x="28471" y="52"/>
                    <a:pt x="28265" y="0"/>
                    <a:pt x="28052" y="0"/>
                  </a:cubicBezTo>
                  <a:close/>
                </a:path>
              </a:pathLst>
            </a:custGeom>
            <a:solidFill>
              <a:srgbClr val="F9C6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4473869" y="2933483"/>
              <a:ext cx="126386" cy="149257"/>
            </a:xfrm>
            <a:custGeom>
              <a:rect b="b" l="l" r="r" t="t"/>
              <a:pathLst>
                <a:path extrusionOk="0" h="5012" w="4244">
                  <a:moveTo>
                    <a:pt x="3453" y="1"/>
                  </a:moveTo>
                  <a:cubicBezTo>
                    <a:pt x="3401" y="1"/>
                    <a:pt x="3347" y="6"/>
                    <a:pt x="3293" y="16"/>
                  </a:cubicBezTo>
                  <a:cubicBezTo>
                    <a:pt x="2478" y="151"/>
                    <a:pt x="1630" y="116"/>
                    <a:pt x="780" y="151"/>
                  </a:cubicBezTo>
                  <a:cubicBezTo>
                    <a:pt x="508" y="151"/>
                    <a:pt x="340" y="287"/>
                    <a:pt x="237" y="456"/>
                  </a:cubicBezTo>
                  <a:cubicBezTo>
                    <a:pt x="204" y="491"/>
                    <a:pt x="169" y="559"/>
                    <a:pt x="169" y="591"/>
                  </a:cubicBezTo>
                  <a:cubicBezTo>
                    <a:pt x="1" y="1067"/>
                    <a:pt x="101" y="1474"/>
                    <a:pt x="272" y="1882"/>
                  </a:cubicBezTo>
                  <a:cubicBezTo>
                    <a:pt x="237" y="1950"/>
                    <a:pt x="169" y="2053"/>
                    <a:pt x="169" y="2153"/>
                  </a:cubicBezTo>
                  <a:cubicBezTo>
                    <a:pt x="33" y="3003"/>
                    <a:pt x="508" y="3511"/>
                    <a:pt x="1155" y="3683"/>
                  </a:cubicBezTo>
                  <a:cubicBezTo>
                    <a:pt x="1359" y="4090"/>
                    <a:pt x="1630" y="4497"/>
                    <a:pt x="2002" y="4802"/>
                  </a:cubicBezTo>
                  <a:cubicBezTo>
                    <a:pt x="2201" y="4949"/>
                    <a:pt x="2395" y="5011"/>
                    <a:pt x="2579" y="5011"/>
                  </a:cubicBezTo>
                  <a:cubicBezTo>
                    <a:pt x="3242" y="5011"/>
                    <a:pt x="3765" y="4192"/>
                    <a:pt x="3871" y="3579"/>
                  </a:cubicBezTo>
                  <a:cubicBezTo>
                    <a:pt x="3904" y="3547"/>
                    <a:pt x="3904" y="3479"/>
                    <a:pt x="3904" y="3411"/>
                  </a:cubicBezTo>
                  <a:cubicBezTo>
                    <a:pt x="3972" y="3172"/>
                    <a:pt x="3972" y="2900"/>
                    <a:pt x="3972" y="2629"/>
                  </a:cubicBezTo>
                  <a:lnTo>
                    <a:pt x="3972" y="2289"/>
                  </a:lnTo>
                  <a:cubicBezTo>
                    <a:pt x="4211" y="1746"/>
                    <a:pt x="4243" y="1102"/>
                    <a:pt x="4107" y="491"/>
                  </a:cubicBezTo>
                  <a:cubicBezTo>
                    <a:pt x="4022" y="171"/>
                    <a:pt x="3761" y="1"/>
                    <a:pt x="3453" y="1"/>
                  </a:cubicBezTo>
                  <a:close/>
                </a:path>
              </a:pathLst>
            </a:custGeom>
            <a:solidFill>
              <a:srgbClr val="F4A4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4021892" y="2330907"/>
              <a:ext cx="1022288" cy="822226"/>
            </a:xfrm>
            <a:custGeom>
              <a:rect b="b" l="l" r="r" t="t"/>
              <a:pathLst>
                <a:path extrusionOk="0" h="27610" w="34328">
                  <a:moveTo>
                    <a:pt x="5569" y="4665"/>
                  </a:moveTo>
                  <a:cubicBezTo>
                    <a:pt x="7343" y="4860"/>
                    <a:pt x="9141" y="4908"/>
                    <a:pt x="10939" y="4908"/>
                  </a:cubicBezTo>
                  <a:cubicBezTo>
                    <a:pt x="12635" y="4908"/>
                    <a:pt x="14332" y="4866"/>
                    <a:pt x="16010" y="4866"/>
                  </a:cubicBezTo>
                  <a:cubicBezTo>
                    <a:pt x="16265" y="4866"/>
                    <a:pt x="16519" y="4867"/>
                    <a:pt x="16773" y="4869"/>
                  </a:cubicBezTo>
                  <a:cubicBezTo>
                    <a:pt x="19226" y="4869"/>
                    <a:pt x="21691" y="4921"/>
                    <a:pt x="24153" y="4921"/>
                  </a:cubicBezTo>
                  <a:cubicBezTo>
                    <a:pt x="25679" y="4921"/>
                    <a:pt x="27204" y="4901"/>
                    <a:pt x="28724" y="4836"/>
                  </a:cubicBezTo>
                  <a:lnTo>
                    <a:pt x="28760" y="4836"/>
                  </a:lnTo>
                  <a:cubicBezTo>
                    <a:pt x="28860" y="5955"/>
                    <a:pt x="29268" y="7077"/>
                    <a:pt x="29574" y="8128"/>
                  </a:cubicBezTo>
                  <a:cubicBezTo>
                    <a:pt x="30286" y="10608"/>
                    <a:pt x="30829" y="13153"/>
                    <a:pt x="31576" y="15598"/>
                  </a:cubicBezTo>
                  <a:cubicBezTo>
                    <a:pt x="31633" y="15769"/>
                    <a:pt x="31739" y="15845"/>
                    <a:pt x="31873" y="15845"/>
                  </a:cubicBezTo>
                  <a:cubicBezTo>
                    <a:pt x="31898" y="15845"/>
                    <a:pt x="31924" y="15842"/>
                    <a:pt x="31951" y="15837"/>
                  </a:cubicBezTo>
                  <a:cubicBezTo>
                    <a:pt x="31951" y="15905"/>
                    <a:pt x="32002" y="15939"/>
                    <a:pt x="32057" y="15939"/>
                  </a:cubicBezTo>
                  <a:cubicBezTo>
                    <a:pt x="32112" y="15939"/>
                    <a:pt x="32171" y="15905"/>
                    <a:pt x="32187" y="15837"/>
                  </a:cubicBezTo>
                  <a:cubicBezTo>
                    <a:pt x="32359" y="15258"/>
                    <a:pt x="32459" y="14647"/>
                    <a:pt x="32799" y="14139"/>
                  </a:cubicBezTo>
                  <a:cubicBezTo>
                    <a:pt x="32905" y="13994"/>
                    <a:pt x="33000" y="13934"/>
                    <a:pt x="33087" y="13934"/>
                  </a:cubicBezTo>
                  <a:cubicBezTo>
                    <a:pt x="33527" y="13934"/>
                    <a:pt x="33717" y="15514"/>
                    <a:pt x="33717" y="15598"/>
                  </a:cubicBezTo>
                  <a:cubicBezTo>
                    <a:pt x="33717" y="16244"/>
                    <a:pt x="33717" y="16888"/>
                    <a:pt x="33546" y="17534"/>
                  </a:cubicBezTo>
                  <a:cubicBezTo>
                    <a:pt x="33478" y="17874"/>
                    <a:pt x="33342" y="18213"/>
                    <a:pt x="33206" y="18553"/>
                  </a:cubicBezTo>
                  <a:cubicBezTo>
                    <a:pt x="32834" y="18553"/>
                    <a:pt x="32459" y="18586"/>
                    <a:pt x="32087" y="18586"/>
                  </a:cubicBezTo>
                  <a:cubicBezTo>
                    <a:pt x="32053" y="18400"/>
                    <a:pt x="31908" y="18307"/>
                    <a:pt x="31768" y="18307"/>
                  </a:cubicBezTo>
                  <a:cubicBezTo>
                    <a:pt x="31628" y="18307"/>
                    <a:pt x="31492" y="18400"/>
                    <a:pt x="31476" y="18586"/>
                  </a:cubicBezTo>
                  <a:cubicBezTo>
                    <a:pt x="30865" y="25887"/>
                    <a:pt x="22988" y="26023"/>
                    <a:pt x="17180" y="26191"/>
                  </a:cubicBezTo>
                  <a:cubicBezTo>
                    <a:pt x="13481" y="26090"/>
                    <a:pt x="8964" y="25987"/>
                    <a:pt x="5976" y="24086"/>
                  </a:cubicBezTo>
                  <a:cubicBezTo>
                    <a:pt x="5976" y="24018"/>
                    <a:pt x="5908" y="24018"/>
                    <a:pt x="5876" y="24018"/>
                  </a:cubicBezTo>
                  <a:cubicBezTo>
                    <a:pt x="4246" y="22899"/>
                    <a:pt x="3091" y="21201"/>
                    <a:pt x="2852" y="18586"/>
                  </a:cubicBezTo>
                  <a:cubicBezTo>
                    <a:pt x="2836" y="18400"/>
                    <a:pt x="2700" y="18307"/>
                    <a:pt x="2564" y="18307"/>
                  </a:cubicBezTo>
                  <a:cubicBezTo>
                    <a:pt x="2429" y="18307"/>
                    <a:pt x="2293" y="18400"/>
                    <a:pt x="2277" y="18586"/>
                  </a:cubicBezTo>
                  <a:cubicBezTo>
                    <a:pt x="1902" y="18586"/>
                    <a:pt x="1530" y="18553"/>
                    <a:pt x="1122" y="18553"/>
                  </a:cubicBezTo>
                  <a:cubicBezTo>
                    <a:pt x="986" y="18213"/>
                    <a:pt x="851" y="17874"/>
                    <a:pt x="783" y="17534"/>
                  </a:cubicBezTo>
                  <a:cubicBezTo>
                    <a:pt x="647" y="16888"/>
                    <a:pt x="612" y="16244"/>
                    <a:pt x="612" y="15598"/>
                  </a:cubicBezTo>
                  <a:cubicBezTo>
                    <a:pt x="612" y="15514"/>
                    <a:pt x="801" y="13934"/>
                    <a:pt x="1241" y="13934"/>
                  </a:cubicBezTo>
                  <a:cubicBezTo>
                    <a:pt x="1328" y="13934"/>
                    <a:pt x="1424" y="13994"/>
                    <a:pt x="1530" y="14139"/>
                  </a:cubicBezTo>
                  <a:cubicBezTo>
                    <a:pt x="1869" y="14647"/>
                    <a:pt x="2005" y="15258"/>
                    <a:pt x="2141" y="15837"/>
                  </a:cubicBezTo>
                  <a:cubicBezTo>
                    <a:pt x="2157" y="15905"/>
                    <a:pt x="2216" y="15939"/>
                    <a:pt x="2271" y="15939"/>
                  </a:cubicBezTo>
                  <a:cubicBezTo>
                    <a:pt x="2326" y="15939"/>
                    <a:pt x="2377" y="15905"/>
                    <a:pt x="2377" y="15837"/>
                  </a:cubicBezTo>
                  <a:cubicBezTo>
                    <a:pt x="2404" y="15842"/>
                    <a:pt x="2431" y="15845"/>
                    <a:pt x="2457" y="15845"/>
                  </a:cubicBezTo>
                  <a:cubicBezTo>
                    <a:pt x="2598" y="15845"/>
                    <a:pt x="2722" y="15769"/>
                    <a:pt x="2752" y="15598"/>
                  </a:cubicBezTo>
                  <a:cubicBezTo>
                    <a:pt x="3464" y="13324"/>
                    <a:pt x="3974" y="10980"/>
                    <a:pt x="4618" y="8707"/>
                  </a:cubicBezTo>
                  <a:cubicBezTo>
                    <a:pt x="4686" y="8671"/>
                    <a:pt x="4686" y="8604"/>
                    <a:pt x="4653" y="8571"/>
                  </a:cubicBezTo>
                  <a:cubicBezTo>
                    <a:pt x="4686" y="8400"/>
                    <a:pt x="4721" y="8264"/>
                    <a:pt x="4789" y="8128"/>
                  </a:cubicBezTo>
                  <a:cubicBezTo>
                    <a:pt x="5093" y="7009"/>
                    <a:pt x="5501" y="5819"/>
                    <a:pt x="5569" y="4665"/>
                  </a:cubicBezTo>
                  <a:close/>
                  <a:moveTo>
                    <a:pt x="15065" y="1"/>
                  </a:moveTo>
                  <a:cubicBezTo>
                    <a:pt x="15000" y="1"/>
                    <a:pt x="14940" y="36"/>
                    <a:pt x="14940" y="115"/>
                  </a:cubicBezTo>
                  <a:cubicBezTo>
                    <a:pt x="14907" y="1441"/>
                    <a:pt x="14907" y="2764"/>
                    <a:pt x="14975" y="4054"/>
                  </a:cubicBezTo>
                  <a:cubicBezTo>
                    <a:pt x="13888" y="4054"/>
                    <a:pt x="12767" y="4021"/>
                    <a:pt x="11680" y="4021"/>
                  </a:cubicBezTo>
                  <a:cubicBezTo>
                    <a:pt x="11680" y="2935"/>
                    <a:pt x="11748" y="1848"/>
                    <a:pt x="11680" y="762"/>
                  </a:cubicBezTo>
                  <a:cubicBezTo>
                    <a:pt x="11664" y="660"/>
                    <a:pt x="11588" y="609"/>
                    <a:pt x="11511" y="609"/>
                  </a:cubicBezTo>
                  <a:cubicBezTo>
                    <a:pt x="11435" y="609"/>
                    <a:pt x="11358" y="660"/>
                    <a:pt x="11341" y="762"/>
                  </a:cubicBezTo>
                  <a:cubicBezTo>
                    <a:pt x="11273" y="1813"/>
                    <a:pt x="11341" y="2935"/>
                    <a:pt x="11341" y="4021"/>
                  </a:cubicBezTo>
                  <a:cubicBezTo>
                    <a:pt x="10458" y="4021"/>
                    <a:pt x="9575" y="4021"/>
                    <a:pt x="8692" y="4054"/>
                  </a:cubicBezTo>
                  <a:cubicBezTo>
                    <a:pt x="8795" y="3171"/>
                    <a:pt x="8828" y="2256"/>
                    <a:pt x="8728" y="1373"/>
                  </a:cubicBezTo>
                  <a:cubicBezTo>
                    <a:pt x="8728" y="1267"/>
                    <a:pt x="8645" y="1207"/>
                    <a:pt x="8560" y="1207"/>
                  </a:cubicBezTo>
                  <a:cubicBezTo>
                    <a:pt x="8483" y="1207"/>
                    <a:pt x="8404" y="1258"/>
                    <a:pt x="8388" y="1373"/>
                  </a:cubicBezTo>
                  <a:cubicBezTo>
                    <a:pt x="8320" y="2256"/>
                    <a:pt x="8353" y="3171"/>
                    <a:pt x="8456" y="4054"/>
                  </a:cubicBezTo>
                  <a:cubicBezTo>
                    <a:pt x="7470" y="4122"/>
                    <a:pt x="6487" y="4190"/>
                    <a:pt x="5536" y="4293"/>
                  </a:cubicBezTo>
                  <a:cubicBezTo>
                    <a:pt x="5129" y="4326"/>
                    <a:pt x="4993" y="4801"/>
                    <a:pt x="4925" y="5140"/>
                  </a:cubicBezTo>
                  <a:cubicBezTo>
                    <a:pt x="4414" y="7178"/>
                    <a:pt x="3735" y="9147"/>
                    <a:pt x="3124" y="11151"/>
                  </a:cubicBezTo>
                  <a:cubicBezTo>
                    <a:pt x="2956" y="11727"/>
                    <a:pt x="2784" y="12338"/>
                    <a:pt x="2649" y="12917"/>
                  </a:cubicBezTo>
                  <a:cubicBezTo>
                    <a:pt x="2581" y="13221"/>
                    <a:pt x="2480" y="13528"/>
                    <a:pt x="2412" y="13832"/>
                  </a:cubicBezTo>
                  <a:cubicBezTo>
                    <a:pt x="2377" y="14071"/>
                    <a:pt x="2209" y="14511"/>
                    <a:pt x="2241" y="14715"/>
                  </a:cubicBezTo>
                  <a:cubicBezTo>
                    <a:pt x="2073" y="14036"/>
                    <a:pt x="1733" y="13357"/>
                    <a:pt x="1087" y="13221"/>
                  </a:cubicBezTo>
                  <a:cubicBezTo>
                    <a:pt x="1042" y="13211"/>
                    <a:pt x="999" y="13207"/>
                    <a:pt x="958" y="13207"/>
                  </a:cubicBezTo>
                  <a:cubicBezTo>
                    <a:pt x="130" y="13207"/>
                    <a:pt x="67" y="15079"/>
                    <a:pt x="36" y="15565"/>
                  </a:cubicBezTo>
                  <a:cubicBezTo>
                    <a:pt x="0" y="16616"/>
                    <a:pt x="36" y="18825"/>
                    <a:pt x="1087" y="19436"/>
                  </a:cubicBezTo>
                  <a:cubicBezTo>
                    <a:pt x="1430" y="19637"/>
                    <a:pt x="1725" y="19731"/>
                    <a:pt x="1972" y="19731"/>
                  </a:cubicBezTo>
                  <a:cubicBezTo>
                    <a:pt x="2140" y="19731"/>
                    <a:pt x="2286" y="19688"/>
                    <a:pt x="2410" y="19606"/>
                  </a:cubicBezTo>
                  <a:lnTo>
                    <a:pt x="2410" y="19606"/>
                  </a:lnTo>
                  <a:cubicBezTo>
                    <a:pt x="2350" y="19655"/>
                    <a:pt x="2550" y="20220"/>
                    <a:pt x="2684" y="20555"/>
                  </a:cubicBezTo>
                  <a:cubicBezTo>
                    <a:pt x="2649" y="20590"/>
                    <a:pt x="2616" y="20623"/>
                    <a:pt x="2649" y="20658"/>
                  </a:cubicBezTo>
                  <a:cubicBezTo>
                    <a:pt x="3567" y="22763"/>
                    <a:pt x="3328" y="25004"/>
                    <a:pt x="3635" y="27245"/>
                  </a:cubicBezTo>
                  <a:cubicBezTo>
                    <a:pt x="3635" y="27309"/>
                    <a:pt x="3695" y="27343"/>
                    <a:pt x="3759" y="27343"/>
                  </a:cubicBezTo>
                  <a:cubicBezTo>
                    <a:pt x="3830" y="27343"/>
                    <a:pt x="3906" y="27300"/>
                    <a:pt x="3906" y="27210"/>
                  </a:cubicBezTo>
                  <a:cubicBezTo>
                    <a:pt x="3770" y="25512"/>
                    <a:pt x="3770" y="23782"/>
                    <a:pt x="3328" y="22117"/>
                  </a:cubicBezTo>
                  <a:lnTo>
                    <a:pt x="3328" y="22117"/>
                  </a:lnTo>
                  <a:cubicBezTo>
                    <a:pt x="3667" y="22763"/>
                    <a:pt x="4143" y="23339"/>
                    <a:pt x="4721" y="23814"/>
                  </a:cubicBezTo>
                  <a:cubicBezTo>
                    <a:pt x="5093" y="24154"/>
                    <a:pt x="5501" y="24461"/>
                    <a:pt x="5943" y="24732"/>
                  </a:cubicBezTo>
                  <a:cubicBezTo>
                    <a:pt x="6079" y="25648"/>
                    <a:pt x="6215" y="26531"/>
                    <a:pt x="6283" y="27481"/>
                  </a:cubicBezTo>
                  <a:cubicBezTo>
                    <a:pt x="6283" y="27567"/>
                    <a:pt x="6359" y="27610"/>
                    <a:pt x="6435" y="27610"/>
                  </a:cubicBezTo>
                  <a:cubicBezTo>
                    <a:pt x="6511" y="27610"/>
                    <a:pt x="6587" y="27567"/>
                    <a:pt x="6587" y="27481"/>
                  </a:cubicBezTo>
                  <a:cubicBezTo>
                    <a:pt x="6487" y="26598"/>
                    <a:pt x="6351" y="25751"/>
                    <a:pt x="6180" y="24868"/>
                  </a:cubicBezTo>
                  <a:lnTo>
                    <a:pt x="6180" y="24868"/>
                  </a:lnTo>
                  <a:cubicBezTo>
                    <a:pt x="7030" y="25411"/>
                    <a:pt x="7945" y="25819"/>
                    <a:pt x="8896" y="26090"/>
                  </a:cubicBezTo>
                  <a:cubicBezTo>
                    <a:pt x="10050" y="26395"/>
                    <a:pt x="11205" y="26566"/>
                    <a:pt x="12359" y="26770"/>
                  </a:cubicBezTo>
                  <a:cubicBezTo>
                    <a:pt x="14193" y="27041"/>
                    <a:pt x="16094" y="27041"/>
                    <a:pt x="17927" y="27041"/>
                  </a:cubicBezTo>
                  <a:cubicBezTo>
                    <a:pt x="19660" y="27041"/>
                    <a:pt x="21391" y="26905"/>
                    <a:pt x="23123" y="26634"/>
                  </a:cubicBezTo>
                  <a:cubicBezTo>
                    <a:pt x="23599" y="26566"/>
                    <a:pt x="24107" y="26463"/>
                    <a:pt x="24582" y="26327"/>
                  </a:cubicBezTo>
                  <a:cubicBezTo>
                    <a:pt x="25057" y="26226"/>
                    <a:pt x="25500" y="26023"/>
                    <a:pt x="25940" y="25851"/>
                  </a:cubicBezTo>
                  <a:cubicBezTo>
                    <a:pt x="26247" y="25716"/>
                    <a:pt x="26551" y="25615"/>
                    <a:pt x="26858" y="25479"/>
                  </a:cubicBezTo>
                  <a:cubicBezTo>
                    <a:pt x="27502" y="25240"/>
                    <a:pt x="28113" y="24936"/>
                    <a:pt x="28656" y="24597"/>
                  </a:cubicBezTo>
                  <a:cubicBezTo>
                    <a:pt x="29031" y="24325"/>
                    <a:pt x="29403" y="24053"/>
                    <a:pt x="29743" y="23746"/>
                  </a:cubicBezTo>
                  <a:cubicBezTo>
                    <a:pt x="29811" y="24290"/>
                    <a:pt x="29879" y="24833"/>
                    <a:pt x="29982" y="25376"/>
                  </a:cubicBezTo>
                  <a:cubicBezTo>
                    <a:pt x="29997" y="25440"/>
                    <a:pt x="30066" y="25474"/>
                    <a:pt x="30131" y="25474"/>
                  </a:cubicBezTo>
                  <a:cubicBezTo>
                    <a:pt x="30203" y="25474"/>
                    <a:pt x="30271" y="25432"/>
                    <a:pt x="30253" y="25344"/>
                  </a:cubicBezTo>
                  <a:cubicBezTo>
                    <a:pt x="30218" y="24732"/>
                    <a:pt x="30118" y="24121"/>
                    <a:pt x="30014" y="23510"/>
                  </a:cubicBezTo>
                  <a:cubicBezTo>
                    <a:pt x="30014" y="23510"/>
                    <a:pt x="30014" y="23475"/>
                    <a:pt x="29982" y="23475"/>
                  </a:cubicBezTo>
                  <a:cubicBezTo>
                    <a:pt x="30490" y="22967"/>
                    <a:pt x="30897" y="22388"/>
                    <a:pt x="31204" y="21777"/>
                  </a:cubicBezTo>
                  <a:cubicBezTo>
                    <a:pt x="31237" y="21677"/>
                    <a:pt x="31272" y="21541"/>
                    <a:pt x="31340" y="21438"/>
                  </a:cubicBezTo>
                  <a:cubicBezTo>
                    <a:pt x="31508" y="22559"/>
                    <a:pt x="31780" y="23646"/>
                    <a:pt x="32052" y="24732"/>
                  </a:cubicBezTo>
                  <a:cubicBezTo>
                    <a:pt x="32066" y="24803"/>
                    <a:pt x="32116" y="24832"/>
                    <a:pt x="32167" y="24832"/>
                  </a:cubicBezTo>
                  <a:cubicBezTo>
                    <a:pt x="32238" y="24832"/>
                    <a:pt x="32310" y="24776"/>
                    <a:pt x="32291" y="24697"/>
                  </a:cubicBezTo>
                  <a:cubicBezTo>
                    <a:pt x="32052" y="23475"/>
                    <a:pt x="31679" y="22320"/>
                    <a:pt x="31476" y="21133"/>
                  </a:cubicBezTo>
                  <a:lnTo>
                    <a:pt x="31476" y="21098"/>
                  </a:lnTo>
                  <a:cubicBezTo>
                    <a:pt x="31508" y="20962"/>
                    <a:pt x="31576" y="20862"/>
                    <a:pt x="31612" y="20726"/>
                  </a:cubicBezTo>
                  <a:cubicBezTo>
                    <a:pt x="31644" y="20590"/>
                    <a:pt x="31984" y="19640"/>
                    <a:pt x="31951" y="19604"/>
                  </a:cubicBezTo>
                  <a:lnTo>
                    <a:pt x="31951" y="19604"/>
                  </a:lnTo>
                  <a:cubicBezTo>
                    <a:pt x="32075" y="19687"/>
                    <a:pt x="32221" y="19731"/>
                    <a:pt x="32388" y="19731"/>
                  </a:cubicBezTo>
                  <a:cubicBezTo>
                    <a:pt x="32632" y="19731"/>
                    <a:pt x="32919" y="19637"/>
                    <a:pt x="33241" y="19436"/>
                  </a:cubicBezTo>
                  <a:cubicBezTo>
                    <a:pt x="34292" y="18825"/>
                    <a:pt x="34328" y="16616"/>
                    <a:pt x="34292" y="15565"/>
                  </a:cubicBezTo>
                  <a:cubicBezTo>
                    <a:pt x="34261" y="15079"/>
                    <a:pt x="34198" y="13207"/>
                    <a:pt x="33370" y="13207"/>
                  </a:cubicBezTo>
                  <a:cubicBezTo>
                    <a:pt x="33329" y="13207"/>
                    <a:pt x="33286" y="13211"/>
                    <a:pt x="33241" y="13221"/>
                  </a:cubicBezTo>
                  <a:cubicBezTo>
                    <a:pt x="32934" y="13289"/>
                    <a:pt x="32731" y="13460"/>
                    <a:pt x="32562" y="13696"/>
                  </a:cubicBezTo>
                  <a:cubicBezTo>
                    <a:pt x="32478" y="13837"/>
                    <a:pt x="32350" y="14362"/>
                    <a:pt x="32175" y="14362"/>
                  </a:cubicBezTo>
                  <a:cubicBezTo>
                    <a:pt x="32136" y="14362"/>
                    <a:pt x="32095" y="14337"/>
                    <a:pt x="32052" y="14275"/>
                  </a:cubicBezTo>
                  <a:cubicBezTo>
                    <a:pt x="31883" y="14036"/>
                    <a:pt x="31848" y="13732"/>
                    <a:pt x="31815" y="13460"/>
                  </a:cubicBezTo>
                  <a:cubicBezTo>
                    <a:pt x="31780" y="13153"/>
                    <a:pt x="31712" y="12849"/>
                    <a:pt x="31612" y="12542"/>
                  </a:cubicBezTo>
                  <a:cubicBezTo>
                    <a:pt x="31440" y="11795"/>
                    <a:pt x="31204" y="11048"/>
                    <a:pt x="30965" y="10336"/>
                  </a:cubicBezTo>
                  <a:cubicBezTo>
                    <a:pt x="30829" y="9929"/>
                    <a:pt x="30694" y="9522"/>
                    <a:pt x="30593" y="9114"/>
                  </a:cubicBezTo>
                  <a:cubicBezTo>
                    <a:pt x="30457" y="8707"/>
                    <a:pt x="30321" y="8332"/>
                    <a:pt x="30186" y="7925"/>
                  </a:cubicBezTo>
                  <a:cubicBezTo>
                    <a:pt x="29778" y="6805"/>
                    <a:pt x="29607" y="5616"/>
                    <a:pt x="29132" y="4497"/>
                  </a:cubicBezTo>
                  <a:cubicBezTo>
                    <a:pt x="29132" y="4461"/>
                    <a:pt x="29099" y="4461"/>
                    <a:pt x="29099" y="4429"/>
                  </a:cubicBezTo>
                  <a:cubicBezTo>
                    <a:pt x="29064" y="4258"/>
                    <a:pt x="28963" y="4122"/>
                    <a:pt x="28724" y="4089"/>
                  </a:cubicBezTo>
                  <a:cubicBezTo>
                    <a:pt x="28216" y="4089"/>
                    <a:pt x="27673" y="4054"/>
                    <a:pt x="27162" y="4054"/>
                  </a:cubicBezTo>
                  <a:lnTo>
                    <a:pt x="27162" y="3953"/>
                  </a:lnTo>
                  <a:cubicBezTo>
                    <a:pt x="27162" y="3478"/>
                    <a:pt x="27198" y="3003"/>
                    <a:pt x="27162" y="2527"/>
                  </a:cubicBezTo>
                  <a:lnTo>
                    <a:pt x="26858" y="3953"/>
                  </a:lnTo>
                  <a:lnTo>
                    <a:pt x="26858" y="4054"/>
                  </a:lnTo>
                  <a:cubicBezTo>
                    <a:pt x="26111" y="4021"/>
                    <a:pt x="25329" y="4021"/>
                    <a:pt x="24549" y="4021"/>
                  </a:cubicBezTo>
                  <a:cubicBezTo>
                    <a:pt x="24582" y="3103"/>
                    <a:pt x="24617" y="2188"/>
                    <a:pt x="24549" y="1270"/>
                  </a:cubicBezTo>
                  <a:cubicBezTo>
                    <a:pt x="24549" y="1202"/>
                    <a:pt x="24490" y="1168"/>
                    <a:pt x="24430" y="1168"/>
                  </a:cubicBezTo>
                  <a:cubicBezTo>
                    <a:pt x="24370" y="1168"/>
                    <a:pt x="24310" y="1202"/>
                    <a:pt x="24310" y="1270"/>
                  </a:cubicBezTo>
                  <a:cubicBezTo>
                    <a:pt x="24243" y="2188"/>
                    <a:pt x="24278" y="3103"/>
                    <a:pt x="24278" y="4021"/>
                  </a:cubicBezTo>
                  <a:lnTo>
                    <a:pt x="21901" y="4021"/>
                  </a:lnTo>
                  <a:cubicBezTo>
                    <a:pt x="21901" y="3274"/>
                    <a:pt x="21901" y="2492"/>
                    <a:pt x="21866" y="1745"/>
                  </a:cubicBezTo>
                  <a:cubicBezTo>
                    <a:pt x="21866" y="1656"/>
                    <a:pt x="21809" y="1614"/>
                    <a:pt x="21756" y="1614"/>
                  </a:cubicBezTo>
                  <a:cubicBezTo>
                    <a:pt x="21708" y="1614"/>
                    <a:pt x="21662" y="1648"/>
                    <a:pt x="21662" y="1713"/>
                  </a:cubicBezTo>
                  <a:cubicBezTo>
                    <a:pt x="21594" y="2492"/>
                    <a:pt x="21630" y="3274"/>
                    <a:pt x="21630" y="4021"/>
                  </a:cubicBezTo>
                  <a:cubicBezTo>
                    <a:pt x="20475" y="4054"/>
                    <a:pt x="19321" y="4054"/>
                    <a:pt x="18199" y="4054"/>
                  </a:cubicBezTo>
                  <a:cubicBezTo>
                    <a:pt x="18199" y="3274"/>
                    <a:pt x="18199" y="2492"/>
                    <a:pt x="18166" y="1745"/>
                  </a:cubicBezTo>
                  <a:cubicBezTo>
                    <a:pt x="18166" y="1623"/>
                    <a:pt x="18084" y="1564"/>
                    <a:pt x="18004" y="1564"/>
                  </a:cubicBezTo>
                  <a:cubicBezTo>
                    <a:pt x="17931" y="1564"/>
                    <a:pt x="17859" y="1614"/>
                    <a:pt x="17859" y="1713"/>
                  </a:cubicBezTo>
                  <a:cubicBezTo>
                    <a:pt x="17827" y="2492"/>
                    <a:pt x="17827" y="3274"/>
                    <a:pt x="17827" y="4054"/>
                  </a:cubicBezTo>
                  <a:lnTo>
                    <a:pt x="17827" y="4089"/>
                  </a:lnTo>
                  <a:lnTo>
                    <a:pt x="17487" y="4089"/>
                  </a:lnTo>
                  <a:cubicBezTo>
                    <a:pt x="16705" y="4089"/>
                    <a:pt x="15958" y="4054"/>
                    <a:pt x="15179" y="4054"/>
                  </a:cubicBezTo>
                  <a:cubicBezTo>
                    <a:pt x="15211" y="2764"/>
                    <a:pt x="15211" y="1441"/>
                    <a:pt x="15211" y="115"/>
                  </a:cubicBezTo>
                  <a:cubicBezTo>
                    <a:pt x="15211" y="44"/>
                    <a:pt x="15136" y="1"/>
                    <a:pt x="1506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4284776" y="2670565"/>
              <a:ext cx="58160" cy="177995"/>
            </a:xfrm>
            <a:custGeom>
              <a:rect b="b" l="l" r="r" t="t"/>
              <a:pathLst>
                <a:path extrusionOk="0" h="5977" w="1953">
                  <a:moveTo>
                    <a:pt x="1116" y="0"/>
                  </a:moveTo>
                  <a:cubicBezTo>
                    <a:pt x="1027" y="0"/>
                    <a:pt x="934" y="51"/>
                    <a:pt x="918" y="153"/>
                  </a:cubicBezTo>
                  <a:cubicBezTo>
                    <a:pt x="883" y="492"/>
                    <a:pt x="951" y="797"/>
                    <a:pt x="986" y="1103"/>
                  </a:cubicBezTo>
                  <a:cubicBezTo>
                    <a:pt x="951" y="1136"/>
                    <a:pt x="883" y="1171"/>
                    <a:pt x="850" y="1204"/>
                  </a:cubicBezTo>
                  <a:cubicBezTo>
                    <a:pt x="815" y="1307"/>
                    <a:pt x="747" y="1408"/>
                    <a:pt x="679" y="1511"/>
                  </a:cubicBezTo>
                  <a:cubicBezTo>
                    <a:pt x="579" y="1239"/>
                    <a:pt x="475" y="932"/>
                    <a:pt x="307" y="729"/>
                  </a:cubicBezTo>
                  <a:cubicBezTo>
                    <a:pt x="288" y="700"/>
                    <a:pt x="258" y="688"/>
                    <a:pt x="225" y="688"/>
                  </a:cubicBezTo>
                  <a:cubicBezTo>
                    <a:pt x="143" y="688"/>
                    <a:pt x="45" y="767"/>
                    <a:pt x="68" y="864"/>
                  </a:cubicBezTo>
                  <a:cubicBezTo>
                    <a:pt x="171" y="1136"/>
                    <a:pt x="340" y="1476"/>
                    <a:pt x="543" y="1747"/>
                  </a:cubicBezTo>
                  <a:cubicBezTo>
                    <a:pt x="511" y="1747"/>
                    <a:pt x="511" y="1747"/>
                    <a:pt x="511" y="1783"/>
                  </a:cubicBezTo>
                  <a:cubicBezTo>
                    <a:pt x="511" y="1850"/>
                    <a:pt x="475" y="1951"/>
                    <a:pt x="475" y="2019"/>
                  </a:cubicBezTo>
                  <a:cubicBezTo>
                    <a:pt x="375" y="2358"/>
                    <a:pt x="307" y="2698"/>
                    <a:pt x="272" y="3037"/>
                  </a:cubicBezTo>
                  <a:cubicBezTo>
                    <a:pt x="136" y="3684"/>
                    <a:pt x="0" y="4363"/>
                    <a:pt x="136" y="5042"/>
                  </a:cubicBezTo>
                  <a:cubicBezTo>
                    <a:pt x="189" y="5362"/>
                    <a:pt x="494" y="5976"/>
                    <a:pt x="871" y="5976"/>
                  </a:cubicBezTo>
                  <a:cubicBezTo>
                    <a:pt x="973" y="5976"/>
                    <a:pt x="1081" y="5931"/>
                    <a:pt x="1190" y="5822"/>
                  </a:cubicBezTo>
                  <a:cubicBezTo>
                    <a:pt x="1665" y="5346"/>
                    <a:pt x="1597" y="4363"/>
                    <a:pt x="1597" y="3716"/>
                  </a:cubicBezTo>
                  <a:cubicBezTo>
                    <a:pt x="1597" y="3105"/>
                    <a:pt x="1562" y="2462"/>
                    <a:pt x="1461" y="1815"/>
                  </a:cubicBezTo>
                  <a:cubicBezTo>
                    <a:pt x="1630" y="1611"/>
                    <a:pt x="1801" y="1375"/>
                    <a:pt x="1901" y="1103"/>
                  </a:cubicBezTo>
                  <a:cubicBezTo>
                    <a:pt x="1953" y="974"/>
                    <a:pt x="1848" y="807"/>
                    <a:pt x="1721" y="807"/>
                  </a:cubicBezTo>
                  <a:cubicBezTo>
                    <a:pt x="1681" y="807"/>
                    <a:pt x="1638" y="824"/>
                    <a:pt x="1597" y="864"/>
                  </a:cubicBezTo>
                  <a:cubicBezTo>
                    <a:pt x="1494" y="1000"/>
                    <a:pt x="1426" y="1171"/>
                    <a:pt x="1326" y="1340"/>
                  </a:cubicBezTo>
                  <a:lnTo>
                    <a:pt x="1326" y="1272"/>
                  </a:lnTo>
                  <a:cubicBezTo>
                    <a:pt x="1290" y="1204"/>
                    <a:pt x="1258" y="1171"/>
                    <a:pt x="1190" y="1136"/>
                  </a:cubicBezTo>
                  <a:cubicBezTo>
                    <a:pt x="1290" y="832"/>
                    <a:pt x="1258" y="457"/>
                    <a:pt x="1290" y="153"/>
                  </a:cubicBezTo>
                  <a:cubicBezTo>
                    <a:pt x="1290" y="51"/>
                    <a:pt x="1205" y="0"/>
                    <a:pt x="1116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4709417" y="2679945"/>
              <a:ext cx="61585" cy="168614"/>
            </a:xfrm>
            <a:custGeom>
              <a:rect b="b" l="l" r="r" t="t"/>
              <a:pathLst>
                <a:path extrusionOk="0" h="5662" w="2068">
                  <a:moveTo>
                    <a:pt x="1106" y="0"/>
                  </a:moveTo>
                  <a:cubicBezTo>
                    <a:pt x="1045" y="0"/>
                    <a:pt x="973" y="58"/>
                    <a:pt x="951" y="142"/>
                  </a:cubicBezTo>
                  <a:cubicBezTo>
                    <a:pt x="918" y="278"/>
                    <a:pt x="951" y="414"/>
                    <a:pt x="986" y="585"/>
                  </a:cubicBezTo>
                  <a:lnTo>
                    <a:pt x="986" y="788"/>
                  </a:lnTo>
                  <a:cubicBezTo>
                    <a:pt x="918" y="821"/>
                    <a:pt x="883" y="856"/>
                    <a:pt x="850" y="889"/>
                  </a:cubicBezTo>
                  <a:cubicBezTo>
                    <a:pt x="815" y="957"/>
                    <a:pt x="815" y="992"/>
                    <a:pt x="782" y="1025"/>
                  </a:cubicBezTo>
                  <a:cubicBezTo>
                    <a:pt x="679" y="889"/>
                    <a:pt x="579" y="721"/>
                    <a:pt x="443" y="653"/>
                  </a:cubicBezTo>
                  <a:cubicBezTo>
                    <a:pt x="414" y="634"/>
                    <a:pt x="383" y="625"/>
                    <a:pt x="352" y="625"/>
                  </a:cubicBezTo>
                  <a:cubicBezTo>
                    <a:pt x="274" y="625"/>
                    <a:pt x="204" y="681"/>
                    <a:pt x="204" y="753"/>
                  </a:cubicBezTo>
                  <a:cubicBezTo>
                    <a:pt x="204" y="957"/>
                    <a:pt x="340" y="1093"/>
                    <a:pt x="443" y="1228"/>
                  </a:cubicBezTo>
                  <a:cubicBezTo>
                    <a:pt x="475" y="1296"/>
                    <a:pt x="511" y="1332"/>
                    <a:pt x="579" y="1400"/>
                  </a:cubicBezTo>
                  <a:cubicBezTo>
                    <a:pt x="543" y="1400"/>
                    <a:pt x="511" y="1432"/>
                    <a:pt x="511" y="1468"/>
                  </a:cubicBezTo>
                  <a:cubicBezTo>
                    <a:pt x="511" y="1535"/>
                    <a:pt x="475" y="1636"/>
                    <a:pt x="475" y="1704"/>
                  </a:cubicBezTo>
                  <a:cubicBezTo>
                    <a:pt x="375" y="2043"/>
                    <a:pt x="307" y="2383"/>
                    <a:pt x="272" y="2722"/>
                  </a:cubicBezTo>
                  <a:cubicBezTo>
                    <a:pt x="136" y="3369"/>
                    <a:pt x="0" y="4048"/>
                    <a:pt x="103" y="4727"/>
                  </a:cubicBezTo>
                  <a:cubicBezTo>
                    <a:pt x="182" y="5047"/>
                    <a:pt x="493" y="5661"/>
                    <a:pt x="870" y="5661"/>
                  </a:cubicBezTo>
                  <a:cubicBezTo>
                    <a:pt x="973" y="5661"/>
                    <a:pt x="1081" y="5616"/>
                    <a:pt x="1190" y="5507"/>
                  </a:cubicBezTo>
                  <a:cubicBezTo>
                    <a:pt x="1665" y="5031"/>
                    <a:pt x="1597" y="4048"/>
                    <a:pt x="1597" y="3401"/>
                  </a:cubicBezTo>
                  <a:cubicBezTo>
                    <a:pt x="1597" y="2826"/>
                    <a:pt x="1562" y="2179"/>
                    <a:pt x="1461" y="1568"/>
                  </a:cubicBezTo>
                  <a:cubicBezTo>
                    <a:pt x="1698" y="1432"/>
                    <a:pt x="1969" y="1264"/>
                    <a:pt x="2037" y="992"/>
                  </a:cubicBezTo>
                  <a:cubicBezTo>
                    <a:pt x="2068" y="902"/>
                    <a:pt x="1994" y="815"/>
                    <a:pt x="1908" y="815"/>
                  </a:cubicBezTo>
                  <a:cubicBezTo>
                    <a:pt x="1895" y="815"/>
                    <a:pt x="1882" y="817"/>
                    <a:pt x="1869" y="821"/>
                  </a:cubicBezTo>
                  <a:cubicBezTo>
                    <a:pt x="1665" y="856"/>
                    <a:pt x="1529" y="1025"/>
                    <a:pt x="1358" y="1196"/>
                  </a:cubicBezTo>
                  <a:cubicBezTo>
                    <a:pt x="1358" y="1128"/>
                    <a:pt x="1326" y="1025"/>
                    <a:pt x="1326" y="957"/>
                  </a:cubicBezTo>
                  <a:cubicBezTo>
                    <a:pt x="1290" y="957"/>
                    <a:pt x="1290" y="924"/>
                    <a:pt x="1290" y="889"/>
                  </a:cubicBezTo>
                  <a:cubicBezTo>
                    <a:pt x="1290" y="617"/>
                    <a:pt x="1326" y="313"/>
                    <a:pt x="1190" y="74"/>
                  </a:cubicBezTo>
                  <a:cubicBezTo>
                    <a:pt x="1176" y="22"/>
                    <a:pt x="1143" y="0"/>
                    <a:pt x="1106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4443078" y="2583849"/>
              <a:ext cx="109680" cy="292440"/>
            </a:xfrm>
            <a:custGeom>
              <a:rect b="b" l="l" r="r" t="t"/>
              <a:pathLst>
                <a:path extrusionOk="0" h="9820" w="3683">
                  <a:moveTo>
                    <a:pt x="142" y="0"/>
                  </a:moveTo>
                  <a:cubicBezTo>
                    <a:pt x="72" y="0"/>
                    <a:pt x="0" y="72"/>
                    <a:pt x="49" y="145"/>
                  </a:cubicBezTo>
                  <a:cubicBezTo>
                    <a:pt x="1475" y="2997"/>
                    <a:pt x="49" y="5441"/>
                    <a:pt x="320" y="8326"/>
                  </a:cubicBezTo>
                  <a:cubicBezTo>
                    <a:pt x="423" y="9719"/>
                    <a:pt x="2289" y="9787"/>
                    <a:pt x="3343" y="9820"/>
                  </a:cubicBezTo>
                  <a:cubicBezTo>
                    <a:pt x="3683" y="9820"/>
                    <a:pt x="3683" y="9312"/>
                    <a:pt x="3343" y="9277"/>
                  </a:cubicBezTo>
                  <a:cubicBezTo>
                    <a:pt x="2493" y="9176"/>
                    <a:pt x="999" y="9244"/>
                    <a:pt x="863" y="8090"/>
                  </a:cubicBezTo>
                  <a:cubicBezTo>
                    <a:pt x="796" y="7479"/>
                    <a:pt x="967" y="6764"/>
                    <a:pt x="1035" y="6153"/>
                  </a:cubicBezTo>
                  <a:cubicBezTo>
                    <a:pt x="1339" y="3948"/>
                    <a:pt x="1475" y="1943"/>
                    <a:pt x="220" y="42"/>
                  </a:cubicBezTo>
                  <a:cubicBezTo>
                    <a:pt x="200" y="12"/>
                    <a:pt x="171" y="0"/>
                    <a:pt x="142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3972401" y="2062390"/>
              <a:ext cx="1199181" cy="1491770"/>
            </a:xfrm>
            <a:custGeom>
              <a:rect b="b" l="l" r="r" t="t"/>
              <a:pathLst>
                <a:path extrusionOk="0" h="50093" w="40268">
                  <a:moveTo>
                    <a:pt x="20300" y="1"/>
                  </a:moveTo>
                  <a:cubicBezTo>
                    <a:pt x="17758" y="1"/>
                    <a:pt x="15078" y="905"/>
                    <a:pt x="13106" y="2070"/>
                  </a:cubicBezTo>
                  <a:cubicBezTo>
                    <a:pt x="13106" y="2106"/>
                    <a:pt x="13106" y="2106"/>
                    <a:pt x="13070" y="2106"/>
                  </a:cubicBezTo>
                  <a:cubicBezTo>
                    <a:pt x="12765" y="2054"/>
                    <a:pt x="12451" y="2028"/>
                    <a:pt x="12137" y="2028"/>
                  </a:cubicBezTo>
                  <a:cubicBezTo>
                    <a:pt x="11824" y="2028"/>
                    <a:pt x="11510" y="2054"/>
                    <a:pt x="11204" y="2106"/>
                  </a:cubicBezTo>
                  <a:cubicBezTo>
                    <a:pt x="8624" y="2478"/>
                    <a:pt x="7402" y="4990"/>
                    <a:pt x="6791" y="7231"/>
                  </a:cubicBezTo>
                  <a:cubicBezTo>
                    <a:pt x="6315" y="8929"/>
                    <a:pt x="6144" y="10730"/>
                    <a:pt x="5669" y="12460"/>
                  </a:cubicBezTo>
                  <a:cubicBezTo>
                    <a:pt x="5126" y="14565"/>
                    <a:pt x="3803" y="16262"/>
                    <a:pt x="2580" y="17995"/>
                  </a:cubicBezTo>
                  <a:cubicBezTo>
                    <a:pt x="340" y="21220"/>
                    <a:pt x="543" y="24446"/>
                    <a:pt x="611" y="28214"/>
                  </a:cubicBezTo>
                  <a:cubicBezTo>
                    <a:pt x="679" y="31473"/>
                    <a:pt x="0" y="35615"/>
                    <a:pt x="2037" y="38435"/>
                  </a:cubicBezTo>
                  <a:cubicBezTo>
                    <a:pt x="3360" y="40233"/>
                    <a:pt x="5805" y="41116"/>
                    <a:pt x="8013" y="41523"/>
                  </a:cubicBezTo>
                  <a:cubicBezTo>
                    <a:pt x="7605" y="44275"/>
                    <a:pt x="7198" y="46991"/>
                    <a:pt x="6858" y="49775"/>
                  </a:cubicBezTo>
                  <a:cubicBezTo>
                    <a:pt x="6840" y="49983"/>
                    <a:pt x="7008" y="50093"/>
                    <a:pt x="7181" y="50093"/>
                  </a:cubicBezTo>
                  <a:cubicBezTo>
                    <a:pt x="7348" y="50093"/>
                    <a:pt x="7520" y="49991"/>
                    <a:pt x="7538" y="49775"/>
                  </a:cubicBezTo>
                  <a:cubicBezTo>
                    <a:pt x="7741" y="48110"/>
                    <a:pt x="7706" y="46448"/>
                    <a:pt x="8013" y="44783"/>
                  </a:cubicBezTo>
                  <a:cubicBezTo>
                    <a:pt x="8385" y="42645"/>
                    <a:pt x="8589" y="40233"/>
                    <a:pt x="9235" y="38196"/>
                  </a:cubicBezTo>
                  <a:cubicBezTo>
                    <a:pt x="9404" y="37756"/>
                    <a:pt x="9607" y="37313"/>
                    <a:pt x="9811" y="36873"/>
                  </a:cubicBezTo>
                  <a:cubicBezTo>
                    <a:pt x="11068" y="38107"/>
                    <a:pt x="13155" y="38357"/>
                    <a:pt x="15089" y="38357"/>
                  </a:cubicBezTo>
                  <a:cubicBezTo>
                    <a:pt x="16029" y="38357"/>
                    <a:pt x="16933" y="38297"/>
                    <a:pt x="17688" y="38264"/>
                  </a:cubicBezTo>
                  <a:cubicBezTo>
                    <a:pt x="21423" y="38128"/>
                    <a:pt x="25293" y="38332"/>
                    <a:pt x="28757" y="36770"/>
                  </a:cubicBezTo>
                  <a:cubicBezTo>
                    <a:pt x="28762" y="36767"/>
                    <a:pt x="28767" y="36766"/>
                    <a:pt x="28773" y="36766"/>
                  </a:cubicBezTo>
                  <a:cubicBezTo>
                    <a:pt x="29170" y="36766"/>
                    <a:pt x="31544" y="42075"/>
                    <a:pt x="31780" y="42610"/>
                  </a:cubicBezTo>
                  <a:cubicBezTo>
                    <a:pt x="32559" y="44750"/>
                    <a:pt x="33102" y="46956"/>
                    <a:pt x="33138" y="49232"/>
                  </a:cubicBezTo>
                  <a:cubicBezTo>
                    <a:pt x="33138" y="49452"/>
                    <a:pt x="33308" y="49562"/>
                    <a:pt x="33477" y="49562"/>
                  </a:cubicBezTo>
                  <a:cubicBezTo>
                    <a:pt x="33647" y="49562"/>
                    <a:pt x="33817" y="49452"/>
                    <a:pt x="33817" y="49232"/>
                  </a:cubicBezTo>
                  <a:cubicBezTo>
                    <a:pt x="33953" y="46752"/>
                    <a:pt x="33274" y="44071"/>
                    <a:pt x="32152" y="41523"/>
                  </a:cubicBezTo>
                  <a:cubicBezTo>
                    <a:pt x="34360" y="41116"/>
                    <a:pt x="36905" y="40233"/>
                    <a:pt x="38195" y="38435"/>
                  </a:cubicBezTo>
                  <a:cubicBezTo>
                    <a:pt x="40268" y="35615"/>
                    <a:pt x="39589" y="31473"/>
                    <a:pt x="39621" y="28214"/>
                  </a:cubicBezTo>
                  <a:cubicBezTo>
                    <a:pt x="39725" y="24446"/>
                    <a:pt x="39928" y="21220"/>
                    <a:pt x="37687" y="17995"/>
                  </a:cubicBezTo>
                  <a:cubicBezTo>
                    <a:pt x="36430" y="16262"/>
                    <a:pt x="35140" y="14565"/>
                    <a:pt x="34596" y="12460"/>
                  </a:cubicBezTo>
                  <a:cubicBezTo>
                    <a:pt x="34121" y="10730"/>
                    <a:pt x="33953" y="8929"/>
                    <a:pt x="33477" y="7231"/>
                  </a:cubicBezTo>
                  <a:cubicBezTo>
                    <a:pt x="32831" y="4990"/>
                    <a:pt x="31644" y="2478"/>
                    <a:pt x="29063" y="2106"/>
                  </a:cubicBezTo>
                  <a:cubicBezTo>
                    <a:pt x="28768" y="2060"/>
                    <a:pt x="28468" y="2038"/>
                    <a:pt x="28166" y="2038"/>
                  </a:cubicBezTo>
                  <a:cubicBezTo>
                    <a:pt x="24434" y="2038"/>
                    <a:pt x="20406" y="5411"/>
                    <a:pt x="22102" y="9336"/>
                  </a:cubicBezTo>
                  <a:cubicBezTo>
                    <a:pt x="22116" y="9391"/>
                    <a:pt x="22157" y="9412"/>
                    <a:pt x="22197" y="9412"/>
                  </a:cubicBezTo>
                  <a:cubicBezTo>
                    <a:pt x="22257" y="9412"/>
                    <a:pt x="22314" y="9364"/>
                    <a:pt x="22273" y="9304"/>
                  </a:cubicBezTo>
                  <a:cubicBezTo>
                    <a:pt x="20835" y="5584"/>
                    <a:pt x="24533" y="2509"/>
                    <a:pt x="27938" y="2509"/>
                  </a:cubicBezTo>
                  <a:cubicBezTo>
                    <a:pt x="29600" y="2509"/>
                    <a:pt x="31193" y="3242"/>
                    <a:pt x="32084" y="4990"/>
                  </a:cubicBezTo>
                  <a:cubicBezTo>
                    <a:pt x="33545" y="7842"/>
                    <a:pt x="33442" y="11137"/>
                    <a:pt x="34596" y="14089"/>
                  </a:cubicBezTo>
                  <a:cubicBezTo>
                    <a:pt x="35683" y="16841"/>
                    <a:pt x="38331" y="18810"/>
                    <a:pt x="38910" y="21798"/>
                  </a:cubicBezTo>
                  <a:cubicBezTo>
                    <a:pt x="39317" y="23767"/>
                    <a:pt x="39146" y="25701"/>
                    <a:pt x="39113" y="27671"/>
                  </a:cubicBezTo>
                  <a:cubicBezTo>
                    <a:pt x="39078" y="29200"/>
                    <a:pt x="39146" y="30726"/>
                    <a:pt x="39113" y="32255"/>
                  </a:cubicBezTo>
                  <a:cubicBezTo>
                    <a:pt x="39010" y="35751"/>
                    <a:pt x="38366" y="38807"/>
                    <a:pt x="34800" y="40165"/>
                  </a:cubicBezTo>
                  <a:cubicBezTo>
                    <a:pt x="33885" y="40540"/>
                    <a:pt x="32934" y="40812"/>
                    <a:pt x="31915" y="41015"/>
                  </a:cubicBezTo>
                  <a:cubicBezTo>
                    <a:pt x="31169" y="39386"/>
                    <a:pt x="30250" y="37788"/>
                    <a:pt x="29232" y="36430"/>
                  </a:cubicBezTo>
                  <a:cubicBezTo>
                    <a:pt x="29368" y="36194"/>
                    <a:pt x="29164" y="35854"/>
                    <a:pt x="28860" y="35854"/>
                  </a:cubicBezTo>
                  <a:cubicBezTo>
                    <a:pt x="28452" y="35515"/>
                    <a:pt x="28045" y="34904"/>
                    <a:pt x="27602" y="34461"/>
                  </a:cubicBezTo>
                  <a:cubicBezTo>
                    <a:pt x="27581" y="34440"/>
                    <a:pt x="27555" y="34431"/>
                    <a:pt x="27528" y="34431"/>
                  </a:cubicBezTo>
                  <a:cubicBezTo>
                    <a:pt x="27429" y="34431"/>
                    <a:pt x="27319" y="34558"/>
                    <a:pt x="27398" y="34665"/>
                  </a:cubicBezTo>
                  <a:cubicBezTo>
                    <a:pt x="27738" y="35140"/>
                    <a:pt x="28045" y="35651"/>
                    <a:pt x="28384" y="36159"/>
                  </a:cubicBezTo>
                  <a:cubicBezTo>
                    <a:pt x="26448" y="36838"/>
                    <a:pt x="24582" y="37348"/>
                    <a:pt x="22477" y="37484"/>
                  </a:cubicBezTo>
                  <a:cubicBezTo>
                    <a:pt x="21151" y="37552"/>
                    <a:pt x="19828" y="37585"/>
                    <a:pt x="18503" y="37688"/>
                  </a:cubicBezTo>
                  <a:cubicBezTo>
                    <a:pt x="17403" y="37764"/>
                    <a:pt x="15974" y="37936"/>
                    <a:pt x="14549" y="37936"/>
                  </a:cubicBezTo>
                  <a:cubicBezTo>
                    <a:pt x="12805" y="37936"/>
                    <a:pt x="11068" y="37678"/>
                    <a:pt x="9947" y="36669"/>
                  </a:cubicBezTo>
                  <a:cubicBezTo>
                    <a:pt x="10286" y="36023"/>
                    <a:pt x="10661" y="35379"/>
                    <a:pt x="10865" y="34665"/>
                  </a:cubicBezTo>
                  <a:cubicBezTo>
                    <a:pt x="10887" y="34575"/>
                    <a:pt x="10819" y="34514"/>
                    <a:pt x="10752" y="34514"/>
                  </a:cubicBezTo>
                  <a:cubicBezTo>
                    <a:pt x="10718" y="34514"/>
                    <a:pt x="10684" y="34530"/>
                    <a:pt x="10661" y="34564"/>
                  </a:cubicBezTo>
                  <a:cubicBezTo>
                    <a:pt x="10390" y="35208"/>
                    <a:pt x="10015" y="35787"/>
                    <a:pt x="9675" y="36398"/>
                  </a:cubicBezTo>
                  <a:cubicBezTo>
                    <a:pt x="9656" y="36385"/>
                    <a:pt x="9636" y="36379"/>
                    <a:pt x="9617" y="36379"/>
                  </a:cubicBezTo>
                  <a:cubicBezTo>
                    <a:pt x="9532" y="36379"/>
                    <a:pt x="9458" y="36484"/>
                    <a:pt x="9539" y="36566"/>
                  </a:cubicBezTo>
                  <a:lnTo>
                    <a:pt x="9539" y="36601"/>
                  </a:lnTo>
                  <a:cubicBezTo>
                    <a:pt x="9268" y="37041"/>
                    <a:pt x="9031" y="37517"/>
                    <a:pt x="8792" y="37992"/>
                  </a:cubicBezTo>
                  <a:cubicBezTo>
                    <a:pt x="8385" y="38910"/>
                    <a:pt x="8217" y="39961"/>
                    <a:pt x="8081" y="40947"/>
                  </a:cubicBezTo>
                  <a:cubicBezTo>
                    <a:pt x="7163" y="40776"/>
                    <a:pt x="6280" y="40505"/>
                    <a:pt x="5432" y="40165"/>
                  </a:cubicBezTo>
                  <a:cubicBezTo>
                    <a:pt x="1901" y="38807"/>
                    <a:pt x="1222" y="35751"/>
                    <a:pt x="1154" y="32255"/>
                  </a:cubicBezTo>
                  <a:cubicBezTo>
                    <a:pt x="1087" y="30726"/>
                    <a:pt x="1187" y="29200"/>
                    <a:pt x="1154" y="27671"/>
                  </a:cubicBezTo>
                  <a:cubicBezTo>
                    <a:pt x="1119" y="25701"/>
                    <a:pt x="951" y="23767"/>
                    <a:pt x="1323" y="21798"/>
                  </a:cubicBezTo>
                  <a:cubicBezTo>
                    <a:pt x="1934" y="18810"/>
                    <a:pt x="4550" y="16841"/>
                    <a:pt x="5636" y="14089"/>
                  </a:cubicBezTo>
                  <a:cubicBezTo>
                    <a:pt x="6791" y="11137"/>
                    <a:pt x="6723" y="7842"/>
                    <a:pt x="8181" y="4990"/>
                  </a:cubicBezTo>
                  <a:cubicBezTo>
                    <a:pt x="9072" y="3242"/>
                    <a:pt x="10661" y="2509"/>
                    <a:pt x="12319" y="2509"/>
                  </a:cubicBezTo>
                  <a:cubicBezTo>
                    <a:pt x="15714" y="2509"/>
                    <a:pt x="19398" y="5584"/>
                    <a:pt x="17960" y="9304"/>
                  </a:cubicBezTo>
                  <a:cubicBezTo>
                    <a:pt x="17940" y="9364"/>
                    <a:pt x="18005" y="9412"/>
                    <a:pt x="18068" y="9412"/>
                  </a:cubicBezTo>
                  <a:cubicBezTo>
                    <a:pt x="18110" y="9412"/>
                    <a:pt x="18150" y="9391"/>
                    <a:pt x="18163" y="9336"/>
                  </a:cubicBezTo>
                  <a:cubicBezTo>
                    <a:pt x="19657" y="5873"/>
                    <a:pt x="16737" y="2885"/>
                    <a:pt x="13478" y="2173"/>
                  </a:cubicBezTo>
                  <a:cubicBezTo>
                    <a:pt x="15354" y="1145"/>
                    <a:pt x="17718" y="404"/>
                    <a:pt x="19992" y="404"/>
                  </a:cubicBezTo>
                  <a:cubicBezTo>
                    <a:pt x="21998" y="404"/>
                    <a:pt x="23932" y="981"/>
                    <a:pt x="25397" y="2445"/>
                  </a:cubicBezTo>
                  <a:cubicBezTo>
                    <a:pt x="25443" y="2492"/>
                    <a:pt x="25497" y="2512"/>
                    <a:pt x="25550" y="2512"/>
                  </a:cubicBezTo>
                  <a:cubicBezTo>
                    <a:pt x="25728" y="2512"/>
                    <a:pt x="25893" y="2288"/>
                    <a:pt x="25736" y="2106"/>
                  </a:cubicBezTo>
                  <a:cubicBezTo>
                    <a:pt x="24311" y="589"/>
                    <a:pt x="22351" y="1"/>
                    <a:pt x="2030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4495637" y="2098244"/>
              <a:ext cx="102592" cy="142646"/>
            </a:xfrm>
            <a:custGeom>
              <a:rect b="b" l="l" r="r" t="t"/>
              <a:pathLst>
                <a:path extrusionOk="0" h="4790" w="3445">
                  <a:moveTo>
                    <a:pt x="141" y="0"/>
                  </a:moveTo>
                  <a:cubicBezTo>
                    <a:pt x="74" y="0"/>
                    <a:pt x="1" y="100"/>
                    <a:pt x="84" y="155"/>
                  </a:cubicBezTo>
                  <a:cubicBezTo>
                    <a:pt x="1543" y="1445"/>
                    <a:pt x="2765" y="2599"/>
                    <a:pt x="2833" y="4636"/>
                  </a:cubicBezTo>
                  <a:cubicBezTo>
                    <a:pt x="2833" y="4738"/>
                    <a:pt x="2910" y="4789"/>
                    <a:pt x="2991" y="4789"/>
                  </a:cubicBezTo>
                  <a:cubicBezTo>
                    <a:pt x="3072" y="4789"/>
                    <a:pt x="3156" y="4738"/>
                    <a:pt x="3173" y="4636"/>
                  </a:cubicBezTo>
                  <a:cubicBezTo>
                    <a:pt x="3444" y="2531"/>
                    <a:pt x="1714" y="1173"/>
                    <a:pt x="185" y="19"/>
                  </a:cubicBezTo>
                  <a:cubicBezTo>
                    <a:pt x="172" y="6"/>
                    <a:pt x="156" y="0"/>
                    <a:pt x="141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4611803" y="2105838"/>
              <a:ext cx="33979" cy="44819"/>
            </a:xfrm>
            <a:custGeom>
              <a:rect b="b" l="l" r="r" t="t"/>
              <a:pathLst>
                <a:path extrusionOk="0" h="1505" w="1141">
                  <a:moveTo>
                    <a:pt x="937" y="0"/>
                  </a:moveTo>
                  <a:cubicBezTo>
                    <a:pt x="326" y="103"/>
                    <a:pt x="54" y="815"/>
                    <a:pt x="19" y="1358"/>
                  </a:cubicBezTo>
                  <a:cubicBezTo>
                    <a:pt x="1" y="1452"/>
                    <a:pt x="75" y="1504"/>
                    <a:pt x="156" y="1504"/>
                  </a:cubicBezTo>
                  <a:cubicBezTo>
                    <a:pt x="223" y="1504"/>
                    <a:pt x="295" y="1469"/>
                    <a:pt x="326" y="1394"/>
                  </a:cubicBezTo>
                  <a:cubicBezTo>
                    <a:pt x="426" y="918"/>
                    <a:pt x="665" y="511"/>
                    <a:pt x="1037" y="171"/>
                  </a:cubicBezTo>
                  <a:cubicBezTo>
                    <a:pt x="1140" y="103"/>
                    <a:pt x="1037" y="0"/>
                    <a:pt x="937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4324858" y="2190410"/>
              <a:ext cx="91365" cy="103277"/>
            </a:xfrm>
            <a:custGeom>
              <a:rect b="b" l="l" r="r" t="t"/>
              <a:pathLst>
                <a:path extrusionOk="0" h="3468" w="3068">
                  <a:moveTo>
                    <a:pt x="159" y="0"/>
                  </a:moveTo>
                  <a:cubicBezTo>
                    <a:pt x="34" y="0"/>
                    <a:pt x="0" y="192"/>
                    <a:pt x="148" y="251"/>
                  </a:cubicBezTo>
                  <a:cubicBezTo>
                    <a:pt x="1506" y="691"/>
                    <a:pt x="2728" y="1813"/>
                    <a:pt x="2796" y="3339"/>
                  </a:cubicBezTo>
                  <a:cubicBezTo>
                    <a:pt x="2796" y="3425"/>
                    <a:pt x="2864" y="3468"/>
                    <a:pt x="2932" y="3468"/>
                  </a:cubicBezTo>
                  <a:cubicBezTo>
                    <a:pt x="3000" y="3468"/>
                    <a:pt x="3068" y="3425"/>
                    <a:pt x="3068" y="3339"/>
                  </a:cubicBezTo>
                  <a:cubicBezTo>
                    <a:pt x="3035" y="1710"/>
                    <a:pt x="1778" y="352"/>
                    <a:pt x="216" y="12"/>
                  </a:cubicBezTo>
                  <a:cubicBezTo>
                    <a:pt x="195" y="4"/>
                    <a:pt x="176" y="0"/>
                    <a:pt x="159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4272627" y="3460927"/>
              <a:ext cx="22275" cy="148156"/>
            </a:xfrm>
            <a:custGeom>
              <a:rect b="b" l="l" r="r" t="t"/>
              <a:pathLst>
                <a:path extrusionOk="0" h="4975" w="748">
                  <a:moveTo>
                    <a:pt x="439" y="0"/>
                  </a:moveTo>
                  <a:cubicBezTo>
                    <a:pt x="333" y="0"/>
                    <a:pt x="222" y="77"/>
                    <a:pt x="204" y="231"/>
                  </a:cubicBezTo>
                  <a:cubicBezTo>
                    <a:pt x="1" y="1757"/>
                    <a:pt x="408" y="3319"/>
                    <a:pt x="476" y="4848"/>
                  </a:cubicBezTo>
                  <a:cubicBezTo>
                    <a:pt x="476" y="4932"/>
                    <a:pt x="536" y="4974"/>
                    <a:pt x="595" y="4974"/>
                  </a:cubicBezTo>
                  <a:cubicBezTo>
                    <a:pt x="655" y="4974"/>
                    <a:pt x="715" y="4932"/>
                    <a:pt x="715" y="4848"/>
                  </a:cubicBezTo>
                  <a:cubicBezTo>
                    <a:pt x="748" y="3319"/>
                    <a:pt x="544" y="1792"/>
                    <a:pt x="647" y="231"/>
                  </a:cubicBezTo>
                  <a:cubicBezTo>
                    <a:pt x="647" y="77"/>
                    <a:pt x="545" y="0"/>
                    <a:pt x="439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4836511" y="3388088"/>
              <a:ext cx="55957" cy="173111"/>
            </a:xfrm>
            <a:custGeom>
              <a:rect b="b" l="l" r="r" t="t"/>
              <a:pathLst>
                <a:path extrusionOk="0" h="5813" w="1879">
                  <a:moveTo>
                    <a:pt x="312" y="1"/>
                  </a:moveTo>
                  <a:cubicBezTo>
                    <a:pt x="166" y="1"/>
                    <a:pt x="0" y="151"/>
                    <a:pt x="45" y="333"/>
                  </a:cubicBezTo>
                  <a:cubicBezTo>
                    <a:pt x="282" y="1319"/>
                    <a:pt x="621" y="2337"/>
                    <a:pt x="893" y="3320"/>
                  </a:cubicBezTo>
                  <a:cubicBezTo>
                    <a:pt x="1097" y="4103"/>
                    <a:pt x="1132" y="5053"/>
                    <a:pt x="1504" y="5765"/>
                  </a:cubicBezTo>
                  <a:cubicBezTo>
                    <a:pt x="1520" y="5796"/>
                    <a:pt x="1563" y="5812"/>
                    <a:pt x="1609" y="5812"/>
                  </a:cubicBezTo>
                  <a:cubicBezTo>
                    <a:pt x="1664" y="5812"/>
                    <a:pt x="1724" y="5788"/>
                    <a:pt x="1743" y="5732"/>
                  </a:cubicBezTo>
                  <a:cubicBezTo>
                    <a:pt x="1879" y="4917"/>
                    <a:pt x="1539" y="3999"/>
                    <a:pt x="1368" y="3220"/>
                  </a:cubicBezTo>
                  <a:cubicBezTo>
                    <a:pt x="1132" y="2166"/>
                    <a:pt x="893" y="1115"/>
                    <a:pt x="485" y="129"/>
                  </a:cubicBezTo>
                  <a:cubicBezTo>
                    <a:pt x="452" y="38"/>
                    <a:pt x="384" y="1"/>
                    <a:pt x="312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4470802" y="2926664"/>
              <a:ext cx="148692" cy="162956"/>
            </a:xfrm>
            <a:custGeom>
              <a:rect b="b" l="l" r="r" t="t"/>
              <a:pathLst>
                <a:path extrusionOk="0" h="5472" w="4993">
                  <a:moveTo>
                    <a:pt x="307" y="481"/>
                  </a:moveTo>
                  <a:lnTo>
                    <a:pt x="307" y="481"/>
                  </a:lnTo>
                  <a:cubicBezTo>
                    <a:pt x="1530" y="549"/>
                    <a:pt x="2717" y="652"/>
                    <a:pt x="3906" y="652"/>
                  </a:cubicBezTo>
                  <a:cubicBezTo>
                    <a:pt x="3906" y="1603"/>
                    <a:pt x="4075" y="2553"/>
                    <a:pt x="4007" y="3537"/>
                  </a:cubicBezTo>
                  <a:cubicBezTo>
                    <a:pt x="3936" y="4328"/>
                    <a:pt x="3323" y="4949"/>
                    <a:pt x="2647" y="4949"/>
                  </a:cubicBezTo>
                  <a:cubicBezTo>
                    <a:pt x="2365" y="4949"/>
                    <a:pt x="2071" y="4840"/>
                    <a:pt x="1801" y="4591"/>
                  </a:cubicBezTo>
                  <a:cubicBezTo>
                    <a:pt x="747" y="3605"/>
                    <a:pt x="544" y="1874"/>
                    <a:pt x="307" y="481"/>
                  </a:cubicBezTo>
                  <a:close/>
                  <a:moveTo>
                    <a:pt x="4137" y="1"/>
                  </a:moveTo>
                  <a:cubicBezTo>
                    <a:pt x="2854" y="1"/>
                    <a:pt x="1546" y="116"/>
                    <a:pt x="239" y="177"/>
                  </a:cubicBezTo>
                  <a:cubicBezTo>
                    <a:pt x="225" y="136"/>
                    <a:pt x="191" y="117"/>
                    <a:pt x="154" y="117"/>
                  </a:cubicBezTo>
                  <a:cubicBezTo>
                    <a:pt x="98" y="117"/>
                    <a:pt x="36" y="162"/>
                    <a:pt x="36" y="245"/>
                  </a:cubicBezTo>
                  <a:lnTo>
                    <a:pt x="36" y="277"/>
                  </a:lnTo>
                  <a:cubicBezTo>
                    <a:pt x="0" y="313"/>
                    <a:pt x="0" y="345"/>
                    <a:pt x="36" y="380"/>
                  </a:cubicBezTo>
                  <a:cubicBezTo>
                    <a:pt x="0" y="1942"/>
                    <a:pt x="476" y="4658"/>
                    <a:pt x="2037" y="5338"/>
                  </a:cubicBezTo>
                  <a:cubicBezTo>
                    <a:pt x="2247" y="5429"/>
                    <a:pt x="2465" y="5472"/>
                    <a:pt x="2681" y="5472"/>
                  </a:cubicBezTo>
                  <a:cubicBezTo>
                    <a:pt x="3340" y="5472"/>
                    <a:pt x="3980" y="5077"/>
                    <a:pt x="4314" y="4487"/>
                  </a:cubicBezTo>
                  <a:cubicBezTo>
                    <a:pt x="4957" y="3368"/>
                    <a:pt x="4517" y="1874"/>
                    <a:pt x="4585" y="652"/>
                  </a:cubicBezTo>
                  <a:lnTo>
                    <a:pt x="4585" y="617"/>
                  </a:lnTo>
                  <a:cubicBezTo>
                    <a:pt x="4993" y="617"/>
                    <a:pt x="4993" y="41"/>
                    <a:pt x="4585" y="6"/>
                  </a:cubicBezTo>
                  <a:cubicBezTo>
                    <a:pt x="4436" y="2"/>
                    <a:pt x="4287" y="1"/>
                    <a:pt x="413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4242580" y="2890959"/>
              <a:ext cx="16975" cy="11614"/>
            </a:xfrm>
            <a:custGeom>
              <a:rect b="b" l="l" r="r" t="t"/>
              <a:pathLst>
                <a:path extrusionOk="0" h="390" w="570">
                  <a:moveTo>
                    <a:pt x="286" y="1"/>
                  </a:moveTo>
                  <a:cubicBezTo>
                    <a:pt x="138" y="1"/>
                    <a:pt x="1" y="214"/>
                    <a:pt x="162" y="322"/>
                  </a:cubicBezTo>
                  <a:cubicBezTo>
                    <a:pt x="230" y="357"/>
                    <a:pt x="298" y="390"/>
                    <a:pt x="366" y="390"/>
                  </a:cubicBezTo>
                  <a:cubicBezTo>
                    <a:pt x="502" y="390"/>
                    <a:pt x="570" y="153"/>
                    <a:pt x="434" y="86"/>
                  </a:cubicBezTo>
                  <a:cubicBezTo>
                    <a:pt x="398" y="86"/>
                    <a:pt x="398" y="50"/>
                    <a:pt x="398" y="50"/>
                  </a:cubicBezTo>
                  <a:cubicBezTo>
                    <a:pt x="364" y="15"/>
                    <a:pt x="324" y="1"/>
                    <a:pt x="286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4316133" y="2878273"/>
              <a:ext cx="14205" cy="11197"/>
            </a:xfrm>
            <a:custGeom>
              <a:rect b="b" l="l" r="r" t="t"/>
              <a:pathLst>
                <a:path extrusionOk="0" h="376" w="477">
                  <a:moveTo>
                    <a:pt x="237" y="1"/>
                  </a:moveTo>
                  <a:cubicBezTo>
                    <a:pt x="1" y="1"/>
                    <a:pt x="1" y="376"/>
                    <a:pt x="237" y="376"/>
                  </a:cubicBezTo>
                  <a:cubicBezTo>
                    <a:pt x="476" y="376"/>
                    <a:pt x="476" y="1"/>
                    <a:pt x="23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4304996" y="2931905"/>
              <a:ext cx="16200" cy="12180"/>
            </a:xfrm>
            <a:custGeom>
              <a:rect b="b" l="l" r="r" t="t"/>
              <a:pathLst>
                <a:path extrusionOk="0" h="409" w="544">
                  <a:moveTo>
                    <a:pt x="272" y="1"/>
                  </a:moveTo>
                  <a:cubicBezTo>
                    <a:pt x="0" y="1"/>
                    <a:pt x="0" y="408"/>
                    <a:pt x="272" y="408"/>
                  </a:cubicBezTo>
                  <a:cubicBezTo>
                    <a:pt x="543" y="408"/>
                    <a:pt x="543" y="1"/>
                    <a:pt x="272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4692502" y="2864753"/>
              <a:ext cx="13937" cy="10661"/>
            </a:xfrm>
            <a:custGeom>
              <a:rect b="b" l="l" r="r" t="t"/>
              <a:pathLst>
                <a:path extrusionOk="0" h="358" w="468">
                  <a:moveTo>
                    <a:pt x="304" y="0"/>
                  </a:moveTo>
                  <a:cubicBezTo>
                    <a:pt x="256" y="0"/>
                    <a:pt x="209" y="25"/>
                    <a:pt x="161" y="47"/>
                  </a:cubicBezTo>
                  <a:lnTo>
                    <a:pt x="128" y="83"/>
                  </a:lnTo>
                  <a:cubicBezTo>
                    <a:pt x="1" y="146"/>
                    <a:pt x="81" y="357"/>
                    <a:pt x="232" y="357"/>
                  </a:cubicBezTo>
                  <a:cubicBezTo>
                    <a:pt x="242" y="357"/>
                    <a:pt x="253" y="356"/>
                    <a:pt x="264" y="354"/>
                  </a:cubicBezTo>
                  <a:cubicBezTo>
                    <a:pt x="332" y="319"/>
                    <a:pt x="400" y="286"/>
                    <a:pt x="432" y="183"/>
                  </a:cubicBezTo>
                  <a:cubicBezTo>
                    <a:pt x="468" y="115"/>
                    <a:pt x="432" y="83"/>
                    <a:pt x="364" y="47"/>
                  </a:cubicBezTo>
                  <a:lnTo>
                    <a:pt x="364" y="15"/>
                  </a:lnTo>
                  <a:cubicBezTo>
                    <a:pt x="344" y="4"/>
                    <a:pt x="324" y="0"/>
                    <a:pt x="30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4712484" y="2912281"/>
              <a:ext cx="13133" cy="12537"/>
            </a:xfrm>
            <a:custGeom>
              <a:rect b="b" l="l" r="r" t="t"/>
              <a:pathLst>
                <a:path extrusionOk="0" h="421" w="441">
                  <a:moveTo>
                    <a:pt x="229" y="1"/>
                  </a:moveTo>
                  <a:cubicBezTo>
                    <a:pt x="207" y="1"/>
                    <a:pt x="187" y="5"/>
                    <a:pt x="169" y="13"/>
                  </a:cubicBezTo>
                  <a:cubicBezTo>
                    <a:pt x="68" y="49"/>
                    <a:pt x="0" y="217"/>
                    <a:pt x="68" y="320"/>
                  </a:cubicBezTo>
                  <a:cubicBezTo>
                    <a:pt x="136" y="388"/>
                    <a:pt x="204" y="421"/>
                    <a:pt x="305" y="421"/>
                  </a:cubicBezTo>
                  <a:cubicBezTo>
                    <a:pt x="372" y="388"/>
                    <a:pt x="408" y="320"/>
                    <a:pt x="440" y="252"/>
                  </a:cubicBezTo>
                  <a:cubicBezTo>
                    <a:pt x="440" y="184"/>
                    <a:pt x="408" y="117"/>
                    <a:pt x="372" y="81"/>
                  </a:cubicBezTo>
                  <a:cubicBezTo>
                    <a:pt x="349" y="31"/>
                    <a:pt x="287" y="1"/>
                    <a:pt x="229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4753905" y="2866153"/>
              <a:ext cx="19268" cy="15247"/>
            </a:xfrm>
            <a:custGeom>
              <a:rect b="b" l="l" r="r" t="t"/>
              <a:pathLst>
                <a:path extrusionOk="0" h="512" w="647">
                  <a:moveTo>
                    <a:pt x="307" y="0"/>
                  </a:moveTo>
                  <a:cubicBezTo>
                    <a:pt x="0" y="0"/>
                    <a:pt x="0" y="511"/>
                    <a:pt x="307" y="511"/>
                  </a:cubicBezTo>
                  <a:cubicBezTo>
                    <a:pt x="647" y="511"/>
                    <a:pt x="647" y="0"/>
                    <a:pt x="307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7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294" name="Google Shape;294;p17"/>
          <p:cNvGrpSpPr/>
          <p:nvPr/>
        </p:nvGrpSpPr>
        <p:grpSpPr>
          <a:xfrm>
            <a:off x="3555100" y="3317725"/>
            <a:ext cx="2506877" cy="1436100"/>
            <a:chOff x="3555100" y="3317725"/>
            <a:chExt cx="2506877" cy="1436100"/>
          </a:xfrm>
        </p:grpSpPr>
        <p:sp>
          <p:nvSpPr>
            <p:cNvPr id="295" name="Google Shape;295;p17"/>
            <p:cNvSpPr/>
            <p:nvPr/>
          </p:nvSpPr>
          <p:spPr>
            <a:xfrm>
              <a:off x="3555100" y="3317725"/>
              <a:ext cx="2506877" cy="1436100"/>
            </a:xfrm>
            <a:custGeom>
              <a:rect b="b" l="l" r="r" t="t"/>
              <a:pathLst>
                <a:path extrusionOk="0" h="5984" w="10491">
                  <a:moveTo>
                    <a:pt x="281" y="0"/>
                  </a:moveTo>
                  <a:cubicBezTo>
                    <a:pt x="274" y="0"/>
                    <a:pt x="268" y="3"/>
                    <a:pt x="263" y="9"/>
                  </a:cubicBezTo>
                  <a:cubicBezTo>
                    <a:pt x="148" y="155"/>
                    <a:pt x="163" y="388"/>
                    <a:pt x="165" y="561"/>
                  </a:cubicBezTo>
                  <a:cubicBezTo>
                    <a:pt x="167" y="834"/>
                    <a:pt x="132" y="1105"/>
                    <a:pt x="117" y="1376"/>
                  </a:cubicBezTo>
                  <a:cubicBezTo>
                    <a:pt x="88" y="1934"/>
                    <a:pt x="84" y="2495"/>
                    <a:pt x="59" y="3056"/>
                  </a:cubicBezTo>
                  <a:cubicBezTo>
                    <a:pt x="36" y="3591"/>
                    <a:pt x="19" y="4127"/>
                    <a:pt x="7" y="4663"/>
                  </a:cubicBezTo>
                  <a:cubicBezTo>
                    <a:pt x="0" y="4888"/>
                    <a:pt x="23" y="5100"/>
                    <a:pt x="61" y="5321"/>
                  </a:cubicBezTo>
                  <a:cubicBezTo>
                    <a:pt x="73" y="5396"/>
                    <a:pt x="80" y="5484"/>
                    <a:pt x="100" y="5565"/>
                  </a:cubicBezTo>
                  <a:cubicBezTo>
                    <a:pt x="34" y="5726"/>
                    <a:pt x="298" y="5805"/>
                    <a:pt x="428" y="5848"/>
                  </a:cubicBezTo>
                  <a:cubicBezTo>
                    <a:pt x="753" y="5959"/>
                    <a:pt x="1097" y="5982"/>
                    <a:pt x="1438" y="5984"/>
                  </a:cubicBezTo>
                  <a:cubicBezTo>
                    <a:pt x="2262" y="5984"/>
                    <a:pt x="3093" y="5926"/>
                    <a:pt x="3912" y="5857"/>
                  </a:cubicBezTo>
                  <a:cubicBezTo>
                    <a:pt x="4761" y="5784"/>
                    <a:pt x="5609" y="5698"/>
                    <a:pt x="6455" y="5609"/>
                  </a:cubicBezTo>
                  <a:cubicBezTo>
                    <a:pt x="7081" y="5541"/>
                    <a:pt x="7704" y="5529"/>
                    <a:pt x="8328" y="5529"/>
                  </a:cubicBezTo>
                  <a:cubicBezTo>
                    <a:pt x="8550" y="5529"/>
                    <a:pt x="8773" y="5531"/>
                    <a:pt x="8996" y="5532"/>
                  </a:cubicBezTo>
                  <a:cubicBezTo>
                    <a:pt x="9127" y="5532"/>
                    <a:pt x="9258" y="5528"/>
                    <a:pt x="9390" y="5525"/>
                  </a:cubicBezTo>
                  <a:cubicBezTo>
                    <a:pt x="9403" y="5525"/>
                    <a:pt x="9417" y="5524"/>
                    <a:pt x="9431" y="5524"/>
                  </a:cubicBezTo>
                  <a:cubicBezTo>
                    <a:pt x="9544" y="5524"/>
                    <a:pt x="9651" y="5546"/>
                    <a:pt x="9767" y="5565"/>
                  </a:cubicBezTo>
                  <a:cubicBezTo>
                    <a:pt x="9822" y="5574"/>
                    <a:pt x="9886" y="5583"/>
                    <a:pt x="9950" y="5583"/>
                  </a:cubicBezTo>
                  <a:cubicBezTo>
                    <a:pt x="10045" y="5583"/>
                    <a:pt x="10138" y="5564"/>
                    <a:pt x="10200" y="5498"/>
                  </a:cubicBezTo>
                  <a:cubicBezTo>
                    <a:pt x="10223" y="5473"/>
                    <a:pt x="10225" y="5434"/>
                    <a:pt x="10200" y="5409"/>
                  </a:cubicBezTo>
                  <a:cubicBezTo>
                    <a:pt x="10190" y="5400"/>
                    <a:pt x="10182" y="5390"/>
                    <a:pt x="10171" y="5382"/>
                  </a:cubicBezTo>
                  <a:cubicBezTo>
                    <a:pt x="10160" y="5371"/>
                    <a:pt x="10146" y="5366"/>
                    <a:pt x="10132" y="5366"/>
                  </a:cubicBezTo>
                  <a:cubicBezTo>
                    <a:pt x="10099" y="5366"/>
                    <a:pt x="10068" y="5393"/>
                    <a:pt x="10069" y="5425"/>
                  </a:cubicBezTo>
                  <a:cubicBezTo>
                    <a:pt x="10030" y="5439"/>
                    <a:pt x="9985" y="5445"/>
                    <a:pt x="9940" y="5445"/>
                  </a:cubicBezTo>
                  <a:cubicBezTo>
                    <a:pt x="9849" y="5445"/>
                    <a:pt x="9754" y="5424"/>
                    <a:pt x="9683" y="5409"/>
                  </a:cubicBezTo>
                  <a:cubicBezTo>
                    <a:pt x="9600" y="5390"/>
                    <a:pt x="9515" y="5384"/>
                    <a:pt x="9429" y="5384"/>
                  </a:cubicBezTo>
                  <a:cubicBezTo>
                    <a:pt x="9324" y="5384"/>
                    <a:pt x="9219" y="5392"/>
                    <a:pt x="9116" y="5392"/>
                  </a:cubicBezTo>
                  <a:cubicBezTo>
                    <a:pt x="9109" y="5392"/>
                    <a:pt x="9103" y="5392"/>
                    <a:pt x="9096" y="5392"/>
                  </a:cubicBezTo>
                  <a:cubicBezTo>
                    <a:pt x="8735" y="5392"/>
                    <a:pt x="8374" y="5387"/>
                    <a:pt x="8013" y="5387"/>
                  </a:cubicBezTo>
                  <a:cubicBezTo>
                    <a:pt x="7953" y="5387"/>
                    <a:pt x="7893" y="5388"/>
                    <a:pt x="7833" y="5388"/>
                  </a:cubicBezTo>
                  <a:cubicBezTo>
                    <a:pt x="6978" y="5392"/>
                    <a:pt x="6132" y="5507"/>
                    <a:pt x="5284" y="5590"/>
                  </a:cubicBezTo>
                  <a:cubicBezTo>
                    <a:pt x="4438" y="5673"/>
                    <a:pt x="3591" y="5763"/>
                    <a:pt x="2741" y="5809"/>
                  </a:cubicBezTo>
                  <a:cubicBezTo>
                    <a:pt x="2339" y="5830"/>
                    <a:pt x="1935" y="5848"/>
                    <a:pt x="1532" y="5861"/>
                  </a:cubicBezTo>
                  <a:cubicBezTo>
                    <a:pt x="1478" y="5863"/>
                    <a:pt x="1425" y="5863"/>
                    <a:pt x="1371" y="5863"/>
                  </a:cubicBezTo>
                  <a:cubicBezTo>
                    <a:pt x="1062" y="5863"/>
                    <a:pt x="753" y="5835"/>
                    <a:pt x="455" y="5746"/>
                  </a:cubicBezTo>
                  <a:cubicBezTo>
                    <a:pt x="407" y="5730"/>
                    <a:pt x="357" y="5713"/>
                    <a:pt x="309" y="5694"/>
                  </a:cubicBezTo>
                  <a:cubicBezTo>
                    <a:pt x="309" y="5680"/>
                    <a:pt x="305" y="5665"/>
                    <a:pt x="290" y="5650"/>
                  </a:cubicBezTo>
                  <a:cubicBezTo>
                    <a:pt x="196" y="5559"/>
                    <a:pt x="205" y="5367"/>
                    <a:pt x="180" y="5244"/>
                  </a:cubicBezTo>
                  <a:cubicBezTo>
                    <a:pt x="132" y="5006"/>
                    <a:pt x="132" y="4765"/>
                    <a:pt x="138" y="4521"/>
                  </a:cubicBezTo>
                  <a:cubicBezTo>
                    <a:pt x="150" y="4033"/>
                    <a:pt x="157" y="3545"/>
                    <a:pt x="173" y="3056"/>
                  </a:cubicBezTo>
                  <a:cubicBezTo>
                    <a:pt x="192" y="2547"/>
                    <a:pt x="194" y="2039"/>
                    <a:pt x="209" y="1530"/>
                  </a:cubicBezTo>
                  <a:cubicBezTo>
                    <a:pt x="217" y="1276"/>
                    <a:pt x="236" y="1022"/>
                    <a:pt x="242" y="767"/>
                  </a:cubicBezTo>
                  <a:cubicBezTo>
                    <a:pt x="246" y="646"/>
                    <a:pt x="240" y="528"/>
                    <a:pt x="240" y="407"/>
                  </a:cubicBezTo>
                  <a:cubicBezTo>
                    <a:pt x="240" y="361"/>
                    <a:pt x="240" y="309"/>
                    <a:pt x="244" y="257"/>
                  </a:cubicBezTo>
                  <a:cubicBezTo>
                    <a:pt x="251" y="269"/>
                    <a:pt x="265" y="275"/>
                    <a:pt x="282" y="275"/>
                  </a:cubicBezTo>
                  <a:cubicBezTo>
                    <a:pt x="285" y="275"/>
                    <a:pt x="288" y="275"/>
                    <a:pt x="291" y="275"/>
                  </a:cubicBezTo>
                  <a:cubicBezTo>
                    <a:pt x="369" y="275"/>
                    <a:pt x="443" y="301"/>
                    <a:pt x="519" y="311"/>
                  </a:cubicBezTo>
                  <a:cubicBezTo>
                    <a:pt x="613" y="321"/>
                    <a:pt x="709" y="330"/>
                    <a:pt x="803" y="338"/>
                  </a:cubicBezTo>
                  <a:cubicBezTo>
                    <a:pt x="1017" y="355"/>
                    <a:pt x="1232" y="378"/>
                    <a:pt x="1445" y="400"/>
                  </a:cubicBezTo>
                  <a:cubicBezTo>
                    <a:pt x="1866" y="442"/>
                    <a:pt x="2283" y="448"/>
                    <a:pt x="2704" y="451"/>
                  </a:cubicBezTo>
                  <a:cubicBezTo>
                    <a:pt x="2972" y="451"/>
                    <a:pt x="3243" y="462"/>
                    <a:pt x="3512" y="462"/>
                  </a:cubicBezTo>
                  <a:cubicBezTo>
                    <a:pt x="3657" y="462"/>
                    <a:pt x="3802" y="459"/>
                    <a:pt x="3946" y="448"/>
                  </a:cubicBezTo>
                  <a:cubicBezTo>
                    <a:pt x="4120" y="437"/>
                    <a:pt x="4286" y="414"/>
                    <a:pt x="4458" y="414"/>
                  </a:cubicBezTo>
                  <a:cubicBezTo>
                    <a:pt x="4478" y="414"/>
                    <a:pt x="4497" y="414"/>
                    <a:pt x="4517" y="415"/>
                  </a:cubicBezTo>
                  <a:cubicBezTo>
                    <a:pt x="4534" y="416"/>
                    <a:pt x="4550" y="416"/>
                    <a:pt x="4567" y="416"/>
                  </a:cubicBezTo>
                  <a:cubicBezTo>
                    <a:pt x="4757" y="416"/>
                    <a:pt x="4946" y="376"/>
                    <a:pt x="5132" y="353"/>
                  </a:cubicBezTo>
                  <a:cubicBezTo>
                    <a:pt x="5546" y="307"/>
                    <a:pt x="5955" y="305"/>
                    <a:pt x="6372" y="292"/>
                  </a:cubicBezTo>
                  <a:cubicBezTo>
                    <a:pt x="6742" y="279"/>
                    <a:pt x="7111" y="257"/>
                    <a:pt x="7482" y="257"/>
                  </a:cubicBezTo>
                  <a:cubicBezTo>
                    <a:pt x="7537" y="257"/>
                    <a:pt x="7592" y="258"/>
                    <a:pt x="7647" y="259"/>
                  </a:cubicBezTo>
                  <a:cubicBezTo>
                    <a:pt x="8070" y="267"/>
                    <a:pt x="8495" y="298"/>
                    <a:pt x="8921" y="298"/>
                  </a:cubicBezTo>
                  <a:cubicBezTo>
                    <a:pt x="8942" y="299"/>
                    <a:pt x="8964" y="299"/>
                    <a:pt x="8985" y="299"/>
                  </a:cubicBezTo>
                  <a:cubicBezTo>
                    <a:pt x="9160" y="299"/>
                    <a:pt x="9334" y="292"/>
                    <a:pt x="9508" y="290"/>
                  </a:cubicBezTo>
                  <a:cubicBezTo>
                    <a:pt x="9535" y="289"/>
                    <a:pt x="9561" y="289"/>
                    <a:pt x="9587" y="289"/>
                  </a:cubicBezTo>
                  <a:cubicBezTo>
                    <a:pt x="9659" y="289"/>
                    <a:pt x="9731" y="291"/>
                    <a:pt x="9802" y="294"/>
                  </a:cubicBezTo>
                  <a:cubicBezTo>
                    <a:pt x="9839" y="296"/>
                    <a:pt x="9875" y="299"/>
                    <a:pt x="9912" y="299"/>
                  </a:cubicBezTo>
                  <a:cubicBezTo>
                    <a:pt x="9920" y="299"/>
                    <a:pt x="9929" y="299"/>
                    <a:pt x="9938" y="298"/>
                  </a:cubicBezTo>
                  <a:cubicBezTo>
                    <a:pt x="9938" y="298"/>
                    <a:pt x="9939" y="298"/>
                    <a:pt x="9939" y="298"/>
                  </a:cubicBezTo>
                  <a:cubicBezTo>
                    <a:pt x="9977" y="298"/>
                    <a:pt x="9973" y="380"/>
                    <a:pt x="9975" y="403"/>
                  </a:cubicBezTo>
                  <a:cubicBezTo>
                    <a:pt x="10009" y="788"/>
                    <a:pt x="9973" y="1178"/>
                    <a:pt x="9971" y="1563"/>
                  </a:cubicBezTo>
                  <a:cubicBezTo>
                    <a:pt x="9969" y="1989"/>
                    <a:pt x="10011" y="2412"/>
                    <a:pt x="10063" y="2833"/>
                  </a:cubicBezTo>
                  <a:cubicBezTo>
                    <a:pt x="10115" y="3254"/>
                    <a:pt x="10179" y="3675"/>
                    <a:pt x="10232" y="4096"/>
                  </a:cubicBezTo>
                  <a:cubicBezTo>
                    <a:pt x="10255" y="4285"/>
                    <a:pt x="10288" y="4473"/>
                    <a:pt x="10311" y="4661"/>
                  </a:cubicBezTo>
                  <a:cubicBezTo>
                    <a:pt x="10338" y="4875"/>
                    <a:pt x="10327" y="5092"/>
                    <a:pt x="10325" y="5307"/>
                  </a:cubicBezTo>
                  <a:cubicBezTo>
                    <a:pt x="10325" y="5357"/>
                    <a:pt x="10364" y="5382"/>
                    <a:pt x="10402" y="5382"/>
                  </a:cubicBezTo>
                  <a:cubicBezTo>
                    <a:pt x="10441" y="5382"/>
                    <a:pt x="10480" y="5357"/>
                    <a:pt x="10480" y="5307"/>
                  </a:cubicBezTo>
                  <a:cubicBezTo>
                    <a:pt x="10484" y="5107"/>
                    <a:pt x="10490" y="4906"/>
                    <a:pt x="10471" y="4708"/>
                  </a:cubicBezTo>
                  <a:cubicBezTo>
                    <a:pt x="10453" y="4502"/>
                    <a:pt x="10413" y="4300"/>
                    <a:pt x="10388" y="4096"/>
                  </a:cubicBezTo>
                  <a:cubicBezTo>
                    <a:pt x="10338" y="3673"/>
                    <a:pt x="10273" y="3254"/>
                    <a:pt x="10219" y="2831"/>
                  </a:cubicBezTo>
                  <a:cubicBezTo>
                    <a:pt x="10167" y="2412"/>
                    <a:pt x="10127" y="1987"/>
                    <a:pt x="10125" y="1563"/>
                  </a:cubicBezTo>
                  <a:cubicBezTo>
                    <a:pt x="10125" y="1178"/>
                    <a:pt x="10163" y="786"/>
                    <a:pt x="10123" y="400"/>
                  </a:cubicBezTo>
                  <a:cubicBezTo>
                    <a:pt x="10115" y="305"/>
                    <a:pt x="10104" y="202"/>
                    <a:pt x="10009" y="161"/>
                  </a:cubicBezTo>
                  <a:cubicBezTo>
                    <a:pt x="9981" y="149"/>
                    <a:pt x="9947" y="146"/>
                    <a:pt x="9912" y="146"/>
                  </a:cubicBezTo>
                  <a:cubicBezTo>
                    <a:pt x="9879" y="146"/>
                    <a:pt x="9846" y="149"/>
                    <a:pt x="9818" y="149"/>
                  </a:cubicBezTo>
                  <a:cubicBezTo>
                    <a:pt x="9813" y="149"/>
                    <a:pt x="9809" y="148"/>
                    <a:pt x="9804" y="148"/>
                  </a:cubicBezTo>
                  <a:cubicBezTo>
                    <a:pt x="9732" y="144"/>
                    <a:pt x="9659" y="143"/>
                    <a:pt x="9586" y="143"/>
                  </a:cubicBezTo>
                  <a:cubicBezTo>
                    <a:pt x="9544" y="143"/>
                    <a:pt x="9502" y="143"/>
                    <a:pt x="9460" y="144"/>
                  </a:cubicBezTo>
                  <a:cubicBezTo>
                    <a:pt x="9282" y="146"/>
                    <a:pt x="9104" y="148"/>
                    <a:pt x="8926" y="148"/>
                  </a:cubicBezTo>
                  <a:cubicBezTo>
                    <a:pt x="8687" y="148"/>
                    <a:pt x="8448" y="144"/>
                    <a:pt x="8208" y="134"/>
                  </a:cubicBezTo>
                  <a:cubicBezTo>
                    <a:pt x="7944" y="123"/>
                    <a:pt x="7681" y="116"/>
                    <a:pt x="7419" y="116"/>
                  </a:cubicBezTo>
                  <a:cubicBezTo>
                    <a:pt x="7257" y="116"/>
                    <a:pt x="7095" y="119"/>
                    <a:pt x="6932" y="125"/>
                  </a:cubicBezTo>
                  <a:cubicBezTo>
                    <a:pt x="6511" y="142"/>
                    <a:pt x="6090" y="142"/>
                    <a:pt x="5671" y="163"/>
                  </a:cubicBezTo>
                  <a:cubicBezTo>
                    <a:pt x="5260" y="184"/>
                    <a:pt x="4856" y="272"/>
                    <a:pt x="4445" y="272"/>
                  </a:cubicBezTo>
                  <a:cubicBezTo>
                    <a:pt x="4419" y="272"/>
                    <a:pt x="4393" y="272"/>
                    <a:pt x="4367" y="271"/>
                  </a:cubicBezTo>
                  <a:cubicBezTo>
                    <a:pt x="4350" y="271"/>
                    <a:pt x="4333" y="270"/>
                    <a:pt x="4316" y="270"/>
                  </a:cubicBezTo>
                  <a:cubicBezTo>
                    <a:pt x="4112" y="270"/>
                    <a:pt x="3910" y="313"/>
                    <a:pt x="3704" y="313"/>
                  </a:cubicBezTo>
                  <a:lnTo>
                    <a:pt x="3004" y="313"/>
                  </a:lnTo>
                  <a:cubicBezTo>
                    <a:pt x="2820" y="314"/>
                    <a:pt x="2637" y="316"/>
                    <a:pt x="2454" y="316"/>
                  </a:cubicBezTo>
                  <a:cubicBezTo>
                    <a:pt x="2168" y="316"/>
                    <a:pt x="1883" y="311"/>
                    <a:pt x="1599" y="288"/>
                  </a:cubicBezTo>
                  <a:cubicBezTo>
                    <a:pt x="1366" y="271"/>
                    <a:pt x="1132" y="246"/>
                    <a:pt x="899" y="230"/>
                  </a:cubicBezTo>
                  <a:cubicBezTo>
                    <a:pt x="788" y="221"/>
                    <a:pt x="678" y="217"/>
                    <a:pt x="567" y="207"/>
                  </a:cubicBezTo>
                  <a:cubicBezTo>
                    <a:pt x="481" y="199"/>
                    <a:pt x="398" y="177"/>
                    <a:pt x="313" y="177"/>
                  </a:cubicBezTo>
                  <a:cubicBezTo>
                    <a:pt x="303" y="177"/>
                    <a:pt x="294" y="177"/>
                    <a:pt x="284" y="177"/>
                  </a:cubicBezTo>
                  <a:cubicBezTo>
                    <a:pt x="271" y="177"/>
                    <a:pt x="261" y="184"/>
                    <a:pt x="253" y="190"/>
                  </a:cubicBezTo>
                  <a:cubicBezTo>
                    <a:pt x="261" y="138"/>
                    <a:pt x="278" y="88"/>
                    <a:pt x="309" y="44"/>
                  </a:cubicBezTo>
                  <a:cubicBezTo>
                    <a:pt x="323" y="25"/>
                    <a:pt x="301" y="0"/>
                    <a:pt x="2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7"/>
            <p:cNvSpPr txBox="1"/>
            <p:nvPr/>
          </p:nvSpPr>
          <p:spPr>
            <a:xfrm>
              <a:off x="3773973" y="3486625"/>
              <a:ext cx="1589100" cy="4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Sources</a:t>
              </a:r>
              <a:endParaRPr b="1" sz="2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97" name="Google Shape;297;p17"/>
            <p:cNvSpPr txBox="1"/>
            <p:nvPr/>
          </p:nvSpPr>
          <p:spPr>
            <a:xfrm>
              <a:off x="3773984" y="3901214"/>
              <a:ext cx="18798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8" name="Google Shape;298;p17"/>
          <p:cNvGrpSpPr/>
          <p:nvPr/>
        </p:nvGrpSpPr>
        <p:grpSpPr>
          <a:xfrm>
            <a:off x="6069349" y="1243349"/>
            <a:ext cx="2709072" cy="2060423"/>
            <a:chOff x="6069349" y="1243349"/>
            <a:chExt cx="2709072" cy="2060423"/>
          </a:xfrm>
        </p:grpSpPr>
        <p:sp>
          <p:nvSpPr>
            <p:cNvPr id="299" name="Google Shape;299;p17"/>
            <p:cNvSpPr txBox="1"/>
            <p:nvPr/>
          </p:nvSpPr>
          <p:spPr>
            <a:xfrm>
              <a:off x="6404713" y="1508088"/>
              <a:ext cx="1879800" cy="4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Technology</a:t>
              </a:r>
              <a:endParaRPr b="1" sz="20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00" name="Google Shape;300;p17"/>
            <p:cNvSpPr/>
            <p:nvPr/>
          </p:nvSpPr>
          <p:spPr>
            <a:xfrm flipH="1" rot="-185460">
              <a:off x="6119123" y="1312314"/>
              <a:ext cx="2609525" cy="1922492"/>
            </a:xfrm>
            <a:custGeom>
              <a:rect b="b" l="l" r="r" t="t"/>
              <a:pathLst>
                <a:path extrusionOk="0" h="5984" w="10491">
                  <a:moveTo>
                    <a:pt x="281" y="0"/>
                  </a:moveTo>
                  <a:cubicBezTo>
                    <a:pt x="274" y="0"/>
                    <a:pt x="268" y="3"/>
                    <a:pt x="263" y="9"/>
                  </a:cubicBezTo>
                  <a:cubicBezTo>
                    <a:pt x="148" y="155"/>
                    <a:pt x="163" y="388"/>
                    <a:pt x="165" y="561"/>
                  </a:cubicBezTo>
                  <a:cubicBezTo>
                    <a:pt x="167" y="834"/>
                    <a:pt x="132" y="1105"/>
                    <a:pt x="117" y="1376"/>
                  </a:cubicBezTo>
                  <a:cubicBezTo>
                    <a:pt x="88" y="1934"/>
                    <a:pt x="84" y="2495"/>
                    <a:pt x="59" y="3056"/>
                  </a:cubicBezTo>
                  <a:cubicBezTo>
                    <a:pt x="36" y="3591"/>
                    <a:pt x="19" y="4127"/>
                    <a:pt x="7" y="4663"/>
                  </a:cubicBezTo>
                  <a:cubicBezTo>
                    <a:pt x="0" y="4888"/>
                    <a:pt x="23" y="5100"/>
                    <a:pt x="61" y="5321"/>
                  </a:cubicBezTo>
                  <a:cubicBezTo>
                    <a:pt x="73" y="5396"/>
                    <a:pt x="80" y="5484"/>
                    <a:pt x="100" y="5565"/>
                  </a:cubicBezTo>
                  <a:cubicBezTo>
                    <a:pt x="34" y="5726"/>
                    <a:pt x="298" y="5805"/>
                    <a:pt x="428" y="5848"/>
                  </a:cubicBezTo>
                  <a:cubicBezTo>
                    <a:pt x="753" y="5959"/>
                    <a:pt x="1097" y="5982"/>
                    <a:pt x="1438" y="5984"/>
                  </a:cubicBezTo>
                  <a:cubicBezTo>
                    <a:pt x="2262" y="5984"/>
                    <a:pt x="3093" y="5926"/>
                    <a:pt x="3912" y="5857"/>
                  </a:cubicBezTo>
                  <a:cubicBezTo>
                    <a:pt x="4761" y="5784"/>
                    <a:pt x="5609" y="5698"/>
                    <a:pt x="6455" y="5609"/>
                  </a:cubicBezTo>
                  <a:cubicBezTo>
                    <a:pt x="7081" y="5541"/>
                    <a:pt x="7704" y="5529"/>
                    <a:pt x="8328" y="5529"/>
                  </a:cubicBezTo>
                  <a:cubicBezTo>
                    <a:pt x="8550" y="5529"/>
                    <a:pt x="8773" y="5531"/>
                    <a:pt x="8996" y="5532"/>
                  </a:cubicBezTo>
                  <a:cubicBezTo>
                    <a:pt x="9127" y="5532"/>
                    <a:pt x="9258" y="5528"/>
                    <a:pt x="9390" y="5525"/>
                  </a:cubicBezTo>
                  <a:cubicBezTo>
                    <a:pt x="9403" y="5525"/>
                    <a:pt x="9417" y="5524"/>
                    <a:pt x="9431" y="5524"/>
                  </a:cubicBezTo>
                  <a:cubicBezTo>
                    <a:pt x="9544" y="5524"/>
                    <a:pt x="9651" y="5546"/>
                    <a:pt x="9767" y="5565"/>
                  </a:cubicBezTo>
                  <a:cubicBezTo>
                    <a:pt x="9822" y="5574"/>
                    <a:pt x="9886" y="5583"/>
                    <a:pt x="9950" y="5583"/>
                  </a:cubicBezTo>
                  <a:cubicBezTo>
                    <a:pt x="10045" y="5583"/>
                    <a:pt x="10138" y="5564"/>
                    <a:pt x="10200" y="5498"/>
                  </a:cubicBezTo>
                  <a:cubicBezTo>
                    <a:pt x="10223" y="5473"/>
                    <a:pt x="10225" y="5434"/>
                    <a:pt x="10200" y="5409"/>
                  </a:cubicBezTo>
                  <a:cubicBezTo>
                    <a:pt x="10190" y="5400"/>
                    <a:pt x="10182" y="5390"/>
                    <a:pt x="10171" y="5382"/>
                  </a:cubicBezTo>
                  <a:cubicBezTo>
                    <a:pt x="10160" y="5371"/>
                    <a:pt x="10146" y="5366"/>
                    <a:pt x="10132" y="5366"/>
                  </a:cubicBezTo>
                  <a:cubicBezTo>
                    <a:pt x="10099" y="5366"/>
                    <a:pt x="10068" y="5393"/>
                    <a:pt x="10069" y="5425"/>
                  </a:cubicBezTo>
                  <a:cubicBezTo>
                    <a:pt x="10030" y="5439"/>
                    <a:pt x="9985" y="5445"/>
                    <a:pt x="9940" y="5445"/>
                  </a:cubicBezTo>
                  <a:cubicBezTo>
                    <a:pt x="9849" y="5445"/>
                    <a:pt x="9754" y="5424"/>
                    <a:pt x="9683" y="5409"/>
                  </a:cubicBezTo>
                  <a:cubicBezTo>
                    <a:pt x="9600" y="5390"/>
                    <a:pt x="9515" y="5384"/>
                    <a:pt x="9429" y="5384"/>
                  </a:cubicBezTo>
                  <a:cubicBezTo>
                    <a:pt x="9324" y="5384"/>
                    <a:pt x="9219" y="5392"/>
                    <a:pt x="9116" y="5392"/>
                  </a:cubicBezTo>
                  <a:cubicBezTo>
                    <a:pt x="9109" y="5392"/>
                    <a:pt x="9103" y="5392"/>
                    <a:pt x="9096" y="5392"/>
                  </a:cubicBezTo>
                  <a:cubicBezTo>
                    <a:pt x="8735" y="5392"/>
                    <a:pt x="8374" y="5387"/>
                    <a:pt x="8013" y="5387"/>
                  </a:cubicBezTo>
                  <a:cubicBezTo>
                    <a:pt x="7953" y="5387"/>
                    <a:pt x="7893" y="5388"/>
                    <a:pt x="7833" y="5388"/>
                  </a:cubicBezTo>
                  <a:cubicBezTo>
                    <a:pt x="6978" y="5392"/>
                    <a:pt x="6132" y="5507"/>
                    <a:pt x="5284" y="5590"/>
                  </a:cubicBezTo>
                  <a:cubicBezTo>
                    <a:pt x="4438" y="5673"/>
                    <a:pt x="3591" y="5763"/>
                    <a:pt x="2741" y="5809"/>
                  </a:cubicBezTo>
                  <a:cubicBezTo>
                    <a:pt x="2339" y="5830"/>
                    <a:pt x="1935" y="5848"/>
                    <a:pt x="1532" y="5861"/>
                  </a:cubicBezTo>
                  <a:cubicBezTo>
                    <a:pt x="1478" y="5863"/>
                    <a:pt x="1425" y="5863"/>
                    <a:pt x="1371" y="5863"/>
                  </a:cubicBezTo>
                  <a:cubicBezTo>
                    <a:pt x="1062" y="5863"/>
                    <a:pt x="753" y="5835"/>
                    <a:pt x="455" y="5746"/>
                  </a:cubicBezTo>
                  <a:cubicBezTo>
                    <a:pt x="407" y="5730"/>
                    <a:pt x="357" y="5713"/>
                    <a:pt x="309" y="5694"/>
                  </a:cubicBezTo>
                  <a:cubicBezTo>
                    <a:pt x="309" y="5680"/>
                    <a:pt x="305" y="5665"/>
                    <a:pt x="290" y="5650"/>
                  </a:cubicBezTo>
                  <a:cubicBezTo>
                    <a:pt x="196" y="5559"/>
                    <a:pt x="205" y="5367"/>
                    <a:pt x="180" y="5244"/>
                  </a:cubicBezTo>
                  <a:cubicBezTo>
                    <a:pt x="132" y="5006"/>
                    <a:pt x="132" y="4765"/>
                    <a:pt x="138" y="4521"/>
                  </a:cubicBezTo>
                  <a:cubicBezTo>
                    <a:pt x="150" y="4033"/>
                    <a:pt x="157" y="3545"/>
                    <a:pt x="173" y="3056"/>
                  </a:cubicBezTo>
                  <a:cubicBezTo>
                    <a:pt x="192" y="2547"/>
                    <a:pt x="194" y="2039"/>
                    <a:pt x="209" y="1530"/>
                  </a:cubicBezTo>
                  <a:cubicBezTo>
                    <a:pt x="217" y="1276"/>
                    <a:pt x="236" y="1022"/>
                    <a:pt x="242" y="767"/>
                  </a:cubicBezTo>
                  <a:cubicBezTo>
                    <a:pt x="246" y="646"/>
                    <a:pt x="240" y="528"/>
                    <a:pt x="240" y="407"/>
                  </a:cubicBezTo>
                  <a:cubicBezTo>
                    <a:pt x="240" y="361"/>
                    <a:pt x="240" y="309"/>
                    <a:pt x="244" y="257"/>
                  </a:cubicBezTo>
                  <a:cubicBezTo>
                    <a:pt x="251" y="269"/>
                    <a:pt x="265" y="275"/>
                    <a:pt x="282" y="275"/>
                  </a:cubicBezTo>
                  <a:cubicBezTo>
                    <a:pt x="285" y="275"/>
                    <a:pt x="288" y="275"/>
                    <a:pt x="291" y="275"/>
                  </a:cubicBezTo>
                  <a:cubicBezTo>
                    <a:pt x="369" y="275"/>
                    <a:pt x="443" y="301"/>
                    <a:pt x="519" y="311"/>
                  </a:cubicBezTo>
                  <a:cubicBezTo>
                    <a:pt x="613" y="321"/>
                    <a:pt x="709" y="330"/>
                    <a:pt x="803" y="338"/>
                  </a:cubicBezTo>
                  <a:cubicBezTo>
                    <a:pt x="1017" y="355"/>
                    <a:pt x="1232" y="378"/>
                    <a:pt x="1445" y="400"/>
                  </a:cubicBezTo>
                  <a:cubicBezTo>
                    <a:pt x="1866" y="442"/>
                    <a:pt x="2283" y="448"/>
                    <a:pt x="2704" y="451"/>
                  </a:cubicBezTo>
                  <a:cubicBezTo>
                    <a:pt x="2972" y="451"/>
                    <a:pt x="3243" y="462"/>
                    <a:pt x="3512" y="462"/>
                  </a:cubicBezTo>
                  <a:cubicBezTo>
                    <a:pt x="3657" y="462"/>
                    <a:pt x="3802" y="459"/>
                    <a:pt x="3946" y="448"/>
                  </a:cubicBezTo>
                  <a:cubicBezTo>
                    <a:pt x="4120" y="437"/>
                    <a:pt x="4286" y="414"/>
                    <a:pt x="4458" y="414"/>
                  </a:cubicBezTo>
                  <a:cubicBezTo>
                    <a:pt x="4478" y="414"/>
                    <a:pt x="4497" y="414"/>
                    <a:pt x="4517" y="415"/>
                  </a:cubicBezTo>
                  <a:cubicBezTo>
                    <a:pt x="4534" y="416"/>
                    <a:pt x="4550" y="416"/>
                    <a:pt x="4567" y="416"/>
                  </a:cubicBezTo>
                  <a:cubicBezTo>
                    <a:pt x="4757" y="416"/>
                    <a:pt x="4946" y="376"/>
                    <a:pt x="5132" y="353"/>
                  </a:cubicBezTo>
                  <a:cubicBezTo>
                    <a:pt x="5546" y="307"/>
                    <a:pt x="5955" y="305"/>
                    <a:pt x="6372" y="292"/>
                  </a:cubicBezTo>
                  <a:cubicBezTo>
                    <a:pt x="6742" y="279"/>
                    <a:pt x="7111" y="257"/>
                    <a:pt x="7482" y="257"/>
                  </a:cubicBezTo>
                  <a:cubicBezTo>
                    <a:pt x="7537" y="257"/>
                    <a:pt x="7592" y="258"/>
                    <a:pt x="7647" y="259"/>
                  </a:cubicBezTo>
                  <a:cubicBezTo>
                    <a:pt x="8070" y="267"/>
                    <a:pt x="8495" y="298"/>
                    <a:pt x="8921" y="298"/>
                  </a:cubicBezTo>
                  <a:cubicBezTo>
                    <a:pt x="8942" y="299"/>
                    <a:pt x="8964" y="299"/>
                    <a:pt x="8985" y="299"/>
                  </a:cubicBezTo>
                  <a:cubicBezTo>
                    <a:pt x="9160" y="299"/>
                    <a:pt x="9334" y="292"/>
                    <a:pt x="9508" y="290"/>
                  </a:cubicBezTo>
                  <a:cubicBezTo>
                    <a:pt x="9535" y="289"/>
                    <a:pt x="9561" y="289"/>
                    <a:pt x="9587" y="289"/>
                  </a:cubicBezTo>
                  <a:cubicBezTo>
                    <a:pt x="9659" y="289"/>
                    <a:pt x="9731" y="291"/>
                    <a:pt x="9802" y="294"/>
                  </a:cubicBezTo>
                  <a:cubicBezTo>
                    <a:pt x="9839" y="296"/>
                    <a:pt x="9875" y="299"/>
                    <a:pt x="9912" y="299"/>
                  </a:cubicBezTo>
                  <a:cubicBezTo>
                    <a:pt x="9920" y="299"/>
                    <a:pt x="9929" y="299"/>
                    <a:pt x="9938" y="298"/>
                  </a:cubicBezTo>
                  <a:cubicBezTo>
                    <a:pt x="9938" y="298"/>
                    <a:pt x="9939" y="298"/>
                    <a:pt x="9939" y="298"/>
                  </a:cubicBezTo>
                  <a:cubicBezTo>
                    <a:pt x="9977" y="298"/>
                    <a:pt x="9973" y="380"/>
                    <a:pt x="9975" y="403"/>
                  </a:cubicBezTo>
                  <a:cubicBezTo>
                    <a:pt x="10009" y="788"/>
                    <a:pt x="9973" y="1178"/>
                    <a:pt x="9971" y="1563"/>
                  </a:cubicBezTo>
                  <a:cubicBezTo>
                    <a:pt x="9969" y="1989"/>
                    <a:pt x="10011" y="2412"/>
                    <a:pt x="10063" y="2833"/>
                  </a:cubicBezTo>
                  <a:cubicBezTo>
                    <a:pt x="10115" y="3254"/>
                    <a:pt x="10179" y="3675"/>
                    <a:pt x="10232" y="4096"/>
                  </a:cubicBezTo>
                  <a:cubicBezTo>
                    <a:pt x="10255" y="4285"/>
                    <a:pt x="10288" y="4473"/>
                    <a:pt x="10311" y="4661"/>
                  </a:cubicBezTo>
                  <a:cubicBezTo>
                    <a:pt x="10338" y="4875"/>
                    <a:pt x="10327" y="5092"/>
                    <a:pt x="10325" y="5307"/>
                  </a:cubicBezTo>
                  <a:cubicBezTo>
                    <a:pt x="10325" y="5357"/>
                    <a:pt x="10364" y="5382"/>
                    <a:pt x="10402" y="5382"/>
                  </a:cubicBezTo>
                  <a:cubicBezTo>
                    <a:pt x="10441" y="5382"/>
                    <a:pt x="10480" y="5357"/>
                    <a:pt x="10480" y="5307"/>
                  </a:cubicBezTo>
                  <a:cubicBezTo>
                    <a:pt x="10484" y="5107"/>
                    <a:pt x="10490" y="4906"/>
                    <a:pt x="10471" y="4708"/>
                  </a:cubicBezTo>
                  <a:cubicBezTo>
                    <a:pt x="10453" y="4502"/>
                    <a:pt x="10413" y="4300"/>
                    <a:pt x="10388" y="4096"/>
                  </a:cubicBezTo>
                  <a:cubicBezTo>
                    <a:pt x="10338" y="3673"/>
                    <a:pt x="10273" y="3254"/>
                    <a:pt x="10219" y="2831"/>
                  </a:cubicBezTo>
                  <a:cubicBezTo>
                    <a:pt x="10167" y="2412"/>
                    <a:pt x="10127" y="1987"/>
                    <a:pt x="10125" y="1563"/>
                  </a:cubicBezTo>
                  <a:cubicBezTo>
                    <a:pt x="10125" y="1178"/>
                    <a:pt x="10163" y="786"/>
                    <a:pt x="10123" y="400"/>
                  </a:cubicBezTo>
                  <a:cubicBezTo>
                    <a:pt x="10115" y="305"/>
                    <a:pt x="10104" y="202"/>
                    <a:pt x="10009" y="161"/>
                  </a:cubicBezTo>
                  <a:cubicBezTo>
                    <a:pt x="9981" y="149"/>
                    <a:pt x="9947" y="146"/>
                    <a:pt x="9912" y="146"/>
                  </a:cubicBezTo>
                  <a:cubicBezTo>
                    <a:pt x="9879" y="146"/>
                    <a:pt x="9846" y="149"/>
                    <a:pt x="9818" y="149"/>
                  </a:cubicBezTo>
                  <a:cubicBezTo>
                    <a:pt x="9813" y="149"/>
                    <a:pt x="9809" y="148"/>
                    <a:pt x="9804" y="148"/>
                  </a:cubicBezTo>
                  <a:cubicBezTo>
                    <a:pt x="9732" y="144"/>
                    <a:pt x="9659" y="143"/>
                    <a:pt x="9586" y="143"/>
                  </a:cubicBezTo>
                  <a:cubicBezTo>
                    <a:pt x="9544" y="143"/>
                    <a:pt x="9502" y="143"/>
                    <a:pt x="9460" y="144"/>
                  </a:cubicBezTo>
                  <a:cubicBezTo>
                    <a:pt x="9282" y="146"/>
                    <a:pt x="9104" y="148"/>
                    <a:pt x="8926" y="148"/>
                  </a:cubicBezTo>
                  <a:cubicBezTo>
                    <a:pt x="8687" y="148"/>
                    <a:pt x="8448" y="144"/>
                    <a:pt x="8208" y="134"/>
                  </a:cubicBezTo>
                  <a:cubicBezTo>
                    <a:pt x="7944" y="123"/>
                    <a:pt x="7681" y="116"/>
                    <a:pt x="7419" y="116"/>
                  </a:cubicBezTo>
                  <a:cubicBezTo>
                    <a:pt x="7257" y="116"/>
                    <a:pt x="7095" y="119"/>
                    <a:pt x="6932" y="125"/>
                  </a:cubicBezTo>
                  <a:cubicBezTo>
                    <a:pt x="6511" y="142"/>
                    <a:pt x="6090" y="142"/>
                    <a:pt x="5671" y="163"/>
                  </a:cubicBezTo>
                  <a:cubicBezTo>
                    <a:pt x="5260" y="184"/>
                    <a:pt x="4856" y="272"/>
                    <a:pt x="4445" y="272"/>
                  </a:cubicBezTo>
                  <a:cubicBezTo>
                    <a:pt x="4419" y="272"/>
                    <a:pt x="4393" y="272"/>
                    <a:pt x="4367" y="271"/>
                  </a:cubicBezTo>
                  <a:cubicBezTo>
                    <a:pt x="4350" y="271"/>
                    <a:pt x="4333" y="270"/>
                    <a:pt x="4316" y="270"/>
                  </a:cubicBezTo>
                  <a:cubicBezTo>
                    <a:pt x="4112" y="270"/>
                    <a:pt x="3910" y="313"/>
                    <a:pt x="3704" y="313"/>
                  </a:cubicBezTo>
                  <a:lnTo>
                    <a:pt x="3004" y="313"/>
                  </a:lnTo>
                  <a:cubicBezTo>
                    <a:pt x="2820" y="314"/>
                    <a:pt x="2637" y="316"/>
                    <a:pt x="2454" y="316"/>
                  </a:cubicBezTo>
                  <a:cubicBezTo>
                    <a:pt x="2168" y="316"/>
                    <a:pt x="1883" y="311"/>
                    <a:pt x="1599" y="288"/>
                  </a:cubicBezTo>
                  <a:cubicBezTo>
                    <a:pt x="1366" y="271"/>
                    <a:pt x="1132" y="246"/>
                    <a:pt x="899" y="230"/>
                  </a:cubicBezTo>
                  <a:cubicBezTo>
                    <a:pt x="788" y="221"/>
                    <a:pt x="678" y="217"/>
                    <a:pt x="567" y="207"/>
                  </a:cubicBezTo>
                  <a:cubicBezTo>
                    <a:pt x="481" y="199"/>
                    <a:pt x="398" y="177"/>
                    <a:pt x="313" y="177"/>
                  </a:cubicBezTo>
                  <a:cubicBezTo>
                    <a:pt x="303" y="177"/>
                    <a:pt x="294" y="177"/>
                    <a:pt x="284" y="177"/>
                  </a:cubicBezTo>
                  <a:cubicBezTo>
                    <a:pt x="271" y="177"/>
                    <a:pt x="261" y="184"/>
                    <a:pt x="253" y="190"/>
                  </a:cubicBezTo>
                  <a:cubicBezTo>
                    <a:pt x="261" y="138"/>
                    <a:pt x="278" y="88"/>
                    <a:pt x="309" y="44"/>
                  </a:cubicBezTo>
                  <a:cubicBezTo>
                    <a:pt x="323" y="25"/>
                    <a:pt x="301" y="0"/>
                    <a:pt x="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7"/>
            <p:cNvSpPr txBox="1"/>
            <p:nvPr/>
          </p:nvSpPr>
          <p:spPr>
            <a:xfrm>
              <a:off x="6404725" y="1937025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Internet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2" name="Google Shape;302;p17"/>
            <p:cNvSpPr txBox="1"/>
            <p:nvPr/>
          </p:nvSpPr>
          <p:spPr>
            <a:xfrm>
              <a:off x="6404713" y="2204586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Social Media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3" name="Google Shape;303;p17"/>
            <p:cNvSpPr txBox="1"/>
            <p:nvPr/>
          </p:nvSpPr>
          <p:spPr>
            <a:xfrm>
              <a:off x="6404725" y="2472149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Online Shop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7485706" y="1998938"/>
              <a:ext cx="122743" cy="11575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7691420" y="1998663"/>
              <a:ext cx="115146" cy="11011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7"/>
            <p:cNvSpPr/>
            <p:nvPr/>
          </p:nvSpPr>
          <p:spPr>
            <a:xfrm>
              <a:off x="7889561" y="1995502"/>
              <a:ext cx="119615" cy="112178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8092142" y="2008424"/>
              <a:ext cx="124680" cy="91007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8307691" y="2005949"/>
              <a:ext cx="113210" cy="10008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7"/>
            <p:cNvSpPr/>
            <p:nvPr/>
          </p:nvSpPr>
          <p:spPr>
            <a:xfrm>
              <a:off x="7485706" y="2275488"/>
              <a:ext cx="122743" cy="11575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7"/>
            <p:cNvSpPr/>
            <p:nvPr/>
          </p:nvSpPr>
          <p:spPr>
            <a:xfrm>
              <a:off x="7691420" y="2275213"/>
              <a:ext cx="115146" cy="11011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7"/>
            <p:cNvSpPr/>
            <p:nvPr/>
          </p:nvSpPr>
          <p:spPr>
            <a:xfrm>
              <a:off x="7889561" y="2272052"/>
              <a:ext cx="119615" cy="112178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7"/>
            <p:cNvSpPr/>
            <p:nvPr/>
          </p:nvSpPr>
          <p:spPr>
            <a:xfrm>
              <a:off x="8092142" y="2284974"/>
              <a:ext cx="124680" cy="91007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7"/>
            <p:cNvSpPr/>
            <p:nvPr/>
          </p:nvSpPr>
          <p:spPr>
            <a:xfrm>
              <a:off x="8307691" y="2282499"/>
              <a:ext cx="113210" cy="10008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7"/>
            <p:cNvSpPr/>
            <p:nvPr/>
          </p:nvSpPr>
          <p:spPr>
            <a:xfrm>
              <a:off x="7485706" y="2552038"/>
              <a:ext cx="122743" cy="11575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7"/>
            <p:cNvSpPr/>
            <p:nvPr/>
          </p:nvSpPr>
          <p:spPr>
            <a:xfrm>
              <a:off x="7691420" y="2551763"/>
              <a:ext cx="115146" cy="11011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7"/>
            <p:cNvSpPr/>
            <p:nvPr/>
          </p:nvSpPr>
          <p:spPr>
            <a:xfrm>
              <a:off x="7889561" y="2548602"/>
              <a:ext cx="119615" cy="112178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8092142" y="2561524"/>
              <a:ext cx="124680" cy="91007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8307691" y="2559049"/>
              <a:ext cx="113210" cy="10008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7"/>
            <p:cNvSpPr txBox="1"/>
            <p:nvPr/>
          </p:nvSpPr>
          <p:spPr>
            <a:xfrm>
              <a:off x="6404725" y="2740549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E-learning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0" name="Google Shape;320;p17"/>
            <p:cNvSpPr/>
            <p:nvPr/>
          </p:nvSpPr>
          <p:spPr>
            <a:xfrm>
              <a:off x="7485706" y="2820438"/>
              <a:ext cx="122743" cy="11575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7"/>
            <p:cNvSpPr/>
            <p:nvPr/>
          </p:nvSpPr>
          <p:spPr>
            <a:xfrm>
              <a:off x="7691420" y="2820163"/>
              <a:ext cx="115146" cy="11011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7"/>
            <p:cNvSpPr/>
            <p:nvPr/>
          </p:nvSpPr>
          <p:spPr>
            <a:xfrm>
              <a:off x="7889561" y="2817002"/>
              <a:ext cx="119615" cy="112178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7"/>
            <p:cNvSpPr/>
            <p:nvPr/>
          </p:nvSpPr>
          <p:spPr>
            <a:xfrm>
              <a:off x="8092142" y="2829924"/>
              <a:ext cx="124680" cy="91007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7"/>
            <p:cNvSpPr/>
            <p:nvPr/>
          </p:nvSpPr>
          <p:spPr>
            <a:xfrm>
              <a:off x="8307691" y="2827449"/>
              <a:ext cx="113210" cy="10008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" name="Google Shape;325;p17"/>
          <p:cNvGrpSpPr/>
          <p:nvPr/>
        </p:nvGrpSpPr>
        <p:grpSpPr>
          <a:xfrm>
            <a:off x="3509547" y="1199482"/>
            <a:ext cx="2519892" cy="2148163"/>
            <a:chOff x="3509547" y="1199482"/>
            <a:chExt cx="2519892" cy="2148163"/>
          </a:xfrm>
        </p:grpSpPr>
        <p:sp>
          <p:nvSpPr>
            <p:cNvPr id="326" name="Google Shape;326;p17"/>
            <p:cNvSpPr/>
            <p:nvPr/>
          </p:nvSpPr>
          <p:spPr>
            <a:xfrm rot="158013">
              <a:off x="3555096" y="1254204"/>
              <a:ext cx="2428793" cy="2038717"/>
            </a:xfrm>
            <a:custGeom>
              <a:rect b="b" l="l" r="r" t="t"/>
              <a:pathLst>
                <a:path extrusionOk="0" h="5984" w="10491">
                  <a:moveTo>
                    <a:pt x="281" y="0"/>
                  </a:moveTo>
                  <a:cubicBezTo>
                    <a:pt x="274" y="0"/>
                    <a:pt x="268" y="3"/>
                    <a:pt x="263" y="9"/>
                  </a:cubicBezTo>
                  <a:cubicBezTo>
                    <a:pt x="148" y="155"/>
                    <a:pt x="163" y="388"/>
                    <a:pt x="165" y="561"/>
                  </a:cubicBezTo>
                  <a:cubicBezTo>
                    <a:pt x="167" y="834"/>
                    <a:pt x="132" y="1105"/>
                    <a:pt x="117" y="1376"/>
                  </a:cubicBezTo>
                  <a:cubicBezTo>
                    <a:pt x="88" y="1934"/>
                    <a:pt x="84" y="2495"/>
                    <a:pt x="59" y="3056"/>
                  </a:cubicBezTo>
                  <a:cubicBezTo>
                    <a:pt x="36" y="3591"/>
                    <a:pt x="19" y="4127"/>
                    <a:pt x="7" y="4663"/>
                  </a:cubicBezTo>
                  <a:cubicBezTo>
                    <a:pt x="0" y="4888"/>
                    <a:pt x="23" y="5100"/>
                    <a:pt x="61" y="5321"/>
                  </a:cubicBezTo>
                  <a:cubicBezTo>
                    <a:pt x="73" y="5396"/>
                    <a:pt x="80" y="5484"/>
                    <a:pt x="100" y="5565"/>
                  </a:cubicBezTo>
                  <a:cubicBezTo>
                    <a:pt x="34" y="5726"/>
                    <a:pt x="298" y="5805"/>
                    <a:pt x="428" y="5848"/>
                  </a:cubicBezTo>
                  <a:cubicBezTo>
                    <a:pt x="753" y="5959"/>
                    <a:pt x="1097" y="5982"/>
                    <a:pt x="1438" y="5984"/>
                  </a:cubicBezTo>
                  <a:cubicBezTo>
                    <a:pt x="2262" y="5984"/>
                    <a:pt x="3093" y="5926"/>
                    <a:pt x="3912" y="5857"/>
                  </a:cubicBezTo>
                  <a:cubicBezTo>
                    <a:pt x="4761" y="5784"/>
                    <a:pt x="5609" y="5698"/>
                    <a:pt x="6455" y="5609"/>
                  </a:cubicBezTo>
                  <a:cubicBezTo>
                    <a:pt x="7081" y="5541"/>
                    <a:pt x="7704" y="5529"/>
                    <a:pt x="8328" y="5529"/>
                  </a:cubicBezTo>
                  <a:cubicBezTo>
                    <a:pt x="8550" y="5529"/>
                    <a:pt x="8773" y="5531"/>
                    <a:pt x="8996" y="5532"/>
                  </a:cubicBezTo>
                  <a:cubicBezTo>
                    <a:pt x="9127" y="5532"/>
                    <a:pt x="9258" y="5528"/>
                    <a:pt x="9390" y="5525"/>
                  </a:cubicBezTo>
                  <a:cubicBezTo>
                    <a:pt x="9403" y="5525"/>
                    <a:pt x="9417" y="5524"/>
                    <a:pt x="9431" y="5524"/>
                  </a:cubicBezTo>
                  <a:cubicBezTo>
                    <a:pt x="9544" y="5524"/>
                    <a:pt x="9651" y="5546"/>
                    <a:pt x="9767" y="5565"/>
                  </a:cubicBezTo>
                  <a:cubicBezTo>
                    <a:pt x="9822" y="5574"/>
                    <a:pt x="9886" y="5583"/>
                    <a:pt x="9950" y="5583"/>
                  </a:cubicBezTo>
                  <a:cubicBezTo>
                    <a:pt x="10045" y="5583"/>
                    <a:pt x="10138" y="5564"/>
                    <a:pt x="10200" y="5498"/>
                  </a:cubicBezTo>
                  <a:cubicBezTo>
                    <a:pt x="10223" y="5473"/>
                    <a:pt x="10225" y="5434"/>
                    <a:pt x="10200" y="5409"/>
                  </a:cubicBezTo>
                  <a:cubicBezTo>
                    <a:pt x="10190" y="5400"/>
                    <a:pt x="10182" y="5390"/>
                    <a:pt x="10171" y="5382"/>
                  </a:cubicBezTo>
                  <a:cubicBezTo>
                    <a:pt x="10160" y="5371"/>
                    <a:pt x="10146" y="5366"/>
                    <a:pt x="10132" y="5366"/>
                  </a:cubicBezTo>
                  <a:cubicBezTo>
                    <a:pt x="10099" y="5366"/>
                    <a:pt x="10068" y="5393"/>
                    <a:pt x="10069" y="5425"/>
                  </a:cubicBezTo>
                  <a:cubicBezTo>
                    <a:pt x="10030" y="5439"/>
                    <a:pt x="9985" y="5445"/>
                    <a:pt x="9940" y="5445"/>
                  </a:cubicBezTo>
                  <a:cubicBezTo>
                    <a:pt x="9849" y="5445"/>
                    <a:pt x="9754" y="5424"/>
                    <a:pt x="9683" y="5409"/>
                  </a:cubicBezTo>
                  <a:cubicBezTo>
                    <a:pt x="9600" y="5390"/>
                    <a:pt x="9515" y="5384"/>
                    <a:pt x="9429" y="5384"/>
                  </a:cubicBezTo>
                  <a:cubicBezTo>
                    <a:pt x="9324" y="5384"/>
                    <a:pt x="9219" y="5392"/>
                    <a:pt x="9116" y="5392"/>
                  </a:cubicBezTo>
                  <a:cubicBezTo>
                    <a:pt x="9109" y="5392"/>
                    <a:pt x="9103" y="5392"/>
                    <a:pt x="9096" y="5392"/>
                  </a:cubicBezTo>
                  <a:cubicBezTo>
                    <a:pt x="8735" y="5392"/>
                    <a:pt x="8374" y="5387"/>
                    <a:pt x="8013" y="5387"/>
                  </a:cubicBezTo>
                  <a:cubicBezTo>
                    <a:pt x="7953" y="5387"/>
                    <a:pt x="7893" y="5388"/>
                    <a:pt x="7833" y="5388"/>
                  </a:cubicBezTo>
                  <a:cubicBezTo>
                    <a:pt x="6978" y="5392"/>
                    <a:pt x="6132" y="5507"/>
                    <a:pt x="5284" y="5590"/>
                  </a:cubicBezTo>
                  <a:cubicBezTo>
                    <a:pt x="4438" y="5673"/>
                    <a:pt x="3591" y="5763"/>
                    <a:pt x="2741" y="5809"/>
                  </a:cubicBezTo>
                  <a:cubicBezTo>
                    <a:pt x="2339" y="5830"/>
                    <a:pt x="1935" y="5848"/>
                    <a:pt x="1532" y="5861"/>
                  </a:cubicBezTo>
                  <a:cubicBezTo>
                    <a:pt x="1478" y="5863"/>
                    <a:pt x="1425" y="5863"/>
                    <a:pt x="1371" y="5863"/>
                  </a:cubicBezTo>
                  <a:cubicBezTo>
                    <a:pt x="1062" y="5863"/>
                    <a:pt x="753" y="5835"/>
                    <a:pt x="455" y="5746"/>
                  </a:cubicBezTo>
                  <a:cubicBezTo>
                    <a:pt x="407" y="5730"/>
                    <a:pt x="357" y="5713"/>
                    <a:pt x="309" y="5694"/>
                  </a:cubicBezTo>
                  <a:cubicBezTo>
                    <a:pt x="309" y="5680"/>
                    <a:pt x="305" y="5665"/>
                    <a:pt x="290" y="5650"/>
                  </a:cubicBezTo>
                  <a:cubicBezTo>
                    <a:pt x="196" y="5559"/>
                    <a:pt x="205" y="5367"/>
                    <a:pt x="180" y="5244"/>
                  </a:cubicBezTo>
                  <a:cubicBezTo>
                    <a:pt x="132" y="5006"/>
                    <a:pt x="132" y="4765"/>
                    <a:pt x="138" y="4521"/>
                  </a:cubicBezTo>
                  <a:cubicBezTo>
                    <a:pt x="150" y="4033"/>
                    <a:pt x="157" y="3545"/>
                    <a:pt x="173" y="3056"/>
                  </a:cubicBezTo>
                  <a:cubicBezTo>
                    <a:pt x="192" y="2547"/>
                    <a:pt x="194" y="2039"/>
                    <a:pt x="209" y="1530"/>
                  </a:cubicBezTo>
                  <a:cubicBezTo>
                    <a:pt x="217" y="1276"/>
                    <a:pt x="236" y="1022"/>
                    <a:pt x="242" y="767"/>
                  </a:cubicBezTo>
                  <a:cubicBezTo>
                    <a:pt x="246" y="646"/>
                    <a:pt x="240" y="528"/>
                    <a:pt x="240" y="407"/>
                  </a:cubicBezTo>
                  <a:cubicBezTo>
                    <a:pt x="240" y="361"/>
                    <a:pt x="240" y="309"/>
                    <a:pt x="244" y="257"/>
                  </a:cubicBezTo>
                  <a:cubicBezTo>
                    <a:pt x="251" y="269"/>
                    <a:pt x="265" y="275"/>
                    <a:pt x="282" y="275"/>
                  </a:cubicBezTo>
                  <a:cubicBezTo>
                    <a:pt x="285" y="275"/>
                    <a:pt x="288" y="275"/>
                    <a:pt x="291" y="275"/>
                  </a:cubicBezTo>
                  <a:cubicBezTo>
                    <a:pt x="369" y="275"/>
                    <a:pt x="443" y="301"/>
                    <a:pt x="519" y="311"/>
                  </a:cubicBezTo>
                  <a:cubicBezTo>
                    <a:pt x="613" y="321"/>
                    <a:pt x="709" y="330"/>
                    <a:pt x="803" y="338"/>
                  </a:cubicBezTo>
                  <a:cubicBezTo>
                    <a:pt x="1017" y="355"/>
                    <a:pt x="1232" y="378"/>
                    <a:pt x="1445" y="400"/>
                  </a:cubicBezTo>
                  <a:cubicBezTo>
                    <a:pt x="1866" y="442"/>
                    <a:pt x="2283" y="448"/>
                    <a:pt x="2704" y="451"/>
                  </a:cubicBezTo>
                  <a:cubicBezTo>
                    <a:pt x="2972" y="451"/>
                    <a:pt x="3243" y="462"/>
                    <a:pt x="3512" y="462"/>
                  </a:cubicBezTo>
                  <a:cubicBezTo>
                    <a:pt x="3657" y="462"/>
                    <a:pt x="3802" y="459"/>
                    <a:pt x="3946" y="448"/>
                  </a:cubicBezTo>
                  <a:cubicBezTo>
                    <a:pt x="4120" y="437"/>
                    <a:pt x="4286" y="414"/>
                    <a:pt x="4458" y="414"/>
                  </a:cubicBezTo>
                  <a:cubicBezTo>
                    <a:pt x="4478" y="414"/>
                    <a:pt x="4497" y="414"/>
                    <a:pt x="4517" y="415"/>
                  </a:cubicBezTo>
                  <a:cubicBezTo>
                    <a:pt x="4534" y="416"/>
                    <a:pt x="4550" y="416"/>
                    <a:pt x="4567" y="416"/>
                  </a:cubicBezTo>
                  <a:cubicBezTo>
                    <a:pt x="4757" y="416"/>
                    <a:pt x="4946" y="376"/>
                    <a:pt x="5132" y="353"/>
                  </a:cubicBezTo>
                  <a:cubicBezTo>
                    <a:pt x="5546" y="307"/>
                    <a:pt x="5955" y="305"/>
                    <a:pt x="6372" y="292"/>
                  </a:cubicBezTo>
                  <a:cubicBezTo>
                    <a:pt x="6742" y="279"/>
                    <a:pt x="7111" y="257"/>
                    <a:pt x="7482" y="257"/>
                  </a:cubicBezTo>
                  <a:cubicBezTo>
                    <a:pt x="7537" y="257"/>
                    <a:pt x="7592" y="258"/>
                    <a:pt x="7647" y="259"/>
                  </a:cubicBezTo>
                  <a:cubicBezTo>
                    <a:pt x="8070" y="267"/>
                    <a:pt x="8495" y="298"/>
                    <a:pt x="8921" y="298"/>
                  </a:cubicBezTo>
                  <a:cubicBezTo>
                    <a:pt x="8942" y="299"/>
                    <a:pt x="8964" y="299"/>
                    <a:pt x="8985" y="299"/>
                  </a:cubicBezTo>
                  <a:cubicBezTo>
                    <a:pt x="9160" y="299"/>
                    <a:pt x="9334" y="292"/>
                    <a:pt x="9508" y="290"/>
                  </a:cubicBezTo>
                  <a:cubicBezTo>
                    <a:pt x="9535" y="289"/>
                    <a:pt x="9561" y="289"/>
                    <a:pt x="9587" y="289"/>
                  </a:cubicBezTo>
                  <a:cubicBezTo>
                    <a:pt x="9659" y="289"/>
                    <a:pt x="9731" y="291"/>
                    <a:pt x="9802" y="294"/>
                  </a:cubicBezTo>
                  <a:cubicBezTo>
                    <a:pt x="9839" y="296"/>
                    <a:pt x="9875" y="299"/>
                    <a:pt x="9912" y="299"/>
                  </a:cubicBezTo>
                  <a:cubicBezTo>
                    <a:pt x="9920" y="299"/>
                    <a:pt x="9929" y="299"/>
                    <a:pt x="9938" y="298"/>
                  </a:cubicBezTo>
                  <a:cubicBezTo>
                    <a:pt x="9938" y="298"/>
                    <a:pt x="9939" y="298"/>
                    <a:pt x="9939" y="298"/>
                  </a:cubicBezTo>
                  <a:cubicBezTo>
                    <a:pt x="9977" y="298"/>
                    <a:pt x="9973" y="380"/>
                    <a:pt x="9975" y="403"/>
                  </a:cubicBezTo>
                  <a:cubicBezTo>
                    <a:pt x="10009" y="788"/>
                    <a:pt x="9973" y="1178"/>
                    <a:pt x="9971" y="1563"/>
                  </a:cubicBezTo>
                  <a:cubicBezTo>
                    <a:pt x="9969" y="1989"/>
                    <a:pt x="10011" y="2412"/>
                    <a:pt x="10063" y="2833"/>
                  </a:cubicBezTo>
                  <a:cubicBezTo>
                    <a:pt x="10115" y="3254"/>
                    <a:pt x="10179" y="3675"/>
                    <a:pt x="10232" y="4096"/>
                  </a:cubicBezTo>
                  <a:cubicBezTo>
                    <a:pt x="10255" y="4285"/>
                    <a:pt x="10288" y="4473"/>
                    <a:pt x="10311" y="4661"/>
                  </a:cubicBezTo>
                  <a:cubicBezTo>
                    <a:pt x="10338" y="4875"/>
                    <a:pt x="10327" y="5092"/>
                    <a:pt x="10325" y="5307"/>
                  </a:cubicBezTo>
                  <a:cubicBezTo>
                    <a:pt x="10325" y="5357"/>
                    <a:pt x="10364" y="5382"/>
                    <a:pt x="10402" y="5382"/>
                  </a:cubicBezTo>
                  <a:cubicBezTo>
                    <a:pt x="10441" y="5382"/>
                    <a:pt x="10480" y="5357"/>
                    <a:pt x="10480" y="5307"/>
                  </a:cubicBezTo>
                  <a:cubicBezTo>
                    <a:pt x="10484" y="5107"/>
                    <a:pt x="10490" y="4906"/>
                    <a:pt x="10471" y="4708"/>
                  </a:cubicBezTo>
                  <a:cubicBezTo>
                    <a:pt x="10453" y="4502"/>
                    <a:pt x="10413" y="4300"/>
                    <a:pt x="10388" y="4096"/>
                  </a:cubicBezTo>
                  <a:cubicBezTo>
                    <a:pt x="10338" y="3673"/>
                    <a:pt x="10273" y="3254"/>
                    <a:pt x="10219" y="2831"/>
                  </a:cubicBezTo>
                  <a:cubicBezTo>
                    <a:pt x="10167" y="2412"/>
                    <a:pt x="10127" y="1987"/>
                    <a:pt x="10125" y="1563"/>
                  </a:cubicBezTo>
                  <a:cubicBezTo>
                    <a:pt x="10125" y="1178"/>
                    <a:pt x="10163" y="786"/>
                    <a:pt x="10123" y="400"/>
                  </a:cubicBezTo>
                  <a:cubicBezTo>
                    <a:pt x="10115" y="305"/>
                    <a:pt x="10104" y="202"/>
                    <a:pt x="10009" y="161"/>
                  </a:cubicBezTo>
                  <a:cubicBezTo>
                    <a:pt x="9981" y="149"/>
                    <a:pt x="9947" y="146"/>
                    <a:pt x="9912" y="146"/>
                  </a:cubicBezTo>
                  <a:cubicBezTo>
                    <a:pt x="9879" y="146"/>
                    <a:pt x="9846" y="149"/>
                    <a:pt x="9818" y="149"/>
                  </a:cubicBezTo>
                  <a:cubicBezTo>
                    <a:pt x="9813" y="149"/>
                    <a:pt x="9809" y="148"/>
                    <a:pt x="9804" y="148"/>
                  </a:cubicBezTo>
                  <a:cubicBezTo>
                    <a:pt x="9732" y="144"/>
                    <a:pt x="9659" y="143"/>
                    <a:pt x="9586" y="143"/>
                  </a:cubicBezTo>
                  <a:cubicBezTo>
                    <a:pt x="9544" y="143"/>
                    <a:pt x="9502" y="143"/>
                    <a:pt x="9460" y="144"/>
                  </a:cubicBezTo>
                  <a:cubicBezTo>
                    <a:pt x="9282" y="146"/>
                    <a:pt x="9104" y="148"/>
                    <a:pt x="8926" y="148"/>
                  </a:cubicBezTo>
                  <a:cubicBezTo>
                    <a:pt x="8687" y="148"/>
                    <a:pt x="8448" y="144"/>
                    <a:pt x="8208" y="134"/>
                  </a:cubicBezTo>
                  <a:cubicBezTo>
                    <a:pt x="7944" y="123"/>
                    <a:pt x="7681" y="116"/>
                    <a:pt x="7419" y="116"/>
                  </a:cubicBezTo>
                  <a:cubicBezTo>
                    <a:pt x="7257" y="116"/>
                    <a:pt x="7095" y="119"/>
                    <a:pt x="6932" y="125"/>
                  </a:cubicBezTo>
                  <a:cubicBezTo>
                    <a:pt x="6511" y="142"/>
                    <a:pt x="6090" y="142"/>
                    <a:pt x="5671" y="163"/>
                  </a:cubicBezTo>
                  <a:cubicBezTo>
                    <a:pt x="5260" y="184"/>
                    <a:pt x="4856" y="272"/>
                    <a:pt x="4445" y="272"/>
                  </a:cubicBezTo>
                  <a:cubicBezTo>
                    <a:pt x="4419" y="272"/>
                    <a:pt x="4393" y="272"/>
                    <a:pt x="4367" y="271"/>
                  </a:cubicBezTo>
                  <a:cubicBezTo>
                    <a:pt x="4350" y="271"/>
                    <a:pt x="4333" y="270"/>
                    <a:pt x="4316" y="270"/>
                  </a:cubicBezTo>
                  <a:cubicBezTo>
                    <a:pt x="4112" y="270"/>
                    <a:pt x="3910" y="313"/>
                    <a:pt x="3704" y="313"/>
                  </a:cubicBezTo>
                  <a:lnTo>
                    <a:pt x="3004" y="313"/>
                  </a:lnTo>
                  <a:cubicBezTo>
                    <a:pt x="2820" y="314"/>
                    <a:pt x="2637" y="316"/>
                    <a:pt x="2454" y="316"/>
                  </a:cubicBezTo>
                  <a:cubicBezTo>
                    <a:pt x="2168" y="316"/>
                    <a:pt x="1883" y="311"/>
                    <a:pt x="1599" y="288"/>
                  </a:cubicBezTo>
                  <a:cubicBezTo>
                    <a:pt x="1366" y="271"/>
                    <a:pt x="1132" y="246"/>
                    <a:pt x="899" y="230"/>
                  </a:cubicBezTo>
                  <a:cubicBezTo>
                    <a:pt x="788" y="221"/>
                    <a:pt x="678" y="217"/>
                    <a:pt x="567" y="207"/>
                  </a:cubicBezTo>
                  <a:cubicBezTo>
                    <a:pt x="481" y="199"/>
                    <a:pt x="398" y="177"/>
                    <a:pt x="313" y="177"/>
                  </a:cubicBezTo>
                  <a:cubicBezTo>
                    <a:pt x="303" y="177"/>
                    <a:pt x="294" y="177"/>
                    <a:pt x="284" y="177"/>
                  </a:cubicBezTo>
                  <a:cubicBezTo>
                    <a:pt x="271" y="177"/>
                    <a:pt x="261" y="184"/>
                    <a:pt x="253" y="190"/>
                  </a:cubicBezTo>
                  <a:cubicBezTo>
                    <a:pt x="261" y="138"/>
                    <a:pt x="278" y="88"/>
                    <a:pt x="309" y="44"/>
                  </a:cubicBezTo>
                  <a:cubicBezTo>
                    <a:pt x="323" y="25"/>
                    <a:pt x="301" y="0"/>
                    <a:pt x="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7"/>
            <p:cNvSpPr txBox="1"/>
            <p:nvPr/>
          </p:nvSpPr>
          <p:spPr>
            <a:xfrm>
              <a:off x="3773963" y="1504700"/>
              <a:ext cx="1879800" cy="4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Purchases</a:t>
              </a:r>
              <a:endParaRPr b="1" sz="20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28" name="Google Shape;328;p17"/>
            <p:cNvSpPr/>
            <p:nvPr/>
          </p:nvSpPr>
          <p:spPr>
            <a:xfrm>
              <a:off x="4861324" y="2011679"/>
              <a:ext cx="109532" cy="104793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7"/>
            <p:cNvSpPr/>
            <p:nvPr/>
          </p:nvSpPr>
          <p:spPr>
            <a:xfrm>
              <a:off x="5087330" y="2010697"/>
              <a:ext cx="113783" cy="106755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7"/>
            <p:cNvSpPr/>
            <p:nvPr/>
          </p:nvSpPr>
          <p:spPr>
            <a:xfrm>
              <a:off x="5287547" y="2020771"/>
              <a:ext cx="118601" cy="86608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4861324" y="2277235"/>
              <a:ext cx="109532" cy="104793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7"/>
            <p:cNvSpPr/>
            <p:nvPr/>
          </p:nvSpPr>
          <p:spPr>
            <a:xfrm>
              <a:off x="5087330" y="2274226"/>
              <a:ext cx="113783" cy="106755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7"/>
            <p:cNvSpPr/>
            <p:nvPr/>
          </p:nvSpPr>
          <p:spPr>
            <a:xfrm>
              <a:off x="5287547" y="2286336"/>
              <a:ext cx="118601" cy="86608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5492569" y="2283981"/>
              <a:ext cx="107690" cy="95242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7"/>
            <p:cNvSpPr/>
            <p:nvPr/>
          </p:nvSpPr>
          <p:spPr>
            <a:xfrm>
              <a:off x="4861324" y="2554897"/>
              <a:ext cx="109532" cy="104793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7"/>
            <p:cNvSpPr/>
            <p:nvPr/>
          </p:nvSpPr>
          <p:spPr>
            <a:xfrm>
              <a:off x="5087330" y="2551888"/>
              <a:ext cx="113783" cy="106755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7"/>
            <p:cNvSpPr/>
            <p:nvPr/>
          </p:nvSpPr>
          <p:spPr>
            <a:xfrm>
              <a:off x="5287547" y="2563999"/>
              <a:ext cx="118601" cy="86608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7"/>
            <p:cNvSpPr/>
            <p:nvPr/>
          </p:nvSpPr>
          <p:spPr>
            <a:xfrm>
              <a:off x="4861324" y="2835572"/>
              <a:ext cx="109532" cy="104793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5087330" y="2832563"/>
              <a:ext cx="113783" cy="106755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7"/>
            <p:cNvSpPr txBox="1"/>
            <p:nvPr/>
          </p:nvSpPr>
          <p:spPr>
            <a:xfrm>
              <a:off x="3773975" y="1937025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Spring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" name="Google Shape;341;p17"/>
            <p:cNvSpPr txBox="1"/>
            <p:nvPr/>
          </p:nvSpPr>
          <p:spPr>
            <a:xfrm>
              <a:off x="3773975" y="2204586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Summer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2" name="Google Shape;342;p17"/>
            <p:cNvSpPr txBox="1"/>
            <p:nvPr/>
          </p:nvSpPr>
          <p:spPr>
            <a:xfrm>
              <a:off x="3773975" y="2472149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Fall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3" name="Google Shape;343;p17"/>
            <p:cNvSpPr txBox="1"/>
            <p:nvPr/>
          </p:nvSpPr>
          <p:spPr>
            <a:xfrm>
              <a:off x="3773975" y="2742449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Winter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5492572" y="2020771"/>
              <a:ext cx="118601" cy="86608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7"/>
            <p:cNvSpPr/>
            <p:nvPr/>
          </p:nvSpPr>
          <p:spPr>
            <a:xfrm>
              <a:off x="5697597" y="2020771"/>
              <a:ext cx="118601" cy="86608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5686669" y="2278181"/>
              <a:ext cx="107690" cy="95242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5492569" y="2555831"/>
              <a:ext cx="107690" cy="95242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5686669" y="2550031"/>
              <a:ext cx="107690" cy="95242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5287547" y="2850786"/>
              <a:ext cx="118601" cy="86608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5492569" y="2842619"/>
              <a:ext cx="107690" cy="95242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5686669" y="2836819"/>
              <a:ext cx="107690" cy="95242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2" name="Google Shape;352;p17"/>
          <p:cNvGrpSpPr/>
          <p:nvPr/>
        </p:nvGrpSpPr>
        <p:grpSpPr>
          <a:xfrm>
            <a:off x="6209500" y="3285750"/>
            <a:ext cx="2506877" cy="1436100"/>
            <a:chOff x="6209500" y="3285750"/>
            <a:chExt cx="2506877" cy="1436100"/>
          </a:xfrm>
        </p:grpSpPr>
        <p:sp>
          <p:nvSpPr>
            <p:cNvPr id="353" name="Google Shape;353;p17"/>
            <p:cNvSpPr/>
            <p:nvPr/>
          </p:nvSpPr>
          <p:spPr>
            <a:xfrm rot="10800000">
              <a:off x="6209500" y="3285750"/>
              <a:ext cx="2506877" cy="1436100"/>
            </a:xfrm>
            <a:custGeom>
              <a:rect b="b" l="l" r="r" t="t"/>
              <a:pathLst>
                <a:path extrusionOk="0" h="5984" w="10491">
                  <a:moveTo>
                    <a:pt x="281" y="0"/>
                  </a:moveTo>
                  <a:cubicBezTo>
                    <a:pt x="274" y="0"/>
                    <a:pt x="268" y="3"/>
                    <a:pt x="263" y="9"/>
                  </a:cubicBezTo>
                  <a:cubicBezTo>
                    <a:pt x="148" y="155"/>
                    <a:pt x="163" y="388"/>
                    <a:pt x="165" y="561"/>
                  </a:cubicBezTo>
                  <a:cubicBezTo>
                    <a:pt x="167" y="834"/>
                    <a:pt x="132" y="1105"/>
                    <a:pt x="117" y="1376"/>
                  </a:cubicBezTo>
                  <a:cubicBezTo>
                    <a:pt x="88" y="1934"/>
                    <a:pt x="84" y="2495"/>
                    <a:pt x="59" y="3056"/>
                  </a:cubicBezTo>
                  <a:cubicBezTo>
                    <a:pt x="36" y="3591"/>
                    <a:pt x="19" y="4127"/>
                    <a:pt x="7" y="4663"/>
                  </a:cubicBezTo>
                  <a:cubicBezTo>
                    <a:pt x="0" y="4888"/>
                    <a:pt x="23" y="5100"/>
                    <a:pt x="61" y="5321"/>
                  </a:cubicBezTo>
                  <a:cubicBezTo>
                    <a:pt x="73" y="5396"/>
                    <a:pt x="80" y="5484"/>
                    <a:pt x="100" y="5565"/>
                  </a:cubicBezTo>
                  <a:cubicBezTo>
                    <a:pt x="34" y="5726"/>
                    <a:pt x="298" y="5805"/>
                    <a:pt x="428" y="5848"/>
                  </a:cubicBezTo>
                  <a:cubicBezTo>
                    <a:pt x="753" y="5959"/>
                    <a:pt x="1097" y="5982"/>
                    <a:pt x="1438" y="5984"/>
                  </a:cubicBezTo>
                  <a:cubicBezTo>
                    <a:pt x="2262" y="5984"/>
                    <a:pt x="3093" y="5926"/>
                    <a:pt x="3912" y="5857"/>
                  </a:cubicBezTo>
                  <a:cubicBezTo>
                    <a:pt x="4761" y="5784"/>
                    <a:pt x="5609" y="5698"/>
                    <a:pt x="6455" y="5609"/>
                  </a:cubicBezTo>
                  <a:cubicBezTo>
                    <a:pt x="7081" y="5541"/>
                    <a:pt x="7704" y="5529"/>
                    <a:pt x="8328" y="5529"/>
                  </a:cubicBezTo>
                  <a:cubicBezTo>
                    <a:pt x="8550" y="5529"/>
                    <a:pt x="8773" y="5531"/>
                    <a:pt x="8996" y="5532"/>
                  </a:cubicBezTo>
                  <a:cubicBezTo>
                    <a:pt x="9127" y="5532"/>
                    <a:pt x="9258" y="5528"/>
                    <a:pt x="9390" y="5525"/>
                  </a:cubicBezTo>
                  <a:cubicBezTo>
                    <a:pt x="9403" y="5525"/>
                    <a:pt x="9417" y="5524"/>
                    <a:pt x="9431" y="5524"/>
                  </a:cubicBezTo>
                  <a:cubicBezTo>
                    <a:pt x="9544" y="5524"/>
                    <a:pt x="9651" y="5546"/>
                    <a:pt x="9767" y="5565"/>
                  </a:cubicBezTo>
                  <a:cubicBezTo>
                    <a:pt x="9822" y="5574"/>
                    <a:pt x="9886" y="5583"/>
                    <a:pt x="9950" y="5583"/>
                  </a:cubicBezTo>
                  <a:cubicBezTo>
                    <a:pt x="10045" y="5583"/>
                    <a:pt x="10138" y="5564"/>
                    <a:pt x="10200" y="5498"/>
                  </a:cubicBezTo>
                  <a:cubicBezTo>
                    <a:pt x="10223" y="5473"/>
                    <a:pt x="10225" y="5434"/>
                    <a:pt x="10200" y="5409"/>
                  </a:cubicBezTo>
                  <a:cubicBezTo>
                    <a:pt x="10190" y="5400"/>
                    <a:pt x="10182" y="5390"/>
                    <a:pt x="10171" y="5382"/>
                  </a:cubicBezTo>
                  <a:cubicBezTo>
                    <a:pt x="10160" y="5371"/>
                    <a:pt x="10146" y="5366"/>
                    <a:pt x="10132" y="5366"/>
                  </a:cubicBezTo>
                  <a:cubicBezTo>
                    <a:pt x="10099" y="5366"/>
                    <a:pt x="10068" y="5393"/>
                    <a:pt x="10069" y="5425"/>
                  </a:cubicBezTo>
                  <a:cubicBezTo>
                    <a:pt x="10030" y="5439"/>
                    <a:pt x="9985" y="5445"/>
                    <a:pt x="9940" y="5445"/>
                  </a:cubicBezTo>
                  <a:cubicBezTo>
                    <a:pt x="9849" y="5445"/>
                    <a:pt x="9754" y="5424"/>
                    <a:pt x="9683" y="5409"/>
                  </a:cubicBezTo>
                  <a:cubicBezTo>
                    <a:pt x="9600" y="5390"/>
                    <a:pt x="9515" y="5384"/>
                    <a:pt x="9429" y="5384"/>
                  </a:cubicBezTo>
                  <a:cubicBezTo>
                    <a:pt x="9324" y="5384"/>
                    <a:pt x="9219" y="5392"/>
                    <a:pt x="9116" y="5392"/>
                  </a:cubicBezTo>
                  <a:cubicBezTo>
                    <a:pt x="9109" y="5392"/>
                    <a:pt x="9103" y="5392"/>
                    <a:pt x="9096" y="5392"/>
                  </a:cubicBezTo>
                  <a:cubicBezTo>
                    <a:pt x="8735" y="5392"/>
                    <a:pt x="8374" y="5387"/>
                    <a:pt x="8013" y="5387"/>
                  </a:cubicBezTo>
                  <a:cubicBezTo>
                    <a:pt x="7953" y="5387"/>
                    <a:pt x="7893" y="5388"/>
                    <a:pt x="7833" y="5388"/>
                  </a:cubicBezTo>
                  <a:cubicBezTo>
                    <a:pt x="6978" y="5392"/>
                    <a:pt x="6132" y="5507"/>
                    <a:pt x="5284" y="5590"/>
                  </a:cubicBezTo>
                  <a:cubicBezTo>
                    <a:pt x="4438" y="5673"/>
                    <a:pt x="3591" y="5763"/>
                    <a:pt x="2741" y="5809"/>
                  </a:cubicBezTo>
                  <a:cubicBezTo>
                    <a:pt x="2339" y="5830"/>
                    <a:pt x="1935" y="5848"/>
                    <a:pt x="1532" y="5861"/>
                  </a:cubicBezTo>
                  <a:cubicBezTo>
                    <a:pt x="1478" y="5863"/>
                    <a:pt x="1425" y="5863"/>
                    <a:pt x="1371" y="5863"/>
                  </a:cubicBezTo>
                  <a:cubicBezTo>
                    <a:pt x="1062" y="5863"/>
                    <a:pt x="753" y="5835"/>
                    <a:pt x="455" y="5746"/>
                  </a:cubicBezTo>
                  <a:cubicBezTo>
                    <a:pt x="407" y="5730"/>
                    <a:pt x="357" y="5713"/>
                    <a:pt x="309" y="5694"/>
                  </a:cubicBezTo>
                  <a:cubicBezTo>
                    <a:pt x="309" y="5680"/>
                    <a:pt x="305" y="5665"/>
                    <a:pt x="290" y="5650"/>
                  </a:cubicBezTo>
                  <a:cubicBezTo>
                    <a:pt x="196" y="5559"/>
                    <a:pt x="205" y="5367"/>
                    <a:pt x="180" y="5244"/>
                  </a:cubicBezTo>
                  <a:cubicBezTo>
                    <a:pt x="132" y="5006"/>
                    <a:pt x="132" y="4765"/>
                    <a:pt x="138" y="4521"/>
                  </a:cubicBezTo>
                  <a:cubicBezTo>
                    <a:pt x="150" y="4033"/>
                    <a:pt x="157" y="3545"/>
                    <a:pt x="173" y="3056"/>
                  </a:cubicBezTo>
                  <a:cubicBezTo>
                    <a:pt x="192" y="2547"/>
                    <a:pt x="194" y="2039"/>
                    <a:pt x="209" y="1530"/>
                  </a:cubicBezTo>
                  <a:cubicBezTo>
                    <a:pt x="217" y="1276"/>
                    <a:pt x="236" y="1022"/>
                    <a:pt x="242" y="767"/>
                  </a:cubicBezTo>
                  <a:cubicBezTo>
                    <a:pt x="246" y="646"/>
                    <a:pt x="240" y="528"/>
                    <a:pt x="240" y="407"/>
                  </a:cubicBezTo>
                  <a:cubicBezTo>
                    <a:pt x="240" y="361"/>
                    <a:pt x="240" y="309"/>
                    <a:pt x="244" y="257"/>
                  </a:cubicBezTo>
                  <a:cubicBezTo>
                    <a:pt x="251" y="269"/>
                    <a:pt x="265" y="275"/>
                    <a:pt x="282" y="275"/>
                  </a:cubicBezTo>
                  <a:cubicBezTo>
                    <a:pt x="285" y="275"/>
                    <a:pt x="288" y="275"/>
                    <a:pt x="291" y="275"/>
                  </a:cubicBezTo>
                  <a:cubicBezTo>
                    <a:pt x="369" y="275"/>
                    <a:pt x="443" y="301"/>
                    <a:pt x="519" y="311"/>
                  </a:cubicBezTo>
                  <a:cubicBezTo>
                    <a:pt x="613" y="321"/>
                    <a:pt x="709" y="330"/>
                    <a:pt x="803" y="338"/>
                  </a:cubicBezTo>
                  <a:cubicBezTo>
                    <a:pt x="1017" y="355"/>
                    <a:pt x="1232" y="378"/>
                    <a:pt x="1445" y="400"/>
                  </a:cubicBezTo>
                  <a:cubicBezTo>
                    <a:pt x="1866" y="442"/>
                    <a:pt x="2283" y="448"/>
                    <a:pt x="2704" y="451"/>
                  </a:cubicBezTo>
                  <a:cubicBezTo>
                    <a:pt x="2972" y="451"/>
                    <a:pt x="3243" y="462"/>
                    <a:pt x="3512" y="462"/>
                  </a:cubicBezTo>
                  <a:cubicBezTo>
                    <a:pt x="3657" y="462"/>
                    <a:pt x="3802" y="459"/>
                    <a:pt x="3946" y="448"/>
                  </a:cubicBezTo>
                  <a:cubicBezTo>
                    <a:pt x="4120" y="437"/>
                    <a:pt x="4286" y="414"/>
                    <a:pt x="4458" y="414"/>
                  </a:cubicBezTo>
                  <a:cubicBezTo>
                    <a:pt x="4478" y="414"/>
                    <a:pt x="4497" y="414"/>
                    <a:pt x="4517" y="415"/>
                  </a:cubicBezTo>
                  <a:cubicBezTo>
                    <a:pt x="4534" y="416"/>
                    <a:pt x="4550" y="416"/>
                    <a:pt x="4567" y="416"/>
                  </a:cubicBezTo>
                  <a:cubicBezTo>
                    <a:pt x="4757" y="416"/>
                    <a:pt x="4946" y="376"/>
                    <a:pt x="5132" y="353"/>
                  </a:cubicBezTo>
                  <a:cubicBezTo>
                    <a:pt x="5546" y="307"/>
                    <a:pt x="5955" y="305"/>
                    <a:pt x="6372" y="292"/>
                  </a:cubicBezTo>
                  <a:cubicBezTo>
                    <a:pt x="6742" y="279"/>
                    <a:pt x="7111" y="257"/>
                    <a:pt x="7482" y="257"/>
                  </a:cubicBezTo>
                  <a:cubicBezTo>
                    <a:pt x="7537" y="257"/>
                    <a:pt x="7592" y="258"/>
                    <a:pt x="7647" y="259"/>
                  </a:cubicBezTo>
                  <a:cubicBezTo>
                    <a:pt x="8070" y="267"/>
                    <a:pt x="8495" y="298"/>
                    <a:pt x="8921" y="298"/>
                  </a:cubicBezTo>
                  <a:cubicBezTo>
                    <a:pt x="8942" y="299"/>
                    <a:pt x="8964" y="299"/>
                    <a:pt x="8985" y="299"/>
                  </a:cubicBezTo>
                  <a:cubicBezTo>
                    <a:pt x="9160" y="299"/>
                    <a:pt x="9334" y="292"/>
                    <a:pt x="9508" y="290"/>
                  </a:cubicBezTo>
                  <a:cubicBezTo>
                    <a:pt x="9535" y="289"/>
                    <a:pt x="9561" y="289"/>
                    <a:pt x="9587" y="289"/>
                  </a:cubicBezTo>
                  <a:cubicBezTo>
                    <a:pt x="9659" y="289"/>
                    <a:pt x="9731" y="291"/>
                    <a:pt x="9802" y="294"/>
                  </a:cubicBezTo>
                  <a:cubicBezTo>
                    <a:pt x="9839" y="296"/>
                    <a:pt x="9875" y="299"/>
                    <a:pt x="9912" y="299"/>
                  </a:cubicBezTo>
                  <a:cubicBezTo>
                    <a:pt x="9920" y="299"/>
                    <a:pt x="9929" y="299"/>
                    <a:pt x="9938" y="298"/>
                  </a:cubicBezTo>
                  <a:cubicBezTo>
                    <a:pt x="9938" y="298"/>
                    <a:pt x="9939" y="298"/>
                    <a:pt x="9939" y="298"/>
                  </a:cubicBezTo>
                  <a:cubicBezTo>
                    <a:pt x="9977" y="298"/>
                    <a:pt x="9973" y="380"/>
                    <a:pt x="9975" y="403"/>
                  </a:cubicBezTo>
                  <a:cubicBezTo>
                    <a:pt x="10009" y="788"/>
                    <a:pt x="9973" y="1178"/>
                    <a:pt x="9971" y="1563"/>
                  </a:cubicBezTo>
                  <a:cubicBezTo>
                    <a:pt x="9969" y="1989"/>
                    <a:pt x="10011" y="2412"/>
                    <a:pt x="10063" y="2833"/>
                  </a:cubicBezTo>
                  <a:cubicBezTo>
                    <a:pt x="10115" y="3254"/>
                    <a:pt x="10179" y="3675"/>
                    <a:pt x="10232" y="4096"/>
                  </a:cubicBezTo>
                  <a:cubicBezTo>
                    <a:pt x="10255" y="4285"/>
                    <a:pt x="10288" y="4473"/>
                    <a:pt x="10311" y="4661"/>
                  </a:cubicBezTo>
                  <a:cubicBezTo>
                    <a:pt x="10338" y="4875"/>
                    <a:pt x="10327" y="5092"/>
                    <a:pt x="10325" y="5307"/>
                  </a:cubicBezTo>
                  <a:cubicBezTo>
                    <a:pt x="10325" y="5357"/>
                    <a:pt x="10364" y="5382"/>
                    <a:pt x="10402" y="5382"/>
                  </a:cubicBezTo>
                  <a:cubicBezTo>
                    <a:pt x="10441" y="5382"/>
                    <a:pt x="10480" y="5357"/>
                    <a:pt x="10480" y="5307"/>
                  </a:cubicBezTo>
                  <a:cubicBezTo>
                    <a:pt x="10484" y="5107"/>
                    <a:pt x="10490" y="4906"/>
                    <a:pt x="10471" y="4708"/>
                  </a:cubicBezTo>
                  <a:cubicBezTo>
                    <a:pt x="10453" y="4502"/>
                    <a:pt x="10413" y="4300"/>
                    <a:pt x="10388" y="4096"/>
                  </a:cubicBezTo>
                  <a:cubicBezTo>
                    <a:pt x="10338" y="3673"/>
                    <a:pt x="10273" y="3254"/>
                    <a:pt x="10219" y="2831"/>
                  </a:cubicBezTo>
                  <a:cubicBezTo>
                    <a:pt x="10167" y="2412"/>
                    <a:pt x="10127" y="1987"/>
                    <a:pt x="10125" y="1563"/>
                  </a:cubicBezTo>
                  <a:cubicBezTo>
                    <a:pt x="10125" y="1178"/>
                    <a:pt x="10163" y="786"/>
                    <a:pt x="10123" y="400"/>
                  </a:cubicBezTo>
                  <a:cubicBezTo>
                    <a:pt x="10115" y="305"/>
                    <a:pt x="10104" y="202"/>
                    <a:pt x="10009" y="161"/>
                  </a:cubicBezTo>
                  <a:cubicBezTo>
                    <a:pt x="9981" y="149"/>
                    <a:pt x="9947" y="146"/>
                    <a:pt x="9912" y="146"/>
                  </a:cubicBezTo>
                  <a:cubicBezTo>
                    <a:pt x="9879" y="146"/>
                    <a:pt x="9846" y="149"/>
                    <a:pt x="9818" y="149"/>
                  </a:cubicBezTo>
                  <a:cubicBezTo>
                    <a:pt x="9813" y="149"/>
                    <a:pt x="9809" y="148"/>
                    <a:pt x="9804" y="148"/>
                  </a:cubicBezTo>
                  <a:cubicBezTo>
                    <a:pt x="9732" y="144"/>
                    <a:pt x="9659" y="143"/>
                    <a:pt x="9586" y="143"/>
                  </a:cubicBezTo>
                  <a:cubicBezTo>
                    <a:pt x="9544" y="143"/>
                    <a:pt x="9502" y="143"/>
                    <a:pt x="9460" y="144"/>
                  </a:cubicBezTo>
                  <a:cubicBezTo>
                    <a:pt x="9282" y="146"/>
                    <a:pt x="9104" y="148"/>
                    <a:pt x="8926" y="148"/>
                  </a:cubicBezTo>
                  <a:cubicBezTo>
                    <a:pt x="8687" y="148"/>
                    <a:pt x="8448" y="144"/>
                    <a:pt x="8208" y="134"/>
                  </a:cubicBezTo>
                  <a:cubicBezTo>
                    <a:pt x="7944" y="123"/>
                    <a:pt x="7681" y="116"/>
                    <a:pt x="7419" y="116"/>
                  </a:cubicBezTo>
                  <a:cubicBezTo>
                    <a:pt x="7257" y="116"/>
                    <a:pt x="7095" y="119"/>
                    <a:pt x="6932" y="125"/>
                  </a:cubicBezTo>
                  <a:cubicBezTo>
                    <a:pt x="6511" y="142"/>
                    <a:pt x="6090" y="142"/>
                    <a:pt x="5671" y="163"/>
                  </a:cubicBezTo>
                  <a:cubicBezTo>
                    <a:pt x="5260" y="184"/>
                    <a:pt x="4856" y="272"/>
                    <a:pt x="4445" y="272"/>
                  </a:cubicBezTo>
                  <a:cubicBezTo>
                    <a:pt x="4419" y="272"/>
                    <a:pt x="4393" y="272"/>
                    <a:pt x="4367" y="271"/>
                  </a:cubicBezTo>
                  <a:cubicBezTo>
                    <a:pt x="4350" y="271"/>
                    <a:pt x="4333" y="270"/>
                    <a:pt x="4316" y="270"/>
                  </a:cubicBezTo>
                  <a:cubicBezTo>
                    <a:pt x="4112" y="270"/>
                    <a:pt x="3910" y="313"/>
                    <a:pt x="3704" y="313"/>
                  </a:cubicBezTo>
                  <a:lnTo>
                    <a:pt x="3004" y="313"/>
                  </a:lnTo>
                  <a:cubicBezTo>
                    <a:pt x="2820" y="314"/>
                    <a:pt x="2637" y="316"/>
                    <a:pt x="2454" y="316"/>
                  </a:cubicBezTo>
                  <a:cubicBezTo>
                    <a:pt x="2168" y="316"/>
                    <a:pt x="1883" y="311"/>
                    <a:pt x="1599" y="288"/>
                  </a:cubicBezTo>
                  <a:cubicBezTo>
                    <a:pt x="1366" y="271"/>
                    <a:pt x="1132" y="246"/>
                    <a:pt x="899" y="230"/>
                  </a:cubicBezTo>
                  <a:cubicBezTo>
                    <a:pt x="788" y="221"/>
                    <a:pt x="678" y="217"/>
                    <a:pt x="567" y="207"/>
                  </a:cubicBezTo>
                  <a:cubicBezTo>
                    <a:pt x="481" y="199"/>
                    <a:pt x="398" y="177"/>
                    <a:pt x="313" y="177"/>
                  </a:cubicBezTo>
                  <a:cubicBezTo>
                    <a:pt x="303" y="177"/>
                    <a:pt x="294" y="177"/>
                    <a:pt x="284" y="177"/>
                  </a:cubicBezTo>
                  <a:cubicBezTo>
                    <a:pt x="271" y="177"/>
                    <a:pt x="261" y="184"/>
                    <a:pt x="253" y="190"/>
                  </a:cubicBezTo>
                  <a:cubicBezTo>
                    <a:pt x="261" y="138"/>
                    <a:pt x="278" y="88"/>
                    <a:pt x="309" y="44"/>
                  </a:cubicBezTo>
                  <a:cubicBezTo>
                    <a:pt x="323" y="25"/>
                    <a:pt x="301" y="0"/>
                    <a:pt x="2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7"/>
            <p:cNvSpPr txBox="1"/>
            <p:nvPr/>
          </p:nvSpPr>
          <p:spPr>
            <a:xfrm>
              <a:off x="6404713" y="3486625"/>
              <a:ext cx="1589100" cy="4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Aspirations</a:t>
              </a:r>
              <a:endParaRPr b="1" sz="20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55" name="Google Shape;355;p17"/>
            <p:cNvSpPr txBox="1"/>
            <p:nvPr/>
          </p:nvSpPr>
          <p:spPr>
            <a:xfrm>
              <a:off x="6404713" y="3901214"/>
              <a:ext cx="18798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6" name="Google Shape;356;p17"/>
          <p:cNvGrpSpPr/>
          <p:nvPr/>
        </p:nvGrpSpPr>
        <p:grpSpPr>
          <a:xfrm>
            <a:off x="826154" y="1199471"/>
            <a:ext cx="2060331" cy="3564663"/>
            <a:chOff x="826154" y="1199471"/>
            <a:chExt cx="2060331" cy="3564663"/>
          </a:xfrm>
        </p:grpSpPr>
        <p:sp>
          <p:nvSpPr>
            <p:cNvPr id="357" name="Google Shape;357;p17"/>
            <p:cNvSpPr txBox="1"/>
            <p:nvPr/>
          </p:nvSpPr>
          <p:spPr>
            <a:xfrm>
              <a:off x="1040022" y="3654070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About</a:t>
              </a:r>
              <a:endParaRPr sz="1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58" name="Google Shape;358;p17"/>
            <p:cNvSpPr txBox="1"/>
            <p:nvPr/>
          </p:nvSpPr>
          <p:spPr>
            <a:xfrm>
              <a:off x="1040022" y="3999134"/>
              <a:ext cx="1632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composed mostly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1792292" y="2677089"/>
              <a:ext cx="189413" cy="163411"/>
            </a:xfrm>
            <a:custGeom>
              <a:rect b="b" l="l" r="r" t="t"/>
              <a:pathLst>
                <a:path extrusionOk="0" h="4858" w="5631">
                  <a:moveTo>
                    <a:pt x="3074" y="0"/>
                  </a:moveTo>
                  <a:cubicBezTo>
                    <a:pt x="2843" y="0"/>
                    <a:pt x="2615" y="18"/>
                    <a:pt x="2409" y="38"/>
                  </a:cubicBezTo>
                  <a:cubicBezTo>
                    <a:pt x="2002" y="73"/>
                    <a:pt x="1255" y="174"/>
                    <a:pt x="780" y="481"/>
                  </a:cubicBezTo>
                  <a:lnTo>
                    <a:pt x="780" y="446"/>
                  </a:lnTo>
                  <a:cubicBezTo>
                    <a:pt x="749" y="247"/>
                    <a:pt x="588" y="159"/>
                    <a:pt x="419" y="159"/>
                  </a:cubicBezTo>
                  <a:cubicBezTo>
                    <a:pt x="215" y="159"/>
                    <a:pt x="0" y="290"/>
                    <a:pt x="0" y="513"/>
                  </a:cubicBezTo>
                  <a:cubicBezTo>
                    <a:pt x="33" y="2075"/>
                    <a:pt x="237" y="4148"/>
                    <a:pt x="1934" y="4724"/>
                  </a:cubicBezTo>
                  <a:cubicBezTo>
                    <a:pt x="2185" y="4816"/>
                    <a:pt x="2414" y="4857"/>
                    <a:pt x="2627" y="4857"/>
                  </a:cubicBezTo>
                  <a:cubicBezTo>
                    <a:pt x="2964" y="4857"/>
                    <a:pt x="3260" y="4754"/>
                    <a:pt x="3531" y="4588"/>
                  </a:cubicBezTo>
                  <a:cubicBezTo>
                    <a:pt x="3700" y="4520"/>
                    <a:pt x="3835" y="4452"/>
                    <a:pt x="3971" y="4284"/>
                  </a:cubicBezTo>
                  <a:lnTo>
                    <a:pt x="4075" y="4080"/>
                  </a:lnTo>
                  <a:cubicBezTo>
                    <a:pt x="4754" y="3298"/>
                    <a:pt x="5126" y="2075"/>
                    <a:pt x="5433" y="1296"/>
                  </a:cubicBezTo>
                  <a:cubicBezTo>
                    <a:pt x="5631" y="754"/>
                    <a:pt x="5186" y="405"/>
                    <a:pt x="4738" y="405"/>
                  </a:cubicBezTo>
                  <a:cubicBezTo>
                    <a:pt x="4651" y="405"/>
                    <a:pt x="4564" y="418"/>
                    <a:pt x="4482" y="446"/>
                  </a:cubicBezTo>
                  <a:cubicBezTo>
                    <a:pt x="4151" y="92"/>
                    <a:pt x="3605" y="0"/>
                    <a:pt x="3074" y="0"/>
                  </a:cubicBezTo>
                  <a:close/>
                </a:path>
              </a:pathLst>
            </a:custGeom>
            <a:solidFill>
              <a:srgbClr val="F9C6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408582" y="2653746"/>
              <a:ext cx="311416" cy="516201"/>
            </a:xfrm>
            <a:custGeom>
              <a:rect b="b" l="l" r="r" t="t"/>
              <a:pathLst>
                <a:path extrusionOk="0" h="15346" w="9258">
                  <a:moveTo>
                    <a:pt x="5927" y="0"/>
                  </a:moveTo>
                  <a:cubicBezTo>
                    <a:pt x="5690" y="0"/>
                    <a:pt x="5431" y="97"/>
                    <a:pt x="5161" y="325"/>
                  </a:cubicBezTo>
                  <a:cubicBezTo>
                    <a:pt x="3939" y="1275"/>
                    <a:pt x="3328" y="3416"/>
                    <a:pt x="2749" y="4806"/>
                  </a:cubicBezTo>
                  <a:cubicBezTo>
                    <a:pt x="1901" y="6912"/>
                    <a:pt x="1155" y="9084"/>
                    <a:pt x="679" y="11325"/>
                  </a:cubicBezTo>
                  <a:cubicBezTo>
                    <a:pt x="440" y="12412"/>
                    <a:pt x="0" y="14381"/>
                    <a:pt x="1187" y="15128"/>
                  </a:cubicBezTo>
                  <a:cubicBezTo>
                    <a:pt x="1425" y="15279"/>
                    <a:pt x="1651" y="15346"/>
                    <a:pt x="1866" y="15346"/>
                  </a:cubicBezTo>
                  <a:cubicBezTo>
                    <a:pt x="3250" y="15346"/>
                    <a:pt x="4162" y="12582"/>
                    <a:pt x="4514" y="11700"/>
                  </a:cubicBezTo>
                  <a:cubicBezTo>
                    <a:pt x="5805" y="8169"/>
                    <a:pt x="7774" y="4910"/>
                    <a:pt x="9064" y="1343"/>
                  </a:cubicBezTo>
                  <a:cubicBezTo>
                    <a:pt x="9258" y="891"/>
                    <a:pt x="8837" y="594"/>
                    <a:pt x="8445" y="594"/>
                  </a:cubicBezTo>
                  <a:cubicBezTo>
                    <a:pt x="8425" y="594"/>
                    <a:pt x="8405" y="595"/>
                    <a:pt x="8385" y="596"/>
                  </a:cubicBezTo>
                  <a:cubicBezTo>
                    <a:pt x="8234" y="371"/>
                    <a:pt x="7953" y="181"/>
                    <a:pt x="7637" y="181"/>
                  </a:cubicBezTo>
                  <a:cubicBezTo>
                    <a:pt x="7527" y="181"/>
                    <a:pt x="7413" y="204"/>
                    <a:pt x="7299" y="257"/>
                  </a:cubicBezTo>
                  <a:cubicBezTo>
                    <a:pt x="7130" y="325"/>
                    <a:pt x="6959" y="393"/>
                    <a:pt x="6755" y="461"/>
                  </a:cubicBezTo>
                  <a:cubicBezTo>
                    <a:pt x="6539" y="185"/>
                    <a:pt x="6254" y="0"/>
                    <a:pt x="5927" y="0"/>
                  </a:cubicBezTo>
                  <a:close/>
                </a:path>
              </a:pathLst>
            </a:custGeom>
            <a:solidFill>
              <a:srgbClr val="F9C6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2074324" y="2644160"/>
              <a:ext cx="230720" cy="536989"/>
            </a:xfrm>
            <a:custGeom>
              <a:rect b="b" l="l" r="r" t="t"/>
              <a:pathLst>
                <a:path extrusionOk="0" h="15964" w="6859">
                  <a:moveTo>
                    <a:pt x="1893" y="1"/>
                  </a:moveTo>
                  <a:cubicBezTo>
                    <a:pt x="1787" y="1"/>
                    <a:pt x="1677" y="12"/>
                    <a:pt x="1562" y="34"/>
                  </a:cubicBezTo>
                  <a:cubicBezTo>
                    <a:pt x="1290" y="102"/>
                    <a:pt x="1019" y="373"/>
                    <a:pt x="986" y="678"/>
                  </a:cubicBezTo>
                  <a:cubicBezTo>
                    <a:pt x="943" y="656"/>
                    <a:pt x="897" y="645"/>
                    <a:pt x="852" y="645"/>
                  </a:cubicBezTo>
                  <a:cubicBezTo>
                    <a:pt x="753" y="645"/>
                    <a:pt x="658" y="698"/>
                    <a:pt x="611" y="813"/>
                  </a:cubicBezTo>
                  <a:cubicBezTo>
                    <a:pt x="0" y="2918"/>
                    <a:pt x="1087" y="4923"/>
                    <a:pt x="2073" y="6721"/>
                  </a:cubicBezTo>
                  <a:cubicBezTo>
                    <a:pt x="2377" y="8115"/>
                    <a:pt x="2648" y="9505"/>
                    <a:pt x="2752" y="10931"/>
                  </a:cubicBezTo>
                  <a:cubicBezTo>
                    <a:pt x="2852" y="12393"/>
                    <a:pt x="2684" y="15685"/>
                    <a:pt x="4653" y="15956"/>
                  </a:cubicBezTo>
                  <a:cubicBezTo>
                    <a:pt x="4683" y="15961"/>
                    <a:pt x="4713" y="15964"/>
                    <a:pt x="4742" y="15964"/>
                  </a:cubicBezTo>
                  <a:cubicBezTo>
                    <a:pt x="5109" y="15964"/>
                    <a:pt x="5402" y="15587"/>
                    <a:pt x="5433" y="15209"/>
                  </a:cubicBezTo>
                  <a:cubicBezTo>
                    <a:pt x="5468" y="15209"/>
                    <a:pt x="5468" y="15209"/>
                    <a:pt x="5468" y="15177"/>
                  </a:cubicBezTo>
                  <a:cubicBezTo>
                    <a:pt x="6859" y="12189"/>
                    <a:pt x="5840" y="8590"/>
                    <a:pt x="5128" y="5534"/>
                  </a:cubicBezTo>
                  <a:cubicBezTo>
                    <a:pt x="4821" y="4277"/>
                    <a:pt x="4449" y="2343"/>
                    <a:pt x="3499" y="1188"/>
                  </a:cubicBezTo>
                  <a:cubicBezTo>
                    <a:pt x="3114" y="479"/>
                    <a:pt x="2601" y="1"/>
                    <a:pt x="1893" y="1"/>
                  </a:cubicBezTo>
                  <a:close/>
                </a:path>
              </a:pathLst>
            </a:custGeom>
            <a:solidFill>
              <a:srgbClr val="F9C6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1304884" y="1579958"/>
              <a:ext cx="888299" cy="181340"/>
            </a:xfrm>
            <a:custGeom>
              <a:rect b="b" l="l" r="r" t="t"/>
              <a:pathLst>
                <a:path extrusionOk="0" h="5391" w="26408">
                  <a:moveTo>
                    <a:pt x="4441" y="3525"/>
                  </a:moveTo>
                  <a:lnTo>
                    <a:pt x="4441" y="3525"/>
                  </a:lnTo>
                  <a:cubicBezTo>
                    <a:pt x="4577" y="3560"/>
                    <a:pt x="4745" y="3560"/>
                    <a:pt x="4917" y="3560"/>
                  </a:cubicBezTo>
                  <a:lnTo>
                    <a:pt x="4984" y="3560"/>
                  </a:lnTo>
                  <a:cubicBezTo>
                    <a:pt x="5120" y="3628"/>
                    <a:pt x="5256" y="3696"/>
                    <a:pt x="5357" y="3764"/>
                  </a:cubicBezTo>
                  <a:cubicBezTo>
                    <a:pt x="5052" y="3696"/>
                    <a:pt x="4745" y="3628"/>
                    <a:pt x="4441" y="3525"/>
                  </a:cubicBezTo>
                  <a:close/>
                  <a:moveTo>
                    <a:pt x="2695" y="0"/>
                  </a:moveTo>
                  <a:cubicBezTo>
                    <a:pt x="2423" y="0"/>
                    <a:pt x="2173" y="270"/>
                    <a:pt x="2336" y="572"/>
                  </a:cubicBezTo>
                  <a:cubicBezTo>
                    <a:pt x="2608" y="1080"/>
                    <a:pt x="2912" y="1523"/>
                    <a:pt x="3219" y="1930"/>
                  </a:cubicBezTo>
                  <a:lnTo>
                    <a:pt x="3423" y="2235"/>
                  </a:lnTo>
                  <a:cubicBezTo>
                    <a:pt x="2608" y="2134"/>
                    <a:pt x="1826" y="2031"/>
                    <a:pt x="1011" y="1827"/>
                  </a:cubicBezTo>
                  <a:cubicBezTo>
                    <a:pt x="943" y="1827"/>
                    <a:pt x="842" y="1827"/>
                    <a:pt x="774" y="1895"/>
                  </a:cubicBezTo>
                  <a:cubicBezTo>
                    <a:pt x="706" y="1862"/>
                    <a:pt x="603" y="1827"/>
                    <a:pt x="535" y="1795"/>
                  </a:cubicBezTo>
                  <a:cubicBezTo>
                    <a:pt x="495" y="1771"/>
                    <a:pt x="451" y="1761"/>
                    <a:pt x="407" y="1761"/>
                  </a:cubicBezTo>
                  <a:cubicBezTo>
                    <a:pt x="199" y="1761"/>
                    <a:pt x="0" y="1998"/>
                    <a:pt x="196" y="2167"/>
                  </a:cubicBezTo>
                  <a:cubicBezTo>
                    <a:pt x="1661" y="3399"/>
                    <a:pt x="4116" y="5391"/>
                    <a:pt x="6312" y="5391"/>
                  </a:cubicBezTo>
                  <a:cubicBezTo>
                    <a:pt x="7019" y="5391"/>
                    <a:pt x="7700" y="5184"/>
                    <a:pt x="8312" y="4679"/>
                  </a:cubicBezTo>
                  <a:cubicBezTo>
                    <a:pt x="8412" y="4579"/>
                    <a:pt x="8480" y="4511"/>
                    <a:pt x="8516" y="4408"/>
                  </a:cubicBezTo>
                  <a:cubicBezTo>
                    <a:pt x="9195" y="4375"/>
                    <a:pt x="9906" y="4307"/>
                    <a:pt x="10653" y="4136"/>
                  </a:cubicBezTo>
                  <a:cubicBezTo>
                    <a:pt x="12861" y="3628"/>
                    <a:pt x="14931" y="2745"/>
                    <a:pt x="17140" y="2167"/>
                  </a:cubicBezTo>
                  <a:cubicBezTo>
                    <a:pt x="17172" y="2370"/>
                    <a:pt x="17308" y="2542"/>
                    <a:pt x="17547" y="2642"/>
                  </a:cubicBezTo>
                  <a:cubicBezTo>
                    <a:pt x="18053" y="2855"/>
                    <a:pt x="18566" y="2935"/>
                    <a:pt x="19083" y="2935"/>
                  </a:cubicBezTo>
                  <a:cubicBezTo>
                    <a:pt x="20298" y="2935"/>
                    <a:pt x="21537" y="2493"/>
                    <a:pt x="22776" y="2303"/>
                  </a:cubicBezTo>
                  <a:cubicBezTo>
                    <a:pt x="23555" y="2642"/>
                    <a:pt x="24337" y="3085"/>
                    <a:pt x="25185" y="3321"/>
                  </a:cubicBezTo>
                  <a:cubicBezTo>
                    <a:pt x="25264" y="3344"/>
                    <a:pt x="25338" y="3354"/>
                    <a:pt x="25407" y="3354"/>
                  </a:cubicBezTo>
                  <a:cubicBezTo>
                    <a:pt x="25756" y="3354"/>
                    <a:pt x="25984" y="3091"/>
                    <a:pt x="26068" y="2778"/>
                  </a:cubicBezTo>
                  <a:cubicBezTo>
                    <a:pt x="26239" y="2778"/>
                    <a:pt x="26407" y="2574"/>
                    <a:pt x="26271" y="2406"/>
                  </a:cubicBezTo>
                  <a:cubicBezTo>
                    <a:pt x="25524" y="1319"/>
                    <a:pt x="24574" y="844"/>
                    <a:pt x="23216" y="776"/>
                  </a:cubicBezTo>
                  <a:lnTo>
                    <a:pt x="22640" y="776"/>
                  </a:lnTo>
                  <a:cubicBezTo>
                    <a:pt x="21790" y="504"/>
                    <a:pt x="20942" y="301"/>
                    <a:pt x="19924" y="265"/>
                  </a:cubicBezTo>
                  <a:cubicBezTo>
                    <a:pt x="19870" y="264"/>
                    <a:pt x="19816" y="264"/>
                    <a:pt x="19763" y="264"/>
                  </a:cubicBezTo>
                  <a:cubicBezTo>
                    <a:pt x="17948" y="264"/>
                    <a:pt x="16138" y="794"/>
                    <a:pt x="14423" y="1387"/>
                  </a:cubicBezTo>
                  <a:cubicBezTo>
                    <a:pt x="13166" y="1488"/>
                    <a:pt x="11943" y="1963"/>
                    <a:pt x="10789" y="2542"/>
                  </a:cubicBezTo>
                  <a:cubicBezTo>
                    <a:pt x="9838" y="2785"/>
                    <a:pt x="8905" y="2945"/>
                    <a:pt x="8008" y="2945"/>
                  </a:cubicBezTo>
                  <a:cubicBezTo>
                    <a:pt x="6150" y="2945"/>
                    <a:pt x="4445" y="2258"/>
                    <a:pt x="3048" y="197"/>
                  </a:cubicBezTo>
                  <a:cubicBezTo>
                    <a:pt x="2951" y="58"/>
                    <a:pt x="2821" y="0"/>
                    <a:pt x="2695" y="0"/>
                  </a:cubicBezTo>
                  <a:close/>
                </a:path>
              </a:pathLst>
            </a:custGeom>
            <a:solidFill>
              <a:srgbClr val="FFDA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1292069" y="1678309"/>
              <a:ext cx="1196957" cy="588454"/>
            </a:xfrm>
            <a:custGeom>
              <a:rect b="b" l="l" r="r" t="t"/>
              <a:pathLst>
                <a:path extrusionOk="0" h="17494" w="35584">
                  <a:moveTo>
                    <a:pt x="19056" y="1"/>
                  </a:moveTo>
                  <a:cubicBezTo>
                    <a:pt x="18689" y="1"/>
                    <a:pt x="18323" y="9"/>
                    <a:pt x="17961" y="25"/>
                  </a:cubicBezTo>
                  <a:cubicBezTo>
                    <a:pt x="14022" y="161"/>
                    <a:pt x="9304" y="568"/>
                    <a:pt x="6009" y="2945"/>
                  </a:cubicBezTo>
                  <a:cubicBezTo>
                    <a:pt x="5569" y="3249"/>
                    <a:pt x="5162" y="3624"/>
                    <a:pt x="4787" y="4031"/>
                  </a:cubicBezTo>
                  <a:cubicBezTo>
                    <a:pt x="4754" y="4064"/>
                    <a:pt x="4754" y="4064"/>
                    <a:pt x="4719" y="4064"/>
                  </a:cubicBezTo>
                  <a:cubicBezTo>
                    <a:pt x="4176" y="4167"/>
                    <a:pt x="3939" y="4643"/>
                    <a:pt x="3972" y="5083"/>
                  </a:cubicBezTo>
                  <a:cubicBezTo>
                    <a:pt x="3939" y="5150"/>
                    <a:pt x="3872" y="5218"/>
                    <a:pt x="3836" y="5286"/>
                  </a:cubicBezTo>
                  <a:cubicBezTo>
                    <a:pt x="3791" y="5279"/>
                    <a:pt x="3744" y="5275"/>
                    <a:pt x="3696" y="5275"/>
                  </a:cubicBezTo>
                  <a:cubicBezTo>
                    <a:pt x="3527" y="5275"/>
                    <a:pt x="3343" y="5324"/>
                    <a:pt x="3157" y="5457"/>
                  </a:cubicBezTo>
                  <a:cubicBezTo>
                    <a:pt x="2682" y="5797"/>
                    <a:pt x="2242" y="6204"/>
                    <a:pt x="1834" y="6644"/>
                  </a:cubicBezTo>
                  <a:cubicBezTo>
                    <a:pt x="1495" y="6951"/>
                    <a:pt x="1188" y="7323"/>
                    <a:pt x="952" y="7766"/>
                  </a:cubicBezTo>
                  <a:cubicBezTo>
                    <a:pt x="816" y="8038"/>
                    <a:pt x="848" y="8309"/>
                    <a:pt x="952" y="8478"/>
                  </a:cubicBezTo>
                  <a:cubicBezTo>
                    <a:pt x="373" y="9632"/>
                    <a:pt x="69" y="10822"/>
                    <a:pt x="34" y="12180"/>
                  </a:cubicBezTo>
                  <a:cubicBezTo>
                    <a:pt x="1" y="13946"/>
                    <a:pt x="952" y="15304"/>
                    <a:pt x="1359" y="16933"/>
                  </a:cubicBezTo>
                  <a:cubicBezTo>
                    <a:pt x="1441" y="17260"/>
                    <a:pt x="1731" y="17427"/>
                    <a:pt x="2015" y="17427"/>
                  </a:cubicBezTo>
                  <a:cubicBezTo>
                    <a:pt x="2204" y="17427"/>
                    <a:pt x="2391" y="17353"/>
                    <a:pt x="2513" y="17205"/>
                  </a:cubicBezTo>
                  <a:cubicBezTo>
                    <a:pt x="2921" y="17034"/>
                    <a:pt x="3225" y="16594"/>
                    <a:pt x="2954" y="16119"/>
                  </a:cubicBezTo>
                  <a:cubicBezTo>
                    <a:pt x="2921" y="16083"/>
                    <a:pt x="2921" y="16015"/>
                    <a:pt x="2886" y="15983"/>
                  </a:cubicBezTo>
                  <a:cubicBezTo>
                    <a:pt x="3293" y="14386"/>
                    <a:pt x="3736" y="12791"/>
                    <a:pt x="3972" y="11126"/>
                  </a:cubicBezTo>
                  <a:lnTo>
                    <a:pt x="3972" y="11094"/>
                  </a:lnTo>
                  <a:cubicBezTo>
                    <a:pt x="4279" y="10686"/>
                    <a:pt x="4483" y="10211"/>
                    <a:pt x="4619" y="9700"/>
                  </a:cubicBezTo>
                  <a:cubicBezTo>
                    <a:pt x="4890" y="9089"/>
                    <a:pt x="5026" y="8410"/>
                    <a:pt x="4991" y="7698"/>
                  </a:cubicBezTo>
                  <a:cubicBezTo>
                    <a:pt x="5059" y="7663"/>
                    <a:pt x="5094" y="7595"/>
                    <a:pt x="5162" y="7562"/>
                  </a:cubicBezTo>
                  <a:cubicBezTo>
                    <a:pt x="7435" y="7527"/>
                    <a:pt x="9744" y="7459"/>
                    <a:pt x="12053" y="7391"/>
                  </a:cubicBezTo>
                  <a:cubicBezTo>
                    <a:pt x="13446" y="7391"/>
                    <a:pt x="14837" y="7359"/>
                    <a:pt x="16195" y="7359"/>
                  </a:cubicBezTo>
                  <a:cubicBezTo>
                    <a:pt x="18675" y="7359"/>
                    <a:pt x="21187" y="7359"/>
                    <a:pt x="23632" y="7663"/>
                  </a:cubicBezTo>
                  <a:cubicBezTo>
                    <a:pt x="24559" y="7758"/>
                    <a:pt x="25518" y="7906"/>
                    <a:pt x="26456" y="7906"/>
                  </a:cubicBezTo>
                  <a:cubicBezTo>
                    <a:pt x="27200" y="7906"/>
                    <a:pt x="27931" y="7813"/>
                    <a:pt x="28622" y="7527"/>
                  </a:cubicBezTo>
                  <a:cubicBezTo>
                    <a:pt x="29301" y="10754"/>
                    <a:pt x="30659" y="13774"/>
                    <a:pt x="31542" y="16933"/>
                  </a:cubicBezTo>
                  <a:cubicBezTo>
                    <a:pt x="31643" y="17307"/>
                    <a:pt x="31966" y="17494"/>
                    <a:pt x="32293" y="17494"/>
                  </a:cubicBezTo>
                  <a:cubicBezTo>
                    <a:pt x="32620" y="17494"/>
                    <a:pt x="32951" y="17307"/>
                    <a:pt x="33071" y="16933"/>
                  </a:cubicBezTo>
                  <a:cubicBezTo>
                    <a:pt x="33579" y="15336"/>
                    <a:pt x="35583" y="13095"/>
                    <a:pt x="34021" y="11637"/>
                  </a:cubicBezTo>
                  <a:cubicBezTo>
                    <a:pt x="34122" y="9428"/>
                    <a:pt x="33443" y="7359"/>
                    <a:pt x="32017" y="5558"/>
                  </a:cubicBezTo>
                  <a:cubicBezTo>
                    <a:pt x="30959" y="4243"/>
                    <a:pt x="29352" y="1834"/>
                    <a:pt x="27459" y="1834"/>
                  </a:cubicBezTo>
                  <a:cubicBezTo>
                    <a:pt x="27349" y="1834"/>
                    <a:pt x="27239" y="1842"/>
                    <a:pt x="27128" y="1858"/>
                  </a:cubicBezTo>
                  <a:cubicBezTo>
                    <a:pt x="24701" y="480"/>
                    <a:pt x="21824" y="1"/>
                    <a:pt x="19056" y="1"/>
                  </a:cubicBezTo>
                  <a:close/>
                </a:path>
              </a:pathLst>
            </a:custGeom>
            <a:solidFill>
              <a:srgbClr val="EB5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1599058" y="1438924"/>
              <a:ext cx="573048" cy="215684"/>
            </a:xfrm>
            <a:custGeom>
              <a:rect b="b" l="l" r="r" t="t"/>
              <a:pathLst>
                <a:path extrusionOk="0" h="6412" w="17036">
                  <a:moveTo>
                    <a:pt x="8985" y="1"/>
                  </a:moveTo>
                  <a:cubicBezTo>
                    <a:pt x="8843" y="1"/>
                    <a:pt x="8702" y="5"/>
                    <a:pt x="8562" y="12"/>
                  </a:cubicBezTo>
                  <a:cubicBezTo>
                    <a:pt x="6832" y="80"/>
                    <a:pt x="5202" y="487"/>
                    <a:pt x="3809" y="1267"/>
                  </a:cubicBezTo>
                  <a:cubicBezTo>
                    <a:pt x="3197" y="1574"/>
                    <a:pt x="2654" y="1946"/>
                    <a:pt x="2214" y="2421"/>
                  </a:cubicBezTo>
                  <a:cubicBezTo>
                    <a:pt x="1432" y="3100"/>
                    <a:pt x="788" y="3983"/>
                    <a:pt x="313" y="5002"/>
                  </a:cubicBezTo>
                  <a:cubicBezTo>
                    <a:pt x="0" y="5721"/>
                    <a:pt x="405" y="6411"/>
                    <a:pt x="1134" y="6411"/>
                  </a:cubicBezTo>
                  <a:cubicBezTo>
                    <a:pt x="1198" y="6411"/>
                    <a:pt x="1263" y="6406"/>
                    <a:pt x="1331" y="6395"/>
                  </a:cubicBezTo>
                  <a:cubicBezTo>
                    <a:pt x="1636" y="6360"/>
                    <a:pt x="1943" y="6292"/>
                    <a:pt x="2247" y="6224"/>
                  </a:cubicBezTo>
                  <a:cubicBezTo>
                    <a:pt x="2293" y="6225"/>
                    <a:pt x="2341" y="6226"/>
                    <a:pt x="2389" y="6226"/>
                  </a:cubicBezTo>
                  <a:cubicBezTo>
                    <a:pt x="4554" y="6226"/>
                    <a:pt x="8274" y="4761"/>
                    <a:pt x="9005" y="4562"/>
                  </a:cubicBezTo>
                  <a:lnTo>
                    <a:pt x="9208" y="4458"/>
                  </a:lnTo>
                  <a:cubicBezTo>
                    <a:pt x="10576" y="4280"/>
                    <a:pt x="11944" y="4181"/>
                    <a:pt x="13288" y="4181"/>
                  </a:cubicBezTo>
                  <a:cubicBezTo>
                    <a:pt x="13479" y="4181"/>
                    <a:pt x="13669" y="4183"/>
                    <a:pt x="13859" y="4187"/>
                  </a:cubicBezTo>
                  <a:lnTo>
                    <a:pt x="13926" y="4187"/>
                  </a:lnTo>
                  <a:cubicBezTo>
                    <a:pt x="14233" y="4358"/>
                    <a:pt x="14505" y="4526"/>
                    <a:pt x="14809" y="4697"/>
                  </a:cubicBezTo>
                  <a:cubicBezTo>
                    <a:pt x="14962" y="4792"/>
                    <a:pt x="15116" y="4834"/>
                    <a:pt x="15263" y="4834"/>
                  </a:cubicBezTo>
                  <a:cubicBezTo>
                    <a:pt x="15377" y="4834"/>
                    <a:pt x="15487" y="4809"/>
                    <a:pt x="15591" y="4765"/>
                  </a:cubicBezTo>
                  <a:cubicBezTo>
                    <a:pt x="15896" y="4934"/>
                    <a:pt x="16203" y="5105"/>
                    <a:pt x="16542" y="5241"/>
                  </a:cubicBezTo>
                  <a:cubicBezTo>
                    <a:pt x="16586" y="5260"/>
                    <a:pt x="16629" y="5269"/>
                    <a:pt x="16668" y="5269"/>
                  </a:cubicBezTo>
                  <a:cubicBezTo>
                    <a:pt x="16899" y="5269"/>
                    <a:pt x="17035" y="4962"/>
                    <a:pt x="16950" y="4730"/>
                  </a:cubicBezTo>
                  <a:cubicBezTo>
                    <a:pt x="15585" y="1806"/>
                    <a:pt x="12136" y="1"/>
                    <a:pt x="8985" y="1"/>
                  </a:cubicBezTo>
                  <a:close/>
                </a:path>
              </a:pathLst>
            </a:custGeom>
            <a:solidFill>
              <a:srgbClr val="EB5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276092" y="1939928"/>
              <a:ext cx="1139840" cy="742178"/>
            </a:xfrm>
            <a:custGeom>
              <a:rect b="b" l="l" r="r" t="t"/>
              <a:pathLst>
                <a:path extrusionOk="0" h="22064" w="33886">
                  <a:moveTo>
                    <a:pt x="28071" y="1"/>
                  </a:moveTo>
                  <a:cubicBezTo>
                    <a:pt x="27661" y="1"/>
                    <a:pt x="27237" y="194"/>
                    <a:pt x="26856" y="328"/>
                  </a:cubicBezTo>
                  <a:cubicBezTo>
                    <a:pt x="26177" y="564"/>
                    <a:pt x="25465" y="735"/>
                    <a:pt x="24751" y="768"/>
                  </a:cubicBezTo>
                  <a:cubicBezTo>
                    <a:pt x="24390" y="803"/>
                    <a:pt x="24031" y="818"/>
                    <a:pt x="23672" y="818"/>
                  </a:cubicBezTo>
                  <a:cubicBezTo>
                    <a:pt x="21936" y="818"/>
                    <a:pt x="20221" y="467"/>
                    <a:pt x="18503" y="328"/>
                  </a:cubicBezTo>
                  <a:cubicBezTo>
                    <a:pt x="17983" y="285"/>
                    <a:pt x="17463" y="270"/>
                    <a:pt x="16941" y="270"/>
                  </a:cubicBezTo>
                  <a:cubicBezTo>
                    <a:pt x="15731" y="270"/>
                    <a:pt x="14517" y="351"/>
                    <a:pt x="13294" y="351"/>
                  </a:cubicBezTo>
                  <a:cubicBezTo>
                    <a:pt x="12949" y="351"/>
                    <a:pt x="12603" y="344"/>
                    <a:pt x="12256" y="328"/>
                  </a:cubicBezTo>
                  <a:cubicBezTo>
                    <a:pt x="10254" y="224"/>
                    <a:pt x="8217" y="56"/>
                    <a:pt x="6180" y="56"/>
                  </a:cubicBezTo>
                  <a:cubicBezTo>
                    <a:pt x="6163" y="55"/>
                    <a:pt x="6146" y="55"/>
                    <a:pt x="6129" y="55"/>
                  </a:cubicBezTo>
                  <a:cubicBezTo>
                    <a:pt x="5318" y="55"/>
                    <a:pt x="5032" y="883"/>
                    <a:pt x="5330" y="1482"/>
                  </a:cubicBezTo>
                  <a:cubicBezTo>
                    <a:pt x="5262" y="1583"/>
                    <a:pt x="5229" y="1650"/>
                    <a:pt x="5194" y="1754"/>
                  </a:cubicBezTo>
                  <a:cubicBezTo>
                    <a:pt x="4719" y="3995"/>
                    <a:pt x="4651" y="6336"/>
                    <a:pt x="3632" y="8408"/>
                  </a:cubicBezTo>
                  <a:cubicBezTo>
                    <a:pt x="3293" y="9155"/>
                    <a:pt x="2546" y="9767"/>
                    <a:pt x="2513" y="10614"/>
                  </a:cubicBezTo>
                  <a:cubicBezTo>
                    <a:pt x="2478" y="10378"/>
                    <a:pt x="2445" y="10106"/>
                    <a:pt x="2377" y="9867"/>
                  </a:cubicBezTo>
                  <a:cubicBezTo>
                    <a:pt x="2291" y="9506"/>
                    <a:pt x="1978" y="9337"/>
                    <a:pt x="1673" y="9337"/>
                  </a:cubicBezTo>
                  <a:cubicBezTo>
                    <a:pt x="1376" y="9337"/>
                    <a:pt x="1086" y="9498"/>
                    <a:pt x="1019" y="9799"/>
                  </a:cubicBezTo>
                  <a:cubicBezTo>
                    <a:pt x="951" y="9834"/>
                    <a:pt x="916" y="9867"/>
                    <a:pt x="916" y="9935"/>
                  </a:cubicBezTo>
                  <a:cubicBezTo>
                    <a:pt x="509" y="11157"/>
                    <a:pt x="1" y="14520"/>
                    <a:pt x="1902" y="14859"/>
                  </a:cubicBezTo>
                  <a:cubicBezTo>
                    <a:pt x="2410" y="14927"/>
                    <a:pt x="2410" y="14756"/>
                    <a:pt x="2682" y="15267"/>
                  </a:cubicBezTo>
                  <a:cubicBezTo>
                    <a:pt x="3157" y="16285"/>
                    <a:pt x="3429" y="17168"/>
                    <a:pt x="4108" y="18051"/>
                  </a:cubicBezTo>
                  <a:cubicBezTo>
                    <a:pt x="4754" y="18898"/>
                    <a:pt x="5398" y="19713"/>
                    <a:pt x="6348" y="20189"/>
                  </a:cubicBezTo>
                  <a:cubicBezTo>
                    <a:pt x="7774" y="20903"/>
                    <a:pt x="9439" y="21071"/>
                    <a:pt x="10966" y="21310"/>
                  </a:cubicBezTo>
                  <a:cubicBezTo>
                    <a:pt x="12664" y="21582"/>
                    <a:pt x="14397" y="21786"/>
                    <a:pt x="16127" y="21818"/>
                  </a:cubicBezTo>
                  <a:cubicBezTo>
                    <a:pt x="17881" y="21842"/>
                    <a:pt x="19681" y="22064"/>
                    <a:pt x="21464" y="22064"/>
                  </a:cubicBezTo>
                  <a:cubicBezTo>
                    <a:pt x="22339" y="22064"/>
                    <a:pt x="23211" y="22010"/>
                    <a:pt x="24072" y="21854"/>
                  </a:cubicBezTo>
                  <a:cubicBezTo>
                    <a:pt x="24582" y="21750"/>
                    <a:pt x="25126" y="21615"/>
                    <a:pt x="25633" y="21411"/>
                  </a:cubicBezTo>
                  <a:cubicBezTo>
                    <a:pt x="25769" y="21343"/>
                    <a:pt x="26891" y="20664"/>
                    <a:pt x="26891" y="20664"/>
                  </a:cubicBezTo>
                  <a:cubicBezTo>
                    <a:pt x="27026" y="20740"/>
                    <a:pt x="27181" y="20782"/>
                    <a:pt x="27341" y="20782"/>
                  </a:cubicBezTo>
                  <a:cubicBezTo>
                    <a:pt x="27543" y="20782"/>
                    <a:pt x="27753" y="20715"/>
                    <a:pt x="27942" y="20563"/>
                  </a:cubicBezTo>
                  <a:cubicBezTo>
                    <a:pt x="28725" y="20360"/>
                    <a:pt x="29404" y="19545"/>
                    <a:pt x="29912" y="18830"/>
                  </a:cubicBezTo>
                  <a:cubicBezTo>
                    <a:pt x="30083" y="18627"/>
                    <a:pt x="30083" y="18390"/>
                    <a:pt x="30047" y="18151"/>
                  </a:cubicBezTo>
                  <a:cubicBezTo>
                    <a:pt x="30422" y="17608"/>
                    <a:pt x="30726" y="17032"/>
                    <a:pt x="30930" y="16421"/>
                  </a:cubicBezTo>
                  <a:cubicBezTo>
                    <a:pt x="31101" y="16421"/>
                    <a:pt x="31237" y="16353"/>
                    <a:pt x="31305" y="16150"/>
                  </a:cubicBezTo>
                  <a:cubicBezTo>
                    <a:pt x="31473" y="15674"/>
                    <a:pt x="31609" y="15199"/>
                    <a:pt x="31677" y="14724"/>
                  </a:cubicBezTo>
                  <a:cubicBezTo>
                    <a:pt x="31712" y="14656"/>
                    <a:pt x="31712" y="14588"/>
                    <a:pt x="31745" y="14485"/>
                  </a:cubicBezTo>
                  <a:cubicBezTo>
                    <a:pt x="31837" y="14546"/>
                    <a:pt x="31942" y="14579"/>
                    <a:pt x="32048" y="14579"/>
                  </a:cubicBezTo>
                  <a:cubicBezTo>
                    <a:pt x="32179" y="14579"/>
                    <a:pt x="32312" y="14529"/>
                    <a:pt x="32424" y="14417"/>
                  </a:cubicBezTo>
                  <a:cubicBezTo>
                    <a:pt x="32459" y="14417"/>
                    <a:pt x="32492" y="14384"/>
                    <a:pt x="32527" y="14349"/>
                  </a:cubicBezTo>
                  <a:cubicBezTo>
                    <a:pt x="32653" y="14418"/>
                    <a:pt x="32804" y="14456"/>
                    <a:pt x="32951" y="14456"/>
                  </a:cubicBezTo>
                  <a:cubicBezTo>
                    <a:pt x="33237" y="14456"/>
                    <a:pt x="33512" y="14312"/>
                    <a:pt x="33578" y="13977"/>
                  </a:cubicBezTo>
                  <a:cubicBezTo>
                    <a:pt x="33782" y="13094"/>
                    <a:pt x="33885" y="12211"/>
                    <a:pt x="33750" y="11328"/>
                  </a:cubicBezTo>
                  <a:cubicBezTo>
                    <a:pt x="33817" y="10989"/>
                    <a:pt x="33850" y="10614"/>
                    <a:pt x="33817" y="10310"/>
                  </a:cubicBezTo>
                  <a:cubicBezTo>
                    <a:pt x="33793" y="9887"/>
                    <a:pt x="33427" y="9529"/>
                    <a:pt x="33059" y="9529"/>
                  </a:cubicBezTo>
                  <a:cubicBezTo>
                    <a:pt x="32895" y="9529"/>
                    <a:pt x="32731" y="9599"/>
                    <a:pt x="32595" y="9767"/>
                  </a:cubicBezTo>
                  <a:cubicBezTo>
                    <a:pt x="32152" y="9935"/>
                    <a:pt x="31949" y="10378"/>
                    <a:pt x="32152" y="10853"/>
                  </a:cubicBezTo>
                  <a:cubicBezTo>
                    <a:pt x="32188" y="10921"/>
                    <a:pt x="32220" y="11021"/>
                    <a:pt x="32256" y="11125"/>
                  </a:cubicBezTo>
                  <a:cubicBezTo>
                    <a:pt x="32256" y="11193"/>
                    <a:pt x="32220" y="11260"/>
                    <a:pt x="32188" y="11328"/>
                  </a:cubicBezTo>
                  <a:cubicBezTo>
                    <a:pt x="32188" y="11361"/>
                    <a:pt x="32120" y="11429"/>
                    <a:pt x="32084" y="11464"/>
                  </a:cubicBezTo>
                  <a:cubicBezTo>
                    <a:pt x="32188" y="11328"/>
                    <a:pt x="32017" y="11089"/>
                    <a:pt x="31984" y="10853"/>
                  </a:cubicBezTo>
                  <a:cubicBezTo>
                    <a:pt x="31848" y="10174"/>
                    <a:pt x="31373" y="9595"/>
                    <a:pt x="31169" y="8916"/>
                  </a:cubicBezTo>
                  <a:cubicBezTo>
                    <a:pt x="30930" y="8101"/>
                    <a:pt x="30897" y="7254"/>
                    <a:pt x="30626" y="6472"/>
                  </a:cubicBezTo>
                  <a:cubicBezTo>
                    <a:pt x="30218" y="5285"/>
                    <a:pt x="29743" y="4095"/>
                    <a:pt x="29640" y="2805"/>
                  </a:cubicBezTo>
                  <a:cubicBezTo>
                    <a:pt x="29572" y="1854"/>
                    <a:pt x="29504" y="836"/>
                    <a:pt x="28689" y="192"/>
                  </a:cubicBezTo>
                  <a:cubicBezTo>
                    <a:pt x="28492" y="53"/>
                    <a:pt x="28284" y="1"/>
                    <a:pt x="28071" y="1"/>
                  </a:cubicBezTo>
                  <a:close/>
                </a:path>
              </a:pathLst>
            </a:custGeom>
            <a:solidFill>
              <a:srgbClr val="F9C6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1942541" y="2504000"/>
              <a:ext cx="130143" cy="101989"/>
            </a:xfrm>
            <a:custGeom>
              <a:rect b="b" l="l" r="r" t="t"/>
              <a:pathLst>
                <a:path extrusionOk="0" h="3032" w="3869">
                  <a:moveTo>
                    <a:pt x="3045" y="0"/>
                  </a:moveTo>
                  <a:cubicBezTo>
                    <a:pt x="2786" y="0"/>
                    <a:pt x="2529" y="129"/>
                    <a:pt x="2424" y="431"/>
                  </a:cubicBezTo>
                  <a:cubicBezTo>
                    <a:pt x="2324" y="738"/>
                    <a:pt x="1881" y="1246"/>
                    <a:pt x="1577" y="1553"/>
                  </a:cubicBezTo>
                  <a:cubicBezTo>
                    <a:pt x="1394" y="1733"/>
                    <a:pt x="1074" y="2073"/>
                    <a:pt x="767" y="2073"/>
                  </a:cubicBezTo>
                  <a:cubicBezTo>
                    <a:pt x="672" y="2073"/>
                    <a:pt x="578" y="2040"/>
                    <a:pt x="490" y="1960"/>
                  </a:cubicBezTo>
                  <a:cubicBezTo>
                    <a:pt x="438" y="1897"/>
                    <a:pt x="369" y="1870"/>
                    <a:pt x="301" y="1870"/>
                  </a:cubicBezTo>
                  <a:cubicBezTo>
                    <a:pt x="149" y="1870"/>
                    <a:pt x="1" y="2008"/>
                    <a:pt x="48" y="2196"/>
                  </a:cubicBezTo>
                  <a:cubicBezTo>
                    <a:pt x="172" y="2796"/>
                    <a:pt x="572" y="3031"/>
                    <a:pt x="1035" y="3031"/>
                  </a:cubicBezTo>
                  <a:cubicBezTo>
                    <a:pt x="1333" y="3031"/>
                    <a:pt x="1657" y="2934"/>
                    <a:pt x="1949" y="2775"/>
                  </a:cubicBezTo>
                  <a:cubicBezTo>
                    <a:pt x="2663" y="2332"/>
                    <a:pt x="3342" y="1585"/>
                    <a:pt x="3682" y="806"/>
                  </a:cubicBezTo>
                  <a:cubicBezTo>
                    <a:pt x="3868" y="326"/>
                    <a:pt x="3455" y="0"/>
                    <a:pt x="3045" y="0"/>
                  </a:cubicBezTo>
                  <a:close/>
                </a:path>
              </a:pathLst>
            </a:custGeom>
            <a:solidFill>
              <a:srgbClr val="F4A4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2164567" y="2390580"/>
              <a:ext cx="116520" cy="89106"/>
            </a:xfrm>
            <a:custGeom>
              <a:rect b="b" l="l" r="r" t="t"/>
              <a:pathLst>
                <a:path extrusionOk="0" h="2649" w="3464">
                  <a:moveTo>
                    <a:pt x="1766" y="0"/>
                  </a:moveTo>
                  <a:cubicBezTo>
                    <a:pt x="33" y="0"/>
                    <a:pt x="1" y="2648"/>
                    <a:pt x="1698" y="2648"/>
                  </a:cubicBezTo>
                  <a:cubicBezTo>
                    <a:pt x="3429" y="2648"/>
                    <a:pt x="3464" y="0"/>
                    <a:pt x="1766" y="0"/>
                  </a:cubicBezTo>
                  <a:close/>
                </a:path>
              </a:pathLst>
            </a:custGeom>
            <a:solidFill>
              <a:srgbClr val="EB5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1525060" y="2440394"/>
              <a:ext cx="111946" cy="107304"/>
            </a:xfrm>
            <a:custGeom>
              <a:rect b="b" l="l" r="r" t="t"/>
              <a:pathLst>
                <a:path extrusionOk="0" h="3190" w="3328">
                  <a:moveTo>
                    <a:pt x="1723" y="1"/>
                  </a:moveTo>
                  <a:cubicBezTo>
                    <a:pt x="1593" y="1"/>
                    <a:pt x="1462" y="18"/>
                    <a:pt x="1323" y="48"/>
                  </a:cubicBezTo>
                  <a:cubicBezTo>
                    <a:pt x="916" y="149"/>
                    <a:pt x="644" y="420"/>
                    <a:pt x="372" y="760"/>
                  </a:cubicBezTo>
                  <a:cubicBezTo>
                    <a:pt x="0" y="1235"/>
                    <a:pt x="68" y="1914"/>
                    <a:pt x="305" y="2390"/>
                  </a:cubicBezTo>
                  <a:cubicBezTo>
                    <a:pt x="508" y="2765"/>
                    <a:pt x="883" y="3036"/>
                    <a:pt x="1291" y="3137"/>
                  </a:cubicBezTo>
                  <a:lnTo>
                    <a:pt x="1323" y="3137"/>
                  </a:lnTo>
                  <a:cubicBezTo>
                    <a:pt x="1460" y="3172"/>
                    <a:pt x="1597" y="3189"/>
                    <a:pt x="1731" y="3189"/>
                  </a:cubicBezTo>
                  <a:cubicBezTo>
                    <a:pt x="2364" y="3189"/>
                    <a:pt x="2939" y="2814"/>
                    <a:pt x="3192" y="2254"/>
                  </a:cubicBezTo>
                  <a:cubicBezTo>
                    <a:pt x="3292" y="2085"/>
                    <a:pt x="3328" y="1882"/>
                    <a:pt x="3328" y="1643"/>
                  </a:cubicBezTo>
                  <a:cubicBezTo>
                    <a:pt x="3328" y="1507"/>
                    <a:pt x="3328" y="1339"/>
                    <a:pt x="3292" y="1203"/>
                  </a:cubicBezTo>
                  <a:cubicBezTo>
                    <a:pt x="3157" y="659"/>
                    <a:pt x="2717" y="217"/>
                    <a:pt x="2206" y="81"/>
                  </a:cubicBezTo>
                  <a:cubicBezTo>
                    <a:pt x="2039" y="26"/>
                    <a:pt x="1882" y="1"/>
                    <a:pt x="1723" y="1"/>
                  </a:cubicBezTo>
                  <a:close/>
                </a:path>
              </a:pathLst>
            </a:custGeom>
            <a:solidFill>
              <a:srgbClr val="EB5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826154" y="1199471"/>
              <a:ext cx="2060331" cy="2060364"/>
            </a:xfrm>
            <a:custGeom>
              <a:rect b="b" l="l" r="r" t="t"/>
              <a:pathLst>
                <a:path extrusionOk="0" fill="none" h="61252" w="61251">
                  <a:moveTo>
                    <a:pt x="61251" y="30626"/>
                  </a:moveTo>
                  <a:cubicBezTo>
                    <a:pt x="61251" y="47535"/>
                    <a:pt x="47534" y="61251"/>
                    <a:pt x="30626" y="61251"/>
                  </a:cubicBezTo>
                  <a:cubicBezTo>
                    <a:pt x="13717" y="61251"/>
                    <a:pt x="0" y="47535"/>
                    <a:pt x="0" y="30626"/>
                  </a:cubicBezTo>
                  <a:cubicBezTo>
                    <a:pt x="0" y="13718"/>
                    <a:pt x="13717" y="1"/>
                    <a:pt x="30626" y="1"/>
                  </a:cubicBezTo>
                  <a:cubicBezTo>
                    <a:pt x="47534" y="1"/>
                    <a:pt x="61251" y="13718"/>
                    <a:pt x="61251" y="30626"/>
                  </a:cubicBezTo>
                  <a:close/>
                </a:path>
              </a:pathLst>
            </a:custGeom>
            <a:noFill/>
            <a:ln cap="flat" cmpd="sng" w="35650">
              <a:solidFill>
                <a:schemeClr val="dk1"/>
              </a:solidFill>
              <a:prstDash val="solid"/>
              <a:miter lim="27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1253254" y="1425133"/>
              <a:ext cx="1211724" cy="1785411"/>
            </a:xfrm>
            <a:custGeom>
              <a:rect b="b" l="l" r="r" t="t"/>
              <a:pathLst>
                <a:path extrusionOk="0" h="53078" w="36023">
                  <a:moveTo>
                    <a:pt x="18784" y="754"/>
                  </a:moveTo>
                  <a:cubicBezTo>
                    <a:pt x="22314" y="754"/>
                    <a:pt x="25818" y="2408"/>
                    <a:pt x="27059" y="5447"/>
                  </a:cubicBezTo>
                  <a:cubicBezTo>
                    <a:pt x="25900" y="4652"/>
                    <a:pt x="24434" y="4420"/>
                    <a:pt x="22971" y="4420"/>
                  </a:cubicBezTo>
                  <a:cubicBezTo>
                    <a:pt x="21994" y="4420"/>
                    <a:pt x="21017" y="4523"/>
                    <a:pt x="20133" y="4632"/>
                  </a:cubicBezTo>
                  <a:cubicBezTo>
                    <a:pt x="16977" y="5039"/>
                    <a:pt x="13921" y="6023"/>
                    <a:pt x="10933" y="7109"/>
                  </a:cubicBezTo>
                  <a:cubicBezTo>
                    <a:pt x="10830" y="5583"/>
                    <a:pt x="11170" y="4157"/>
                    <a:pt x="12324" y="2934"/>
                  </a:cubicBezTo>
                  <a:cubicBezTo>
                    <a:pt x="13853" y="1373"/>
                    <a:pt x="16263" y="829"/>
                    <a:pt x="18368" y="761"/>
                  </a:cubicBezTo>
                  <a:cubicBezTo>
                    <a:pt x="18507" y="756"/>
                    <a:pt x="18646" y="754"/>
                    <a:pt x="18784" y="754"/>
                  </a:cubicBezTo>
                  <a:close/>
                  <a:moveTo>
                    <a:pt x="22524" y="5141"/>
                  </a:moveTo>
                  <a:cubicBezTo>
                    <a:pt x="24238" y="5141"/>
                    <a:pt x="25918" y="5481"/>
                    <a:pt x="27095" y="6601"/>
                  </a:cubicBezTo>
                  <a:cubicBezTo>
                    <a:pt x="27195" y="6702"/>
                    <a:pt x="27331" y="6737"/>
                    <a:pt x="27434" y="6737"/>
                  </a:cubicBezTo>
                  <a:cubicBezTo>
                    <a:pt x="27502" y="7145"/>
                    <a:pt x="27535" y="7552"/>
                    <a:pt x="27535" y="7992"/>
                  </a:cubicBezTo>
                  <a:lnTo>
                    <a:pt x="26416" y="7585"/>
                  </a:lnTo>
                  <a:cubicBezTo>
                    <a:pt x="24917" y="6940"/>
                    <a:pt x="23336" y="6696"/>
                    <a:pt x="21724" y="6696"/>
                  </a:cubicBezTo>
                  <a:cubicBezTo>
                    <a:pt x="18841" y="6696"/>
                    <a:pt x="15858" y="7475"/>
                    <a:pt x="13071" y="8128"/>
                  </a:cubicBezTo>
                  <a:lnTo>
                    <a:pt x="12903" y="8128"/>
                  </a:lnTo>
                  <a:cubicBezTo>
                    <a:pt x="12495" y="8231"/>
                    <a:pt x="12052" y="8332"/>
                    <a:pt x="11645" y="8467"/>
                  </a:cubicBezTo>
                  <a:lnTo>
                    <a:pt x="11612" y="8467"/>
                  </a:lnTo>
                  <a:cubicBezTo>
                    <a:pt x="11477" y="8503"/>
                    <a:pt x="11341" y="8535"/>
                    <a:pt x="11170" y="8603"/>
                  </a:cubicBezTo>
                  <a:cubicBezTo>
                    <a:pt x="11069" y="8128"/>
                    <a:pt x="11001" y="7688"/>
                    <a:pt x="10966" y="7245"/>
                  </a:cubicBezTo>
                  <a:cubicBezTo>
                    <a:pt x="13478" y="6702"/>
                    <a:pt x="15958" y="6058"/>
                    <a:pt x="18503" y="5583"/>
                  </a:cubicBezTo>
                  <a:cubicBezTo>
                    <a:pt x="19695" y="5369"/>
                    <a:pt x="21121" y="5141"/>
                    <a:pt x="22524" y="5141"/>
                  </a:cubicBezTo>
                  <a:close/>
                  <a:moveTo>
                    <a:pt x="4075" y="4529"/>
                  </a:moveTo>
                  <a:lnTo>
                    <a:pt x="4075" y="4529"/>
                  </a:lnTo>
                  <a:cubicBezTo>
                    <a:pt x="5355" y="6116"/>
                    <a:pt x="7113" y="7656"/>
                    <a:pt x="9146" y="7656"/>
                  </a:cubicBezTo>
                  <a:cubicBezTo>
                    <a:pt x="9593" y="7656"/>
                    <a:pt x="10054" y="7581"/>
                    <a:pt x="10526" y="7416"/>
                  </a:cubicBezTo>
                  <a:cubicBezTo>
                    <a:pt x="10626" y="7824"/>
                    <a:pt x="10762" y="8231"/>
                    <a:pt x="10933" y="8671"/>
                  </a:cubicBezTo>
                  <a:cubicBezTo>
                    <a:pt x="10186" y="8910"/>
                    <a:pt x="9472" y="9182"/>
                    <a:pt x="8760" y="9521"/>
                  </a:cubicBezTo>
                  <a:cubicBezTo>
                    <a:pt x="8705" y="9437"/>
                    <a:pt x="8626" y="9376"/>
                    <a:pt x="8544" y="9376"/>
                  </a:cubicBezTo>
                  <a:cubicBezTo>
                    <a:pt x="8525" y="9376"/>
                    <a:pt x="8507" y="9379"/>
                    <a:pt x="8489" y="9385"/>
                  </a:cubicBezTo>
                  <a:cubicBezTo>
                    <a:pt x="8165" y="9430"/>
                    <a:pt x="7831" y="9452"/>
                    <a:pt x="7491" y="9452"/>
                  </a:cubicBezTo>
                  <a:cubicBezTo>
                    <a:pt x="5229" y="9452"/>
                    <a:pt x="2748" y="8460"/>
                    <a:pt x="1834" y="6362"/>
                  </a:cubicBezTo>
                  <a:lnTo>
                    <a:pt x="1834" y="6362"/>
                  </a:lnTo>
                  <a:cubicBezTo>
                    <a:pt x="2640" y="6783"/>
                    <a:pt x="3448" y="7079"/>
                    <a:pt x="4371" y="7079"/>
                  </a:cubicBezTo>
                  <a:cubicBezTo>
                    <a:pt x="4419" y="7079"/>
                    <a:pt x="4467" y="7078"/>
                    <a:pt x="4515" y="7077"/>
                  </a:cubicBezTo>
                  <a:cubicBezTo>
                    <a:pt x="4686" y="7077"/>
                    <a:pt x="4822" y="6906"/>
                    <a:pt x="4719" y="6737"/>
                  </a:cubicBezTo>
                  <a:cubicBezTo>
                    <a:pt x="4311" y="5990"/>
                    <a:pt x="4075" y="5311"/>
                    <a:pt x="4075" y="4529"/>
                  </a:cubicBezTo>
                  <a:close/>
                  <a:moveTo>
                    <a:pt x="20632" y="7802"/>
                  </a:moveTo>
                  <a:cubicBezTo>
                    <a:pt x="22739" y="7802"/>
                    <a:pt x="24717" y="8208"/>
                    <a:pt x="26823" y="8910"/>
                  </a:cubicBezTo>
                  <a:cubicBezTo>
                    <a:pt x="26891" y="8926"/>
                    <a:pt x="26950" y="8935"/>
                    <a:pt x="27001" y="8935"/>
                  </a:cubicBezTo>
                  <a:cubicBezTo>
                    <a:pt x="27051" y="8935"/>
                    <a:pt x="27093" y="8926"/>
                    <a:pt x="27127" y="8910"/>
                  </a:cubicBezTo>
                  <a:cubicBezTo>
                    <a:pt x="27298" y="8943"/>
                    <a:pt x="27467" y="9011"/>
                    <a:pt x="27603" y="9078"/>
                  </a:cubicBezTo>
                  <a:cubicBezTo>
                    <a:pt x="27671" y="9146"/>
                    <a:pt x="27806" y="9214"/>
                    <a:pt x="27942" y="9214"/>
                  </a:cubicBezTo>
                  <a:cubicBezTo>
                    <a:pt x="30319" y="10268"/>
                    <a:pt x="32391" y="11863"/>
                    <a:pt x="33749" y="14207"/>
                  </a:cubicBezTo>
                  <a:cubicBezTo>
                    <a:pt x="35447" y="17227"/>
                    <a:pt x="35243" y="20793"/>
                    <a:pt x="34529" y="24053"/>
                  </a:cubicBezTo>
                  <a:cubicBezTo>
                    <a:pt x="34429" y="24018"/>
                    <a:pt x="34325" y="24018"/>
                    <a:pt x="34225" y="24018"/>
                  </a:cubicBezTo>
                  <a:cubicBezTo>
                    <a:pt x="33918" y="24086"/>
                    <a:pt x="33714" y="24257"/>
                    <a:pt x="33546" y="24528"/>
                  </a:cubicBezTo>
                  <a:cubicBezTo>
                    <a:pt x="33462" y="24665"/>
                    <a:pt x="33335" y="25162"/>
                    <a:pt x="33162" y="25162"/>
                  </a:cubicBezTo>
                  <a:cubicBezTo>
                    <a:pt x="33122" y="25162"/>
                    <a:pt x="33080" y="25135"/>
                    <a:pt x="33035" y="25072"/>
                  </a:cubicBezTo>
                  <a:cubicBezTo>
                    <a:pt x="32867" y="24832"/>
                    <a:pt x="32831" y="24528"/>
                    <a:pt x="32799" y="24257"/>
                  </a:cubicBezTo>
                  <a:cubicBezTo>
                    <a:pt x="32763" y="23950"/>
                    <a:pt x="32696" y="23646"/>
                    <a:pt x="32628" y="23374"/>
                  </a:cubicBezTo>
                  <a:cubicBezTo>
                    <a:pt x="32459" y="22763"/>
                    <a:pt x="32256" y="22152"/>
                    <a:pt x="32084" y="21540"/>
                  </a:cubicBezTo>
                  <a:cubicBezTo>
                    <a:pt x="32628" y="20826"/>
                    <a:pt x="33035" y="19943"/>
                    <a:pt x="33103" y="19028"/>
                  </a:cubicBezTo>
                  <a:cubicBezTo>
                    <a:pt x="33123" y="18895"/>
                    <a:pt x="33005" y="18826"/>
                    <a:pt x="32891" y="18826"/>
                  </a:cubicBezTo>
                  <a:cubicBezTo>
                    <a:pt x="32800" y="18826"/>
                    <a:pt x="32711" y="18870"/>
                    <a:pt x="32696" y="18960"/>
                  </a:cubicBezTo>
                  <a:cubicBezTo>
                    <a:pt x="32527" y="19775"/>
                    <a:pt x="32323" y="20487"/>
                    <a:pt x="31984" y="21201"/>
                  </a:cubicBezTo>
                  <a:cubicBezTo>
                    <a:pt x="31984" y="21166"/>
                    <a:pt x="31949" y="21166"/>
                    <a:pt x="31949" y="21133"/>
                  </a:cubicBezTo>
                  <a:cubicBezTo>
                    <a:pt x="31813" y="20758"/>
                    <a:pt x="31712" y="20351"/>
                    <a:pt x="31576" y="19979"/>
                  </a:cubicBezTo>
                  <a:cubicBezTo>
                    <a:pt x="32152" y="19435"/>
                    <a:pt x="32424" y="18485"/>
                    <a:pt x="32256" y="17738"/>
                  </a:cubicBezTo>
                  <a:cubicBezTo>
                    <a:pt x="32226" y="17619"/>
                    <a:pt x="32131" y="17565"/>
                    <a:pt x="32030" y="17565"/>
                  </a:cubicBezTo>
                  <a:cubicBezTo>
                    <a:pt x="31902" y="17565"/>
                    <a:pt x="31765" y="17653"/>
                    <a:pt x="31745" y="17806"/>
                  </a:cubicBezTo>
                  <a:cubicBezTo>
                    <a:pt x="31745" y="18213"/>
                    <a:pt x="31780" y="18585"/>
                    <a:pt x="31712" y="18993"/>
                  </a:cubicBezTo>
                  <a:cubicBezTo>
                    <a:pt x="31644" y="19196"/>
                    <a:pt x="31576" y="19400"/>
                    <a:pt x="31473" y="19604"/>
                  </a:cubicBezTo>
                  <a:cubicBezTo>
                    <a:pt x="31373" y="19300"/>
                    <a:pt x="31270" y="19028"/>
                    <a:pt x="31169" y="18756"/>
                  </a:cubicBezTo>
                  <a:cubicBezTo>
                    <a:pt x="30762" y="17602"/>
                    <a:pt x="30591" y="16412"/>
                    <a:pt x="30115" y="15293"/>
                  </a:cubicBezTo>
                  <a:cubicBezTo>
                    <a:pt x="30115" y="15258"/>
                    <a:pt x="30083" y="15258"/>
                    <a:pt x="30083" y="15225"/>
                  </a:cubicBezTo>
                  <a:cubicBezTo>
                    <a:pt x="30047" y="15054"/>
                    <a:pt x="29947" y="14918"/>
                    <a:pt x="29708" y="14886"/>
                  </a:cubicBezTo>
                  <a:cubicBezTo>
                    <a:pt x="29368" y="14886"/>
                    <a:pt x="29029" y="14886"/>
                    <a:pt x="28689" y="14850"/>
                  </a:cubicBezTo>
                  <a:cubicBezTo>
                    <a:pt x="28724" y="14647"/>
                    <a:pt x="28724" y="14443"/>
                    <a:pt x="28724" y="14239"/>
                  </a:cubicBezTo>
                  <a:cubicBezTo>
                    <a:pt x="28724" y="14121"/>
                    <a:pt x="28631" y="14062"/>
                    <a:pt x="28537" y="14062"/>
                  </a:cubicBezTo>
                  <a:cubicBezTo>
                    <a:pt x="28443" y="14062"/>
                    <a:pt x="28350" y="14121"/>
                    <a:pt x="28350" y="14239"/>
                  </a:cubicBezTo>
                  <a:cubicBezTo>
                    <a:pt x="28350" y="14443"/>
                    <a:pt x="28385" y="14647"/>
                    <a:pt x="28350" y="14850"/>
                  </a:cubicBezTo>
                  <a:cubicBezTo>
                    <a:pt x="27738" y="14850"/>
                    <a:pt x="27127" y="14818"/>
                    <a:pt x="26516" y="14818"/>
                  </a:cubicBezTo>
                  <a:cubicBezTo>
                    <a:pt x="26516" y="14275"/>
                    <a:pt x="26448" y="13764"/>
                    <a:pt x="26416" y="13221"/>
                  </a:cubicBezTo>
                  <a:cubicBezTo>
                    <a:pt x="26398" y="13085"/>
                    <a:pt x="26296" y="13017"/>
                    <a:pt x="26194" y="13017"/>
                  </a:cubicBezTo>
                  <a:cubicBezTo>
                    <a:pt x="26092" y="13017"/>
                    <a:pt x="25991" y="13085"/>
                    <a:pt x="25973" y="13221"/>
                  </a:cubicBezTo>
                  <a:cubicBezTo>
                    <a:pt x="25940" y="13764"/>
                    <a:pt x="26076" y="14275"/>
                    <a:pt x="26076" y="14818"/>
                  </a:cubicBezTo>
                  <a:lnTo>
                    <a:pt x="23664" y="14818"/>
                  </a:lnTo>
                  <a:cubicBezTo>
                    <a:pt x="24004" y="14307"/>
                    <a:pt x="23971" y="13424"/>
                    <a:pt x="23800" y="12849"/>
                  </a:cubicBezTo>
                  <a:cubicBezTo>
                    <a:pt x="23769" y="12755"/>
                    <a:pt x="23687" y="12711"/>
                    <a:pt x="23609" y="12711"/>
                  </a:cubicBezTo>
                  <a:cubicBezTo>
                    <a:pt x="23517" y="12711"/>
                    <a:pt x="23428" y="12771"/>
                    <a:pt x="23428" y="12881"/>
                  </a:cubicBezTo>
                  <a:cubicBezTo>
                    <a:pt x="23496" y="13528"/>
                    <a:pt x="23528" y="14139"/>
                    <a:pt x="23360" y="14750"/>
                  </a:cubicBezTo>
                  <a:cubicBezTo>
                    <a:pt x="23360" y="14783"/>
                    <a:pt x="23360" y="14818"/>
                    <a:pt x="23393" y="14818"/>
                  </a:cubicBezTo>
                  <a:cubicBezTo>
                    <a:pt x="22646" y="14818"/>
                    <a:pt x="21934" y="14850"/>
                    <a:pt x="21220" y="14850"/>
                  </a:cubicBezTo>
                  <a:cubicBezTo>
                    <a:pt x="21391" y="14275"/>
                    <a:pt x="21423" y="13596"/>
                    <a:pt x="21391" y="13017"/>
                  </a:cubicBezTo>
                  <a:cubicBezTo>
                    <a:pt x="21373" y="12861"/>
                    <a:pt x="21265" y="12785"/>
                    <a:pt x="21161" y="12785"/>
                  </a:cubicBezTo>
                  <a:cubicBezTo>
                    <a:pt x="21062" y="12785"/>
                    <a:pt x="20965" y="12852"/>
                    <a:pt x="20948" y="12984"/>
                  </a:cubicBezTo>
                  <a:cubicBezTo>
                    <a:pt x="20880" y="13628"/>
                    <a:pt x="20948" y="14239"/>
                    <a:pt x="20880" y="14850"/>
                  </a:cubicBezTo>
                  <a:cubicBezTo>
                    <a:pt x="20101" y="14850"/>
                    <a:pt x="19286" y="14886"/>
                    <a:pt x="18471" y="14886"/>
                  </a:cubicBezTo>
                  <a:lnTo>
                    <a:pt x="17892" y="14886"/>
                  </a:lnTo>
                  <a:cubicBezTo>
                    <a:pt x="18063" y="14342"/>
                    <a:pt x="18096" y="13764"/>
                    <a:pt x="18096" y="13221"/>
                  </a:cubicBezTo>
                  <a:cubicBezTo>
                    <a:pt x="18096" y="13119"/>
                    <a:pt x="18011" y="13068"/>
                    <a:pt x="17926" y="13068"/>
                  </a:cubicBezTo>
                  <a:cubicBezTo>
                    <a:pt x="17841" y="13068"/>
                    <a:pt x="17756" y="13119"/>
                    <a:pt x="17756" y="13221"/>
                  </a:cubicBezTo>
                  <a:cubicBezTo>
                    <a:pt x="17724" y="13764"/>
                    <a:pt x="17689" y="14307"/>
                    <a:pt x="17621" y="14886"/>
                  </a:cubicBezTo>
                  <a:cubicBezTo>
                    <a:pt x="16637" y="14850"/>
                    <a:pt x="15619" y="14850"/>
                    <a:pt x="14633" y="14850"/>
                  </a:cubicBezTo>
                  <a:cubicBezTo>
                    <a:pt x="14701" y="14239"/>
                    <a:pt x="14736" y="13596"/>
                    <a:pt x="14769" y="13017"/>
                  </a:cubicBezTo>
                  <a:cubicBezTo>
                    <a:pt x="14769" y="12882"/>
                    <a:pt x="14658" y="12802"/>
                    <a:pt x="14557" y="12802"/>
                  </a:cubicBezTo>
                  <a:cubicBezTo>
                    <a:pt x="14481" y="12802"/>
                    <a:pt x="14410" y="12848"/>
                    <a:pt x="14396" y="12949"/>
                  </a:cubicBezTo>
                  <a:cubicBezTo>
                    <a:pt x="14261" y="13560"/>
                    <a:pt x="14225" y="14207"/>
                    <a:pt x="14225" y="14850"/>
                  </a:cubicBezTo>
                  <a:cubicBezTo>
                    <a:pt x="13411" y="14818"/>
                    <a:pt x="12596" y="14818"/>
                    <a:pt x="11816" y="14818"/>
                  </a:cubicBezTo>
                  <a:cubicBezTo>
                    <a:pt x="11984" y="14375"/>
                    <a:pt x="12088" y="13832"/>
                    <a:pt x="11984" y="13392"/>
                  </a:cubicBezTo>
                  <a:cubicBezTo>
                    <a:pt x="11968" y="13290"/>
                    <a:pt x="11875" y="13239"/>
                    <a:pt x="11782" y="13239"/>
                  </a:cubicBezTo>
                  <a:cubicBezTo>
                    <a:pt x="11688" y="13239"/>
                    <a:pt x="11595" y="13290"/>
                    <a:pt x="11577" y="13392"/>
                  </a:cubicBezTo>
                  <a:cubicBezTo>
                    <a:pt x="11477" y="13867"/>
                    <a:pt x="11509" y="14342"/>
                    <a:pt x="11477" y="14818"/>
                  </a:cubicBezTo>
                  <a:cubicBezTo>
                    <a:pt x="10798" y="14818"/>
                    <a:pt x="10118" y="14850"/>
                    <a:pt x="9439" y="14886"/>
                  </a:cubicBezTo>
                  <a:cubicBezTo>
                    <a:pt x="9608" y="14410"/>
                    <a:pt x="9711" y="13867"/>
                    <a:pt x="9744" y="13460"/>
                  </a:cubicBezTo>
                  <a:cubicBezTo>
                    <a:pt x="9763" y="13327"/>
                    <a:pt x="9656" y="13258"/>
                    <a:pt x="9551" y="13258"/>
                  </a:cubicBezTo>
                  <a:cubicBezTo>
                    <a:pt x="9468" y="13258"/>
                    <a:pt x="9386" y="13301"/>
                    <a:pt x="9372" y="13392"/>
                  </a:cubicBezTo>
                  <a:cubicBezTo>
                    <a:pt x="9236" y="13764"/>
                    <a:pt x="9200" y="14171"/>
                    <a:pt x="9100" y="14546"/>
                  </a:cubicBezTo>
                  <a:cubicBezTo>
                    <a:pt x="9100" y="14682"/>
                    <a:pt x="9065" y="14783"/>
                    <a:pt x="9032" y="14886"/>
                  </a:cubicBezTo>
                  <a:cubicBezTo>
                    <a:pt x="8182" y="14918"/>
                    <a:pt x="7367" y="14986"/>
                    <a:pt x="6519" y="15089"/>
                  </a:cubicBezTo>
                  <a:cubicBezTo>
                    <a:pt x="6112" y="15122"/>
                    <a:pt x="6009" y="15597"/>
                    <a:pt x="5908" y="15937"/>
                  </a:cubicBezTo>
                  <a:cubicBezTo>
                    <a:pt x="5669" y="16855"/>
                    <a:pt x="5398" y="17806"/>
                    <a:pt x="5126" y="18721"/>
                  </a:cubicBezTo>
                  <a:cubicBezTo>
                    <a:pt x="4922" y="18381"/>
                    <a:pt x="4754" y="18077"/>
                    <a:pt x="4550" y="17702"/>
                  </a:cubicBezTo>
                  <a:cubicBezTo>
                    <a:pt x="4526" y="17643"/>
                    <a:pt x="4473" y="17617"/>
                    <a:pt x="4417" y="17617"/>
                  </a:cubicBezTo>
                  <a:cubicBezTo>
                    <a:pt x="4313" y="17617"/>
                    <a:pt x="4199" y="17706"/>
                    <a:pt x="4243" y="17838"/>
                  </a:cubicBezTo>
                  <a:cubicBezTo>
                    <a:pt x="4379" y="18314"/>
                    <a:pt x="4651" y="18756"/>
                    <a:pt x="4990" y="19128"/>
                  </a:cubicBezTo>
                  <a:lnTo>
                    <a:pt x="4482" y="20758"/>
                  </a:lnTo>
                  <a:cubicBezTo>
                    <a:pt x="4347" y="20622"/>
                    <a:pt x="4211" y="20522"/>
                    <a:pt x="4108" y="20351"/>
                  </a:cubicBezTo>
                  <a:cubicBezTo>
                    <a:pt x="3904" y="20079"/>
                    <a:pt x="3768" y="19740"/>
                    <a:pt x="3632" y="19435"/>
                  </a:cubicBezTo>
                  <a:cubicBezTo>
                    <a:pt x="3590" y="19307"/>
                    <a:pt x="3488" y="19250"/>
                    <a:pt x="3388" y="19250"/>
                  </a:cubicBezTo>
                  <a:cubicBezTo>
                    <a:pt x="3250" y="19250"/>
                    <a:pt x="3117" y="19359"/>
                    <a:pt x="3157" y="19536"/>
                  </a:cubicBezTo>
                  <a:cubicBezTo>
                    <a:pt x="3328" y="20182"/>
                    <a:pt x="3735" y="20861"/>
                    <a:pt x="4347" y="21234"/>
                  </a:cubicBezTo>
                  <a:cubicBezTo>
                    <a:pt x="4279" y="21473"/>
                    <a:pt x="4175" y="21709"/>
                    <a:pt x="4108" y="21948"/>
                  </a:cubicBezTo>
                  <a:cubicBezTo>
                    <a:pt x="3939" y="22559"/>
                    <a:pt x="3768" y="23135"/>
                    <a:pt x="3632" y="23713"/>
                  </a:cubicBezTo>
                  <a:lnTo>
                    <a:pt x="3428" y="24629"/>
                  </a:lnTo>
                  <a:cubicBezTo>
                    <a:pt x="3361" y="24868"/>
                    <a:pt x="3192" y="25308"/>
                    <a:pt x="3225" y="25512"/>
                  </a:cubicBezTo>
                  <a:cubicBezTo>
                    <a:pt x="3089" y="24900"/>
                    <a:pt x="2785" y="24325"/>
                    <a:pt x="2309" y="24086"/>
                  </a:cubicBezTo>
                  <a:cubicBezTo>
                    <a:pt x="780" y="20861"/>
                    <a:pt x="780" y="17499"/>
                    <a:pt x="3260" y="14443"/>
                  </a:cubicBezTo>
                  <a:cubicBezTo>
                    <a:pt x="5669" y="11490"/>
                    <a:pt x="9472" y="9793"/>
                    <a:pt x="13106" y="8943"/>
                  </a:cubicBezTo>
                  <a:cubicBezTo>
                    <a:pt x="13275" y="8875"/>
                    <a:pt x="13343" y="8807"/>
                    <a:pt x="13378" y="8671"/>
                  </a:cubicBezTo>
                  <a:cubicBezTo>
                    <a:pt x="15040" y="8503"/>
                    <a:pt x="16705" y="8196"/>
                    <a:pt x="18335" y="7959"/>
                  </a:cubicBezTo>
                  <a:cubicBezTo>
                    <a:pt x="19124" y="7853"/>
                    <a:pt x="19886" y="7802"/>
                    <a:pt x="20632" y="7802"/>
                  </a:cubicBezTo>
                  <a:close/>
                  <a:moveTo>
                    <a:pt x="6552" y="15462"/>
                  </a:moveTo>
                  <a:cubicBezTo>
                    <a:pt x="7367" y="15565"/>
                    <a:pt x="8149" y="15597"/>
                    <a:pt x="8964" y="15633"/>
                  </a:cubicBezTo>
                  <a:cubicBezTo>
                    <a:pt x="8964" y="15644"/>
                    <a:pt x="8964" y="15647"/>
                    <a:pt x="8965" y="15647"/>
                  </a:cubicBezTo>
                  <a:cubicBezTo>
                    <a:pt x="8968" y="15647"/>
                    <a:pt x="8975" y="15633"/>
                    <a:pt x="8997" y="15633"/>
                  </a:cubicBezTo>
                  <a:cubicBezTo>
                    <a:pt x="10114" y="15697"/>
                    <a:pt x="11237" y="15717"/>
                    <a:pt x="12359" y="15717"/>
                  </a:cubicBezTo>
                  <a:cubicBezTo>
                    <a:pt x="14168" y="15717"/>
                    <a:pt x="15976" y="15665"/>
                    <a:pt x="17756" y="15665"/>
                  </a:cubicBezTo>
                  <a:cubicBezTo>
                    <a:pt x="20247" y="15665"/>
                    <a:pt x="22751" y="15733"/>
                    <a:pt x="25251" y="15733"/>
                  </a:cubicBezTo>
                  <a:cubicBezTo>
                    <a:pt x="26739" y="15733"/>
                    <a:pt x="28226" y="15709"/>
                    <a:pt x="29708" y="15633"/>
                  </a:cubicBezTo>
                  <a:lnTo>
                    <a:pt x="29743" y="15633"/>
                  </a:lnTo>
                  <a:cubicBezTo>
                    <a:pt x="29879" y="16752"/>
                    <a:pt x="30251" y="17874"/>
                    <a:pt x="30558" y="18925"/>
                  </a:cubicBezTo>
                  <a:cubicBezTo>
                    <a:pt x="31270" y="21405"/>
                    <a:pt x="31813" y="23950"/>
                    <a:pt x="32560" y="26394"/>
                  </a:cubicBezTo>
                  <a:cubicBezTo>
                    <a:pt x="32617" y="26566"/>
                    <a:pt x="32747" y="26641"/>
                    <a:pt x="32868" y="26641"/>
                  </a:cubicBezTo>
                  <a:cubicBezTo>
                    <a:pt x="32891" y="26641"/>
                    <a:pt x="32913" y="26638"/>
                    <a:pt x="32935" y="26633"/>
                  </a:cubicBezTo>
                  <a:cubicBezTo>
                    <a:pt x="32935" y="26701"/>
                    <a:pt x="32986" y="26735"/>
                    <a:pt x="33041" y="26735"/>
                  </a:cubicBezTo>
                  <a:cubicBezTo>
                    <a:pt x="33096" y="26735"/>
                    <a:pt x="33155" y="26701"/>
                    <a:pt x="33171" y="26633"/>
                  </a:cubicBezTo>
                  <a:cubicBezTo>
                    <a:pt x="33342" y="26055"/>
                    <a:pt x="33443" y="25444"/>
                    <a:pt x="33782" y="24968"/>
                  </a:cubicBezTo>
                  <a:cubicBezTo>
                    <a:pt x="33891" y="24814"/>
                    <a:pt x="33990" y="24749"/>
                    <a:pt x="34078" y="24749"/>
                  </a:cubicBezTo>
                  <a:cubicBezTo>
                    <a:pt x="34513" y="24749"/>
                    <a:pt x="34700" y="26311"/>
                    <a:pt x="34700" y="26394"/>
                  </a:cubicBezTo>
                  <a:cubicBezTo>
                    <a:pt x="34700" y="27041"/>
                    <a:pt x="34700" y="27720"/>
                    <a:pt x="34529" y="28331"/>
                  </a:cubicBezTo>
                  <a:cubicBezTo>
                    <a:pt x="34461" y="28670"/>
                    <a:pt x="34361" y="29010"/>
                    <a:pt x="34189" y="29350"/>
                  </a:cubicBezTo>
                  <a:cubicBezTo>
                    <a:pt x="33817" y="29350"/>
                    <a:pt x="33443" y="29382"/>
                    <a:pt x="33070" y="29382"/>
                  </a:cubicBezTo>
                  <a:cubicBezTo>
                    <a:pt x="33036" y="29196"/>
                    <a:pt x="32892" y="29103"/>
                    <a:pt x="32752" y="29103"/>
                  </a:cubicBezTo>
                  <a:cubicBezTo>
                    <a:pt x="32611" y="29103"/>
                    <a:pt x="32476" y="29196"/>
                    <a:pt x="32459" y="29382"/>
                  </a:cubicBezTo>
                  <a:cubicBezTo>
                    <a:pt x="32084" y="34103"/>
                    <a:pt x="28657" y="35833"/>
                    <a:pt x="24751" y="36512"/>
                  </a:cubicBezTo>
                  <a:cubicBezTo>
                    <a:pt x="24719" y="36466"/>
                    <a:pt x="24666" y="36441"/>
                    <a:pt x="24615" y="36441"/>
                  </a:cubicBezTo>
                  <a:cubicBezTo>
                    <a:pt x="24555" y="36441"/>
                    <a:pt x="24498" y="36474"/>
                    <a:pt x="24479" y="36547"/>
                  </a:cubicBezTo>
                  <a:cubicBezTo>
                    <a:pt x="22374" y="36887"/>
                    <a:pt x="20168" y="36955"/>
                    <a:pt x="18164" y="36988"/>
                  </a:cubicBezTo>
                  <a:cubicBezTo>
                    <a:pt x="12324" y="36819"/>
                    <a:pt x="4447" y="36716"/>
                    <a:pt x="3836" y="29382"/>
                  </a:cubicBezTo>
                  <a:cubicBezTo>
                    <a:pt x="3820" y="29196"/>
                    <a:pt x="3684" y="29103"/>
                    <a:pt x="3548" y="29103"/>
                  </a:cubicBezTo>
                  <a:cubicBezTo>
                    <a:pt x="3412" y="29103"/>
                    <a:pt x="3276" y="29196"/>
                    <a:pt x="3260" y="29382"/>
                  </a:cubicBezTo>
                  <a:cubicBezTo>
                    <a:pt x="2885" y="29382"/>
                    <a:pt x="2513" y="29350"/>
                    <a:pt x="2138" y="29350"/>
                  </a:cubicBezTo>
                  <a:cubicBezTo>
                    <a:pt x="1970" y="29010"/>
                    <a:pt x="1867" y="28670"/>
                    <a:pt x="1799" y="28331"/>
                  </a:cubicBezTo>
                  <a:cubicBezTo>
                    <a:pt x="1630" y="27720"/>
                    <a:pt x="1595" y="27041"/>
                    <a:pt x="1595" y="26394"/>
                  </a:cubicBezTo>
                  <a:cubicBezTo>
                    <a:pt x="1595" y="26326"/>
                    <a:pt x="1799" y="24800"/>
                    <a:pt x="2206" y="24765"/>
                  </a:cubicBezTo>
                  <a:cubicBezTo>
                    <a:pt x="2410" y="25036"/>
                    <a:pt x="2614" y="25343"/>
                    <a:pt x="2853" y="25647"/>
                  </a:cubicBezTo>
                  <a:cubicBezTo>
                    <a:pt x="2953" y="25954"/>
                    <a:pt x="3056" y="26294"/>
                    <a:pt x="3124" y="26633"/>
                  </a:cubicBezTo>
                  <a:cubicBezTo>
                    <a:pt x="3141" y="26701"/>
                    <a:pt x="3200" y="26735"/>
                    <a:pt x="3259" y="26735"/>
                  </a:cubicBezTo>
                  <a:cubicBezTo>
                    <a:pt x="3318" y="26735"/>
                    <a:pt x="3378" y="26701"/>
                    <a:pt x="3396" y="26633"/>
                  </a:cubicBezTo>
                  <a:cubicBezTo>
                    <a:pt x="3417" y="26638"/>
                    <a:pt x="3440" y="26641"/>
                    <a:pt x="3462" y="26641"/>
                  </a:cubicBezTo>
                  <a:cubicBezTo>
                    <a:pt x="3582" y="26641"/>
                    <a:pt x="3711" y="26566"/>
                    <a:pt x="3768" y="26394"/>
                  </a:cubicBezTo>
                  <a:cubicBezTo>
                    <a:pt x="4447" y="24121"/>
                    <a:pt x="4958" y="21777"/>
                    <a:pt x="5601" y="19503"/>
                  </a:cubicBezTo>
                  <a:cubicBezTo>
                    <a:pt x="5669" y="19468"/>
                    <a:pt x="5669" y="19400"/>
                    <a:pt x="5637" y="19367"/>
                  </a:cubicBezTo>
                  <a:cubicBezTo>
                    <a:pt x="5669" y="19196"/>
                    <a:pt x="5705" y="19061"/>
                    <a:pt x="5773" y="18925"/>
                  </a:cubicBezTo>
                  <a:cubicBezTo>
                    <a:pt x="6077" y="17806"/>
                    <a:pt x="6484" y="16616"/>
                    <a:pt x="6552" y="15462"/>
                  </a:cubicBezTo>
                  <a:close/>
                  <a:moveTo>
                    <a:pt x="21323" y="37770"/>
                  </a:moveTo>
                  <a:cubicBezTo>
                    <a:pt x="21323" y="39499"/>
                    <a:pt x="20867" y="41880"/>
                    <a:pt x="18773" y="41880"/>
                  </a:cubicBezTo>
                  <a:cubicBezTo>
                    <a:pt x="18729" y="41880"/>
                    <a:pt x="18685" y="41879"/>
                    <a:pt x="18639" y="41877"/>
                  </a:cubicBezTo>
                  <a:cubicBezTo>
                    <a:pt x="16502" y="41776"/>
                    <a:pt x="16195" y="39500"/>
                    <a:pt x="16026" y="37802"/>
                  </a:cubicBezTo>
                  <a:lnTo>
                    <a:pt x="16026" y="37802"/>
                  </a:lnTo>
                  <a:cubicBezTo>
                    <a:pt x="16977" y="37838"/>
                    <a:pt x="17960" y="37838"/>
                    <a:pt x="18911" y="37838"/>
                  </a:cubicBezTo>
                  <a:cubicBezTo>
                    <a:pt x="19693" y="37838"/>
                    <a:pt x="20508" y="37802"/>
                    <a:pt x="21323" y="37770"/>
                  </a:cubicBezTo>
                  <a:close/>
                  <a:moveTo>
                    <a:pt x="18729" y="1"/>
                  </a:moveTo>
                  <a:cubicBezTo>
                    <a:pt x="18529" y="1"/>
                    <a:pt x="18330" y="5"/>
                    <a:pt x="18131" y="14"/>
                  </a:cubicBezTo>
                  <a:cubicBezTo>
                    <a:pt x="13818" y="183"/>
                    <a:pt x="9744" y="3035"/>
                    <a:pt x="10491" y="7212"/>
                  </a:cubicBezTo>
                  <a:cubicBezTo>
                    <a:pt x="9100" y="7212"/>
                    <a:pt x="7978" y="7145"/>
                    <a:pt x="6723" y="6430"/>
                  </a:cubicBezTo>
                  <a:cubicBezTo>
                    <a:pt x="5637" y="5786"/>
                    <a:pt x="4787" y="4665"/>
                    <a:pt x="4040" y="3681"/>
                  </a:cubicBezTo>
                  <a:cubicBezTo>
                    <a:pt x="3986" y="3616"/>
                    <a:pt x="3925" y="3589"/>
                    <a:pt x="3865" y="3589"/>
                  </a:cubicBezTo>
                  <a:cubicBezTo>
                    <a:pt x="3739" y="3589"/>
                    <a:pt x="3622" y="3711"/>
                    <a:pt x="3600" y="3850"/>
                  </a:cubicBezTo>
                  <a:cubicBezTo>
                    <a:pt x="3496" y="4597"/>
                    <a:pt x="3600" y="5208"/>
                    <a:pt x="3836" y="5955"/>
                  </a:cubicBezTo>
                  <a:cubicBezTo>
                    <a:pt x="3942" y="6355"/>
                    <a:pt x="4238" y="6587"/>
                    <a:pt x="3917" y="6587"/>
                  </a:cubicBezTo>
                  <a:cubicBezTo>
                    <a:pt x="3829" y="6587"/>
                    <a:pt x="3694" y="6570"/>
                    <a:pt x="3496" y="6533"/>
                  </a:cubicBezTo>
                  <a:cubicBezTo>
                    <a:pt x="2785" y="6430"/>
                    <a:pt x="2138" y="5990"/>
                    <a:pt x="1527" y="5651"/>
                  </a:cubicBezTo>
                  <a:cubicBezTo>
                    <a:pt x="1485" y="5629"/>
                    <a:pt x="1441" y="5620"/>
                    <a:pt x="1399" y="5620"/>
                  </a:cubicBezTo>
                  <a:cubicBezTo>
                    <a:pt x="1239" y="5620"/>
                    <a:pt x="1101" y="5761"/>
                    <a:pt x="1155" y="5922"/>
                  </a:cubicBezTo>
                  <a:cubicBezTo>
                    <a:pt x="1883" y="8669"/>
                    <a:pt x="4902" y="9964"/>
                    <a:pt x="7603" y="9964"/>
                  </a:cubicBezTo>
                  <a:cubicBezTo>
                    <a:pt x="7672" y="9964"/>
                    <a:pt x="7741" y="9963"/>
                    <a:pt x="7810" y="9961"/>
                  </a:cubicBezTo>
                  <a:lnTo>
                    <a:pt x="7810" y="9961"/>
                  </a:lnTo>
                  <a:cubicBezTo>
                    <a:pt x="5601" y="11116"/>
                    <a:pt x="3632" y="12677"/>
                    <a:pt x="2138" y="14715"/>
                  </a:cubicBezTo>
                  <a:cubicBezTo>
                    <a:pt x="1" y="17670"/>
                    <a:pt x="136" y="21098"/>
                    <a:pt x="1799" y="24053"/>
                  </a:cubicBezTo>
                  <a:cubicBezTo>
                    <a:pt x="1120" y="24289"/>
                    <a:pt x="1052" y="25919"/>
                    <a:pt x="1019" y="26394"/>
                  </a:cubicBezTo>
                  <a:cubicBezTo>
                    <a:pt x="984" y="27448"/>
                    <a:pt x="1019" y="29621"/>
                    <a:pt x="2070" y="30232"/>
                  </a:cubicBezTo>
                  <a:cubicBezTo>
                    <a:pt x="2414" y="30434"/>
                    <a:pt x="2708" y="30527"/>
                    <a:pt x="2955" y="30527"/>
                  </a:cubicBezTo>
                  <a:cubicBezTo>
                    <a:pt x="3124" y="30527"/>
                    <a:pt x="3270" y="30484"/>
                    <a:pt x="3394" y="30402"/>
                  </a:cubicBezTo>
                  <a:lnTo>
                    <a:pt x="3394" y="30402"/>
                  </a:lnTo>
                  <a:cubicBezTo>
                    <a:pt x="3334" y="30451"/>
                    <a:pt x="3736" y="31523"/>
                    <a:pt x="3768" y="31623"/>
                  </a:cubicBezTo>
                  <a:cubicBezTo>
                    <a:pt x="3904" y="32030"/>
                    <a:pt x="4040" y="32405"/>
                    <a:pt x="4243" y="32777"/>
                  </a:cubicBezTo>
                  <a:cubicBezTo>
                    <a:pt x="4583" y="33492"/>
                    <a:pt x="5093" y="34103"/>
                    <a:pt x="5705" y="34611"/>
                  </a:cubicBezTo>
                  <a:cubicBezTo>
                    <a:pt x="6791" y="35562"/>
                    <a:pt x="8081" y="36308"/>
                    <a:pt x="9472" y="36751"/>
                  </a:cubicBezTo>
                  <a:cubicBezTo>
                    <a:pt x="8861" y="37259"/>
                    <a:pt x="8453" y="38142"/>
                    <a:pt x="8114" y="38788"/>
                  </a:cubicBezTo>
                  <a:cubicBezTo>
                    <a:pt x="7334" y="40315"/>
                    <a:pt x="6756" y="41945"/>
                    <a:pt x="6213" y="43610"/>
                  </a:cubicBezTo>
                  <a:cubicBezTo>
                    <a:pt x="5637" y="45272"/>
                    <a:pt x="5161" y="47005"/>
                    <a:pt x="4854" y="48770"/>
                  </a:cubicBezTo>
                  <a:cubicBezTo>
                    <a:pt x="4719" y="49517"/>
                    <a:pt x="4414" y="50604"/>
                    <a:pt x="4822" y="51351"/>
                  </a:cubicBezTo>
                  <a:cubicBezTo>
                    <a:pt x="4881" y="51446"/>
                    <a:pt x="4973" y="51487"/>
                    <a:pt x="5065" y="51487"/>
                  </a:cubicBezTo>
                  <a:cubicBezTo>
                    <a:pt x="5237" y="51487"/>
                    <a:pt x="5409" y="51345"/>
                    <a:pt x="5365" y="51147"/>
                  </a:cubicBezTo>
                  <a:cubicBezTo>
                    <a:pt x="4787" y="48939"/>
                    <a:pt x="6145" y="45815"/>
                    <a:pt x="6791" y="43778"/>
                  </a:cubicBezTo>
                  <a:cubicBezTo>
                    <a:pt x="7435" y="41708"/>
                    <a:pt x="8182" y="38449"/>
                    <a:pt x="9847" y="36887"/>
                  </a:cubicBezTo>
                  <a:lnTo>
                    <a:pt x="9915" y="36887"/>
                  </a:lnTo>
                  <a:cubicBezTo>
                    <a:pt x="11034" y="37191"/>
                    <a:pt x="12188" y="37362"/>
                    <a:pt x="13343" y="37566"/>
                  </a:cubicBezTo>
                  <a:cubicBezTo>
                    <a:pt x="13003" y="40451"/>
                    <a:pt x="11884" y="42387"/>
                    <a:pt x="10151" y="44696"/>
                  </a:cubicBezTo>
                  <a:cubicBezTo>
                    <a:pt x="8386" y="47005"/>
                    <a:pt x="8318" y="49585"/>
                    <a:pt x="7334" y="52234"/>
                  </a:cubicBezTo>
                  <a:cubicBezTo>
                    <a:pt x="7265" y="52463"/>
                    <a:pt x="7475" y="52646"/>
                    <a:pt x="7671" y="52646"/>
                  </a:cubicBezTo>
                  <a:cubicBezTo>
                    <a:pt x="7765" y="52646"/>
                    <a:pt x="7856" y="52604"/>
                    <a:pt x="7910" y="52505"/>
                  </a:cubicBezTo>
                  <a:cubicBezTo>
                    <a:pt x="8521" y="51351"/>
                    <a:pt x="8692" y="50093"/>
                    <a:pt x="8929" y="48871"/>
                  </a:cubicBezTo>
                  <a:cubicBezTo>
                    <a:pt x="9268" y="47037"/>
                    <a:pt x="10186" y="45679"/>
                    <a:pt x="11273" y="44221"/>
                  </a:cubicBezTo>
                  <a:cubicBezTo>
                    <a:pt x="12767" y="42148"/>
                    <a:pt x="13582" y="40146"/>
                    <a:pt x="13582" y="37599"/>
                  </a:cubicBezTo>
                  <a:cubicBezTo>
                    <a:pt x="14157" y="37667"/>
                    <a:pt x="14769" y="37734"/>
                    <a:pt x="15347" y="37770"/>
                  </a:cubicBezTo>
                  <a:cubicBezTo>
                    <a:pt x="15143" y="39840"/>
                    <a:pt x="16434" y="42284"/>
                    <a:pt x="18639" y="42488"/>
                  </a:cubicBezTo>
                  <a:cubicBezTo>
                    <a:pt x="18735" y="42497"/>
                    <a:pt x="18828" y="42501"/>
                    <a:pt x="18918" y="42501"/>
                  </a:cubicBezTo>
                  <a:cubicBezTo>
                    <a:pt x="21232" y="42501"/>
                    <a:pt x="21788" y="39630"/>
                    <a:pt x="21527" y="37734"/>
                  </a:cubicBezTo>
                  <a:cubicBezTo>
                    <a:pt x="22374" y="37667"/>
                    <a:pt x="23257" y="37566"/>
                    <a:pt x="24107" y="37430"/>
                  </a:cubicBezTo>
                  <a:cubicBezTo>
                    <a:pt x="24207" y="37430"/>
                    <a:pt x="24311" y="37395"/>
                    <a:pt x="24446" y="37362"/>
                  </a:cubicBezTo>
                  <a:lnTo>
                    <a:pt x="24446" y="37362"/>
                  </a:lnTo>
                  <a:cubicBezTo>
                    <a:pt x="24379" y="39636"/>
                    <a:pt x="25193" y="41708"/>
                    <a:pt x="26041" y="43778"/>
                  </a:cubicBezTo>
                  <a:cubicBezTo>
                    <a:pt x="27195" y="46698"/>
                    <a:pt x="26652" y="49890"/>
                    <a:pt x="27570" y="52845"/>
                  </a:cubicBezTo>
                  <a:cubicBezTo>
                    <a:pt x="27610" y="53007"/>
                    <a:pt x="27732" y="53078"/>
                    <a:pt x="27857" y="53078"/>
                  </a:cubicBezTo>
                  <a:cubicBezTo>
                    <a:pt x="28045" y="53078"/>
                    <a:pt x="28242" y="52918"/>
                    <a:pt x="28181" y="52674"/>
                  </a:cubicBezTo>
                  <a:cubicBezTo>
                    <a:pt x="27366" y="50093"/>
                    <a:pt x="27671" y="47344"/>
                    <a:pt x="26992" y="44764"/>
                  </a:cubicBezTo>
                  <a:cubicBezTo>
                    <a:pt x="26687" y="43542"/>
                    <a:pt x="26076" y="42352"/>
                    <a:pt x="25633" y="41165"/>
                  </a:cubicBezTo>
                  <a:cubicBezTo>
                    <a:pt x="25126" y="39907"/>
                    <a:pt x="24990" y="38617"/>
                    <a:pt x="24854" y="37294"/>
                  </a:cubicBezTo>
                  <a:cubicBezTo>
                    <a:pt x="25090" y="37259"/>
                    <a:pt x="25329" y="37191"/>
                    <a:pt x="25566" y="37123"/>
                  </a:cubicBezTo>
                  <a:cubicBezTo>
                    <a:pt x="26041" y="37023"/>
                    <a:pt x="26484" y="36819"/>
                    <a:pt x="26924" y="36648"/>
                  </a:cubicBezTo>
                  <a:cubicBezTo>
                    <a:pt x="26992" y="36615"/>
                    <a:pt x="27059" y="36580"/>
                    <a:pt x="27095" y="36580"/>
                  </a:cubicBezTo>
                  <a:cubicBezTo>
                    <a:pt x="28792" y="38449"/>
                    <a:pt x="29336" y="41266"/>
                    <a:pt x="29708" y="43678"/>
                  </a:cubicBezTo>
                  <a:cubicBezTo>
                    <a:pt x="30115" y="46326"/>
                    <a:pt x="30218" y="48974"/>
                    <a:pt x="30218" y="51655"/>
                  </a:cubicBezTo>
                  <a:cubicBezTo>
                    <a:pt x="30218" y="51876"/>
                    <a:pt x="30388" y="51987"/>
                    <a:pt x="30558" y="51987"/>
                  </a:cubicBezTo>
                  <a:cubicBezTo>
                    <a:pt x="30728" y="51987"/>
                    <a:pt x="30897" y="51876"/>
                    <a:pt x="30897" y="51655"/>
                  </a:cubicBezTo>
                  <a:cubicBezTo>
                    <a:pt x="30862" y="48803"/>
                    <a:pt x="30762" y="45918"/>
                    <a:pt x="30251" y="43099"/>
                  </a:cubicBezTo>
                  <a:cubicBezTo>
                    <a:pt x="29844" y="40758"/>
                    <a:pt x="29132" y="38109"/>
                    <a:pt x="27298" y="36480"/>
                  </a:cubicBezTo>
                  <a:cubicBezTo>
                    <a:pt x="27502" y="36412"/>
                    <a:pt x="27671" y="36344"/>
                    <a:pt x="27874" y="36276"/>
                  </a:cubicBezTo>
                  <a:cubicBezTo>
                    <a:pt x="28485" y="36037"/>
                    <a:pt x="29097" y="35765"/>
                    <a:pt x="29640" y="35393"/>
                  </a:cubicBezTo>
                  <a:cubicBezTo>
                    <a:pt x="30726" y="34679"/>
                    <a:pt x="31609" y="33728"/>
                    <a:pt x="32188" y="32574"/>
                  </a:cubicBezTo>
                  <a:cubicBezTo>
                    <a:pt x="32323" y="32234"/>
                    <a:pt x="32459" y="31862"/>
                    <a:pt x="32595" y="31523"/>
                  </a:cubicBezTo>
                  <a:cubicBezTo>
                    <a:pt x="32628" y="31419"/>
                    <a:pt x="32967" y="30436"/>
                    <a:pt x="32935" y="30401"/>
                  </a:cubicBezTo>
                  <a:lnTo>
                    <a:pt x="32935" y="30401"/>
                  </a:lnTo>
                  <a:cubicBezTo>
                    <a:pt x="33058" y="30483"/>
                    <a:pt x="33205" y="30527"/>
                    <a:pt x="33372" y="30527"/>
                  </a:cubicBezTo>
                  <a:cubicBezTo>
                    <a:pt x="33615" y="30527"/>
                    <a:pt x="33902" y="30434"/>
                    <a:pt x="34225" y="30232"/>
                  </a:cubicBezTo>
                  <a:cubicBezTo>
                    <a:pt x="35276" y="29621"/>
                    <a:pt x="35311" y="27448"/>
                    <a:pt x="35276" y="26394"/>
                  </a:cubicBezTo>
                  <a:cubicBezTo>
                    <a:pt x="35276" y="25987"/>
                    <a:pt x="35208" y="24732"/>
                    <a:pt x="34768" y="24221"/>
                  </a:cubicBezTo>
                  <a:cubicBezTo>
                    <a:pt x="35990" y="20793"/>
                    <a:pt x="36023" y="17159"/>
                    <a:pt x="34429" y="13832"/>
                  </a:cubicBezTo>
                  <a:cubicBezTo>
                    <a:pt x="33206" y="11319"/>
                    <a:pt x="30965" y="9554"/>
                    <a:pt x="28485" y="8399"/>
                  </a:cubicBezTo>
                  <a:cubicBezTo>
                    <a:pt x="28747" y="2882"/>
                    <a:pt x="23732" y="1"/>
                    <a:pt x="18729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1504509" y="2401512"/>
              <a:ext cx="127923" cy="141311"/>
            </a:xfrm>
            <a:custGeom>
              <a:rect b="b" l="l" r="r" t="t"/>
              <a:pathLst>
                <a:path extrusionOk="0" h="4201" w="3803">
                  <a:moveTo>
                    <a:pt x="1691" y="581"/>
                  </a:moveTo>
                  <a:cubicBezTo>
                    <a:pt x="1725" y="581"/>
                    <a:pt x="1761" y="585"/>
                    <a:pt x="1798" y="593"/>
                  </a:cubicBezTo>
                  <a:cubicBezTo>
                    <a:pt x="2138" y="661"/>
                    <a:pt x="2377" y="933"/>
                    <a:pt x="2545" y="1169"/>
                  </a:cubicBezTo>
                  <a:cubicBezTo>
                    <a:pt x="2953" y="1712"/>
                    <a:pt x="3156" y="2562"/>
                    <a:pt x="2817" y="3174"/>
                  </a:cubicBezTo>
                  <a:cubicBezTo>
                    <a:pt x="2600" y="3561"/>
                    <a:pt x="2283" y="3729"/>
                    <a:pt x="1958" y="3729"/>
                  </a:cubicBezTo>
                  <a:cubicBezTo>
                    <a:pt x="1572" y="3729"/>
                    <a:pt x="1174" y="3492"/>
                    <a:pt x="916" y="3106"/>
                  </a:cubicBezTo>
                  <a:cubicBezTo>
                    <a:pt x="508" y="2459"/>
                    <a:pt x="440" y="1576"/>
                    <a:pt x="815" y="897"/>
                  </a:cubicBezTo>
                  <a:cubicBezTo>
                    <a:pt x="883" y="897"/>
                    <a:pt x="951" y="897"/>
                    <a:pt x="1019" y="865"/>
                  </a:cubicBezTo>
                  <a:cubicBezTo>
                    <a:pt x="1257" y="774"/>
                    <a:pt x="1443" y="581"/>
                    <a:pt x="1691" y="581"/>
                  </a:cubicBezTo>
                  <a:close/>
                  <a:moveTo>
                    <a:pt x="1530" y="0"/>
                  </a:moveTo>
                  <a:cubicBezTo>
                    <a:pt x="1198" y="0"/>
                    <a:pt x="887" y="149"/>
                    <a:pt x="679" y="525"/>
                  </a:cubicBezTo>
                  <a:cubicBezTo>
                    <a:pt x="644" y="558"/>
                    <a:pt x="644" y="593"/>
                    <a:pt x="644" y="626"/>
                  </a:cubicBezTo>
                  <a:cubicBezTo>
                    <a:pt x="611" y="626"/>
                    <a:pt x="611" y="626"/>
                    <a:pt x="611" y="661"/>
                  </a:cubicBezTo>
                  <a:cubicBezTo>
                    <a:pt x="0" y="1509"/>
                    <a:pt x="68" y="2766"/>
                    <a:pt x="712" y="3581"/>
                  </a:cubicBezTo>
                  <a:cubicBezTo>
                    <a:pt x="1029" y="3996"/>
                    <a:pt x="1451" y="4200"/>
                    <a:pt x="1883" y="4200"/>
                  </a:cubicBezTo>
                  <a:cubicBezTo>
                    <a:pt x="2333" y="4200"/>
                    <a:pt x="2793" y="3979"/>
                    <a:pt x="3156" y="3546"/>
                  </a:cubicBezTo>
                  <a:cubicBezTo>
                    <a:pt x="3803" y="2799"/>
                    <a:pt x="3463" y="1576"/>
                    <a:pt x="2953" y="829"/>
                  </a:cubicBezTo>
                  <a:cubicBezTo>
                    <a:pt x="2659" y="390"/>
                    <a:pt x="2067" y="0"/>
                    <a:pt x="1530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2172539" y="2375242"/>
              <a:ext cx="126847" cy="140739"/>
            </a:xfrm>
            <a:custGeom>
              <a:rect b="b" l="l" r="r" t="t"/>
              <a:pathLst>
                <a:path extrusionOk="0" h="4184" w="3771">
                  <a:moveTo>
                    <a:pt x="1670" y="578"/>
                  </a:moveTo>
                  <a:cubicBezTo>
                    <a:pt x="1711" y="578"/>
                    <a:pt x="1755" y="583"/>
                    <a:pt x="1801" y="592"/>
                  </a:cubicBezTo>
                  <a:cubicBezTo>
                    <a:pt x="2105" y="627"/>
                    <a:pt x="2377" y="931"/>
                    <a:pt x="2548" y="1170"/>
                  </a:cubicBezTo>
                  <a:cubicBezTo>
                    <a:pt x="2920" y="1714"/>
                    <a:pt x="3159" y="2561"/>
                    <a:pt x="2819" y="3172"/>
                  </a:cubicBezTo>
                  <a:cubicBezTo>
                    <a:pt x="2602" y="3561"/>
                    <a:pt x="2278" y="3729"/>
                    <a:pt x="1948" y="3729"/>
                  </a:cubicBezTo>
                  <a:cubicBezTo>
                    <a:pt x="1557" y="3729"/>
                    <a:pt x="1157" y="3492"/>
                    <a:pt x="918" y="3104"/>
                  </a:cubicBezTo>
                  <a:cubicBezTo>
                    <a:pt x="511" y="2461"/>
                    <a:pt x="443" y="1578"/>
                    <a:pt x="815" y="899"/>
                  </a:cubicBezTo>
                  <a:cubicBezTo>
                    <a:pt x="883" y="899"/>
                    <a:pt x="951" y="899"/>
                    <a:pt x="1019" y="864"/>
                  </a:cubicBezTo>
                  <a:cubicBezTo>
                    <a:pt x="1253" y="746"/>
                    <a:pt x="1413" y="578"/>
                    <a:pt x="1670" y="578"/>
                  </a:cubicBezTo>
                  <a:close/>
                  <a:moveTo>
                    <a:pt x="1530" y="1"/>
                  </a:moveTo>
                  <a:cubicBezTo>
                    <a:pt x="1198" y="1"/>
                    <a:pt x="886" y="149"/>
                    <a:pt x="679" y="524"/>
                  </a:cubicBezTo>
                  <a:cubicBezTo>
                    <a:pt x="647" y="559"/>
                    <a:pt x="647" y="592"/>
                    <a:pt x="647" y="627"/>
                  </a:cubicBezTo>
                  <a:cubicBezTo>
                    <a:pt x="611" y="627"/>
                    <a:pt x="611" y="627"/>
                    <a:pt x="579" y="660"/>
                  </a:cubicBezTo>
                  <a:cubicBezTo>
                    <a:pt x="0" y="1475"/>
                    <a:pt x="68" y="2765"/>
                    <a:pt x="679" y="3547"/>
                  </a:cubicBezTo>
                  <a:cubicBezTo>
                    <a:pt x="1012" y="3980"/>
                    <a:pt x="1442" y="4184"/>
                    <a:pt x="1875" y="4184"/>
                  </a:cubicBezTo>
                  <a:cubicBezTo>
                    <a:pt x="2325" y="4184"/>
                    <a:pt x="2777" y="3963"/>
                    <a:pt x="3124" y="3547"/>
                  </a:cubicBezTo>
                  <a:cubicBezTo>
                    <a:pt x="3770" y="2800"/>
                    <a:pt x="3463" y="1578"/>
                    <a:pt x="2955" y="831"/>
                  </a:cubicBezTo>
                  <a:cubicBezTo>
                    <a:pt x="2661" y="389"/>
                    <a:pt x="2068" y="1"/>
                    <a:pt x="153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7"/>
            <p:cNvSpPr/>
            <p:nvPr/>
          </p:nvSpPr>
          <p:spPr>
            <a:xfrm>
              <a:off x="1580962" y="2148033"/>
              <a:ext cx="65660" cy="200950"/>
            </a:xfrm>
            <a:custGeom>
              <a:rect b="b" l="l" r="r" t="t"/>
              <a:pathLst>
                <a:path extrusionOk="0" h="5974" w="1952">
                  <a:moveTo>
                    <a:pt x="1106" y="0"/>
                  </a:moveTo>
                  <a:cubicBezTo>
                    <a:pt x="1021" y="0"/>
                    <a:pt x="934" y="51"/>
                    <a:pt x="919" y="149"/>
                  </a:cubicBezTo>
                  <a:cubicBezTo>
                    <a:pt x="883" y="488"/>
                    <a:pt x="951" y="795"/>
                    <a:pt x="987" y="1100"/>
                  </a:cubicBezTo>
                  <a:cubicBezTo>
                    <a:pt x="951" y="1135"/>
                    <a:pt x="883" y="1168"/>
                    <a:pt x="851" y="1203"/>
                  </a:cubicBezTo>
                  <a:cubicBezTo>
                    <a:pt x="815" y="1303"/>
                    <a:pt x="748" y="1407"/>
                    <a:pt x="680" y="1507"/>
                  </a:cubicBezTo>
                  <a:cubicBezTo>
                    <a:pt x="579" y="1235"/>
                    <a:pt x="476" y="964"/>
                    <a:pt x="308" y="727"/>
                  </a:cubicBezTo>
                  <a:cubicBezTo>
                    <a:pt x="278" y="698"/>
                    <a:pt x="244" y="686"/>
                    <a:pt x="210" y="686"/>
                  </a:cubicBezTo>
                  <a:cubicBezTo>
                    <a:pt x="125" y="686"/>
                    <a:pt x="45" y="766"/>
                    <a:pt x="69" y="863"/>
                  </a:cubicBezTo>
                  <a:cubicBezTo>
                    <a:pt x="172" y="1168"/>
                    <a:pt x="340" y="1474"/>
                    <a:pt x="544" y="1746"/>
                  </a:cubicBezTo>
                  <a:cubicBezTo>
                    <a:pt x="511" y="1746"/>
                    <a:pt x="511" y="1779"/>
                    <a:pt x="511" y="1779"/>
                  </a:cubicBezTo>
                  <a:cubicBezTo>
                    <a:pt x="511" y="1882"/>
                    <a:pt x="476" y="1950"/>
                    <a:pt x="476" y="2018"/>
                  </a:cubicBezTo>
                  <a:cubicBezTo>
                    <a:pt x="375" y="2357"/>
                    <a:pt x="308" y="2697"/>
                    <a:pt x="272" y="3036"/>
                  </a:cubicBezTo>
                  <a:cubicBezTo>
                    <a:pt x="136" y="3715"/>
                    <a:pt x="1" y="4359"/>
                    <a:pt x="136" y="5038"/>
                  </a:cubicBezTo>
                  <a:cubicBezTo>
                    <a:pt x="190" y="5359"/>
                    <a:pt x="496" y="5974"/>
                    <a:pt x="872" y="5974"/>
                  </a:cubicBezTo>
                  <a:cubicBezTo>
                    <a:pt x="974" y="5974"/>
                    <a:pt x="1082" y="5929"/>
                    <a:pt x="1190" y="5820"/>
                  </a:cubicBezTo>
                  <a:cubicBezTo>
                    <a:pt x="1666" y="5345"/>
                    <a:pt x="1598" y="4359"/>
                    <a:pt x="1598" y="3715"/>
                  </a:cubicBezTo>
                  <a:cubicBezTo>
                    <a:pt x="1598" y="3104"/>
                    <a:pt x="1562" y="2458"/>
                    <a:pt x="1462" y="1814"/>
                  </a:cubicBezTo>
                  <a:cubicBezTo>
                    <a:pt x="1630" y="1610"/>
                    <a:pt x="1801" y="1371"/>
                    <a:pt x="1902" y="1100"/>
                  </a:cubicBezTo>
                  <a:cubicBezTo>
                    <a:pt x="1951" y="977"/>
                    <a:pt x="1857" y="818"/>
                    <a:pt x="1738" y="818"/>
                  </a:cubicBezTo>
                  <a:cubicBezTo>
                    <a:pt x="1692" y="818"/>
                    <a:pt x="1644" y="840"/>
                    <a:pt x="1598" y="896"/>
                  </a:cubicBezTo>
                  <a:cubicBezTo>
                    <a:pt x="1495" y="1032"/>
                    <a:pt x="1427" y="1168"/>
                    <a:pt x="1326" y="1339"/>
                  </a:cubicBezTo>
                  <a:lnTo>
                    <a:pt x="1326" y="1271"/>
                  </a:lnTo>
                  <a:cubicBezTo>
                    <a:pt x="1291" y="1203"/>
                    <a:pt x="1258" y="1168"/>
                    <a:pt x="1190" y="1135"/>
                  </a:cubicBezTo>
                  <a:cubicBezTo>
                    <a:pt x="1291" y="828"/>
                    <a:pt x="1258" y="456"/>
                    <a:pt x="1291" y="184"/>
                  </a:cubicBezTo>
                  <a:cubicBezTo>
                    <a:pt x="1291" y="60"/>
                    <a:pt x="1199" y="0"/>
                    <a:pt x="1106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7"/>
            <p:cNvSpPr/>
            <p:nvPr/>
          </p:nvSpPr>
          <p:spPr>
            <a:xfrm>
              <a:off x="2060601" y="2158561"/>
              <a:ext cx="69596" cy="190422"/>
            </a:xfrm>
            <a:custGeom>
              <a:rect b="b" l="l" r="r" t="t"/>
              <a:pathLst>
                <a:path extrusionOk="0" h="5661" w="2069">
                  <a:moveTo>
                    <a:pt x="1097" y="1"/>
                  </a:moveTo>
                  <a:cubicBezTo>
                    <a:pt x="1029" y="1"/>
                    <a:pt x="951" y="59"/>
                    <a:pt x="951" y="143"/>
                  </a:cubicBezTo>
                  <a:cubicBezTo>
                    <a:pt x="919" y="279"/>
                    <a:pt x="951" y="414"/>
                    <a:pt x="951" y="583"/>
                  </a:cubicBezTo>
                  <a:cubicBezTo>
                    <a:pt x="987" y="651"/>
                    <a:pt x="987" y="719"/>
                    <a:pt x="987" y="787"/>
                  </a:cubicBezTo>
                  <a:cubicBezTo>
                    <a:pt x="919" y="822"/>
                    <a:pt x="883" y="855"/>
                    <a:pt x="851" y="890"/>
                  </a:cubicBezTo>
                  <a:cubicBezTo>
                    <a:pt x="816" y="958"/>
                    <a:pt x="816" y="990"/>
                    <a:pt x="783" y="1026"/>
                  </a:cubicBezTo>
                  <a:cubicBezTo>
                    <a:pt x="680" y="890"/>
                    <a:pt x="579" y="719"/>
                    <a:pt x="443" y="651"/>
                  </a:cubicBezTo>
                  <a:cubicBezTo>
                    <a:pt x="419" y="643"/>
                    <a:pt x="393" y="639"/>
                    <a:pt x="368" y="639"/>
                  </a:cubicBezTo>
                  <a:cubicBezTo>
                    <a:pt x="284" y="639"/>
                    <a:pt x="204" y="683"/>
                    <a:pt x="204" y="787"/>
                  </a:cubicBezTo>
                  <a:cubicBezTo>
                    <a:pt x="204" y="958"/>
                    <a:pt x="340" y="1094"/>
                    <a:pt x="443" y="1229"/>
                  </a:cubicBezTo>
                  <a:cubicBezTo>
                    <a:pt x="476" y="1297"/>
                    <a:pt x="511" y="1330"/>
                    <a:pt x="579" y="1398"/>
                  </a:cubicBezTo>
                  <a:cubicBezTo>
                    <a:pt x="544" y="1398"/>
                    <a:pt x="511" y="1433"/>
                    <a:pt x="511" y="1466"/>
                  </a:cubicBezTo>
                  <a:cubicBezTo>
                    <a:pt x="511" y="1569"/>
                    <a:pt x="476" y="1637"/>
                    <a:pt x="476" y="1705"/>
                  </a:cubicBezTo>
                  <a:cubicBezTo>
                    <a:pt x="376" y="2044"/>
                    <a:pt x="308" y="2384"/>
                    <a:pt x="272" y="2723"/>
                  </a:cubicBezTo>
                  <a:cubicBezTo>
                    <a:pt x="137" y="3402"/>
                    <a:pt x="1" y="4046"/>
                    <a:pt x="104" y="4725"/>
                  </a:cubicBezTo>
                  <a:cubicBezTo>
                    <a:pt x="183" y="5046"/>
                    <a:pt x="494" y="5661"/>
                    <a:pt x="872" y="5661"/>
                  </a:cubicBezTo>
                  <a:cubicBezTo>
                    <a:pt x="974" y="5661"/>
                    <a:pt x="1082" y="5616"/>
                    <a:pt x="1190" y="5507"/>
                  </a:cubicBezTo>
                  <a:cubicBezTo>
                    <a:pt x="1666" y="5032"/>
                    <a:pt x="1598" y="4046"/>
                    <a:pt x="1598" y="3402"/>
                  </a:cubicBezTo>
                  <a:cubicBezTo>
                    <a:pt x="1598" y="2824"/>
                    <a:pt x="1563" y="2180"/>
                    <a:pt x="1462" y="1569"/>
                  </a:cubicBezTo>
                  <a:cubicBezTo>
                    <a:pt x="1698" y="1433"/>
                    <a:pt x="1970" y="1262"/>
                    <a:pt x="2038" y="990"/>
                  </a:cubicBezTo>
                  <a:cubicBezTo>
                    <a:pt x="2068" y="904"/>
                    <a:pt x="1996" y="815"/>
                    <a:pt x="1911" y="815"/>
                  </a:cubicBezTo>
                  <a:cubicBezTo>
                    <a:pt x="1897" y="815"/>
                    <a:pt x="1883" y="817"/>
                    <a:pt x="1869" y="822"/>
                  </a:cubicBezTo>
                  <a:cubicBezTo>
                    <a:pt x="1666" y="855"/>
                    <a:pt x="1530" y="1026"/>
                    <a:pt x="1359" y="1194"/>
                  </a:cubicBezTo>
                  <a:cubicBezTo>
                    <a:pt x="1359" y="1126"/>
                    <a:pt x="1326" y="1026"/>
                    <a:pt x="1326" y="958"/>
                  </a:cubicBezTo>
                  <a:cubicBezTo>
                    <a:pt x="1291" y="958"/>
                    <a:pt x="1291" y="922"/>
                    <a:pt x="1291" y="922"/>
                  </a:cubicBezTo>
                  <a:cubicBezTo>
                    <a:pt x="1291" y="618"/>
                    <a:pt x="1326" y="311"/>
                    <a:pt x="1190" y="75"/>
                  </a:cubicBezTo>
                  <a:cubicBezTo>
                    <a:pt x="1177" y="23"/>
                    <a:pt x="1139" y="1"/>
                    <a:pt x="109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1795219" y="2121931"/>
              <a:ext cx="123820" cy="330354"/>
            </a:xfrm>
            <a:custGeom>
              <a:rect b="b" l="l" r="r" t="t"/>
              <a:pathLst>
                <a:path extrusionOk="0" h="9821" w="3681">
                  <a:moveTo>
                    <a:pt x="141" y="1"/>
                  </a:moveTo>
                  <a:cubicBezTo>
                    <a:pt x="71" y="1"/>
                    <a:pt x="1" y="72"/>
                    <a:pt x="49" y="145"/>
                  </a:cubicBezTo>
                  <a:cubicBezTo>
                    <a:pt x="1508" y="2997"/>
                    <a:pt x="82" y="5442"/>
                    <a:pt x="321" y="8327"/>
                  </a:cubicBezTo>
                  <a:cubicBezTo>
                    <a:pt x="456" y="9720"/>
                    <a:pt x="2322" y="9788"/>
                    <a:pt x="3341" y="9821"/>
                  </a:cubicBezTo>
                  <a:cubicBezTo>
                    <a:pt x="3681" y="9821"/>
                    <a:pt x="3681" y="9313"/>
                    <a:pt x="3341" y="9277"/>
                  </a:cubicBezTo>
                  <a:cubicBezTo>
                    <a:pt x="2494" y="9177"/>
                    <a:pt x="1000" y="9277"/>
                    <a:pt x="864" y="8090"/>
                  </a:cubicBezTo>
                  <a:cubicBezTo>
                    <a:pt x="796" y="7479"/>
                    <a:pt x="964" y="6765"/>
                    <a:pt x="1068" y="6154"/>
                  </a:cubicBezTo>
                  <a:cubicBezTo>
                    <a:pt x="1339" y="3948"/>
                    <a:pt x="1475" y="1979"/>
                    <a:pt x="217" y="42"/>
                  </a:cubicBezTo>
                  <a:cubicBezTo>
                    <a:pt x="198" y="13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1923571" y="2472247"/>
              <a:ext cx="163377" cy="152748"/>
            </a:xfrm>
            <a:custGeom>
              <a:rect b="b" l="l" r="r" t="t"/>
              <a:pathLst>
                <a:path extrusionOk="0" h="4541" w="4857">
                  <a:moveTo>
                    <a:pt x="3906" y="1071"/>
                  </a:moveTo>
                  <a:lnTo>
                    <a:pt x="3906" y="1071"/>
                  </a:lnTo>
                  <a:cubicBezTo>
                    <a:pt x="4007" y="2089"/>
                    <a:pt x="3667" y="3072"/>
                    <a:pt x="2684" y="3616"/>
                  </a:cubicBezTo>
                  <a:cubicBezTo>
                    <a:pt x="2413" y="3766"/>
                    <a:pt x="1990" y="3890"/>
                    <a:pt x="1601" y="3890"/>
                  </a:cubicBezTo>
                  <a:cubicBezTo>
                    <a:pt x="1112" y="3890"/>
                    <a:pt x="679" y="3694"/>
                    <a:pt x="679" y="3108"/>
                  </a:cubicBezTo>
                  <a:cubicBezTo>
                    <a:pt x="679" y="2937"/>
                    <a:pt x="612" y="2869"/>
                    <a:pt x="511" y="2801"/>
                  </a:cubicBezTo>
                  <a:lnTo>
                    <a:pt x="511" y="2801"/>
                  </a:lnTo>
                  <a:cubicBezTo>
                    <a:pt x="545" y="2802"/>
                    <a:pt x="578" y="2802"/>
                    <a:pt x="612" y="2802"/>
                  </a:cubicBezTo>
                  <a:cubicBezTo>
                    <a:pt x="1931" y="2802"/>
                    <a:pt x="3143" y="2130"/>
                    <a:pt x="3906" y="1071"/>
                  </a:cubicBezTo>
                  <a:close/>
                  <a:moveTo>
                    <a:pt x="4001" y="0"/>
                  </a:moveTo>
                  <a:cubicBezTo>
                    <a:pt x="3912" y="0"/>
                    <a:pt x="3825" y="44"/>
                    <a:pt x="3770" y="152"/>
                  </a:cubicBezTo>
                  <a:cubicBezTo>
                    <a:pt x="3124" y="1546"/>
                    <a:pt x="1869" y="2325"/>
                    <a:pt x="340" y="2497"/>
                  </a:cubicBezTo>
                  <a:cubicBezTo>
                    <a:pt x="172" y="2497"/>
                    <a:pt x="136" y="2700"/>
                    <a:pt x="272" y="2768"/>
                  </a:cubicBezTo>
                  <a:cubicBezTo>
                    <a:pt x="104" y="2801"/>
                    <a:pt x="0" y="2904"/>
                    <a:pt x="0" y="3072"/>
                  </a:cubicBezTo>
                  <a:cubicBezTo>
                    <a:pt x="0" y="4123"/>
                    <a:pt x="791" y="4541"/>
                    <a:pt x="1640" y="4541"/>
                  </a:cubicBezTo>
                  <a:cubicBezTo>
                    <a:pt x="1971" y="4541"/>
                    <a:pt x="2311" y="4477"/>
                    <a:pt x="2616" y="4363"/>
                  </a:cubicBezTo>
                  <a:cubicBezTo>
                    <a:pt x="4346" y="3719"/>
                    <a:pt x="4857" y="1885"/>
                    <a:pt x="4314" y="220"/>
                  </a:cubicBezTo>
                  <a:cubicBezTo>
                    <a:pt x="4273" y="98"/>
                    <a:pt x="4134" y="0"/>
                    <a:pt x="4001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8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480925" y="3026251"/>
            <a:ext cx="2501356" cy="1749119"/>
          </a:xfrm>
          <a:custGeom>
            <a:rect b="b" l="l" r="r" t="t"/>
            <a:pathLst>
              <a:path extrusionOk="0" h="34513" w="35726">
                <a:moveTo>
                  <a:pt x="28288" y="1146"/>
                </a:moveTo>
                <a:cubicBezTo>
                  <a:pt x="29372" y="1146"/>
                  <a:pt x="30399" y="1525"/>
                  <a:pt x="31456" y="1782"/>
                </a:cubicBezTo>
                <a:cubicBezTo>
                  <a:pt x="33591" y="2282"/>
                  <a:pt x="34491" y="4017"/>
                  <a:pt x="34491" y="6185"/>
                </a:cubicBezTo>
                <a:cubicBezTo>
                  <a:pt x="34491" y="7886"/>
                  <a:pt x="34592" y="9554"/>
                  <a:pt x="34592" y="11222"/>
                </a:cubicBezTo>
                <a:cubicBezTo>
                  <a:pt x="34558" y="13290"/>
                  <a:pt x="34692" y="15291"/>
                  <a:pt x="34491" y="17360"/>
                </a:cubicBezTo>
                <a:cubicBezTo>
                  <a:pt x="34325" y="19528"/>
                  <a:pt x="34391" y="21729"/>
                  <a:pt x="34558" y="23898"/>
                </a:cubicBezTo>
                <a:cubicBezTo>
                  <a:pt x="34758" y="26266"/>
                  <a:pt x="34525" y="28568"/>
                  <a:pt x="33924" y="30869"/>
                </a:cubicBezTo>
                <a:cubicBezTo>
                  <a:pt x="33457" y="32537"/>
                  <a:pt x="31523" y="33471"/>
                  <a:pt x="30088" y="33505"/>
                </a:cubicBezTo>
                <a:cubicBezTo>
                  <a:pt x="29435" y="33551"/>
                  <a:pt x="28781" y="33570"/>
                  <a:pt x="28127" y="33570"/>
                </a:cubicBezTo>
                <a:cubicBezTo>
                  <a:pt x="25510" y="33570"/>
                  <a:pt x="22890" y="33271"/>
                  <a:pt x="20248" y="33271"/>
                </a:cubicBezTo>
                <a:cubicBezTo>
                  <a:pt x="18669" y="33271"/>
                  <a:pt x="17075" y="33227"/>
                  <a:pt x="15477" y="33227"/>
                </a:cubicBezTo>
                <a:cubicBezTo>
                  <a:pt x="14677" y="33227"/>
                  <a:pt x="13877" y="33238"/>
                  <a:pt x="13076" y="33271"/>
                </a:cubicBezTo>
                <a:cubicBezTo>
                  <a:pt x="11759" y="33316"/>
                  <a:pt x="10426" y="33439"/>
                  <a:pt x="9109" y="33439"/>
                </a:cubicBezTo>
                <a:cubicBezTo>
                  <a:pt x="8492" y="33439"/>
                  <a:pt x="7879" y="33412"/>
                  <a:pt x="7272" y="33338"/>
                </a:cubicBezTo>
                <a:cubicBezTo>
                  <a:pt x="5871" y="33204"/>
                  <a:pt x="4403" y="32904"/>
                  <a:pt x="3236" y="31837"/>
                </a:cubicBezTo>
                <a:cubicBezTo>
                  <a:pt x="2535" y="31203"/>
                  <a:pt x="2235" y="30436"/>
                  <a:pt x="1968" y="29568"/>
                </a:cubicBezTo>
                <a:cubicBezTo>
                  <a:pt x="1768" y="29001"/>
                  <a:pt x="1568" y="28401"/>
                  <a:pt x="1501" y="27834"/>
                </a:cubicBezTo>
                <a:cubicBezTo>
                  <a:pt x="1435" y="26967"/>
                  <a:pt x="1535" y="26133"/>
                  <a:pt x="1401" y="25299"/>
                </a:cubicBezTo>
                <a:cubicBezTo>
                  <a:pt x="1234" y="24431"/>
                  <a:pt x="1468" y="23631"/>
                  <a:pt x="1468" y="22830"/>
                </a:cubicBezTo>
                <a:cubicBezTo>
                  <a:pt x="1501" y="21863"/>
                  <a:pt x="1401" y="20896"/>
                  <a:pt x="1435" y="19962"/>
                </a:cubicBezTo>
                <a:cubicBezTo>
                  <a:pt x="1501" y="18527"/>
                  <a:pt x="1468" y="17126"/>
                  <a:pt x="1401" y="15692"/>
                </a:cubicBezTo>
                <a:cubicBezTo>
                  <a:pt x="1334" y="13824"/>
                  <a:pt x="1034" y="11922"/>
                  <a:pt x="1435" y="9988"/>
                </a:cubicBezTo>
                <a:cubicBezTo>
                  <a:pt x="1635" y="8920"/>
                  <a:pt x="1401" y="7719"/>
                  <a:pt x="1601" y="6619"/>
                </a:cubicBezTo>
                <a:cubicBezTo>
                  <a:pt x="1768" y="5484"/>
                  <a:pt x="1868" y="4317"/>
                  <a:pt x="2502" y="3316"/>
                </a:cubicBezTo>
                <a:cubicBezTo>
                  <a:pt x="2769" y="2883"/>
                  <a:pt x="3169" y="2582"/>
                  <a:pt x="3536" y="2482"/>
                </a:cubicBezTo>
                <a:cubicBezTo>
                  <a:pt x="4768" y="2126"/>
                  <a:pt x="5999" y="1580"/>
                  <a:pt x="7292" y="1580"/>
                </a:cubicBezTo>
                <a:cubicBezTo>
                  <a:pt x="7330" y="1580"/>
                  <a:pt x="7368" y="1581"/>
                  <a:pt x="7405" y="1582"/>
                </a:cubicBezTo>
                <a:cubicBezTo>
                  <a:pt x="9331" y="1607"/>
                  <a:pt x="11256" y="1671"/>
                  <a:pt x="13182" y="1671"/>
                </a:cubicBezTo>
                <a:cubicBezTo>
                  <a:pt x="13792" y="1671"/>
                  <a:pt x="14401" y="1664"/>
                  <a:pt x="15011" y="1648"/>
                </a:cubicBezTo>
                <a:cubicBezTo>
                  <a:pt x="15218" y="1643"/>
                  <a:pt x="15425" y="1641"/>
                  <a:pt x="15632" y="1641"/>
                </a:cubicBezTo>
                <a:cubicBezTo>
                  <a:pt x="16285" y="1641"/>
                  <a:pt x="16939" y="1661"/>
                  <a:pt x="17593" y="1661"/>
                </a:cubicBezTo>
                <a:cubicBezTo>
                  <a:pt x="18066" y="1661"/>
                  <a:pt x="18540" y="1651"/>
                  <a:pt x="19014" y="1615"/>
                </a:cubicBezTo>
                <a:cubicBezTo>
                  <a:pt x="20048" y="1515"/>
                  <a:pt x="21149" y="1548"/>
                  <a:pt x="22183" y="1348"/>
                </a:cubicBezTo>
                <a:cubicBezTo>
                  <a:pt x="22374" y="1316"/>
                  <a:pt x="22567" y="1305"/>
                  <a:pt x="22761" y="1305"/>
                </a:cubicBezTo>
                <a:cubicBezTo>
                  <a:pt x="23186" y="1305"/>
                  <a:pt x="23615" y="1358"/>
                  <a:pt x="24039" y="1358"/>
                </a:cubicBezTo>
                <a:cubicBezTo>
                  <a:pt x="24233" y="1358"/>
                  <a:pt x="24426" y="1347"/>
                  <a:pt x="24618" y="1315"/>
                </a:cubicBezTo>
                <a:cubicBezTo>
                  <a:pt x="25785" y="1148"/>
                  <a:pt x="26953" y="1181"/>
                  <a:pt x="28154" y="1148"/>
                </a:cubicBezTo>
                <a:cubicBezTo>
                  <a:pt x="28198" y="1147"/>
                  <a:pt x="28243" y="1146"/>
                  <a:pt x="28288" y="1146"/>
                </a:cubicBezTo>
                <a:close/>
                <a:moveTo>
                  <a:pt x="28824" y="1"/>
                </a:moveTo>
                <a:cubicBezTo>
                  <a:pt x="27356" y="1"/>
                  <a:pt x="25891" y="166"/>
                  <a:pt x="24451" y="281"/>
                </a:cubicBezTo>
                <a:cubicBezTo>
                  <a:pt x="21882" y="514"/>
                  <a:pt x="19314" y="514"/>
                  <a:pt x="16745" y="714"/>
                </a:cubicBezTo>
                <a:cubicBezTo>
                  <a:pt x="16471" y="736"/>
                  <a:pt x="16194" y="744"/>
                  <a:pt x="15916" y="744"/>
                </a:cubicBezTo>
                <a:cubicBezTo>
                  <a:pt x="14719" y="744"/>
                  <a:pt x="13497" y="585"/>
                  <a:pt x="12284" y="585"/>
                </a:cubicBezTo>
                <a:cubicBezTo>
                  <a:pt x="12003" y="585"/>
                  <a:pt x="11722" y="593"/>
                  <a:pt x="11442" y="614"/>
                </a:cubicBezTo>
                <a:cubicBezTo>
                  <a:pt x="11214" y="625"/>
                  <a:pt x="10987" y="629"/>
                  <a:pt x="10761" y="629"/>
                </a:cubicBezTo>
                <a:cubicBezTo>
                  <a:pt x="10046" y="629"/>
                  <a:pt x="9337" y="589"/>
                  <a:pt x="8626" y="589"/>
                </a:cubicBezTo>
                <a:cubicBezTo>
                  <a:pt x="8110" y="589"/>
                  <a:pt x="7593" y="610"/>
                  <a:pt x="7072" y="681"/>
                </a:cubicBezTo>
                <a:cubicBezTo>
                  <a:pt x="5671" y="881"/>
                  <a:pt x="4337" y="1181"/>
                  <a:pt x="3069" y="1782"/>
                </a:cubicBezTo>
                <a:cubicBezTo>
                  <a:pt x="2135" y="2215"/>
                  <a:pt x="1334" y="2883"/>
                  <a:pt x="1068" y="4017"/>
                </a:cubicBezTo>
                <a:cubicBezTo>
                  <a:pt x="701" y="5384"/>
                  <a:pt x="400" y="6752"/>
                  <a:pt x="334" y="8153"/>
                </a:cubicBezTo>
                <a:cubicBezTo>
                  <a:pt x="267" y="9554"/>
                  <a:pt x="234" y="10955"/>
                  <a:pt x="100" y="12323"/>
                </a:cubicBezTo>
                <a:cubicBezTo>
                  <a:pt x="0" y="13490"/>
                  <a:pt x="334" y="14658"/>
                  <a:pt x="367" y="15825"/>
                </a:cubicBezTo>
                <a:cubicBezTo>
                  <a:pt x="467" y="17460"/>
                  <a:pt x="300" y="19094"/>
                  <a:pt x="334" y="20762"/>
                </a:cubicBezTo>
                <a:cubicBezTo>
                  <a:pt x="367" y="22997"/>
                  <a:pt x="200" y="25232"/>
                  <a:pt x="400" y="27500"/>
                </a:cubicBezTo>
                <a:cubicBezTo>
                  <a:pt x="534" y="28835"/>
                  <a:pt x="934" y="30035"/>
                  <a:pt x="1401" y="31236"/>
                </a:cubicBezTo>
                <a:cubicBezTo>
                  <a:pt x="2035" y="32904"/>
                  <a:pt x="3669" y="33271"/>
                  <a:pt x="5004" y="33972"/>
                </a:cubicBezTo>
                <a:cubicBezTo>
                  <a:pt x="5827" y="34416"/>
                  <a:pt x="6723" y="34446"/>
                  <a:pt x="7615" y="34446"/>
                </a:cubicBezTo>
                <a:cubicBezTo>
                  <a:pt x="7753" y="34446"/>
                  <a:pt x="7890" y="34445"/>
                  <a:pt x="8027" y="34445"/>
                </a:cubicBezTo>
                <a:cubicBezTo>
                  <a:pt x="8334" y="34445"/>
                  <a:pt x="8640" y="34449"/>
                  <a:pt x="8940" y="34472"/>
                </a:cubicBezTo>
                <a:cubicBezTo>
                  <a:pt x="9045" y="34475"/>
                  <a:pt x="9149" y="34477"/>
                  <a:pt x="9254" y="34477"/>
                </a:cubicBezTo>
                <a:cubicBezTo>
                  <a:pt x="10117" y="34477"/>
                  <a:pt x="10979" y="34365"/>
                  <a:pt x="11842" y="34305"/>
                </a:cubicBezTo>
                <a:cubicBezTo>
                  <a:pt x="12909" y="34238"/>
                  <a:pt x="13977" y="34205"/>
                  <a:pt x="15078" y="34172"/>
                </a:cubicBezTo>
                <a:cubicBezTo>
                  <a:pt x="15945" y="34138"/>
                  <a:pt x="16846" y="34138"/>
                  <a:pt x="17746" y="34138"/>
                </a:cubicBezTo>
                <a:cubicBezTo>
                  <a:pt x="19914" y="34205"/>
                  <a:pt x="22049" y="34238"/>
                  <a:pt x="24217" y="34305"/>
                </a:cubicBezTo>
                <a:cubicBezTo>
                  <a:pt x="25752" y="34372"/>
                  <a:pt x="27253" y="34439"/>
                  <a:pt x="28787" y="34505"/>
                </a:cubicBezTo>
                <a:cubicBezTo>
                  <a:pt x="28954" y="34510"/>
                  <a:pt x="29121" y="34513"/>
                  <a:pt x="29288" y="34513"/>
                </a:cubicBezTo>
                <a:cubicBezTo>
                  <a:pt x="30287" y="34513"/>
                  <a:pt x="31280" y="34415"/>
                  <a:pt x="32223" y="34072"/>
                </a:cubicBezTo>
                <a:cubicBezTo>
                  <a:pt x="33958" y="33438"/>
                  <a:pt x="34625" y="31970"/>
                  <a:pt x="34958" y="30369"/>
                </a:cubicBezTo>
                <a:cubicBezTo>
                  <a:pt x="35325" y="28768"/>
                  <a:pt x="35559" y="27133"/>
                  <a:pt x="35559" y="25499"/>
                </a:cubicBezTo>
                <a:cubicBezTo>
                  <a:pt x="35526" y="22964"/>
                  <a:pt x="35359" y="20462"/>
                  <a:pt x="35459" y="17927"/>
                </a:cubicBezTo>
                <a:cubicBezTo>
                  <a:pt x="35492" y="16926"/>
                  <a:pt x="35425" y="15925"/>
                  <a:pt x="35459" y="14925"/>
                </a:cubicBezTo>
                <a:cubicBezTo>
                  <a:pt x="35559" y="13590"/>
                  <a:pt x="35659" y="12256"/>
                  <a:pt x="35592" y="10922"/>
                </a:cubicBezTo>
                <a:cubicBezTo>
                  <a:pt x="35492" y="9020"/>
                  <a:pt x="35726" y="7119"/>
                  <a:pt x="35425" y="5218"/>
                </a:cubicBezTo>
                <a:cubicBezTo>
                  <a:pt x="34992" y="3783"/>
                  <a:pt x="34925" y="2215"/>
                  <a:pt x="33291" y="1315"/>
                </a:cubicBezTo>
                <a:cubicBezTo>
                  <a:pt x="32090" y="648"/>
                  <a:pt x="30889" y="81"/>
                  <a:pt x="29521" y="14"/>
                </a:cubicBezTo>
                <a:cubicBezTo>
                  <a:pt x="29289" y="5"/>
                  <a:pt x="29056" y="1"/>
                  <a:pt x="288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8"/>
          <p:cNvSpPr/>
          <p:nvPr/>
        </p:nvSpPr>
        <p:spPr>
          <a:xfrm>
            <a:off x="480925" y="1234333"/>
            <a:ext cx="2501356" cy="1665856"/>
          </a:xfrm>
          <a:custGeom>
            <a:rect b="b" l="l" r="r" t="t"/>
            <a:pathLst>
              <a:path extrusionOk="0" h="34513" w="35726">
                <a:moveTo>
                  <a:pt x="28288" y="1146"/>
                </a:moveTo>
                <a:cubicBezTo>
                  <a:pt x="29372" y="1146"/>
                  <a:pt x="30399" y="1525"/>
                  <a:pt x="31456" y="1782"/>
                </a:cubicBezTo>
                <a:cubicBezTo>
                  <a:pt x="33591" y="2282"/>
                  <a:pt x="34491" y="4017"/>
                  <a:pt x="34491" y="6185"/>
                </a:cubicBezTo>
                <a:cubicBezTo>
                  <a:pt x="34491" y="7886"/>
                  <a:pt x="34592" y="9554"/>
                  <a:pt x="34592" y="11222"/>
                </a:cubicBezTo>
                <a:cubicBezTo>
                  <a:pt x="34558" y="13290"/>
                  <a:pt x="34692" y="15291"/>
                  <a:pt x="34491" y="17360"/>
                </a:cubicBezTo>
                <a:cubicBezTo>
                  <a:pt x="34325" y="19528"/>
                  <a:pt x="34391" y="21729"/>
                  <a:pt x="34558" y="23898"/>
                </a:cubicBezTo>
                <a:cubicBezTo>
                  <a:pt x="34758" y="26266"/>
                  <a:pt x="34525" y="28568"/>
                  <a:pt x="33924" y="30869"/>
                </a:cubicBezTo>
                <a:cubicBezTo>
                  <a:pt x="33457" y="32537"/>
                  <a:pt x="31523" y="33471"/>
                  <a:pt x="30088" y="33505"/>
                </a:cubicBezTo>
                <a:cubicBezTo>
                  <a:pt x="29435" y="33551"/>
                  <a:pt x="28781" y="33570"/>
                  <a:pt x="28127" y="33570"/>
                </a:cubicBezTo>
                <a:cubicBezTo>
                  <a:pt x="25510" y="33570"/>
                  <a:pt x="22890" y="33271"/>
                  <a:pt x="20248" y="33271"/>
                </a:cubicBezTo>
                <a:cubicBezTo>
                  <a:pt x="18669" y="33271"/>
                  <a:pt x="17075" y="33227"/>
                  <a:pt x="15477" y="33227"/>
                </a:cubicBezTo>
                <a:cubicBezTo>
                  <a:pt x="14677" y="33227"/>
                  <a:pt x="13877" y="33238"/>
                  <a:pt x="13076" y="33271"/>
                </a:cubicBezTo>
                <a:cubicBezTo>
                  <a:pt x="11759" y="33316"/>
                  <a:pt x="10426" y="33439"/>
                  <a:pt x="9109" y="33439"/>
                </a:cubicBezTo>
                <a:cubicBezTo>
                  <a:pt x="8492" y="33439"/>
                  <a:pt x="7879" y="33412"/>
                  <a:pt x="7272" y="33338"/>
                </a:cubicBezTo>
                <a:cubicBezTo>
                  <a:pt x="5871" y="33204"/>
                  <a:pt x="4403" y="32904"/>
                  <a:pt x="3236" y="31837"/>
                </a:cubicBezTo>
                <a:cubicBezTo>
                  <a:pt x="2535" y="31203"/>
                  <a:pt x="2235" y="30436"/>
                  <a:pt x="1968" y="29568"/>
                </a:cubicBezTo>
                <a:cubicBezTo>
                  <a:pt x="1768" y="29001"/>
                  <a:pt x="1568" y="28401"/>
                  <a:pt x="1501" y="27834"/>
                </a:cubicBezTo>
                <a:cubicBezTo>
                  <a:pt x="1435" y="26967"/>
                  <a:pt x="1535" y="26133"/>
                  <a:pt x="1401" y="25299"/>
                </a:cubicBezTo>
                <a:cubicBezTo>
                  <a:pt x="1234" y="24431"/>
                  <a:pt x="1468" y="23631"/>
                  <a:pt x="1468" y="22830"/>
                </a:cubicBezTo>
                <a:cubicBezTo>
                  <a:pt x="1501" y="21863"/>
                  <a:pt x="1401" y="20896"/>
                  <a:pt x="1435" y="19962"/>
                </a:cubicBezTo>
                <a:cubicBezTo>
                  <a:pt x="1501" y="18527"/>
                  <a:pt x="1468" y="17126"/>
                  <a:pt x="1401" y="15692"/>
                </a:cubicBezTo>
                <a:cubicBezTo>
                  <a:pt x="1334" y="13824"/>
                  <a:pt x="1034" y="11922"/>
                  <a:pt x="1435" y="9988"/>
                </a:cubicBezTo>
                <a:cubicBezTo>
                  <a:pt x="1635" y="8920"/>
                  <a:pt x="1401" y="7719"/>
                  <a:pt x="1601" y="6619"/>
                </a:cubicBezTo>
                <a:cubicBezTo>
                  <a:pt x="1768" y="5484"/>
                  <a:pt x="1868" y="4317"/>
                  <a:pt x="2502" y="3316"/>
                </a:cubicBezTo>
                <a:cubicBezTo>
                  <a:pt x="2769" y="2883"/>
                  <a:pt x="3169" y="2582"/>
                  <a:pt x="3536" y="2482"/>
                </a:cubicBezTo>
                <a:cubicBezTo>
                  <a:pt x="4768" y="2126"/>
                  <a:pt x="5999" y="1580"/>
                  <a:pt x="7292" y="1580"/>
                </a:cubicBezTo>
                <a:cubicBezTo>
                  <a:pt x="7330" y="1580"/>
                  <a:pt x="7368" y="1581"/>
                  <a:pt x="7405" y="1582"/>
                </a:cubicBezTo>
                <a:cubicBezTo>
                  <a:pt x="9331" y="1607"/>
                  <a:pt x="11256" y="1671"/>
                  <a:pt x="13182" y="1671"/>
                </a:cubicBezTo>
                <a:cubicBezTo>
                  <a:pt x="13792" y="1671"/>
                  <a:pt x="14401" y="1664"/>
                  <a:pt x="15011" y="1648"/>
                </a:cubicBezTo>
                <a:cubicBezTo>
                  <a:pt x="15218" y="1643"/>
                  <a:pt x="15425" y="1641"/>
                  <a:pt x="15632" y="1641"/>
                </a:cubicBezTo>
                <a:cubicBezTo>
                  <a:pt x="16285" y="1641"/>
                  <a:pt x="16939" y="1661"/>
                  <a:pt x="17593" y="1661"/>
                </a:cubicBezTo>
                <a:cubicBezTo>
                  <a:pt x="18066" y="1661"/>
                  <a:pt x="18540" y="1651"/>
                  <a:pt x="19014" y="1615"/>
                </a:cubicBezTo>
                <a:cubicBezTo>
                  <a:pt x="20048" y="1515"/>
                  <a:pt x="21149" y="1548"/>
                  <a:pt x="22183" y="1348"/>
                </a:cubicBezTo>
                <a:cubicBezTo>
                  <a:pt x="22374" y="1316"/>
                  <a:pt x="22567" y="1305"/>
                  <a:pt x="22761" y="1305"/>
                </a:cubicBezTo>
                <a:cubicBezTo>
                  <a:pt x="23186" y="1305"/>
                  <a:pt x="23615" y="1358"/>
                  <a:pt x="24039" y="1358"/>
                </a:cubicBezTo>
                <a:cubicBezTo>
                  <a:pt x="24233" y="1358"/>
                  <a:pt x="24426" y="1347"/>
                  <a:pt x="24618" y="1315"/>
                </a:cubicBezTo>
                <a:cubicBezTo>
                  <a:pt x="25785" y="1148"/>
                  <a:pt x="26953" y="1181"/>
                  <a:pt x="28154" y="1148"/>
                </a:cubicBezTo>
                <a:cubicBezTo>
                  <a:pt x="28198" y="1147"/>
                  <a:pt x="28243" y="1146"/>
                  <a:pt x="28288" y="1146"/>
                </a:cubicBezTo>
                <a:close/>
                <a:moveTo>
                  <a:pt x="28824" y="1"/>
                </a:moveTo>
                <a:cubicBezTo>
                  <a:pt x="27356" y="1"/>
                  <a:pt x="25891" y="166"/>
                  <a:pt x="24451" y="281"/>
                </a:cubicBezTo>
                <a:cubicBezTo>
                  <a:pt x="21882" y="514"/>
                  <a:pt x="19314" y="514"/>
                  <a:pt x="16745" y="714"/>
                </a:cubicBezTo>
                <a:cubicBezTo>
                  <a:pt x="16471" y="736"/>
                  <a:pt x="16194" y="744"/>
                  <a:pt x="15916" y="744"/>
                </a:cubicBezTo>
                <a:cubicBezTo>
                  <a:pt x="14719" y="744"/>
                  <a:pt x="13497" y="585"/>
                  <a:pt x="12284" y="585"/>
                </a:cubicBezTo>
                <a:cubicBezTo>
                  <a:pt x="12003" y="585"/>
                  <a:pt x="11722" y="593"/>
                  <a:pt x="11442" y="614"/>
                </a:cubicBezTo>
                <a:cubicBezTo>
                  <a:pt x="11214" y="625"/>
                  <a:pt x="10987" y="629"/>
                  <a:pt x="10761" y="629"/>
                </a:cubicBezTo>
                <a:cubicBezTo>
                  <a:pt x="10046" y="629"/>
                  <a:pt x="9337" y="589"/>
                  <a:pt x="8626" y="589"/>
                </a:cubicBezTo>
                <a:cubicBezTo>
                  <a:pt x="8110" y="589"/>
                  <a:pt x="7593" y="610"/>
                  <a:pt x="7072" y="681"/>
                </a:cubicBezTo>
                <a:cubicBezTo>
                  <a:pt x="5671" y="881"/>
                  <a:pt x="4337" y="1181"/>
                  <a:pt x="3069" y="1782"/>
                </a:cubicBezTo>
                <a:cubicBezTo>
                  <a:pt x="2135" y="2215"/>
                  <a:pt x="1334" y="2883"/>
                  <a:pt x="1068" y="4017"/>
                </a:cubicBezTo>
                <a:cubicBezTo>
                  <a:pt x="701" y="5384"/>
                  <a:pt x="400" y="6752"/>
                  <a:pt x="334" y="8153"/>
                </a:cubicBezTo>
                <a:cubicBezTo>
                  <a:pt x="267" y="9554"/>
                  <a:pt x="234" y="10955"/>
                  <a:pt x="100" y="12323"/>
                </a:cubicBezTo>
                <a:cubicBezTo>
                  <a:pt x="0" y="13490"/>
                  <a:pt x="334" y="14658"/>
                  <a:pt x="367" y="15825"/>
                </a:cubicBezTo>
                <a:cubicBezTo>
                  <a:pt x="467" y="17460"/>
                  <a:pt x="300" y="19094"/>
                  <a:pt x="334" y="20762"/>
                </a:cubicBezTo>
                <a:cubicBezTo>
                  <a:pt x="367" y="22997"/>
                  <a:pt x="200" y="25232"/>
                  <a:pt x="400" y="27500"/>
                </a:cubicBezTo>
                <a:cubicBezTo>
                  <a:pt x="534" y="28835"/>
                  <a:pt x="934" y="30035"/>
                  <a:pt x="1401" y="31236"/>
                </a:cubicBezTo>
                <a:cubicBezTo>
                  <a:pt x="2035" y="32904"/>
                  <a:pt x="3669" y="33271"/>
                  <a:pt x="5004" y="33972"/>
                </a:cubicBezTo>
                <a:cubicBezTo>
                  <a:pt x="5827" y="34416"/>
                  <a:pt x="6723" y="34446"/>
                  <a:pt x="7615" y="34446"/>
                </a:cubicBezTo>
                <a:cubicBezTo>
                  <a:pt x="7753" y="34446"/>
                  <a:pt x="7890" y="34445"/>
                  <a:pt x="8027" y="34445"/>
                </a:cubicBezTo>
                <a:cubicBezTo>
                  <a:pt x="8334" y="34445"/>
                  <a:pt x="8640" y="34449"/>
                  <a:pt x="8940" y="34472"/>
                </a:cubicBezTo>
                <a:cubicBezTo>
                  <a:pt x="9045" y="34475"/>
                  <a:pt x="9149" y="34477"/>
                  <a:pt x="9254" y="34477"/>
                </a:cubicBezTo>
                <a:cubicBezTo>
                  <a:pt x="10117" y="34477"/>
                  <a:pt x="10979" y="34365"/>
                  <a:pt x="11842" y="34305"/>
                </a:cubicBezTo>
                <a:cubicBezTo>
                  <a:pt x="12909" y="34238"/>
                  <a:pt x="13977" y="34205"/>
                  <a:pt x="15078" y="34172"/>
                </a:cubicBezTo>
                <a:cubicBezTo>
                  <a:pt x="15945" y="34138"/>
                  <a:pt x="16846" y="34138"/>
                  <a:pt x="17746" y="34138"/>
                </a:cubicBezTo>
                <a:cubicBezTo>
                  <a:pt x="19914" y="34205"/>
                  <a:pt x="22049" y="34238"/>
                  <a:pt x="24217" y="34305"/>
                </a:cubicBezTo>
                <a:cubicBezTo>
                  <a:pt x="25752" y="34372"/>
                  <a:pt x="27253" y="34439"/>
                  <a:pt x="28787" y="34505"/>
                </a:cubicBezTo>
                <a:cubicBezTo>
                  <a:pt x="28954" y="34510"/>
                  <a:pt x="29121" y="34513"/>
                  <a:pt x="29288" y="34513"/>
                </a:cubicBezTo>
                <a:cubicBezTo>
                  <a:pt x="30287" y="34513"/>
                  <a:pt x="31280" y="34415"/>
                  <a:pt x="32223" y="34072"/>
                </a:cubicBezTo>
                <a:cubicBezTo>
                  <a:pt x="33958" y="33438"/>
                  <a:pt x="34625" y="31970"/>
                  <a:pt x="34958" y="30369"/>
                </a:cubicBezTo>
                <a:cubicBezTo>
                  <a:pt x="35325" y="28768"/>
                  <a:pt x="35559" y="27133"/>
                  <a:pt x="35559" y="25499"/>
                </a:cubicBezTo>
                <a:cubicBezTo>
                  <a:pt x="35526" y="22964"/>
                  <a:pt x="35359" y="20462"/>
                  <a:pt x="35459" y="17927"/>
                </a:cubicBezTo>
                <a:cubicBezTo>
                  <a:pt x="35492" y="16926"/>
                  <a:pt x="35425" y="15925"/>
                  <a:pt x="35459" y="14925"/>
                </a:cubicBezTo>
                <a:cubicBezTo>
                  <a:pt x="35559" y="13590"/>
                  <a:pt x="35659" y="12256"/>
                  <a:pt x="35592" y="10922"/>
                </a:cubicBezTo>
                <a:cubicBezTo>
                  <a:pt x="35492" y="9020"/>
                  <a:pt x="35726" y="7119"/>
                  <a:pt x="35425" y="5218"/>
                </a:cubicBezTo>
                <a:cubicBezTo>
                  <a:pt x="34992" y="3783"/>
                  <a:pt x="34925" y="2215"/>
                  <a:pt x="33291" y="1315"/>
                </a:cubicBezTo>
                <a:cubicBezTo>
                  <a:pt x="32090" y="648"/>
                  <a:pt x="30889" y="81"/>
                  <a:pt x="29521" y="14"/>
                </a:cubicBezTo>
                <a:cubicBezTo>
                  <a:pt x="29289" y="5"/>
                  <a:pt x="29056" y="1"/>
                  <a:pt x="2882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8"/>
          <p:cNvSpPr/>
          <p:nvPr/>
        </p:nvSpPr>
        <p:spPr>
          <a:xfrm flipH="1">
            <a:off x="6138136" y="3009749"/>
            <a:ext cx="2548514" cy="1782079"/>
          </a:xfrm>
          <a:custGeom>
            <a:rect b="b" l="l" r="r" t="t"/>
            <a:pathLst>
              <a:path extrusionOk="0" h="34513" w="35726">
                <a:moveTo>
                  <a:pt x="28288" y="1146"/>
                </a:moveTo>
                <a:cubicBezTo>
                  <a:pt x="29372" y="1146"/>
                  <a:pt x="30399" y="1525"/>
                  <a:pt x="31456" y="1782"/>
                </a:cubicBezTo>
                <a:cubicBezTo>
                  <a:pt x="33591" y="2282"/>
                  <a:pt x="34491" y="4017"/>
                  <a:pt x="34491" y="6185"/>
                </a:cubicBezTo>
                <a:cubicBezTo>
                  <a:pt x="34491" y="7886"/>
                  <a:pt x="34592" y="9554"/>
                  <a:pt x="34592" y="11222"/>
                </a:cubicBezTo>
                <a:cubicBezTo>
                  <a:pt x="34558" y="13290"/>
                  <a:pt x="34692" y="15291"/>
                  <a:pt x="34491" y="17360"/>
                </a:cubicBezTo>
                <a:cubicBezTo>
                  <a:pt x="34325" y="19528"/>
                  <a:pt x="34391" y="21729"/>
                  <a:pt x="34558" y="23898"/>
                </a:cubicBezTo>
                <a:cubicBezTo>
                  <a:pt x="34758" y="26266"/>
                  <a:pt x="34525" y="28568"/>
                  <a:pt x="33924" y="30869"/>
                </a:cubicBezTo>
                <a:cubicBezTo>
                  <a:pt x="33457" y="32537"/>
                  <a:pt x="31523" y="33471"/>
                  <a:pt x="30088" y="33505"/>
                </a:cubicBezTo>
                <a:cubicBezTo>
                  <a:pt x="29435" y="33551"/>
                  <a:pt x="28781" y="33570"/>
                  <a:pt x="28127" y="33570"/>
                </a:cubicBezTo>
                <a:cubicBezTo>
                  <a:pt x="25510" y="33570"/>
                  <a:pt x="22890" y="33271"/>
                  <a:pt x="20248" y="33271"/>
                </a:cubicBezTo>
                <a:cubicBezTo>
                  <a:pt x="18669" y="33271"/>
                  <a:pt x="17075" y="33227"/>
                  <a:pt x="15477" y="33227"/>
                </a:cubicBezTo>
                <a:cubicBezTo>
                  <a:pt x="14677" y="33227"/>
                  <a:pt x="13877" y="33238"/>
                  <a:pt x="13076" y="33271"/>
                </a:cubicBezTo>
                <a:cubicBezTo>
                  <a:pt x="11759" y="33316"/>
                  <a:pt x="10426" y="33439"/>
                  <a:pt x="9109" y="33439"/>
                </a:cubicBezTo>
                <a:cubicBezTo>
                  <a:pt x="8492" y="33439"/>
                  <a:pt x="7879" y="33412"/>
                  <a:pt x="7272" y="33338"/>
                </a:cubicBezTo>
                <a:cubicBezTo>
                  <a:pt x="5871" y="33204"/>
                  <a:pt x="4403" y="32904"/>
                  <a:pt x="3236" y="31837"/>
                </a:cubicBezTo>
                <a:cubicBezTo>
                  <a:pt x="2535" y="31203"/>
                  <a:pt x="2235" y="30436"/>
                  <a:pt x="1968" y="29568"/>
                </a:cubicBezTo>
                <a:cubicBezTo>
                  <a:pt x="1768" y="29001"/>
                  <a:pt x="1568" y="28401"/>
                  <a:pt x="1501" y="27834"/>
                </a:cubicBezTo>
                <a:cubicBezTo>
                  <a:pt x="1435" y="26967"/>
                  <a:pt x="1535" y="26133"/>
                  <a:pt x="1401" y="25299"/>
                </a:cubicBezTo>
                <a:cubicBezTo>
                  <a:pt x="1234" y="24431"/>
                  <a:pt x="1468" y="23631"/>
                  <a:pt x="1468" y="22830"/>
                </a:cubicBezTo>
                <a:cubicBezTo>
                  <a:pt x="1501" y="21863"/>
                  <a:pt x="1401" y="20896"/>
                  <a:pt x="1435" y="19962"/>
                </a:cubicBezTo>
                <a:cubicBezTo>
                  <a:pt x="1501" y="18527"/>
                  <a:pt x="1468" y="17126"/>
                  <a:pt x="1401" y="15692"/>
                </a:cubicBezTo>
                <a:cubicBezTo>
                  <a:pt x="1334" y="13824"/>
                  <a:pt x="1034" y="11922"/>
                  <a:pt x="1435" y="9988"/>
                </a:cubicBezTo>
                <a:cubicBezTo>
                  <a:pt x="1635" y="8920"/>
                  <a:pt x="1401" y="7719"/>
                  <a:pt x="1601" y="6619"/>
                </a:cubicBezTo>
                <a:cubicBezTo>
                  <a:pt x="1768" y="5484"/>
                  <a:pt x="1868" y="4317"/>
                  <a:pt x="2502" y="3316"/>
                </a:cubicBezTo>
                <a:cubicBezTo>
                  <a:pt x="2769" y="2883"/>
                  <a:pt x="3169" y="2582"/>
                  <a:pt x="3536" y="2482"/>
                </a:cubicBezTo>
                <a:cubicBezTo>
                  <a:pt x="4768" y="2126"/>
                  <a:pt x="5999" y="1580"/>
                  <a:pt x="7292" y="1580"/>
                </a:cubicBezTo>
                <a:cubicBezTo>
                  <a:pt x="7330" y="1580"/>
                  <a:pt x="7368" y="1581"/>
                  <a:pt x="7405" y="1582"/>
                </a:cubicBezTo>
                <a:cubicBezTo>
                  <a:pt x="9331" y="1607"/>
                  <a:pt x="11256" y="1671"/>
                  <a:pt x="13182" y="1671"/>
                </a:cubicBezTo>
                <a:cubicBezTo>
                  <a:pt x="13792" y="1671"/>
                  <a:pt x="14401" y="1664"/>
                  <a:pt x="15011" y="1648"/>
                </a:cubicBezTo>
                <a:cubicBezTo>
                  <a:pt x="15218" y="1643"/>
                  <a:pt x="15425" y="1641"/>
                  <a:pt x="15632" y="1641"/>
                </a:cubicBezTo>
                <a:cubicBezTo>
                  <a:pt x="16285" y="1641"/>
                  <a:pt x="16939" y="1661"/>
                  <a:pt x="17593" y="1661"/>
                </a:cubicBezTo>
                <a:cubicBezTo>
                  <a:pt x="18066" y="1661"/>
                  <a:pt x="18540" y="1651"/>
                  <a:pt x="19014" y="1615"/>
                </a:cubicBezTo>
                <a:cubicBezTo>
                  <a:pt x="20048" y="1515"/>
                  <a:pt x="21149" y="1548"/>
                  <a:pt x="22183" y="1348"/>
                </a:cubicBezTo>
                <a:cubicBezTo>
                  <a:pt x="22374" y="1316"/>
                  <a:pt x="22567" y="1305"/>
                  <a:pt x="22761" y="1305"/>
                </a:cubicBezTo>
                <a:cubicBezTo>
                  <a:pt x="23186" y="1305"/>
                  <a:pt x="23615" y="1358"/>
                  <a:pt x="24039" y="1358"/>
                </a:cubicBezTo>
                <a:cubicBezTo>
                  <a:pt x="24233" y="1358"/>
                  <a:pt x="24426" y="1347"/>
                  <a:pt x="24618" y="1315"/>
                </a:cubicBezTo>
                <a:cubicBezTo>
                  <a:pt x="25785" y="1148"/>
                  <a:pt x="26953" y="1181"/>
                  <a:pt x="28154" y="1148"/>
                </a:cubicBezTo>
                <a:cubicBezTo>
                  <a:pt x="28198" y="1147"/>
                  <a:pt x="28243" y="1146"/>
                  <a:pt x="28288" y="1146"/>
                </a:cubicBezTo>
                <a:close/>
                <a:moveTo>
                  <a:pt x="28824" y="1"/>
                </a:moveTo>
                <a:cubicBezTo>
                  <a:pt x="27356" y="1"/>
                  <a:pt x="25891" y="166"/>
                  <a:pt x="24451" y="281"/>
                </a:cubicBezTo>
                <a:cubicBezTo>
                  <a:pt x="21882" y="514"/>
                  <a:pt x="19314" y="514"/>
                  <a:pt x="16745" y="714"/>
                </a:cubicBezTo>
                <a:cubicBezTo>
                  <a:pt x="16471" y="736"/>
                  <a:pt x="16194" y="744"/>
                  <a:pt x="15916" y="744"/>
                </a:cubicBezTo>
                <a:cubicBezTo>
                  <a:pt x="14719" y="744"/>
                  <a:pt x="13497" y="585"/>
                  <a:pt x="12284" y="585"/>
                </a:cubicBezTo>
                <a:cubicBezTo>
                  <a:pt x="12003" y="585"/>
                  <a:pt x="11722" y="593"/>
                  <a:pt x="11442" y="614"/>
                </a:cubicBezTo>
                <a:cubicBezTo>
                  <a:pt x="11214" y="625"/>
                  <a:pt x="10987" y="629"/>
                  <a:pt x="10761" y="629"/>
                </a:cubicBezTo>
                <a:cubicBezTo>
                  <a:pt x="10046" y="629"/>
                  <a:pt x="9337" y="589"/>
                  <a:pt x="8626" y="589"/>
                </a:cubicBezTo>
                <a:cubicBezTo>
                  <a:pt x="8110" y="589"/>
                  <a:pt x="7593" y="610"/>
                  <a:pt x="7072" y="681"/>
                </a:cubicBezTo>
                <a:cubicBezTo>
                  <a:pt x="5671" y="881"/>
                  <a:pt x="4337" y="1181"/>
                  <a:pt x="3069" y="1782"/>
                </a:cubicBezTo>
                <a:cubicBezTo>
                  <a:pt x="2135" y="2215"/>
                  <a:pt x="1334" y="2883"/>
                  <a:pt x="1068" y="4017"/>
                </a:cubicBezTo>
                <a:cubicBezTo>
                  <a:pt x="701" y="5384"/>
                  <a:pt x="400" y="6752"/>
                  <a:pt x="334" y="8153"/>
                </a:cubicBezTo>
                <a:cubicBezTo>
                  <a:pt x="267" y="9554"/>
                  <a:pt x="234" y="10955"/>
                  <a:pt x="100" y="12323"/>
                </a:cubicBezTo>
                <a:cubicBezTo>
                  <a:pt x="0" y="13490"/>
                  <a:pt x="334" y="14658"/>
                  <a:pt x="367" y="15825"/>
                </a:cubicBezTo>
                <a:cubicBezTo>
                  <a:pt x="467" y="17460"/>
                  <a:pt x="300" y="19094"/>
                  <a:pt x="334" y="20762"/>
                </a:cubicBezTo>
                <a:cubicBezTo>
                  <a:pt x="367" y="22997"/>
                  <a:pt x="200" y="25232"/>
                  <a:pt x="400" y="27500"/>
                </a:cubicBezTo>
                <a:cubicBezTo>
                  <a:pt x="534" y="28835"/>
                  <a:pt x="934" y="30035"/>
                  <a:pt x="1401" y="31236"/>
                </a:cubicBezTo>
                <a:cubicBezTo>
                  <a:pt x="2035" y="32904"/>
                  <a:pt x="3669" y="33271"/>
                  <a:pt x="5004" y="33972"/>
                </a:cubicBezTo>
                <a:cubicBezTo>
                  <a:pt x="5827" y="34416"/>
                  <a:pt x="6723" y="34446"/>
                  <a:pt x="7615" y="34446"/>
                </a:cubicBezTo>
                <a:cubicBezTo>
                  <a:pt x="7753" y="34446"/>
                  <a:pt x="7890" y="34445"/>
                  <a:pt x="8027" y="34445"/>
                </a:cubicBezTo>
                <a:cubicBezTo>
                  <a:pt x="8334" y="34445"/>
                  <a:pt x="8640" y="34449"/>
                  <a:pt x="8940" y="34472"/>
                </a:cubicBezTo>
                <a:cubicBezTo>
                  <a:pt x="9045" y="34475"/>
                  <a:pt x="9149" y="34477"/>
                  <a:pt x="9254" y="34477"/>
                </a:cubicBezTo>
                <a:cubicBezTo>
                  <a:pt x="10117" y="34477"/>
                  <a:pt x="10979" y="34365"/>
                  <a:pt x="11842" y="34305"/>
                </a:cubicBezTo>
                <a:cubicBezTo>
                  <a:pt x="12909" y="34238"/>
                  <a:pt x="13977" y="34205"/>
                  <a:pt x="15078" y="34172"/>
                </a:cubicBezTo>
                <a:cubicBezTo>
                  <a:pt x="15945" y="34138"/>
                  <a:pt x="16846" y="34138"/>
                  <a:pt x="17746" y="34138"/>
                </a:cubicBezTo>
                <a:cubicBezTo>
                  <a:pt x="19914" y="34205"/>
                  <a:pt x="22049" y="34238"/>
                  <a:pt x="24217" y="34305"/>
                </a:cubicBezTo>
                <a:cubicBezTo>
                  <a:pt x="25752" y="34372"/>
                  <a:pt x="27253" y="34439"/>
                  <a:pt x="28787" y="34505"/>
                </a:cubicBezTo>
                <a:cubicBezTo>
                  <a:pt x="28954" y="34510"/>
                  <a:pt x="29121" y="34513"/>
                  <a:pt x="29288" y="34513"/>
                </a:cubicBezTo>
                <a:cubicBezTo>
                  <a:pt x="30287" y="34513"/>
                  <a:pt x="31280" y="34415"/>
                  <a:pt x="32223" y="34072"/>
                </a:cubicBezTo>
                <a:cubicBezTo>
                  <a:pt x="33958" y="33438"/>
                  <a:pt x="34625" y="31970"/>
                  <a:pt x="34958" y="30369"/>
                </a:cubicBezTo>
                <a:cubicBezTo>
                  <a:pt x="35325" y="28768"/>
                  <a:pt x="35559" y="27133"/>
                  <a:pt x="35559" y="25499"/>
                </a:cubicBezTo>
                <a:cubicBezTo>
                  <a:pt x="35526" y="22964"/>
                  <a:pt x="35359" y="20462"/>
                  <a:pt x="35459" y="17927"/>
                </a:cubicBezTo>
                <a:cubicBezTo>
                  <a:pt x="35492" y="16926"/>
                  <a:pt x="35425" y="15925"/>
                  <a:pt x="35459" y="14925"/>
                </a:cubicBezTo>
                <a:cubicBezTo>
                  <a:pt x="35559" y="13590"/>
                  <a:pt x="35659" y="12256"/>
                  <a:pt x="35592" y="10922"/>
                </a:cubicBezTo>
                <a:cubicBezTo>
                  <a:pt x="35492" y="9020"/>
                  <a:pt x="35726" y="7119"/>
                  <a:pt x="35425" y="5218"/>
                </a:cubicBezTo>
                <a:cubicBezTo>
                  <a:pt x="34992" y="3783"/>
                  <a:pt x="34925" y="2215"/>
                  <a:pt x="33291" y="1315"/>
                </a:cubicBezTo>
                <a:cubicBezTo>
                  <a:pt x="32090" y="648"/>
                  <a:pt x="30889" y="81"/>
                  <a:pt x="29521" y="14"/>
                </a:cubicBezTo>
                <a:cubicBezTo>
                  <a:pt x="29289" y="5"/>
                  <a:pt x="29056" y="1"/>
                  <a:pt x="2882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8"/>
          <p:cNvSpPr/>
          <p:nvPr/>
        </p:nvSpPr>
        <p:spPr>
          <a:xfrm>
            <a:off x="6161688" y="1234338"/>
            <a:ext cx="2501356" cy="1665856"/>
          </a:xfrm>
          <a:custGeom>
            <a:rect b="b" l="l" r="r" t="t"/>
            <a:pathLst>
              <a:path extrusionOk="0" h="34513" w="35726">
                <a:moveTo>
                  <a:pt x="28288" y="1146"/>
                </a:moveTo>
                <a:cubicBezTo>
                  <a:pt x="29372" y="1146"/>
                  <a:pt x="30399" y="1525"/>
                  <a:pt x="31456" y="1782"/>
                </a:cubicBezTo>
                <a:cubicBezTo>
                  <a:pt x="33591" y="2282"/>
                  <a:pt x="34491" y="4017"/>
                  <a:pt x="34491" y="6185"/>
                </a:cubicBezTo>
                <a:cubicBezTo>
                  <a:pt x="34491" y="7886"/>
                  <a:pt x="34592" y="9554"/>
                  <a:pt x="34592" y="11222"/>
                </a:cubicBezTo>
                <a:cubicBezTo>
                  <a:pt x="34558" y="13290"/>
                  <a:pt x="34692" y="15291"/>
                  <a:pt x="34491" y="17360"/>
                </a:cubicBezTo>
                <a:cubicBezTo>
                  <a:pt x="34325" y="19528"/>
                  <a:pt x="34391" y="21729"/>
                  <a:pt x="34558" y="23898"/>
                </a:cubicBezTo>
                <a:cubicBezTo>
                  <a:pt x="34758" y="26266"/>
                  <a:pt x="34525" y="28568"/>
                  <a:pt x="33924" y="30869"/>
                </a:cubicBezTo>
                <a:cubicBezTo>
                  <a:pt x="33457" y="32537"/>
                  <a:pt x="31523" y="33471"/>
                  <a:pt x="30088" y="33505"/>
                </a:cubicBezTo>
                <a:cubicBezTo>
                  <a:pt x="29435" y="33551"/>
                  <a:pt x="28781" y="33570"/>
                  <a:pt x="28127" y="33570"/>
                </a:cubicBezTo>
                <a:cubicBezTo>
                  <a:pt x="25510" y="33570"/>
                  <a:pt x="22890" y="33271"/>
                  <a:pt x="20248" y="33271"/>
                </a:cubicBezTo>
                <a:cubicBezTo>
                  <a:pt x="18669" y="33271"/>
                  <a:pt x="17075" y="33227"/>
                  <a:pt x="15477" y="33227"/>
                </a:cubicBezTo>
                <a:cubicBezTo>
                  <a:pt x="14677" y="33227"/>
                  <a:pt x="13877" y="33238"/>
                  <a:pt x="13076" y="33271"/>
                </a:cubicBezTo>
                <a:cubicBezTo>
                  <a:pt x="11759" y="33316"/>
                  <a:pt x="10426" y="33439"/>
                  <a:pt x="9109" y="33439"/>
                </a:cubicBezTo>
                <a:cubicBezTo>
                  <a:pt x="8492" y="33439"/>
                  <a:pt x="7879" y="33412"/>
                  <a:pt x="7272" y="33338"/>
                </a:cubicBezTo>
                <a:cubicBezTo>
                  <a:pt x="5871" y="33204"/>
                  <a:pt x="4403" y="32904"/>
                  <a:pt x="3236" y="31837"/>
                </a:cubicBezTo>
                <a:cubicBezTo>
                  <a:pt x="2535" y="31203"/>
                  <a:pt x="2235" y="30436"/>
                  <a:pt x="1968" y="29568"/>
                </a:cubicBezTo>
                <a:cubicBezTo>
                  <a:pt x="1768" y="29001"/>
                  <a:pt x="1568" y="28401"/>
                  <a:pt x="1501" y="27834"/>
                </a:cubicBezTo>
                <a:cubicBezTo>
                  <a:pt x="1435" y="26967"/>
                  <a:pt x="1535" y="26133"/>
                  <a:pt x="1401" y="25299"/>
                </a:cubicBezTo>
                <a:cubicBezTo>
                  <a:pt x="1234" y="24431"/>
                  <a:pt x="1468" y="23631"/>
                  <a:pt x="1468" y="22830"/>
                </a:cubicBezTo>
                <a:cubicBezTo>
                  <a:pt x="1501" y="21863"/>
                  <a:pt x="1401" y="20896"/>
                  <a:pt x="1435" y="19962"/>
                </a:cubicBezTo>
                <a:cubicBezTo>
                  <a:pt x="1501" y="18527"/>
                  <a:pt x="1468" y="17126"/>
                  <a:pt x="1401" y="15692"/>
                </a:cubicBezTo>
                <a:cubicBezTo>
                  <a:pt x="1334" y="13824"/>
                  <a:pt x="1034" y="11922"/>
                  <a:pt x="1435" y="9988"/>
                </a:cubicBezTo>
                <a:cubicBezTo>
                  <a:pt x="1635" y="8920"/>
                  <a:pt x="1401" y="7719"/>
                  <a:pt x="1601" y="6619"/>
                </a:cubicBezTo>
                <a:cubicBezTo>
                  <a:pt x="1768" y="5484"/>
                  <a:pt x="1868" y="4317"/>
                  <a:pt x="2502" y="3316"/>
                </a:cubicBezTo>
                <a:cubicBezTo>
                  <a:pt x="2769" y="2883"/>
                  <a:pt x="3169" y="2582"/>
                  <a:pt x="3536" y="2482"/>
                </a:cubicBezTo>
                <a:cubicBezTo>
                  <a:pt x="4768" y="2126"/>
                  <a:pt x="5999" y="1580"/>
                  <a:pt x="7292" y="1580"/>
                </a:cubicBezTo>
                <a:cubicBezTo>
                  <a:pt x="7330" y="1580"/>
                  <a:pt x="7368" y="1581"/>
                  <a:pt x="7405" y="1582"/>
                </a:cubicBezTo>
                <a:cubicBezTo>
                  <a:pt x="9331" y="1607"/>
                  <a:pt x="11256" y="1671"/>
                  <a:pt x="13182" y="1671"/>
                </a:cubicBezTo>
                <a:cubicBezTo>
                  <a:pt x="13792" y="1671"/>
                  <a:pt x="14401" y="1664"/>
                  <a:pt x="15011" y="1648"/>
                </a:cubicBezTo>
                <a:cubicBezTo>
                  <a:pt x="15218" y="1643"/>
                  <a:pt x="15425" y="1641"/>
                  <a:pt x="15632" y="1641"/>
                </a:cubicBezTo>
                <a:cubicBezTo>
                  <a:pt x="16285" y="1641"/>
                  <a:pt x="16939" y="1661"/>
                  <a:pt x="17593" y="1661"/>
                </a:cubicBezTo>
                <a:cubicBezTo>
                  <a:pt x="18066" y="1661"/>
                  <a:pt x="18540" y="1651"/>
                  <a:pt x="19014" y="1615"/>
                </a:cubicBezTo>
                <a:cubicBezTo>
                  <a:pt x="20048" y="1515"/>
                  <a:pt x="21149" y="1548"/>
                  <a:pt x="22183" y="1348"/>
                </a:cubicBezTo>
                <a:cubicBezTo>
                  <a:pt x="22374" y="1316"/>
                  <a:pt x="22567" y="1305"/>
                  <a:pt x="22761" y="1305"/>
                </a:cubicBezTo>
                <a:cubicBezTo>
                  <a:pt x="23186" y="1305"/>
                  <a:pt x="23615" y="1358"/>
                  <a:pt x="24039" y="1358"/>
                </a:cubicBezTo>
                <a:cubicBezTo>
                  <a:pt x="24233" y="1358"/>
                  <a:pt x="24426" y="1347"/>
                  <a:pt x="24618" y="1315"/>
                </a:cubicBezTo>
                <a:cubicBezTo>
                  <a:pt x="25785" y="1148"/>
                  <a:pt x="26953" y="1181"/>
                  <a:pt x="28154" y="1148"/>
                </a:cubicBezTo>
                <a:cubicBezTo>
                  <a:pt x="28198" y="1147"/>
                  <a:pt x="28243" y="1146"/>
                  <a:pt x="28288" y="1146"/>
                </a:cubicBezTo>
                <a:close/>
                <a:moveTo>
                  <a:pt x="28824" y="1"/>
                </a:moveTo>
                <a:cubicBezTo>
                  <a:pt x="27356" y="1"/>
                  <a:pt x="25891" y="166"/>
                  <a:pt x="24451" y="281"/>
                </a:cubicBezTo>
                <a:cubicBezTo>
                  <a:pt x="21882" y="514"/>
                  <a:pt x="19314" y="514"/>
                  <a:pt x="16745" y="714"/>
                </a:cubicBezTo>
                <a:cubicBezTo>
                  <a:pt x="16471" y="736"/>
                  <a:pt x="16194" y="744"/>
                  <a:pt x="15916" y="744"/>
                </a:cubicBezTo>
                <a:cubicBezTo>
                  <a:pt x="14719" y="744"/>
                  <a:pt x="13497" y="585"/>
                  <a:pt x="12284" y="585"/>
                </a:cubicBezTo>
                <a:cubicBezTo>
                  <a:pt x="12003" y="585"/>
                  <a:pt x="11722" y="593"/>
                  <a:pt x="11442" y="614"/>
                </a:cubicBezTo>
                <a:cubicBezTo>
                  <a:pt x="11214" y="625"/>
                  <a:pt x="10987" y="629"/>
                  <a:pt x="10761" y="629"/>
                </a:cubicBezTo>
                <a:cubicBezTo>
                  <a:pt x="10046" y="629"/>
                  <a:pt x="9337" y="589"/>
                  <a:pt x="8626" y="589"/>
                </a:cubicBezTo>
                <a:cubicBezTo>
                  <a:pt x="8110" y="589"/>
                  <a:pt x="7593" y="610"/>
                  <a:pt x="7072" y="681"/>
                </a:cubicBezTo>
                <a:cubicBezTo>
                  <a:pt x="5671" y="881"/>
                  <a:pt x="4337" y="1181"/>
                  <a:pt x="3069" y="1782"/>
                </a:cubicBezTo>
                <a:cubicBezTo>
                  <a:pt x="2135" y="2215"/>
                  <a:pt x="1334" y="2883"/>
                  <a:pt x="1068" y="4017"/>
                </a:cubicBezTo>
                <a:cubicBezTo>
                  <a:pt x="701" y="5384"/>
                  <a:pt x="400" y="6752"/>
                  <a:pt x="334" y="8153"/>
                </a:cubicBezTo>
                <a:cubicBezTo>
                  <a:pt x="267" y="9554"/>
                  <a:pt x="234" y="10955"/>
                  <a:pt x="100" y="12323"/>
                </a:cubicBezTo>
                <a:cubicBezTo>
                  <a:pt x="0" y="13490"/>
                  <a:pt x="334" y="14658"/>
                  <a:pt x="367" y="15825"/>
                </a:cubicBezTo>
                <a:cubicBezTo>
                  <a:pt x="467" y="17460"/>
                  <a:pt x="300" y="19094"/>
                  <a:pt x="334" y="20762"/>
                </a:cubicBezTo>
                <a:cubicBezTo>
                  <a:pt x="367" y="22997"/>
                  <a:pt x="200" y="25232"/>
                  <a:pt x="400" y="27500"/>
                </a:cubicBezTo>
                <a:cubicBezTo>
                  <a:pt x="534" y="28835"/>
                  <a:pt x="934" y="30035"/>
                  <a:pt x="1401" y="31236"/>
                </a:cubicBezTo>
                <a:cubicBezTo>
                  <a:pt x="2035" y="32904"/>
                  <a:pt x="3669" y="33271"/>
                  <a:pt x="5004" y="33972"/>
                </a:cubicBezTo>
                <a:cubicBezTo>
                  <a:pt x="5827" y="34416"/>
                  <a:pt x="6723" y="34446"/>
                  <a:pt x="7615" y="34446"/>
                </a:cubicBezTo>
                <a:cubicBezTo>
                  <a:pt x="7753" y="34446"/>
                  <a:pt x="7890" y="34445"/>
                  <a:pt x="8027" y="34445"/>
                </a:cubicBezTo>
                <a:cubicBezTo>
                  <a:pt x="8334" y="34445"/>
                  <a:pt x="8640" y="34449"/>
                  <a:pt x="8940" y="34472"/>
                </a:cubicBezTo>
                <a:cubicBezTo>
                  <a:pt x="9045" y="34475"/>
                  <a:pt x="9149" y="34477"/>
                  <a:pt x="9254" y="34477"/>
                </a:cubicBezTo>
                <a:cubicBezTo>
                  <a:pt x="10117" y="34477"/>
                  <a:pt x="10979" y="34365"/>
                  <a:pt x="11842" y="34305"/>
                </a:cubicBezTo>
                <a:cubicBezTo>
                  <a:pt x="12909" y="34238"/>
                  <a:pt x="13977" y="34205"/>
                  <a:pt x="15078" y="34172"/>
                </a:cubicBezTo>
                <a:cubicBezTo>
                  <a:pt x="15945" y="34138"/>
                  <a:pt x="16846" y="34138"/>
                  <a:pt x="17746" y="34138"/>
                </a:cubicBezTo>
                <a:cubicBezTo>
                  <a:pt x="19914" y="34205"/>
                  <a:pt x="22049" y="34238"/>
                  <a:pt x="24217" y="34305"/>
                </a:cubicBezTo>
                <a:cubicBezTo>
                  <a:pt x="25752" y="34372"/>
                  <a:pt x="27253" y="34439"/>
                  <a:pt x="28787" y="34505"/>
                </a:cubicBezTo>
                <a:cubicBezTo>
                  <a:pt x="28954" y="34510"/>
                  <a:pt x="29121" y="34513"/>
                  <a:pt x="29288" y="34513"/>
                </a:cubicBezTo>
                <a:cubicBezTo>
                  <a:pt x="30287" y="34513"/>
                  <a:pt x="31280" y="34415"/>
                  <a:pt x="32223" y="34072"/>
                </a:cubicBezTo>
                <a:cubicBezTo>
                  <a:pt x="33958" y="33438"/>
                  <a:pt x="34625" y="31970"/>
                  <a:pt x="34958" y="30369"/>
                </a:cubicBezTo>
                <a:cubicBezTo>
                  <a:pt x="35325" y="28768"/>
                  <a:pt x="35559" y="27133"/>
                  <a:pt x="35559" y="25499"/>
                </a:cubicBezTo>
                <a:cubicBezTo>
                  <a:pt x="35526" y="22964"/>
                  <a:pt x="35359" y="20462"/>
                  <a:pt x="35459" y="17927"/>
                </a:cubicBezTo>
                <a:cubicBezTo>
                  <a:pt x="35492" y="16926"/>
                  <a:pt x="35425" y="15925"/>
                  <a:pt x="35459" y="14925"/>
                </a:cubicBezTo>
                <a:cubicBezTo>
                  <a:pt x="35559" y="13590"/>
                  <a:pt x="35659" y="12256"/>
                  <a:pt x="35592" y="10922"/>
                </a:cubicBezTo>
                <a:cubicBezTo>
                  <a:pt x="35492" y="9020"/>
                  <a:pt x="35726" y="7119"/>
                  <a:pt x="35425" y="5218"/>
                </a:cubicBezTo>
                <a:cubicBezTo>
                  <a:pt x="34992" y="3783"/>
                  <a:pt x="34925" y="2215"/>
                  <a:pt x="33291" y="1315"/>
                </a:cubicBezTo>
                <a:cubicBezTo>
                  <a:pt x="32090" y="648"/>
                  <a:pt x="30889" y="81"/>
                  <a:pt x="29521" y="14"/>
                </a:cubicBezTo>
                <a:cubicBezTo>
                  <a:pt x="29289" y="5"/>
                  <a:pt x="29056" y="1"/>
                  <a:pt x="2882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8"/>
          <p:cNvSpPr txBox="1"/>
          <p:nvPr/>
        </p:nvSpPr>
        <p:spPr>
          <a:xfrm>
            <a:off x="6335175" y="1480163"/>
            <a:ext cx="2080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Interests</a:t>
            </a:r>
            <a:endParaRPr b="1" sz="190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87" name="Google Shape;387;p18"/>
          <p:cNvSpPr txBox="1"/>
          <p:nvPr/>
        </p:nvSpPr>
        <p:spPr>
          <a:xfrm>
            <a:off x="6335176" y="3264551"/>
            <a:ext cx="2080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Motivations</a:t>
            </a:r>
            <a:endParaRPr b="1" sz="190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88" name="Google Shape;388;p18"/>
          <p:cNvSpPr txBox="1"/>
          <p:nvPr/>
        </p:nvSpPr>
        <p:spPr>
          <a:xfrm>
            <a:off x="920100" y="3264864"/>
            <a:ext cx="2080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Preferred Channels</a:t>
            </a:r>
            <a:endParaRPr b="1" sz="190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89" name="Google Shape;389;p18"/>
          <p:cNvGrpSpPr/>
          <p:nvPr/>
        </p:nvGrpSpPr>
        <p:grpSpPr>
          <a:xfrm>
            <a:off x="920099" y="1493363"/>
            <a:ext cx="2080201" cy="1065425"/>
            <a:chOff x="960382" y="1764232"/>
            <a:chExt cx="2080201" cy="1065425"/>
          </a:xfrm>
        </p:grpSpPr>
        <p:sp>
          <p:nvSpPr>
            <p:cNvPr id="390" name="Google Shape;390;p18"/>
            <p:cNvSpPr txBox="1"/>
            <p:nvPr/>
          </p:nvSpPr>
          <p:spPr>
            <a:xfrm>
              <a:off x="960383" y="2064657"/>
              <a:ext cx="20802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also the smallest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1" name="Google Shape;391;p18"/>
            <p:cNvSpPr txBox="1"/>
            <p:nvPr/>
          </p:nvSpPr>
          <p:spPr>
            <a:xfrm>
              <a:off x="960382" y="1764232"/>
              <a:ext cx="20802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Personality</a:t>
              </a:r>
              <a:endParaRPr b="1" sz="19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92" name="Google Shape;392;p18"/>
          <p:cNvGrpSpPr/>
          <p:nvPr/>
        </p:nvGrpSpPr>
        <p:grpSpPr>
          <a:xfrm>
            <a:off x="6382079" y="3644475"/>
            <a:ext cx="1966053" cy="254700"/>
            <a:chOff x="6382079" y="3644475"/>
            <a:chExt cx="1966053" cy="254700"/>
          </a:xfrm>
        </p:grpSpPr>
        <p:sp>
          <p:nvSpPr>
            <p:cNvPr id="393" name="Google Shape;393;p18"/>
            <p:cNvSpPr/>
            <p:nvPr/>
          </p:nvSpPr>
          <p:spPr>
            <a:xfrm rot="5400000">
              <a:off x="7642124" y="3159850"/>
              <a:ext cx="159300" cy="120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8"/>
            <p:cNvSpPr txBox="1"/>
            <p:nvPr/>
          </p:nvSpPr>
          <p:spPr>
            <a:xfrm>
              <a:off x="6382079" y="3644475"/>
              <a:ext cx="676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Sports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5" name="Google Shape;395;p18"/>
            <p:cNvSpPr/>
            <p:nvPr/>
          </p:nvSpPr>
          <p:spPr>
            <a:xfrm rot="5400000">
              <a:off x="7487092" y="3315107"/>
              <a:ext cx="159300" cy="89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7113873" y="3651975"/>
              <a:ext cx="1234258" cy="191279"/>
            </a:xfrm>
            <a:custGeom>
              <a:rect b="b" l="l" r="r" t="t"/>
              <a:pathLst>
                <a:path extrusionOk="0" h="9458" w="48792">
                  <a:moveTo>
                    <a:pt x="48113" y="716"/>
                  </a:moveTo>
                  <a:lnTo>
                    <a:pt x="48113" y="7607"/>
                  </a:lnTo>
                  <a:lnTo>
                    <a:pt x="48113" y="7607"/>
                  </a:lnTo>
                  <a:lnTo>
                    <a:pt x="39109" y="7898"/>
                  </a:lnTo>
                  <a:lnTo>
                    <a:pt x="20397" y="8401"/>
                  </a:lnTo>
                  <a:lnTo>
                    <a:pt x="11067" y="8577"/>
                  </a:lnTo>
                  <a:lnTo>
                    <a:pt x="8401" y="8627"/>
                  </a:lnTo>
                  <a:lnTo>
                    <a:pt x="3069" y="8703"/>
                  </a:lnTo>
                  <a:lnTo>
                    <a:pt x="780" y="8832"/>
                  </a:lnTo>
                  <a:lnTo>
                    <a:pt x="780" y="8832"/>
                  </a:lnTo>
                  <a:lnTo>
                    <a:pt x="780" y="5307"/>
                  </a:lnTo>
                  <a:lnTo>
                    <a:pt x="758" y="1856"/>
                  </a:lnTo>
                  <a:lnTo>
                    <a:pt x="758" y="1856"/>
                  </a:lnTo>
                  <a:lnTo>
                    <a:pt x="19090" y="1535"/>
                  </a:lnTo>
                  <a:lnTo>
                    <a:pt x="37801" y="1032"/>
                  </a:lnTo>
                  <a:lnTo>
                    <a:pt x="43133" y="881"/>
                  </a:lnTo>
                  <a:lnTo>
                    <a:pt x="48113" y="716"/>
                  </a:lnTo>
                  <a:close/>
                  <a:moveTo>
                    <a:pt x="48440" y="1"/>
                  </a:moveTo>
                  <a:lnTo>
                    <a:pt x="39109" y="328"/>
                  </a:lnTo>
                  <a:lnTo>
                    <a:pt x="20397" y="831"/>
                  </a:lnTo>
                  <a:lnTo>
                    <a:pt x="11067" y="1007"/>
                  </a:lnTo>
                  <a:lnTo>
                    <a:pt x="5735" y="1107"/>
                  </a:lnTo>
                  <a:lnTo>
                    <a:pt x="403" y="1158"/>
                  </a:lnTo>
                  <a:lnTo>
                    <a:pt x="252" y="1183"/>
                  </a:lnTo>
                  <a:lnTo>
                    <a:pt x="76" y="1384"/>
                  </a:lnTo>
                  <a:lnTo>
                    <a:pt x="51" y="1510"/>
                  </a:lnTo>
                  <a:lnTo>
                    <a:pt x="26" y="5307"/>
                  </a:lnTo>
                  <a:lnTo>
                    <a:pt x="1" y="9105"/>
                  </a:lnTo>
                  <a:lnTo>
                    <a:pt x="26" y="9281"/>
                  </a:lnTo>
                  <a:lnTo>
                    <a:pt x="252" y="9457"/>
                  </a:lnTo>
                  <a:lnTo>
                    <a:pt x="554" y="9457"/>
                  </a:lnTo>
                  <a:lnTo>
                    <a:pt x="660" y="9365"/>
                  </a:lnTo>
                  <a:lnTo>
                    <a:pt x="660" y="9365"/>
                  </a:lnTo>
                  <a:lnTo>
                    <a:pt x="2742" y="9432"/>
                  </a:lnTo>
                  <a:lnTo>
                    <a:pt x="7445" y="9356"/>
                  </a:lnTo>
                  <a:lnTo>
                    <a:pt x="9809" y="9306"/>
                  </a:lnTo>
                  <a:lnTo>
                    <a:pt x="14512" y="9231"/>
                  </a:lnTo>
                  <a:lnTo>
                    <a:pt x="19215" y="9130"/>
                  </a:lnTo>
                  <a:lnTo>
                    <a:pt x="28496" y="8904"/>
                  </a:lnTo>
                  <a:lnTo>
                    <a:pt x="37801" y="8627"/>
                  </a:lnTo>
                  <a:lnTo>
                    <a:pt x="43133" y="8476"/>
                  </a:lnTo>
                  <a:lnTo>
                    <a:pt x="48440" y="8300"/>
                  </a:lnTo>
                  <a:lnTo>
                    <a:pt x="48591" y="8275"/>
                  </a:lnTo>
                  <a:lnTo>
                    <a:pt x="48792" y="8074"/>
                  </a:lnTo>
                  <a:lnTo>
                    <a:pt x="48792" y="7948"/>
                  </a:lnTo>
                  <a:lnTo>
                    <a:pt x="48792" y="353"/>
                  </a:lnTo>
                  <a:lnTo>
                    <a:pt x="48767" y="202"/>
                  </a:lnTo>
                  <a:lnTo>
                    <a:pt x="48591" y="26"/>
                  </a:lnTo>
                  <a:lnTo>
                    <a:pt x="48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7077622" y="3675377"/>
              <a:ext cx="1223431" cy="200420"/>
            </a:xfrm>
            <a:custGeom>
              <a:rect b="b" l="l" r="r" t="t"/>
              <a:pathLst>
                <a:path extrusionOk="0" h="9910" w="48364">
                  <a:moveTo>
                    <a:pt x="679" y="2143"/>
                  </a:moveTo>
                  <a:lnTo>
                    <a:pt x="679" y="2189"/>
                  </a:lnTo>
                  <a:lnTo>
                    <a:pt x="604" y="2214"/>
                  </a:lnTo>
                  <a:lnTo>
                    <a:pt x="679" y="2143"/>
                  </a:lnTo>
                  <a:close/>
                  <a:moveTo>
                    <a:pt x="1710" y="1"/>
                  </a:moveTo>
                  <a:lnTo>
                    <a:pt x="1585" y="101"/>
                  </a:lnTo>
                  <a:lnTo>
                    <a:pt x="855" y="881"/>
                  </a:lnTo>
                  <a:lnTo>
                    <a:pt x="176" y="1660"/>
                  </a:lnTo>
                  <a:lnTo>
                    <a:pt x="25" y="1887"/>
                  </a:lnTo>
                  <a:lnTo>
                    <a:pt x="0" y="2440"/>
                  </a:lnTo>
                  <a:lnTo>
                    <a:pt x="0" y="2717"/>
                  </a:lnTo>
                  <a:lnTo>
                    <a:pt x="0" y="5358"/>
                  </a:lnTo>
                  <a:lnTo>
                    <a:pt x="0" y="7998"/>
                  </a:lnTo>
                  <a:lnTo>
                    <a:pt x="0" y="8778"/>
                  </a:lnTo>
                  <a:lnTo>
                    <a:pt x="0" y="9558"/>
                  </a:lnTo>
                  <a:lnTo>
                    <a:pt x="25" y="9708"/>
                  </a:lnTo>
                  <a:lnTo>
                    <a:pt x="227" y="9910"/>
                  </a:lnTo>
                  <a:lnTo>
                    <a:pt x="352" y="9910"/>
                  </a:lnTo>
                  <a:lnTo>
                    <a:pt x="9658" y="9784"/>
                  </a:lnTo>
                  <a:lnTo>
                    <a:pt x="28269" y="9407"/>
                  </a:lnTo>
                  <a:lnTo>
                    <a:pt x="37574" y="9080"/>
                  </a:lnTo>
                  <a:lnTo>
                    <a:pt x="40190" y="9029"/>
                  </a:lnTo>
                  <a:lnTo>
                    <a:pt x="42806" y="8954"/>
                  </a:lnTo>
                  <a:lnTo>
                    <a:pt x="45421" y="8879"/>
                  </a:lnTo>
                  <a:lnTo>
                    <a:pt x="48037" y="8778"/>
                  </a:lnTo>
                  <a:lnTo>
                    <a:pt x="48188" y="8728"/>
                  </a:lnTo>
                  <a:lnTo>
                    <a:pt x="48364" y="8526"/>
                  </a:lnTo>
                  <a:lnTo>
                    <a:pt x="48364" y="8275"/>
                  </a:lnTo>
                  <a:lnTo>
                    <a:pt x="48188" y="8074"/>
                  </a:lnTo>
                  <a:lnTo>
                    <a:pt x="48037" y="8074"/>
                  </a:lnTo>
                  <a:lnTo>
                    <a:pt x="45622" y="8149"/>
                  </a:lnTo>
                  <a:lnTo>
                    <a:pt x="43208" y="8199"/>
                  </a:lnTo>
                  <a:lnTo>
                    <a:pt x="42177" y="8225"/>
                  </a:lnTo>
                  <a:lnTo>
                    <a:pt x="41121" y="8275"/>
                  </a:lnTo>
                  <a:lnTo>
                    <a:pt x="39863" y="8325"/>
                  </a:lnTo>
                  <a:lnTo>
                    <a:pt x="38631" y="8401"/>
                  </a:lnTo>
                  <a:lnTo>
                    <a:pt x="34028" y="8526"/>
                  </a:lnTo>
                  <a:lnTo>
                    <a:pt x="29426" y="8627"/>
                  </a:lnTo>
                  <a:lnTo>
                    <a:pt x="20120" y="8879"/>
                  </a:lnTo>
                  <a:lnTo>
                    <a:pt x="10815" y="9055"/>
                  </a:lnTo>
                  <a:lnTo>
                    <a:pt x="5584" y="9155"/>
                  </a:lnTo>
                  <a:lnTo>
                    <a:pt x="704" y="9226"/>
                  </a:lnTo>
                  <a:lnTo>
                    <a:pt x="704" y="9226"/>
                  </a:lnTo>
                  <a:lnTo>
                    <a:pt x="704" y="5760"/>
                  </a:lnTo>
                  <a:lnTo>
                    <a:pt x="704" y="4452"/>
                  </a:lnTo>
                  <a:lnTo>
                    <a:pt x="704" y="3144"/>
                  </a:lnTo>
                  <a:lnTo>
                    <a:pt x="704" y="2289"/>
                  </a:lnTo>
                  <a:lnTo>
                    <a:pt x="704" y="2189"/>
                  </a:lnTo>
                  <a:lnTo>
                    <a:pt x="704" y="2120"/>
                  </a:lnTo>
                  <a:lnTo>
                    <a:pt x="704" y="2120"/>
                  </a:lnTo>
                  <a:lnTo>
                    <a:pt x="981" y="1862"/>
                  </a:lnTo>
                  <a:lnTo>
                    <a:pt x="1333" y="1409"/>
                  </a:lnTo>
                  <a:lnTo>
                    <a:pt x="1710" y="1007"/>
                  </a:lnTo>
                  <a:lnTo>
                    <a:pt x="2088" y="604"/>
                  </a:lnTo>
                  <a:lnTo>
                    <a:pt x="2163" y="478"/>
                  </a:lnTo>
                  <a:lnTo>
                    <a:pt x="2138" y="202"/>
                  </a:lnTo>
                  <a:lnTo>
                    <a:pt x="1962" y="26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8285200" y="3812733"/>
              <a:ext cx="54084" cy="33066"/>
            </a:xfrm>
            <a:custGeom>
              <a:rect b="b" l="l" r="r" t="t"/>
              <a:pathLst>
                <a:path extrusionOk="0" fill="none" h="1635" w="2138">
                  <a:moveTo>
                    <a:pt x="0" y="1635"/>
                  </a:moveTo>
                  <a:lnTo>
                    <a:pt x="2138" y="0"/>
                  </a:lnTo>
                </a:path>
              </a:pathLst>
            </a:custGeom>
            <a:solidFill>
              <a:schemeClr val="dk1"/>
            </a:solidFill>
            <a:ln cap="flat" cmpd="sng" w="10700">
              <a:solidFill>
                <a:srgbClr val="2E2A57"/>
              </a:solidFill>
              <a:prstDash val="solid"/>
              <a:miter lim="2515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7082074" y="3720137"/>
              <a:ext cx="44547" cy="36646"/>
            </a:xfrm>
            <a:custGeom>
              <a:rect b="b" l="l" r="r" t="t"/>
              <a:pathLst>
                <a:path extrusionOk="0" h="1812" w="1761">
                  <a:moveTo>
                    <a:pt x="1560" y="1"/>
                  </a:moveTo>
                  <a:lnTo>
                    <a:pt x="1409" y="51"/>
                  </a:lnTo>
                  <a:lnTo>
                    <a:pt x="1358" y="76"/>
                  </a:lnTo>
                  <a:lnTo>
                    <a:pt x="1308" y="101"/>
                  </a:lnTo>
                  <a:lnTo>
                    <a:pt x="1333" y="101"/>
                  </a:lnTo>
                  <a:lnTo>
                    <a:pt x="1233" y="152"/>
                  </a:lnTo>
                  <a:lnTo>
                    <a:pt x="1182" y="202"/>
                  </a:lnTo>
                  <a:lnTo>
                    <a:pt x="1157" y="227"/>
                  </a:lnTo>
                  <a:lnTo>
                    <a:pt x="1057" y="303"/>
                  </a:lnTo>
                  <a:lnTo>
                    <a:pt x="981" y="378"/>
                  </a:lnTo>
                  <a:lnTo>
                    <a:pt x="805" y="529"/>
                  </a:lnTo>
                  <a:lnTo>
                    <a:pt x="654" y="705"/>
                  </a:lnTo>
                  <a:lnTo>
                    <a:pt x="503" y="881"/>
                  </a:lnTo>
                  <a:lnTo>
                    <a:pt x="352" y="1032"/>
                  </a:lnTo>
                  <a:lnTo>
                    <a:pt x="252" y="1107"/>
                  </a:lnTo>
                  <a:lnTo>
                    <a:pt x="202" y="1208"/>
                  </a:lnTo>
                  <a:lnTo>
                    <a:pt x="126" y="1258"/>
                  </a:lnTo>
                  <a:lnTo>
                    <a:pt x="101" y="1334"/>
                  </a:lnTo>
                  <a:lnTo>
                    <a:pt x="51" y="1434"/>
                  </a:lnTo>
                  <a:lnTo>
                    <a:pt x="25" y="1535"/>
                  </a:lnTo>
                  <a:lnTo>
                    <a:pt x="0" y="1636"/>
                  </a:lnTo>
                  <a:lnTo>
                    <a:pt x="51" y="1786"/>
                  </a:lnTo>
                  <a:lnTo>
                    <a:pt x="176" y="1812"/>
                  </a:lnTo>
                  <a:lnTo>
                    <a:pt x="277" y="1786"/>
                  </a:lnTo>
                  <a:lnTo>
                    <a:pt x="322" y="1775"/>
                  </a:lnTo>
                  <a:lnTo>
                    <a:pt x="322" y="1775"/>
                  </a:lnTo>
                  <a:lnTo>
                    <a:pt x="378" y="1786"/>
                  </a:lnTo>
                  <a:lnTo>
                    <a:pt x="478" y="1736"/>
                  </a:lnTo>
                  <a:lnTo>
                    <a:pt x="554" y="1686"/>
                  </a:lnTo>
                  <a:lnTo>
                    <a:pt x="604" y="1636"/>
                  </a:lnTo>
                  <a:lnTo>
                    <a:pt x="679" y="1560"/>
                  </a:lnTo>
                  <a:lnTo>
                    <a:pt x="780" y="1485"/>
                  </a:lnTo>
                  <a:lnTo>
                    <a:pt x="931" y="1309"/>
                  </a:lnTo>
                  <a:lnTo>
                    <a:pt x="1082" y="1158"/>
                  </a:lnTo>
                  <a:lnTo>
                    <a:pt x="1258" y="982"/>
                  </a:lnTo>
                  <a:lnTo>
                    <a:pt x="1409" y="806"/>
                  </a:lnTo>
                  <a:lnTo>
                    <a:pt x="1459" y="730"/>
                  </a:lnTo>
                  <a:lnTo>
                    <a:pt x="1534" y="630"/>
                  </a:lnTo>
                  <a:lnTo>
                    <a:pt x="1585" y="604"/>
                  </a:lnTo>
                  <a:lnTo>
                    <a:pt x="1610" y="554"/>
                  </a:lnTo>
                  <a:lnTo>
                    <a:pt x="1685" y="453"/>
                  </a:lnTo>
                  <a:lnTo>
                    <a:pt x="1702" y="370"/>
                  </a:lnTo>
                  <a:lnTo>
                    <a:pt x="1702" y="370"/>
                  </a:lnTo>
                  <a:lnTo>
                    <a:pt x="1711" y="353"/>
                  </a:lnTo>
                  <a:lnTo>
                    <a:pt x="1761" y="202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7078887" y="3758810"/>
              <a:ext cx="46469" cy="45282"/>
            </a:xfrm>
            <a:custGeom>
              <a:rect b="b" l="l" r="r" t="t"/>
              <a:pathLst>
                <a:path extrusionOk="0" h="2239" w="1837">
                  <a:moveTo>
                    <a:pt x="1686" y="0"/>
                  </a:moveTo>
                  <a:lnTo>
                    <a:pt x="1610" y="50"/>
                  </a:lnTo>
                  <a:lnTo>
                    <a:pt x="1535" y="126"/>
                  </a:lnTo>
                  <a:lnTo>
                    <a:pt x="1409" y="176"/>
                  </a:lnTo>
                  <a:lnTo>
                    <a:pt x="1359" y="201"/>
                  </a:lnTo>
                  <a:lnTo>
                    <a:pt x="1258" y="327"/>
                  </a:lnTo>
                  <a:lnTo>
                    <a:pt x="1157" y="453"/>
                  </a:lnTo>
                  <a:lnTo>
                    <a:pt x="1032" y="553"/>
                  </a:lnTo>
                  <a:lnTo>
                    <a:pt x="831" y="780"/>
                  </a:lnTo>
                  <a:lnTo>
                    <a:pt x="629" y="1006"/>
                  </a:lnTo>
                  <a:lnTo>
                    <a:pt x="428" y="1258"/>
                  </a:lnTo>
                  <a:lnTo>
                    <a:pt x="227" y="1534"/>
                  </a:lnTo>
                  <a:lnTo>
                    <a:pt x="177" y="1585"/>
                  </a:lnTo>
                  <a:lnTo>
                    <a:pt x="126" y="1660"/>
                  </a:lnTo>
                  <a:lnTo>
                    <a:pt x="126" y="1685"/>
                  </a:lnTo>
                  <a:lnTo>
                    <a:pt x="101" y="1736"/>
                  </a:lnTo>
                  <a:lnTo>
                    <a:pt x="76" y="1811"/>
                  </a:lnTo>
                  <a:lnTo>
                    <a:pt x="76" y="1861"/>
                  </a:lnTo>
                  <a:lnTo>
                    <a:pt x="51" y="1912"/>
                  </a:lnTo>
                  <a:lnTo>
                    <a:pt x="26" y="1962"/>
                  </a:lnTo>
                  <a:lnTo>
                    <a:pt x="1" y="2037"/>
                  </a:lnTo>
                  <a:lnTo>
                    <a:pt x="1" y="2113"/>
                  </a:lnTo>
                  <a:lnTo>
                    <a:pt x="51" y="2213"/>
                  </a:lnTo>
                  <a:lnTo>
                    <a:pt x="151" y="2239"/>
                  </a:lnTo>
                  <a:lnTo>
                    <a:pt x="227" y="2239"/>
                  </a:lnTo>
                  <a:lnTo>
                    <a:pt x="302" y="2213"/>
                  </a:lnTo>
                  <a:lnTo>
                    <a:pt x="353" y="2188"/>
                  </a:lnTo>
                  <a:lnTo>
                    <a:pt x="428" y="2138"/>
                  </a:lnTo>
                  <a:lnTo>
                    <a:pt x="529" y="2113"/>
                  </a:lnTo>
                  <a:lnTo>
                    <a:pt x="604" y="2037"/>
                  </a:lnTo>
                  <a:lnTo>
                    <a:pt x="680" y="1987"/>
                  </a:lnTo>
                  <a:lnTo>
                    <a:pt x="730" y="1937"/>
                  </a:lnTo>
                  <a:lnTo>
                    <a:pt x="981" y="1660"/>
                  </a:lnTo>
                  <a:lnTo>
                    <a:pt x="1208" y="1358"/>
                  </a:lnTo>
                  <a:lnTo>
                    <a:pt x="1384" y="1107"/>
                  </a:lnTo>
                  <a:lnTo>
                    <a:pt x="1560" y="805"/>
                  </a:lnTo>
                  <a:lnTo>
                    <a:pt x="1635" y="679"/>
                  </a:lnTo>
                  <a:lnTo>
                    <a:pt x="1711" y="528"/>
                  </a:lnTo>
                  <a:lnTo>
                    <a:pt x="1761" y="453"/>
                  </a:lnTo>
                  <a:lnTo>
                    <a:pt x="1786" y="352"/>
                  </a:lnTo>
                  <a:lnTo>
                    <a:pt x="1786" y="302"/>
                  </a:lnTo>
                  <a:lnTo>
                    <a:pt x="1811" y="277"/>
                  </a:lnTo>
                  <a:lnTo>
                    <a:pt x="1811" y="227"/>
                  </a:lnTo>
                  <a:lnTo>
                    <a:pt x="1837" y="126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7068085" y="3800010"/>
              <a:ext cx="57271" cy="52400"/>
            </a:xfrm>
            <a:custGeom>
              <a:rect b="b" l="l" r="r" t="t"/>
              <a:pathLst>
                <a:path extrusionOk="0" h="2591" w="2264">
                  <a:moveTo>
                    <a:pt x="2113" y="0"/>
                  </a:moveTo>
                  <a:lnTo>
                    <a:pt x="1987" y="51"/>
                  </a:lnTo>
                  <a:lnTo>
                    <a:pt x="1811" y="151"/>
                  </a:lnTo>
                  <a:lnTo>
                    <a:pt x="1660" y="277"/>
                  </a:lnTo>
                  <a:lnTo>
                    <a:pt x="1534" y="403"/>
                  </a:lnTo>
                  <a:lnTo>
                    <a:pt x="1383" y="528"/>
                  </a:lnTo>
                  <a:lnTo>
                    <a:pt x="1132" y="805"/>
                  </a:lnTo>
                  <a:lnTo>
                    <a:pt x="880" y="1082"/>
                  </a:lnTo>
                  <a:lnTo>
                    <a:pt x="604" y="1384"/>
                  </a:lnTo>
                  <a:lnTo>
                    <a:pt x="352" y="1685"/>
                  </a:lnTo>
                  <a:lnTo>
                    <a:pt x="151" y="2012"/>
                  </a:lnTo>
                  <a:lnTo>
                    <a:pt x="70" y="2294"/>
                  </a:lnTo>
                  <a:lnTo>
                    <a:pt x="70" y="2294"/>
                  </a:lnTo>
                  <a:lnTo>
                    <a:pt x="50" y="2314"/>
                  </a:lnTo>
                  <a:lnTo>
                    <a:pt x="25" y="2364"/>
                  </a:lnTo>
                  <a:lnTo>
                    <a:pt x="0" y="2465"/>
                  </a:lnTo>
                  <a:lnTo>
                    <a:pt x="126" y="2591"/>
                  </a:lnTo>
                  <a:lnTo>
                    <a:pt x="226" y="2566"/>
                  </a:lnTo>
                  <a:lnTo>
                    <a:pt x="402" y="2465"/>
                  </a:lnTo>
                  <a:lnTo>
                    <a:pt x="553" y="2364"/>
                  </a:lnTo>
                  <a:lnTo>
                    <a:pt x="704" y="2264"/>
                  </a:lnTo>
                  <a:lnTo>
                    <a:pt x="855" y="2138"/>
                  </a:lnTo>
                  <a:lnTo>
                    <a:pt x="981" y="2012"/>
                  </a:lnTo>
                  <a:lnTo>
                    <a:pt x="1107" y="1861"/>
                  </a:lnTo>
                  <a:lnTo>
                    <a:pt x="1358" y="1560"/>
                  </a:lnTo>
                  <a:lnTo>
                    <a:pt x="1584" y="1283"/>
                  </a:lnTo>
                  <a:lnTo>
                    <a:pt x="1836" y="981"/>
                  </a:lnTo>
                  <a:lnTo>
                    <a:pt x="1937" y="830"/>
                  </a:lnTo>
                  <a:lnTo>
                    <a:pt x="2062" y="654"/>
                  </a:lnTo>
                  <a:lnTo>
                    <a:pt x="2163" y="503"/>
                  </a:lnTo>
                  <a:lnTo>
                    <a:pt x="2238" y="327"/>
                  </a:lnTo>
                  <a:lnTo>
                    <a:pt x="2264" y="202"/>
                  </a:lnTo>
                  <a:lnTo>
                    <a:pt x="21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7090979" y="3828994"/>
              <a:ext cx="46469" cy="39700"/>
            </a:xfrm>
            <a:custGeom>
              <a:rect b="b" l="l" r="r" t="t"/>
              <a:pathLst>
                <a:path extrusionOk="0" h="1963" w="1837">
                  <a:moveTo>
                    <a:pt x="1409" y="1"/>
                  </a:moveTo>
                  <a:lnTo>
                    <a:pt x="1308" y="76"/>
                  </a:lnTo>
                  <a:lnTo>
                    <a:pt x="931" y="428"/>
                  </a:lnTo>
                  <a:lnTo>
                    <a:pt x="579" y="781"/>
                  </a:lnTo>
                  <a:lnTo>
                    <a:pt x="453" y="906"/>
                  </a:lnTo>
                  <a:lnTo>
                    <a:pt x="378" y="1032"/>
                  </a:lnTo>
                  <a:lnTo>
                    <a:pt x="302" y="1133"/>
                  </a:lnTo>
                  <a:lnTo>
                    <a:pt x="252" y="1233"/>
                  </a:lnTo>
                  <a:lnTo>
                    <a:pt x="176" y="1334"/>
                  </a:lnTo>
                  <a:lnTo>
                    <a:pt x="126" y="1460"/>
                  </a:lnTo>
                  <a:lnTo>
                    <a:pt x="51" y="1610"/>
                  </a:lnTo>
                  <a:lnTo>
                    <a:pt x="51" y="1686"/>
                  </a:lnTo>
                  <a:lnTo>
                    <a:pt x="26" y="1761"/>
                  </a:lnTo>
                  <a:lnTo>
                    <a:pt x="0" y="1837"/>
                  </a:lnTo>
                  <a:lnTo>
                    <a:pt x="0" y="1887"/>
                  </a:lnTo>
                  <a:lnTo>
                    <a:pt x="101" y="1963"/>
                  </a:lnTo>
                  <a:lnTo>
                    <a:pt x="151" y="1937"/>
                  </a:lnTo>
                  <a:lnTo>
                    <a:pt x="227" y="1912"/>
                  </a:lnTo>
                  <a:lnTo>
                    <a:pt x="264" y="1887"/>
                  </a:lnTo>
                  <a:lnTo>
                    <a:pt x="327" y="1887"/>
                  </a:lnTo>
                  <a:lnTo>
                    <a:pt x="579" y="1711"/>
                  </a:lnTo>
                  <a:lnTo>
                    <a:pt x="679" y="1610"/>
                  </a:lnTo>
                  <a:lnTo>
                    <a:pt x="730" y="1585"/>
                  </a:lnTo>
                  <a:lnTo>
                    <a:pt x="780" y="1535"/>
                  </a:lnTo>
                  <a:lnTo>
                    <a:pt x="805" y="1510"/>
                  </a:lnTo>
                  <a:lnTo>
                    <a:pt x="830" y="1485"/>
                  </a:lnTo>
                  <a:lnTo>
                    <a:pt x="956" y="1384"/>
                  </a:lnTo>
                  <a:lnTo>
                    <a:pt x="1057" y="1258"/>
                  </a:lnTo>
                  <a:lnTo>
                    <a:pt x="1384" y="881"/>
                  </a:lnTo>
                  <a:lnTo>
                    <a:pt x="1761" y="504"/>
                  </a:lnTo>
                  <a:lnTo>
                    <a:pt x="1811" y="403"/>
                  </a:lnTo>
                  <a:lnTo>
                    <a:pt x="1836" y="177"/>
                  </a:lnTo>
                  <a:lnTo>
                    <a:pt x="1761" y="76"/>
                  </a:lnTo>
                  <a:lnTo>
                    <a:pt x="16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7169224" y="3834597"/>
              <a:ext cx="41385" cy="35615"/>
            </a:xfrm>
            <a:custGeom>
              <a:rect b="b" l="l" r="r" t="t"/>
              <a:pathLst>
                <a:path extrusionOk="0" h="1761" w="1636">
                  <a:moveTo>
                    <a:pt x="1309" y="1"/>
                  </a:moveTo>
                  <a:lnTo>
                    <a:pt x="1208" y="51"/>
                  </a:lnTo>
                  <a:lnTo>
                    <a:pt x="831" y="327"/>
                  </a:lnTo>
                  <a:lnTo>
                    <a:pt x="479" y="654"/>
                  </a:lnTo>
                  <a:lnTo>
                    <a:pt x="328" y="830"/>
                  </a:lnTo>
                  <a:lnTo>
                    <a:pt x="177" y="1032"/>
                  </a:lnTo>
                  <a:lnTo>
                    <a:pt x="101" y="1157"/>
                  </a:lnTo>
                  <a:lnTo>
                    <a:pt x="51" y="1283"/>
                  </a:lnTo>
                  <a:lnTo>
                    <a:pt x="26" y="1409"/>
                  </a:lnTo>
                  <a:lnTo>
                    <a:pt x="1" y="1535"/>
                  </a:lnTo>
                  <a:lnTo>
                    <a:pt x="26" y="1660"/>
                  </a:lnTo>
                  <a:lnTo>
                    <a:pt x="227" y="1761"/>
                  </a:lnTo>
                  <a:lnTo>
                    <a:pt x="328" y="1711"/>
                  </a:lnTo>
                  <a:lnTo>
                    <a:pt x="403" y="1686"/>
                  </a:lnTo>
                  <a:lnTo>
                    <a:pt x="454" y="1635"/>
                  </a:lnTo>
                  <a:lnTo>
                    <a:pt x="504" y="1610"/>
                  </a:lnTo>
                  <a:lnTo>
                    <a:pt x="516" y="1585"/>
                  </a:lnTo>
                  <a:lnTo>
                    <a:pt x="529" y="1585"/>
                  </a:lnTo>
                  <a:lnTo>
                    <a:pt x="554" y="1560"/>
                  </a:lnTo>
                  <a:lnTo>
                    <a:pt x="579" y="1535"/>
                  </a:lnTo>
                  <a:lnTo>
                    <a:pt x="655" y="1459"/>
                  </a:lnTo>
                  <a:lnTo>
                    <a:pt x="730" y="1384"/>
                  </a:lnTo>
                  <a:lnTo>
                    <a:pt x="755" y="1359"/>
                  </a:lnTo>
                  <a:lnTo>
                    <a:pt x="755" y="1333"/>
                  </a:lnTo>
                  <a:lnTo>
                    <a:pt x="781" y="1333"/>
                  </a:lnTo>
                  <a:lnTo>
                    <a:pt x="781" y="1308"/>
                  </a:lnTo>
                  <a:lnTo>
                    <a:pt x="806" y="1283"/>
                  </a:lnTo>
                  <a:lnTo>
                    <a:pt x="831" y="1258"/>
                  </a:lnTo>
                  <a:lnTo>
                    <a:pt x="881" y="1183"/>
                  </a:lnTo>
                  <a:lnTo>
                    <a:pt x="957" y="1107"/>
                  </a:lnTo>
                  <a:lnTo>
                    <a:pt x="1233" y="780"/>
                  </a:lnTo>
                  <a:lnTo>
                    <a:pt x="1560" y="504"/>
                  </a:lnTo>
                  <a:lnTo>
                    <a:pt x="1636" y="403"/>
                  </a:lnTo>
                  <a:lnTo>
                    <a:pt x="1636" y="202"/>
                  </a:lnTo>
                  <a:lnTo>
                    <a:pt x="1585" y="126"/>
                  </a:lnTo>
                  <a:lnTo>
                    <a:pt x="1510" y="51"/>
                  </a:lnTo>
                  <a:lnTo>
                    <a:pt x="13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7226498" y="3834597"/>
              <a:ext cx="39462" cy="32581"/>
            </a:xfrm>
            <a:custGeom>
              <a:rect b="b" l="l" r="r" t="t"/>
              <a:pathLst>
                <a:path extrusionOk="0" h="1611" w="1560">
                  <a:moveTo>
                    <a:pt x="1333" y="1"/>
                  </a:moveTo>
                  <a:lnTo>
                    <a:pt x="1208" y="51"/>
                  </a:lnTo>
                  <a:lnTo>
                    <a:pt x="1157" y="51"/>
                  </a:lnTo>
                  <a:lnTo>
                    <a:pt x="1107" y="76"/>
                  </a:lnTo>
                  <a:lnTo>
                    <a:pt x="1082" y="101"/>
                  </a:lnTo>
                  <a:lnTo>
                    <a:pt x="1032" y="101"/>
                  </a:lnTo>
                  <a:lnTo>
                    <a:pt x="1006" y="126"/>
                  </a:lnTo>
                  <a:lnTo>
                    <a:pt x="956" y="151"/>
                  </a:lnTo>
                  <a:lnTo>
                    <a:pt x="881" y="177"/>
                  </a:lnTo>
                  <a:lnTo>
                    <a:pt x="830" y="227"/>
                  </a:lnTo>
                  <a:lnTo>
                    <a:pt x="705" y="353"/>
                  </a:lnTo>
                  <a:lnTo>
                    <a:pt x="579" y="457"/>
                  </a:lnTo>
                  <a:lnTo>
                    <a:pt x="579" y="457"/>
                  </a:lnTo>
                  <a:lnTo>
                    <a:pt x="579" y="453"/>
                  </a:lnTo>
                  <a:lnTo>
                    <a:pt x="529" y="478"/>
                  </a:lnTo>
                  <a:lnTo>
                    <a:pt x="478" y="529"/>
                  </a:lnTo>
                  <a:lnTo>
                    <a:pt x="453" y="554"/>
                  </a:lnTo>
                  <a:lnTo>
                    <a:pt x="428" y="604"/>
                  </a:lnTo>
                  <a:lnTo>
                    <a:pt x="378" y="654"/>
                  </a:lnTo>
                  <a:lnTo>
                    <a:pt x="302" y="730"/>
                  </a:lnTo>
                  <a:lnTo>
                    <a:pt x="176" y="906"/>
                  </a:lnTo>
                  <a:lnTo>
                    <a:pt x="51" y="1082"/>
                  </a:lnTo>
                  <a:lnTo>
                    <a:pt x="0" y="1258"/>
                  </a:lnTo>
                  <a:lnTo>
                    <a:pt x="26" y="1346"/>
                  </a:lnTo>
                  <a:lnTo>
                    <a:pt x="26" y="1346"/>
                  </a:lnTo>
                  <a:lnTo>
                    <a:pt x="26" y="1459"/>
                  </a:lnTo>
                  <a:lnTo>
                    <a:pt x="151" y="1585"/>
                  </a:lnTo>
                  <a:lnTo>
                    <a:pt x="227" y="1610"/>
                  </a:lnTo>
                  <a:lnTo>
                    <a:pt x="327" y="1610"/>
                  </a:lnTo>
                  <a:lnTo>
                    <a:pt x="344" y="1605"/>
                  </a:lnTo>
                  <a:lnTo>
                    <a:pt x="344" y="1605"/>
                  </a:lnTo>
                  <a:lnTo>
                    <a:pt x="378" y="1610"/>
                  </a:lnTo>
                  <a:lnTo>
                    <a:pt x="529" y="1535"/>
                  </a:lnTo>
                  <a:lnTo>
                    <a:pt x="579" y="1510"/>
                  </a:lnTo>
                  <a:lnTo>
                    <a:pt x="629" y="1459"/>
                  </a:lnTo>
                  <a:lnTo>
                    <a:pt x="679" y="1384"/>
                  </a:lnTo>
                  <a:lnTo>
                    <a:pt x="755" y="1333"/>
                  </a:lnTo>
                  <a:lnTo>
                    <a:pt x="855" y="1208"/>
                  </a:lnTo>
                  <a:lnTo>
                    <a:pt x="956" y="1057"/>
                  </a:lnTo>
                  <a:lnTo>
                    <a:pt x="1006" y="1007"/>
                  </a:lnTo>
                  <a:lnTo>
                    <a:pt x="1057" y="956"/>
                  </a:lnTo>
                  <a:lnTo>
                    <a:pt x="1057" y="931"/>
                  </a:lnTo>
                  <a:lnTo>
                    <a:pt x="1107" y="856"/>
                  </a:lnTo>
                  <a:lnTo>
                    <a:pt x="1182" y="805"/>
                  </a:lnTo>
                  <a:lnTo>
                    <a:pt x="1233" y="730"/>
                  </a:lnTo>
                  <a:lnTo>
                    <a:pt x="1283" y="680"/>
                  </a:lnTo>
                  <a:lnTo>
                    <a:pt x="1409" y="554"/>
                  </a:lnTo>
                  <a:lnTo>
                    <a:pt x="1424" y="448"/>
                  </a:lnTo>
                  <a:lnTo>
                    <a:pt x="1434" y="428"/>
                  </a:lnTo>
                  <a:lnTo>
                    <a:pt x="1509" y="353"/>
                  </a:lnTo>
                  <a:lnTo>
                    <a:pt x="1560" y="202"/>
                  </a:lnTo>
                  <a:lnTo>
                    <a:pt x="1459" y="76"/>
                  </a:lnTo>
                  <a:lnTo>
                    <a:pt x="13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7283746" y="3833586"/>
              <a:ext cx="36300" cy="32561"/>
            </a:xfrm>
            <a:custGeom>
              <a:rect b="b" l="l" r="r" t="t"/>
              <a:pathLst>
                <a:path extrusionOk="0" h="1610" w="1435">
                  <a:moveTo>
                    <a:pt x="894" y="1057"/>
                  </a:moveTo>
                  <a:lnTo>
                    <a:pt x="881" y="1073"/>
                  </a:lnTo>
                  <a:lnTo>
                    <a:pt x="881" y="1073"/>
                  </a:lnTo>
                  <a:lnTo>
                    <a:pt x="869" y="1094"/>
                  </a:lnTo>
                  <a:lnTo>
                    <a:pt x="869" y="1094"/>
                  </a:lnTo>
                  <a:lnTo>
                    <a:pt x="881" y="1082"/>
                  </a:lnTo>
                  <a:lnTo>
                    <a:pt x="894" y="1057"/>
                  </a:lnTo>
                  <a:close/>
                  <a:moveTo>
                    <a:pt x="1057" y="0"/>
                  </a:moveTo>
                  <a:lnTo>
                    <a:pt x="931" y="51"/>
                  </a:lnTo>
                  <a:lnTo>
                    <a:pt x="630" y="277"/>
                  </a:lnTo>
                  <a:lnTo>
                    <a:pt x="378" y="528"/>
                  </a:lnTo>
                  <a:lnTo>
                    <a:pt x="252" y="704"/>
                  </a:lnTo>
                  <a:lnTo>
                    <a:pt x="127" y="855"/>
                  </a:lnTo>
                  <a:lnTo>
                    <a:pt x="76" y="956"/>
                  </a:lnTo>
                  <a:lnTo>
                    <a:pt x="26" y="1082"/>
                  </a:lnTo>
                  <a:lnTo>
                    <a:pt x="1" y="1182"/>
                  </a:lnTo>
                  <a:lnTo>
                    <a:pt x="1" y="1308"/>
                  </a:lnTo>
                  <a:lnTo>
                    <a:pt x="26" y="1459"/>
                  </a:lnTo>
                  <a:lnTo>
                    <a:pt x="278" y="1610"/>
                  </a:lnTo>
                  <a:lnTo>
                    <a:pt x="428" y="1560"/>
                  </a:lnTo>
                  <a:lnTo>
                    <a:pt x="479" y="1509"/>
                  </a:lnTo>
                  <a:lnTo>
                    <a:pt x="529" y="1484"/>
                  </a:lnTo>
                  <a:lnTo>
                    <a:pt x="604" y="1434"/>
                  </a:lnTo>
                  <a:lnTo>
                    <a:pt x="655" y="1383"/>
                  </a:lnTo>
                  <a:lnTo>
                    <a:pt x="705" y="1333"/>
                  </a:lnTo>
                  <a:lnTo>
                    <a:pt x="755" y="1283"/>
                  </a:lnTo>
                  <a:lnTo>
                    <a:pt x="831" y="1157"/>
                  </a:lnTo>
                  <a:lnTo>
                    <a:pt x="869" y="1094"/>
                  </a:lnTo>
                  <a:lnTo>
                    <a:pt x="869" y="1094"/>
                  </a:lnTo>
                  <a:lnTo>
                    <a:pt x="856" y="1107"/>
                  </a:lnTo>
                  <a:lnTo>
                    <a:pt x="856" y="1107"/>
                  </a:lnTo>
                  <a:lnTo>
                    <a:pt x="881" y="1073"/>
                  </a:lnTo>
                  <a:lnTo>
                    <a:pt x="881" y="1073"/>
                  </a:lnTo>
                  <a:lnTo>
                    <a:pt x="906" y="1031"/>
                  </a:lnTo>
                  <a:lnTo>
                    <a:pt x="894" y="1057"/>
                  </a:lnTo>
                  <a:lnTo>
                    <a:pt x="894" y="1057"/>
                  </a:lnTo>
                  <a:lnTo>
                    <a:pt x="931" y="1006"/>
                  </a:lnTo>
                  <a:lnTo>
                    <a:pt x="1007" y="906"/>
                  </a:lnTo>
                  <a:lnTo>
                    <a:pt x="957" y="981"/>
                  </a:lnTo>
                  <a:lnTo>
                    <a:pt x="1133" y="755"/>
                  </a:lnTo>
                  <a:lnTo>
                    <a:pt x="1334" y="554"/>
                  </a:lnTo>
                  <a:lnTo>
                    <a:pt x="1409" y="478"/>
                  </a:lnTo>
                  <a:lnTo>
                    <a:pt x="1434" y="227"/>
                  </a:lnTo>
                  <a:lnTo>
                    <a:pt x="1359" y="126"/>
                  </a:lnTo>
                  <a:lnTo>
                    <a:pt x="1284" y="5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7346737" y="3834091"/>
              <a:ext cx="33113" cy="27990"/>
            </a:xfrm>
            <a:custGeom>
              <a:rect b="b" l="l" r="r" t="t"/>
              <a:pathLst>
                <a:path extrusionOk="0" h="1384" w="1309">
                  <a:moveTo>
                    <a:pt x="1057" y="0"/>
                  </a:moveTo>
                  <a:lnTo>
                    <a:pt x="831" y="26"/>
                  </a:lnTo>
                  <a:lnTo>
                    <a:pt x="755" y="76"/>
                  </a:lnTo>
                  <a:lnTo>
                    <a:pt x="554" y="252"/>
                  </a:lnTo>
                  <a:lnTo>
                    <a:pt x="403" y="453"/>
                  </a:lnTo>
                  <a:lnTo>
                    <a:pt x="227" y="629"/>
                  </a:lnTo>
                  <a:lnTo>
                    <a:pt x="202" y="679"/>
                  </a:lnTo>
                  <a:lnTo>
                    <a:pt x="152" y="730"/>
                  </a:lnTo>
                  <a:lnTo>
                    <a:pt x="76" y="805"/>
                  </a:lnTo>
                  <a:lnTo>
                    <a:pt x="51" y="906"/>
                  </a:lnTo>
                  <a:lnTo>
                    <a:pt x="26" y="956"/>
                  </a:lnTo>
                  <a:lnTo>
                    <a:pt x="26" y="981"/>
                  </a:lnTo>
                  <a:lnTo>
                    <a:pt x="1" y="1182"/>
                  </a:lnTo>
                  <a:lnTo>
                    <a:pt x="152" y="1308"/>
                  </a:lnTo>
                  <a:lnTo>
                    <a:pt x="202" y="1358"/>
                  </a:lnTo>
                  <a:lnTo>
                    <a:pt x="303" y="1384"/>
                  </a:lnTo>
                  <a:lnTo>
                    <a:pt x="403" y="1384"/>
                  </a:lnTo>
                  <a:lnTo>
                    <a:pt x="504" y="1333"/>
                  </a:lnTo>
                  <a:lnTo>
                    <a:pt x="604" y="1308"/>
                  </a:lnTo>
                  <a:lnTo>
                    <a:pt x="680" y="1233"/>
                  </a:lnTo>
                  <a:lnTo>
                    <a:pt x="705" y="1182"/>
                  </a:lnTo>
                  <a:lnTo>
                    <a:pt x="755" y="1132"/>
                  </a:lnTo>
                  <a:lnTo>
                    <a:pt x="831" y="1032"/>
                  </a:lnTo>
                  <a:lnTo>
                    <a:pt x="906" y="931"/>
                  </a:lnTo>
                  <a:lnTo>
                    <a:pt x="1082" y="705"/>
                  </a:lnTo>
                  <a:lnTo>
                    <a:pt x="1258" y="478"/>
                  </a:lnTo>
                  <a:lnTo>
                    <a:pt x="1309" y="352"/>
                  </a:lnTo>
                  <a:lnTo>
                    <a:pt x="1283" y="227"/>
                  </a:lnTo>
                  <a:lnTo>
                    <a:pt x="1233" y="126"/>
                  </a:lnTo>
                  <a:lnTo>
                    <a:pt x="1158" y="51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7409728" y="3828489"/>
              <a:ext cx="29926" cy="29022"/>
            </a:xfrm>
            <a:custGeom>
              <a:rect b="b" l="l" r="r" t="t"/>
              <a:pathLst>
                <a:path extrusionOk="0" h="1435" w="1183">
                  <a:moveTo>
                    <a:pt x="906" y="1"/>
                  </a:moveTo>
                  <a:lnTo>
                    <a:pt x="755" y="76"/>
                  </a:lnTo>
                  <a:lnTo>
                    <a:pt x="654" y="152"/>
                  </a:lnTo>
                  <a:lnTo>
                    <a:pt x="579" y="252"/>
                  </a:lnTo>
                  <a:lnTo>
                    <a:pt x="504" y="353"/>
                  </a:lnTo>
                  <a:lnTo>
                    <a:pt x="403" y="453"/>
                  </a:lnTo>
                  <a:lnTo>
                    <a:pt x="302" y="579"/>
                  </a:lnTo>
                  <a:lnTo>
                    <a:pt x="227" y="705"/>
                  </a:lnTo>
                  <a:lnTo>
                    <a:pt x="177" y="755"/>
                  </a:lnTo>
                  <a:lnTo>
                    <a:pt x="126" y="806"/>
                  </a:lnTo>
                  <a:lnTo>
                    <a:pt x="76" y="906"/>
                  </a:lnTo>
                  <a:lnTo>
                    <a:pt x="51" y="1007"/>
                  </a:lnTo>
                  <a:lnTo>
                    <a:pt x="1" y="1208"/>
                  </a:lnTo>
                  <a:lnTo>
                    <a:pt x="76" y="1384"/>
                  </a:lnTo>
                  <a:lnTo>
                    <a:pt x="177" y="1434"/>
                  </a:lnTo>
                  <a:lnTo>
                    <a:pt x="378" y="1409"/>
                  </a:lnTo>
                  <a:lnTo>
                    <a:pt x="478" y="1384"/>
                  </a:lnTo>
                  <a:lnTo>
                    <a:pt x="554" y="1334"/>
                  </a:lnTo>
                  <a:lnTo>
                    <a:pt x="629" y="1258"/>
                  </a:lnTo>
                  <a:lnTo>
                    <a:pt x="705" y="1183"/>
                  </a:lnTo>
                  <a:lnTo>
                    <a:pt x="755" y="1107"/>
                  </a:lnTo>
                  <a:lnTo>
                    <a:pt x="831" y="1007"/>
                  </a:lnTo>
                  <a:lnTo>
                    <a:pt x="906" y="906"/>
                  </a:lnTo>
                  <a:lnTo>
                    <a:pt x="981" y="780"/>
                  </a:lnTo>
                  <a:lnTo>
                    <a:pt x="1057" y="655"/>
                  </a:lnTo>
                  <a:lnTo>
                    <a:pt x="1107" y="554"/>
                  </a:lnTo>
                  <a:lnTo>
                    <a:pt x="1132" y="479"/>
                  </a:lnTo>
                  <a:lnTo>
                    <a:pt x="1157" y="403"/>
                  </a:lnTo>
                  <a:lnTo>
                    <a:pt x="1183" y="328"/>
                  </a:lnTo>
                  <a:lnTo>
                    <a:pt x="1183" y="152"/>
                  </a:lnTo>
                  <a:lnTo>
                    <a:pt x="1082" y="26"/>
                  </a:lnTo>
                  <a:lnTo>
                    <a:pt x="9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8"/>
            <p:cNvSpPr/>
            <p:nvPr/>
          </p:nvSpPr>
          <p:spPr>
            <a:xfrm>
              <a:off x="7457439" y="3830532"/>
              <a:ext cx="31848" cy="27990"/>
            </a:xfrm>
            <a:custGeom>
              <a:rect b="b" l="l" r="r" t="t"/>
              <a:pathLst>
                <a:path extrusionOk="0" h="1384" w="1259">
                  <a:moveTo>
                    <a:pt x="579" y="1233"/>
                  </a:moveTo>
                  <a:lnTo>
                    <a:pt x="563" y="1241"/>
                  </a:lnTo>
                  <a:lnTo>
                    <a:pt x="554" y="1258"/>
                  </a:lnTo>
                  <a:lnTo>
                    <a:pt x="554" y="1258"/>
                  </a:lnTo>
                  <a:lnTo>
                    <a:pt x="579" y="1233"/>
                  </a:lnTo>
                  <a:close/>
                  <a:moveTo>
                    <a:pt x="906" y="0"/>
                  </a:moveTo>
                  <a:lnTo>
                    <a:pt x="831" y="51"/>
                  </a:lnTo>
                  <a:lnTo>
                    <a:pt x="755" y="76"/>
                  </a:lnTo>
                  <a:lnTo>
                    <a:pt x="680" y="126"/>
                  </a:lnTo>
                  <a:lnTo>
                    <a:pt x="604" y="176"/>
                  </a:lnTo>
                  <a:lnTo>
                    <a:pt x="529" y="252"/>
                  </a:lnTo>
                  <a:lnTo>
                    <a:pt x="428" y="352"/>
                  </a:lnTo>
                  <a:lnTo>
                    <a:pt x="303" y="453"/>
                  </a:lnTo>
                  <a:lnTo>
                    <a:pt x="277" y="503"/>
                  </a:lnTo>
                  <a:lnTo>
                    <a:pt x="227" y="579"/>
                  </a:lnTo>
                  <a:lnTo>
                    <a:pt x="177" y="629"/>
                  </a:lnTo>
                  <a:lnTo>
                    <a:pt x="127" y="679"/>
                  </a:lnTo>
                  <a:lnTo>
                    <a:pt x="101" y="755"/>
                  </a:lnTo>
                  <a:lnTo>
                    <a:pt x="76" y="780"/>
                  </a:lnTo>
                  <a:lnTo>
                    <a:pt x="76" y="830"/>
                  </a:lnTo>
                  <a:lnTo>
                    <a:pt x="51" y="881"/>
                  </a:lnTo>
                  <a:lnTo>
                    <a:pt x="26" y="956"/>
                  </a:lnTo>
                  <a:lnTo>
                    <a:pt x="1" y="1057"/>
                  </a:lnTo>
                  <a:lnTo>
                    <a:pt x="1" y="1157"/>
                  </a:lnTo>
                  <a:lnTo>
                    <a:pt x="26" y="1258"/>
                  </a:lnTo>
                  <a:lnTo>
                    <a:pt x="101" y="1333"/>
                  </a:lnTo>
                  <a:lnTo>
                    <a:pt x="202" y="1384"/>
                  </a:lnTo>
                  <a:lnTo>
                    <a:pt x="303" y="1358"/>
                  </a:lnTo>
                  <a:lnTo>
                    <a:pt x="328" y="1358"/>
                  </a:lnTo>
                  <a:lnTo>
                    <a:pt x="378" y="1333"/>
                  </a:lnTo>
                  <a:lnTo>
                    <a:pt x="479" y="1283"/>
                  </a:lnTo>
                  <a:lnTo>
                    <a:pt x="563" y="1241"/>
                  </a:lnTo>
                  <a:lnTo>
                    <a:pt x="579" y="1208"/>
                  </a:lnTo>
                  <a:lnTo>
                    <a:pt x="630" y="1182"/>
                  </a:lnTo>
                  <a:lnTo>
                    <a:pt x="680" y="1157"/>
                  </a:lnTo>
                  <a:lnTo>
                    <a:pt x="705" y="1107"/>
                  </a:lnTo>
                  <a:lnTo>
                    <a:pt x="730" y="1082"/>
                  </a:lnTo>
                  <a:lnTo>
                    <a:pt x="705" y="1132"/>
                  </a:lnTo>
                  <a:lnTo>
                    <a:pt x="831" y="956"/>
                  </a:lnTo>
                  <a:lnTo>
                    <a:pt x="957" y="805"/>
                  </a:lnTo>
                  <a:lnTo>
                    <a:pt x="1007" y="755"/>
                  </a:lnTo>
                  <a:lnTo>
                    <a:pt x="1082" y="679"/>
                  </a:lnTo>
                  <a:lnTo>
                    <a:pt x="1158" y="554"/>
                  </a:lnTo>
                  <a:lnTo>
                    <a:pt x="1233" y="453"/>
                  </a:lnTo>
                  <a:lnTo>
                    <a:pt x="1258" y="352"/>
                  </a:lnTo>
                  <a:lnTo>
                    <a:pt x="1233" y="176"/>
                  </a:lnTo>
                  <a:lnTo>
                    <a:pt x="1183" y="101"/>
                  </a:lnTo>
                  <a:lnTo>
                    <a:pt x="1107" y="25"/>
                  </a:lnTo>
                  <a:lnTo>
                    <a:pt x="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7511525" y="3834597"/>
              <a:ext cx="32480" cy="24936"/>
            </a:xfrm>
            <a:custGeom>
              <a:rect b="b" l="l" r="r" t="t"/>
              <a:pathLst>
                <a:path extrusionOk="0" h="1233" w="1284">
                  <a:moveTo>
                    <a:pt x="956" y="1"/>
                  </a:moveTo>
                  <a:lnTo>
                    <a:pt x="906" y="21"/>
                  </a:lnTo>
                  <a:lnTo>
                    <a:pt x="906" y="21"/>
                  </a:lnTo>
                  <a:lnTo>
                    <a:pt x="881" y="26"/>
                  </a:lnTo>
                  <a:lnTo>
                    <a:pt x="875" y="33"/>
                  </a:lnTo>
                  <a:lnTo>
                    <a:pt x="875" y="33"/>
                  </a:lnTo>
                  <a:lnTo>
                    <a:pt x="831" y="51"/>
                  </a:lnTo>
                  <a:lnTo>
                    <a:pt x="768" y="76"/>
                  </a:lnTo>
                  <a:lnTo>
                    <a:pt x="755" y="76"/>
                  </a:lnTo>
                  <a:lnTo>
                    <a:pt x="736" y="89"/>
                  </a:lnTo>
                  <a:lnTo>
                    <a:pt x="736" y="89"/>
                  </a:lnTo>
                  <a:lnTo>
                    <a:pt x="705" y="101"/>
                  </a:lnTo>
                  <a:lnTo>
                    <a:pt x="717" y="101"/>
                  </a:lnTo>
                  <a:lnTo>
                    <a:pt x="680" y="126"/>
                  </a:lnTo>
                  <a:lnTo>
                    <a:pt x="654" y="126"/>
                  </a:lnTo>
                  <a:lnTo>
                    <a:pt x="629" y="151"/>
                  </a:lnTo>
                  <a:lnTo>
                    <a:pt x="554" y="202"/>
                  </a:lnTo>
                  <a:lnTo>
                    <a:pt x="478" y="252"/>
                  </a:lnTo>
                  <a:lnTo>
                    <a:pt x="403" y="327"/>
                  </a:lnTo>
                  <a:lnTo>
                    <a:pt x="328" y="403"/>
                  </a:lnTo>
                  <a:lnTo>
                    <a:pt x="227" y="504"/>
                  </a:lnTo>
                  <a:lnTo>
                    <a:pt x="126" y="629"/>
                  </a:lnTo>
                  <a:lnTo>
                    <a:pt x="101" y="654"/>
                  </a:lnTo>
                  <a:lnTo>
                    <a:pt x="76" y="705"/>
                  </a:lnTo>
                  <a:lnTo>
                    <a:pt x="1" y="856"/>
                  </a:lnTo>
                  <a:lnTo>
                    <a:pt x="26" y="1032"/>
                  </a:lnTo>
                  <a:lnTo>
                    <a:pt x="76" y="1107"/>
                  </a:lnTo>
                  <a:lnTo>
                    <a:pt x="151" y="1183"/>
                  </a:lnTo>
                  <a:lnTo>
                    <a:pt x="227" y="1233"/>
                  </a:lnTo>
                  <a:lnTo>
                    <a:pt x="428" y="1233"/>
                  </a:lnTo>
                  <a:lnTo>
                    <a:pt x="554" y="1183"/>
                  </a:lnTo>
                  <a:lnTo>
                    <a:pt x="604" y="1132"/>
                  </a:lnTo>
                  <a:lnTo>
                    <a:pt x="654" y="1082"/>
                  </a:lnTo>
                  <a:lnTo>
                    <a:pt x="730" y="1007"/>
                  </a:lnTo>
                  <a:lnTo>
                    <a:pt x="805" y="956"/>
                  </a:lnTo>
                  <a:lnTo>
                    <a:pt x="856" y="881"/>
                  </a:lnTo>
                  <a:lnTo>
                    <a:pt x="906" y="805"/>
                  </a:lnTo>
                  <a:lnTo>
                    <a:pt x="1007" y="705"/>
                  </a:lnTo>
                  <a:lnTo>
                    <a:pt x="1082" y="604"/>
                  </a:lnTo>
                  <a:lnTo>
                    <a:pt x="1032" y="680"/>
                  </a:lnTo>
                  <a:lnTo>
                    <a:pt x="1107" y="579"/>
                  </a:lnTo>
                  <a:lnTo>
                    <a:pt x="1132" y="516"/>
                  </a:lnTo>
                  <a:lnTo>
                    <a:pt x="1132" y="529"/>
                  </a:lnTo>
                  <a:lnTo>
                    <a:pt x="1183" y="453"/>
                  </a:lnTo>
                  <a:lnTo>
                    <a:pt x="1233" y="378"/>
                  </a:lnTo>
                  <a:lnTo>
                    <a:pt x="1283" y="252"/>
                  </a:lnTo>
                  <a:lnTo>
                    <a:pt x="1157" y="26"/>
                  </a:lnTo>
                  <a:lnTo>
                    <a:pt x="1007" y="1"/>
                  </a:lnTo>
                  <a:lnTo>
                    <a:pt x="955" y="11"/>
                  </a:lnTo>
                  <a:lnTo>
                    <a:pt x="955" y="11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8"/>
            <p:cNvSpPr/>
            <p:nvPr/>
          </p:nvSpPr>
          <p:spPr>
            <a:xfrm>
              <a:off x="7592326" y="3831543"/>
              <a:ext cx="31848" cy="29527"/>
            </a:xfrm>
            <a:custGeom>
              <a:rect b="b" l="l" r="r" t="t"/>
              <a:pathLst>
                <a:path extrusionOk="0" h="1460" w="1259">
                  <a:moveTo>
                    <a:pt x="1032" y="1"/>
                  </a:moveTo>
                  <a:lnTo>
                    <a:pt x="881" y="51"/>
                  </a:lnTo>
                  <a:lnTo>
                    <a:pt x="730" y="152"/>
                  </a:lnTo>
                  <a:lnTo>
                    <a:pt x="604" y="252"/>
                  </a:lnTo>
                  <a:lnTo>
                    <a:pt x="478" y="378"/>
                  </a:lnTo>
                  <a:lnTo>
                    <a:pt x="378" y="504"/>
                  </a:lnTo>
                  <a:lnTo>
                    <a:pt x="252" y="629"/>
                  </a:lnTo>
                  <a:lnTo>
                    <a:pt x="152" y="805"/>
                  </a:lnTo>
                  <a:lnTo>
                    <a:pt x="101" y="856"/>
                  </a:lnTo>
                  <a:lnTo>
                    <a:pt x="76" y="931"/>
                  </a:lnTo>
                  <a:lnTo>
                    <a:pt x="26" y="981"/>
                  </a:lnTo>
                  <a:lnTo>
                    <a:pt x="1" y="1057"/>
                  </a:lnTo>
                  <a:lnTo>
                    <a:pt x="1" y="1208"/>
                  </a:lnTo>
                  <a:lnTo>
                    <a:pt x="51" y="1334"/>
                  </a:lnTo>
                  <a:lnTo>
                    <a:pt x="202" y="1434"/>
                  </a:lnTo>
                  <a:lnTo>
                    <a:pt x="328" y="1459"/>
                  </a:lnTo>
                  <a:lnTo>
                    <a:pt x="478" y="1409"/>
                  </a:lnTo>
                  <a:lnTo>
                    <a:pt x="529" y="1359"/>
                  </a:lnTo>
                  <a:lnTo>
                    <a:pt x="579" y="1334"/>
                  </a:lnTo>
                  <a:lnTo>
                    <a:pt x="629" y="1258"/>
                  </a:lnTo>
                  <a:lnTo>
                    <a:pt x="680" y="1208"/>
                  </a:lnTo>
                  <a:lnTo>
                    <a:pt x="831" y="1082"/>
                  </a:lnTo>
                  <a:lnTo>
                    <a:pt x="931" y="906"/>
                  </a:lnTo>
                  <a:lnTo>
                    <a:pt x="1032" y="780"/>
                  </a:lnTo>
                  <a:lnTo>
                    <a:pt x="1107" y="655"/>
                  </a:lnTo>
                  <a:lnTo>
                    <a:pt x="1208" y="504"/>
                  </a:lnTo>
                  <a:lnTo>
                    <a:pt x="1258" y="328"/>
                  </a:lnTo>
                  <a:lnTo>
                    <a:pt x="1258" y="177"/>
                  </a:lnTo>
                  <a:lnTo>
                    <a:pt x="1158" y="76"/>
                  </a:lnTo>
                  <a:lnTo>
                    <a:pt x="10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8"/>
            <p:cNvSpPr/>
            <p:nvPr/>
          </p:nvSpPr>
          <p:spPr>
            <a:xfrm>
              <a:off x="7658504" y="3829520"/>
              <a:ext cx="30558" cy="26453"/>
            </a:xfrm>
            <a:custGeom>
              <a:rect b="b" l="l" r="r" t="t"/>
              <a:pathLst>
                <a:path extrusionOk="0" h="1308" w="1208">
                  <a:moveTo>
                    <a:pt x="629" y="75"/>
                  </a:moveTo>
                  <a:lnTo>
                    <a:pt x="604" y="88"/>
                  </a:lnTo>
                  <a:lnTo>
                    <a:pt x="604" y="88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42" y="75"/>
                  </a:lnTo>
                  <a:close/>
                  <a:moveTo>
                    <a:pt x="1082" y="503"/>
                  </a:moveTo>
                  <a:lnTo>
                    <a:pt x="1082" y="528"/>
                  </a:lnTo>
                  <a:lnTo>
                    <a:pt x="1069" y="553"/>
                  </a:lnTo>
                  <a:lnTo>
                    <a:pt x="1069" y="553"/>
                  </a:lnTo>
                  <a:lnTo>
                    <a:pt x="1082" y="503"/>
                  </a:lnTo>
                  <a:close/>
                  <a:moveTo>
                    <a:pt x="830" y="0"/>
                  </a:moveTo>
                  <a:lnTo>
                    <a:pt x="704" y="50"/>
                  </a:lnTo>
                  <a:lnTo>
                    <a:pt x="642" y="75"/>
                  </a:lnTo>
                  <a:lnTo>
                    <a:pt x="654" y="75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579" y="101"/>
                  </a:lnTo>
                  <a:lnTo>
                    <a:pt x="604" y="88"/>
                  </a:lnTo>
                  <a:lnTo>
                    <a:pt x="604" y="88"/>
                  </a:lnTo>
                  <a:lnTo>
                    <a:pt x="554" y="101"/>
                  </a:lnTo>
                  <a:lnTo>
                    <a:pt x="403" y="226"/>
                  </a:lnTo>
                  <a:lnTo>
                    <a:pt x="327" y="277"/>
                  </a:lnTo>
                  <a:lnTo>
                    <a:pt x="277" y="327"/>
                  </a:lnTo>
                  <a:lnTo>
                    <a:pt x="126" y="503"/>
                  </a:lnTo>
                  <a:lnTo>
                    <a:pt x="51" y="704"/>
                  </a:lnTo>
                  <a:lnTo>
                    <a:pt x="0" y="855"/>
                  </a:lnTo>
                  <a:lnTo>
                    <a:pt x="25" y="1132"/>
                  </a:lnTo>
                  <a:lnTo>
                    <a:pt x="126" y="1232"/>
                  </a:lnTo>
                  <a:lnTo>
                    <a:pt x="227" y="1308"/>
                  </a:lnTo>
                  <a:lnTo>
                    <a:pt x="352" y="1308"/>
                  </a:lnTo>
                  <a:lnTo>
                    <a:pt x="503" y="1283"/>
                  </a:lnTo>
                  <a:lnTo>
                    <a:pt x="604" y="1207"/>
                  </a:lnTo>
                  <a:lnTo>
                    <a:pt x="654" y="1157"/>
                  </a:lnTo>
                  <a:lnTo>
                    <a:pt x="679" y="1107"/>
                  </a:lnTo>
                  <a:lnTo>
                    <a:pt x="780" y="981"/>
                  </a:lnTo>
                  <a:lnTo>
                    <a:pt x="855" y="830"/>
                  </a:lnTo>
                  <a:lnTo>
                    <a:pt x="916" y="749"/>
                  </a:lnTo>
                  <a:lnTo>
                    <a:pt x="956" y="729"/>
                  </a:lnTo>
                  <a:lnTo>
                    <a:pt x="956" y="704"/>
                  </a:lnTo>
                  <a:lnTo>
                    <a:pt x="981" y="679"/>
                  </a:lnTo>
                  <a:lnTo>
                    <a:pt x="1057" y="604"/>
                  </a:lnTo>
                  <a:lnTo>
                    <a:pt x="1064" y="573"/>
                  </a:lnTo>
                  <a:lnTo>
                    <a:pt x="1064" y="573"/>
                  </a:lnTo>
                  <a:lnTo>
                    <a:pt x="1132" y="528"/>
                  </a:lnTo>
                  <a:lnTo>
                    <a:pt x="1182" y="453"/>
                  </a:lnTo>
                  <a:lnTo>
                    <a:pt x="1207" y="252"/>
                  </a:lnTo>
                  <a:lnTo>
                    <a:pt x="1157" y="151"/>
                  </a:lnTo>
                  <a:lnTo>
                    <a:pt x="1107" y="75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8"/>
            <p:cNvSpPr/>
            <p:nvPr/>
          </p:nvSpPr>
          <p:spPr>
            <a:xfrm>
              <a:off x="7736117" y="3824423"/>
              <a:ext cx="33745" cy="29022"/>
            </a:xfrm>
            <a:custGeom>
              <a:rect b="b" l="l" r="r" t="t"/>
              <a:pathLst>
                <a:path extrusionOk="0" h="1435" w="1334">
                  <a:moveTo>
                    <a:pt x="789" y="241"/>
                  </a:moveTo>
                  <a:lnTo>
                    <a:pt x="787" y="260"/>
                  </a:lnTo>
                  <a:lnTo>
                    <a:pt x="784" y="247"/>
                  </a:lnTo>
                  <a:lnTo>
                    <a:pt x="784" y="247"/>
                  </a:lnTo>
                  <a:lnTo>
                    <a:pt x="789" y="241"/>
                  </a:lnTo>
                  <a:close/>
                  <a:moveTo>
                    <a:pt x="804" y="345"/>
                  </a:moveTo>
                  <a:lnTo>
                    <a:pt x="881" y="403"/>
                  </a:lnTo>
                  <a:lnTo>
                    <a:pt x="906" y="428"/>
                  </a:lnTo>
                  <a:lnTo>
                    <a:pt x="805" y="353"/>
                  </a:lnTo>
                  <a:lnTo>
                    <a:pt x="804" y="345"/>
                  </a:lnTo>
                  <a:close/>
                  <a:moveTo>
                    <a:pt x="931" y="1"/>
                  </a:moveTo>
                  <a:lnTo>
                    <a:pt x="805" y="76"/>
                  </a:lnTo>
                  <a:lnTo>
                    <a:pt x="800" y="132"/>
                  </a:lnTo>
                  <a:lnTo>
                    <a:pt x="800" y="132"/>
                  </a:lnTo>
                  <a:lnTo>
                    <a:pt x="780" y="151"/>
                  </a:lnTo>
                  <a:lnTo>
                    <a:pt x="780" y="151"/>
                  </a:lnTo>
                  <a:lnTo>
                    <a:pt x="799" y="142"/>
                  </a:lnTo>
                  <a:lnTo>
                    <a:pt x="799" y="142"/>
                  </a:lnTo>
                  <a:lnTo>
                    <a:pt x="798" y="148"/>
                  </a:lnTo>
                  <a:lnTo>
                    <a:pt x="798" y="148"/>
                  </a:lnTo>
                  <a:lnTo>
                    <a:pt x="680" y="227"/>
                  </a:lnTo>
                  <a:lnTo>
                    <a:pt x="554" y="327"/>
                  </a:lnTo>
                  <a:lnTo>
                    <a:pt x="453" y="403"/>
                  </a:lnTo>
                  <a:lnTo>
                    <a:pt x="353" y="504"/>
                  </a:lnTo>
                  <a:lnTo>
                    <a:pt x="277" y="579"/>
                  </a:lnTo>
                  <a:lnTo>
                    <a:pt x="177" y="680"/>
                  </a:lnTo>
                  <a:lnTo>
                    <a:pt x="126" y="730"/>
                  </a:lnTo>
                  <a:lnTo>
                    <a:pt x="101" y="780"/>
                  </a:lnTo>
                  <a:lnTo>
                    <a:pt x="76" y="830"/>
                  </a:lnTo>
                  <a:lnTo>
                    <a:pt x="51" y="881"/>
                  </a:lnTo>
                  <a:lnTo>
                    <a:pt x="51" y="906"/>
                  </a:lnTo>
                  <a:lnTo>
                    <a:pt x="26" y="931"/>
                  </a:lnTo>
                  <a:lnTo>
                    <a:pt x="1" y="1032"/>
                  </a:lnTo>
                  <a:lnTo>
                    <a:pt x="1" y="1132"/>
                  </a:lnTo>
                  <a:lnTo>
                    <a:pt x="26" y="1258"/>
                  </a:lnTo>
                  <a:lnTo>
                    <a:pt x="126" y="1359"/>
                  </a:lnTo>
                  <a:lnTo>
                    <a:pt x="227" y="1434"/>
                  </a:lnTo>
                  <a:lnTo>
                    <a:pt x="378" y="1434"/>
                  </a:lnTo>
                  <a:lnTo>
                    <a:pt x="604" y="1384"/>
                  </a:lnTo>
                  <a:lnTo>
                    <a:pt x="755" y="1233"/>
                  </a:lnTo>
                  <a:lnTo>
                    <a:pt x="931" y="1032"/>
                  </a:lnTo>
                  <a:lnTo>
                    <a:pt x="1107" y="830"/>
                  </a:lnTo>
                  <a:lnTo>
                    <a:pt x="1233" y="654"/>
                  </a:lnTo>
                  <a:lnTo>
                    <a:pt x="1308" y="478"/>
                  </a:lnTo>
                  <a:lnTo>
                    <a:pt x="1333" y="403"/>
                  </a:lnTo>
                  <a:lnTo>
                    <a:pt x="1333" y="327"/>
                  </a:lnTo>
                  <a:lnTo>
                    <a:pt x="1333" y="227"/>
                  </a:lnTo>
                  <a:lnTo>
                    <a:pt x="1208" y="51"/>
                  </a:lnTo>
                  <a:lnTo>
                    <a:pt x="1136" y="33"/>
                  </a:lnTo>
                  <a:lnTo>
                    <a:pt x="1136" y="33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8"/>
            <p:cNvSpPr/>
            <p:nvPr/>
          </p:nvSpPr>
          <p:spPr>
            <a:xfrm>
              <a:off x="7806115" y="3828489"/>
              <a:ext cx="24183" cy="23925"/>
            </a:xfrm>
            <a:custGeom>
              <a:rect b="b" l="l" r="r" t="t"/>
              <a:pathLst>
                <a:path extrusionOk="0" h="1183" w="956">
                  <a:moveTo>
                    <a:pt x="704" y="1"/>
                  </a:moveTo>
                  <a:lnTo>
                    <a:pt x="654" y="13"/>
                  </a:lnTo>
                  <a:lnTo>
                    <a:pt x="654" y="13"/>
                  </a:lnTo>
                  <a:lnTo>
                    <a:pt x="679" y="1"/>
                  </a:lnTo>
                  <a:lnTo>
                    <a:pt x="679" y="1"/>
                  </a:lnTo>
                  <a:lnTo>
                    <a:pt x="578" y="26"/>
                  </a:lnTo>
                  <a:lnTo>
                    <a:pt x="478" y="76"/>
                  </a:lnTo>
                  <a:lnTo>
                    <a:pt x="428" y="101"/>
                  </a:lnTo>
                  <a:lnTo>
                    <a:pt x="377" y="152"/>
                  </a:lnTo>
                  <a:lnTo>
                    <a:pt x="302" y="227"/>
                  </a:lnTo>
                  <a:lnTo>
                    <a:pt x="226" y="328"/>
                  </a:lnTo>
                  <a:lnTo>
                    <a:pt x="252" y="303"/>
                  </a:lnTo>
                  <a:lnTo>
                    <a:pt x="302" y="252"/>
                  </a:lnTo>
                  <a:lnTo>
                    <a:pt x="252" y="328"/>
                  </a:lnTo>
                  <a:lnTo>
                    <a:pt x="201" y="378"/>
                  </a:lnTo>
                  <a:lnTo>
                    <a:pt x="151" y="428"/>
                  </a:lnTo>
                  <a:lnTo>
                    <a:pt x="101" y="504"/>
                  </a:lnTo>
                  <a:lnTo>
                    <a:pt x="75" y="529"/>
                  </a:lnTo>
                  <a:lnTo>
                    <a:pt x="75" y="554"/>
                  </a:lnTo>
                  <a:lnTo>
                    <a:pt x="25" y="629"/>
                  </a:lnTo>
                  <a:lnTo>
                    <a:pt x="0" y="705"/>
                  </a:lnTo>
                  <a:lnTo>
                    <a:pt x="0" y="806"/>
                  </a:lnTo>
                  <a:lnTo>
                    <a:pt x="0" y="931"/>
                  </a:lnTo>
                  <a:lnTo>
                    <a:pt x="75" y="1057"/>
                  </a:lnTo>
                  <a:lnTo>
                    <a:pt x="302" y="1183"/>
                  </a:lnTo>
                  <a:lnTo>
                    <a:pt x="453" y="1158"/>
                  </a:lnTo>
                  <a:lnTo>
                    <a:pt x="528" y="1132"/>
                  </a:lnTo>
                  <a:lnTo>
                    <a:pt x="578" y="1082"/>
                  </a:lnTo>
                  <a:lnTo>
                    <a:pt x="604" y="1057"/>
                  </a:lnTo>
                  <a:lnTo>
                    <a:pt x="629" y="1032"/>
                  </a:lnTo>
                  <a:lnTo>
                    <a:pt x="654" y="1007"/>
                  </a:lnTo>
                  <a:lnTo>
                    <a:pt x="679" y="982"/>
                  </a:lnTo>
                  <a:lnTo>
                    <a:pt x="755" y="931"/>
                  </a:lnTo>
                  <a:lnTo>
                    <a:pt x="780" y="856"/>
                  </a:lnTo>
                  <a:lnTo>
                    <a:pt x="805" y="831"/>
                  </a:lnTo>
                  <a:lnTo>
                    <a:pt x="805" y="780"/>
                  </a:lnTo>
                  <a:lnTo>
                    <a:pt x="855" y="680"/>
                  </a:lnTo>
                  <a:lnTo>
                    <a:pt x="905" y="579"/>
                  </a:lnTo>
                  <a:lnTo>
                    <a:pt x="905" y="554"/>
                  </a:lnTo>
                  <a:lnTo>
                    <a:pt x="931" y="504"/>
                  </a:lnTo>
                  <a:lnTo>
                    <a:pt x="956" y="403"/>
                  </a:lnTo>
                  <a:lnTo>
                    <a:pt x="931" y="277"/>
                  </a:lnTo>
                  <a:lnTo>
                    <a:pt x="956" y="328"/>
                  </a:lnTo>
                  <a:lnTo>
                    <a:pt x="956" y="303"/>
                  </a:lnTo>
                  <a:lnTo>
                    <a:pt x="931" y="177"/>
                  </a:lnTo>
                  <a:lnTo>
                    <a:pt x="893" y="126"/>
                  </a:lnTo>
                  <a:lnTo>
                    <a:pt x="893" y="126"/>
                  </a:lnTo>
                  <a:lnTo>
                    <a:pt x="880" y="101"/>
                  </a:lnTo>
                  <a:lnTo>
                    <a:pt x="868" y="93"/>
                  </a:lnTo>
                  <a:lnTo>
                    <a:pt x="868" y="93"/>
                  </a:lnTo>
                  <a:lnTo>
                    <a:pt x="855" y="76"/>
                  </a:lnTo>
                  <a:lnTo>
                    <a:pt x="859" y="87"/>
                  </a:lnTo>
                  <a:lnTo>
                    <a:pt x="859" y="87"/>
                  </a:lnTo>
                  <a:lnTo>
                    <a:pt x="805" y="51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8"/>
            <p:cNvSpPr/>
            <p:nvPr/>
          </p:nvSpPr>
          <p:spPr>
            <a:xfrm>
              <a:off x="7879275" y="3826466"/>
              <a:ext cx="28661" cy="24936"/>
            </a:xfrm>
            <a:custGeom>
              <a:rect b="b" l="l" r="r" t="t"/>
              <a:pathLst>
                <a:path extrusionOk="0" h="1233" w="1133">
                  <a:moveTo>
                    <a:pt x="730" y="0"/>
                  </a:moveTo>
                  <a:lnTo>
                    <a:pt x="579" y="101"/>
                  </a:lnTo>
                  <a:lnTo>
                    <a:pt x="453" y="176"/>
                  </a:lnTo>
                  <a:lnTo>
                    <a:pt x="352" y="302"/>
                  </a:lnTo>
                  <a:lnTo>
                    <a:pt x="252" y="403"/>
                  </a:lnTo>
                  <a:lnTo>
                    <a:pt x="151" y="528"/>
                  </a:lnTo>
                  <a:lnTo>
                    <a:pt x="126" y="553"/>
                  </a:lnTo>
                  <a:lnTo>
                    <a:pt x="101" y="604"/>
                  </a:lnTo>
                  <a:lnTo>
                    <a:pt x="51" y="704"/>
                  </a:lnTo>
                  <a:lnTo>
                    <a:pt x="25" y="805"/>
                  </a:lnTo>
                  <a:lnTo>
                    <a:pt x="25" y="830"/>
                  </a:lnTo>
                  <a:lnTo>
                    <a:pt x="0" y="880"/>
                  </a:lnTo>
                  <a:lnTo>
                    <a:pt x="25" y="956"/>
                  </a:lnTo>
                  <a:lnTo>
                    <a:pt x="51" y="1031"/>
                  </a:lnTo>
                  <a:lnTo>
                    <a:pt x="101" y="1132"/>
                  </a:lnTo>
                  <a:lnTo>
                    <a:pt x="176" y="1207"/>
                  </a:lnTo>
                  <a:lnTo>
                    <a:pt x="302" y="1232"/>
                  </a:lnTo>
                  <a:lnTo>
                    <a:pt x="528" y="1207"/>
                  </a:lnTo>
                  <a:lnTo>
                    <a:pt x="629" y="1132"/>
                  </a:lnTo>
                  <a:lnTo>
                    <a:pt x="654" y="1107"/>
                  </a:lnTo>
                  <a:lnTo>
                    <a:pt x="679" y="1082"/>
                  </a:lnTo>
                  <a:lnTo>
                    <a:pt x="730" y="1031"/>
                  </a:lnTo>
                  <a:lnTo>
                    <a:pt x="780" y="956"/>
                  </a:lnTo>
                  <a:lnTo>
                    <a:pt x="830" y="880"/>
                  </a:lnTo>
                  <a:lnTo>
                    <a:pt x="881" y="805"/>
                  </a:lnTo>
                  <a:lnTo>
                    <a:pt x="931" y="729"/>
                  </a:lnTo>
                  <a:lnTo>
                    <a:pt x="981" y="654"/>
                  </a:lnTo>
                  <a:lnTo>
                    <a:pt x="1031" y="553"/>
                  </a:lnTo>
                  <a:lnTo>
                    <a:pt x="1082" y="453"/>
                  </a:lnTo>
                  <a:lnTo>
                    <a:pt x="1082" y="453"/>
                  </a:lnTo>
                  <a:lnTo>
                    <a:pt x="1065" y="470"/>
                  </a:lnTo>
                  <a:lnTo>
                    <a:pt x="1065" y="470"/>
                  </a:lnTo>
                  <a:lnTo>
                    <a:pt x="1132" y="352"/>
                  </a:lnTo>
                  <a:lnTo>
                    <a:pt x="1107" y="176"/>
                  </a:lnTo>
                  <a:lnTo>
                    <a:pt x="1107" y="151"/>
                  </a:lnTo>
                  <a:lnTo>
                    <a:pt x="1082" y="25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8"/>
            <p:cNvSpPr/>
            <p:nvPr/>
          </p:nvSpPr>
          <p:spPr>
            <a:xfrm>
              <a:off x="7954991" y="3821875"/>
              <a:ext cx="31823" cy="29527"/>
            </a:xfrm>
            <a:custGeom>
              <a:rect b="b" l="l" r="r" t="t"/>
              <a:pathLst>
                <a:path extrusionOk="0" h="1460" w="1258">
                  <a:moveTo>
                    <a:pt x="981" y="1"/>
                  </a:moveTo>
                  <a:lnTo>
                    <a:pt x="956" y="26"/>
                  </a:lnTo>
                  <a:lnTo>
                    <a:pt x="906" y="26"/>
                  </a:lnTo>
                  <a:lnTo>
                    <a:pt x="906" y="38"/>
                  </a:lnTo>
                  <a:lnTo>
                    <a:pt x="906" y="38"/>
                  </a:lnTo>
                  <a:lnTo>
                    <a:pt x="880" y="51"/>
                  </a:lnTo>
                  <a:lnTo>
                    <a:pt x="830" y="76"/>
                  </a:lnTo>
                  <a:lnTo>
                    <a:pt x="780" y="101"/>
                  </a:lnTo>
                  <a:lnTo>
                    <a:pt x="755" y="127"/>
                  </a:lnTo>
                  <a:lnTo>
                    <a:pt x="604" y="227"/>
                  </a:lnTo>
                  <a:lnTo>
                    <a:pt x="478" y="353"/>
                  </a:lnTo>
                  <a:lnTo>
                    <a:pt x="377" y="479"/>
                  </a:lnTo>
                  <a:lnTo>
                    <a:pt x="252" y="604"/>
                  </a:lnTo>
                  <a:lnTo>
                    <a:pt x="76" y="806"/>
                  </a:lnTo>
                  <a:lnTo>
                    <a:pt x="25" y="1082"/>
                  </a:lnTo>
                  <a:lnTo>
                    <a:pt x="25" y="1032"/>
                  </a:lnTo>
                  <a:lnTo>
                    <a:pt x="25" y="982"/>
                  </a:lnTo>
                  <a:lnTo>
                    <a:pt x="0" y="1082"/>
                  </a:lnTo>
                  <a:lnTo>
                    <a:pt x="0" y="1158"/>
                  </a:lnTo>
                  <a:lnTo>
                    <a:pt x="25" y="1309"/>
                  </a:lnTo>
                  <a:lnTo>
                    <a:pt x="226" y="1459"/>
                  </a:lnTo>
                  <a:lnTo>
                    <a:pt x="352" y="1434"/>
                  </a:lnTo>
                  <a:lnTo>
                    <a:pt x="453" y="1409"/>
                  </a:lnTo>
                  <a:lnTo>
                    <a:pt x="478" y="1409"/>
                  </a:lnTo>
                  <a:lnTo>
                    <a:pt x="579" y="1359"/>
                  </a:lnTo>
                  <a:lnTo>
                    <a:pt x="654" y="1309"/>
                  </a:lnTo>
                  <a:lnTo>
                    <a:pt x="704" y="1233"/>
                  </a:lnTo>
                  <a:lnTo>
                    <a:pt x="755" y="1183"/>
                  </a:lnTo>
                  <a:lnTo>
                    <a:pt x="805" y="1107"/>
                  </a:lnTo>
                  <a:lnTo>
                    <a:pt x="931" y="956"/>
                  </a:lnTo>
                  <a:lnTo>
                    <a:pt x="1056" y="780"/>
                  </a:lnTo>
                  <a:lnTo>
                    <a:pt x="1157" y="604"/>
                  </a:lnTo>
                  <a:lnTo>
                    <a:pt x="1207" y="428"/>
                  </a:lnTo>
                  <a:lnTo>
                    <a:pt x="1232" y="378"/>
                  </a:lnTo>
                  <a:lnTo>
                    <a:pt x="1232" y="353"/>
                  </a:lnTo>
                  <a:lnTo>
                    <a:pt x="1258" y="277"/>
                  </a:lnTo>
                  <a:lnTo>
                    <a:pt x="1258" y="227"/>
                  </a:lnTo>
                  <a:lnTo>
                    <a:pt x="1258" y="152"/>
                  </a:lnTo>
                  <a:lnTo>
                    <a:pt x="1207" y="51"/>
                  </a:lnTo>
                  <a:lnTo>
                    <a:pt x="1157" y="26"/>
                  </a:lnTo>
                  <a:lnTo>
                    <a:pt x="11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8025596" y="3822380"/>
              <a:ext cx="38830" cy="30033"/>
            </a:xfrm>
            <a:custGeom>
              <a:rect b="b" l="l" r="r" t="t"/>
              <a:pathLst>
                <a:path extrusionOk="0" h="1485" w="1535">
                  <a:moveTo>
                    <a:pt x="1158" y="1"/>
                  </a:moveTo>
                  <a:lnTo>
                    <a:pt x="1057" y="26"/>
                  </a:lnTo>
                  <a:lnTo>
                    <a:pt x="982" y="76"/>
                  </a:lnTo>
                  <a:lnTo>
                    <a:pt x="906" y="102"/>
                  </a:lnTo>
                  <a:lnTo>
                    <a:pt x="856" y="152"/>
                  </a:lnTo>
                  <a:lnTo>
                    <a:pt x="680" y="252"/>
                  </a:lnTo>
                  <a:lnTo>
                    <a:pt x="529" y="403"/>
                  </a:lnTo>
                  <a:lnTo>
                    <a:pt x="403" y="504"/>
                  </a:lnTo>
                  <a:lnTo>
                    <a:pt x="277" y="605"/>
                  </a:lnTo>
                  <a:lnTo>
                    <a:pt x="202" y="705"/>
                  </a:lnTo>
                  <a:lnTo>
                    <a:pt x="127" y="806"/>
                  </a:lnTo>
                  <a:lnTo>
                    <a:pt x="101" y="831"/>
                  </a:lnTo>
                  <a:lnTo>
                    <a:pt x="76" y="856"/>
                  </a:lnTo>
                  <a:lnTo>
                    <a:pt x="1" y="1082"/>
                  </a:lnTo>
                  <a:lnTo>
                    <a:pt x="76" y="1284"/>
                  </a:lnTo>
                  <a:lnTo>
                    <a:pt x="51" y="1233"/>
                  </a:lnTo>
                  <a:lnTo>
                    <a:pt x="51" y="1284"/>
                  </a:lnTo>
                  <a:lnTo>
                    <a:pt x="127" y="1384"/>
                  </a:lnTo>
                  <a:lnTo>
                    <a:pt x="202" y="1434"/>
                  </a:lnTo>
                  <a:lnTo>
                    <a:pt x="303" y="1460"/>
                  </a:lnTo>
                  <a:lnTo>
                    <a:pt x="252" y="1434"/>
                  </a:lnTo>
                  <a:lnTo>
                    <a:pt x="227" y="1409"/>
                  </a:lnTo>
                  <a:lnTo>
                    <a:pt x="403" y="1485"/>
                  </a:lnTo>
                  <a:lnTo>
                    <a:pt x="579" y="1434"/>
                  </a:lnTo>
                  <a:lnTo>
                    <a:pt x="630" y="1409"/>
                  </a:lnTo>
                  <a:lnTo>
                    <a:pt x="680" y="1384"/>
                  </a:lnTo>
                  <a:lnTo>
                    <a:pt x="780" y="1309"/>
                  </a:lnTo>
                  <a:lnTo>
                    <a:pt x="881" y="1208"/>
                  </a:lnTo>
                  <a:lnTo>
                    <a:pt x="982" y="1108"/>
                  </a:lnTo>
                  <a:lnTo>
                    <a:pt x="1107" y="982"/>
                  </a:lnTo>
                  <a:lnTo>
                    <a:pt x="1233" y="831"/>
                  </a:lnTo>
                  <a:lnTo>
                    <a:pt x="1359" y="680"/>
                  </a:lnTo>
                  <a:lnTo>
                    <a:pt x="1409" y="605"/>
                  </a:lnTo>
                  <a:lnTo>
                    <a:pt x="1434" y="554"/>
                  </a:lnTo>
                  <a:lnTo>
                    <a:pt x="1485" y="479"/>
                  </a:lnTo>
                  <a:lnTo>
                    <a:pt x="1510" y="428"/>
                  </a:lnTo>
                  <a:lnTo>
                    <a:pt x="1535" y="353"/>
                  </a:lnTo>
                  <a:lnTo>
                    <a:pt x="1535" y="278"/>
                  </a:lnTo>
                  <a:lnTo>
                    <a:pt x="1510" y="152"/>
                  </a:lnTo>
                  <a:lnTo>
                    <a:pt x="1409" y="76"/>
                  </a:lnTo>
                  <a:lnTo>
                    <a:pt x="1309" y="1"/>
                  </a:lnTo>
                  <a:lnTo>
                    <a:pt x="1248" y="13"/>
                  </a:lnTo>
                  <a:lnTo>
                    <a:pt x="1248" y="13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8091775" y="3820863"/>
              <a:ext cx="35010" cy="29527"/>
            </a:xfrm>
            <a:custGeom>
              <a:rect b="b" l="l" r="r" t="t"/>
              <a:pathLst>
                <a:path extrusionOk="0" h="1460" w="1384">
                  <a:moveTo>
                    <a:pt x="906" y="126"/>
                  </a:moveTo>
                  <a:lnTo>
                    <a:pt x="841" y="154"/>
                  </a:lnTo>
                  <a:lnTo>
                    <a:pt x="841" y="154"/>
                  </a:lnTo>
                  <a:lnTo>
                    <a:pt x="862" y="126"/>
                  </a:lnTo>
                  <a:close/>
                  <a:moveTo>
                    <a:pt x="780" y="453"/>
                  </a:moveTo>
                  <a:lnTo>
                    <a:pt x="780" y="478"/>
                  </a:lnTo>
                  <a:lnTo>
                    <a:pt x="780" y="478"/>
                  </a:lnTo>
                  <a:lnTo>
                    <a:pt x="780" y="478"/>
                  </a:lnTo>
                  <a:lnTo>
                    <a:pt x="767" y="453"/>
                  </a:lnTo>
                  <a:close/>
                  <a:moveTo>
                    <a:pt x="931" y="0"/>
                  </a:moveTo>
                  <a:lnTo>
                    <a:pt x="755" y="26"/>
                  </a:lnTo>
                  <a:lnTo>
                    <a:pt x="654" y="177"/>
                  </a:lnTo>
                  <a:lnTo>
                    <a:pt x="654" y="252"/>
                  </a:lnTo>
                  <a:lnTo>
                    <a:pt x="654" y="265"/>
                  </a:lnTo>
                  <a:lnTo>
                    <a:pt x="654" y="265"/>
                  </a:lnTo>
                  <a:lnTo>
                    <a:pt x="579" y="327"/>
                  </a:lnTo>
                  <a:lnTo>
                    <a:pt x="503" y="378"/>
                  </a:lnTo>
                  <a:lnTo>
                    <a:pt x="428" y="453"/>
                  </a:lnTo>
                  <a:lnTo>
                    <a:pt x="327" y="529"/>
                  </a:lnTo>
                  <a:lnTo>
                    <a:pt x="252" y="604"/>
                  </a:lnTo>
                  <a:lnTo>
                    <a:pt x="227" y="654"/>
                  </a:lnTo>
                  <a:lnTo>
                    <a:pt x="176" y="705"/>
                  </a:lnTo>
                  <a:lnTo>
                    <a:pt x="126" y="755"/>
                  </a:lnTo>
                  <a:lnTo>
                    <a:pt x="76" y="830"/>
                  </a:lnTo>
                  <a:lnTo>
                    <a:pt x="51" y="931"/>
                  </a:lnTo>
                  <a:lnTo>
                    <a:pt x="51" y="956"/>
                  </a:lnTo>
                  <a:lnTo>
                    <a:pt x="0" y="1057"/>
                  </a:lnTo>
                  <a:lnTo>
                    <a:pt x="0" y="1233"/>
                  </a:lnTo>
                  <a:lnTo>
                    <a:pt x="227" y="1459"/>
                  </a:lnTo>
                  <a:lnTo>
                    <a:pt x="378" y="1434"/>
                  </a:lnTo>
                  <a:lnTo>
                    <a:pt x="503" y="1409"/>
                  </a:lnTo>
                  <a:lnTo>
                    <a:pt x="554" y="1384"/>
                  </a:lnTo>
                  <a:lnTo>
                    <a:pt x="654" y="1359"/>
                  </a:lnTo>
                  <a:lnTo>
                    <a:pt x="755" y="1283"/>
                  </a:lnTo>
                  <a:lnTo>
                    <a:pt x="805" y="1233"/>
                  </a:lnTo>
                  <a:lnTo>
                    <a:pt x="830" y="1183"/>
                  </a:lnTo>
                  <a:lnTo>
                    <a:pt x="906" y="1107"/>
                  </a:lnTo>
                  <a:lnTo>
                    <a:pt x="981" y="1032"/>
                  </a:lnTo>
                  <a:lnTo>
                    <a:pt x="1057" y="956"/>
                  </a:lnTo>
                  <a:lnTo>
                    <a:pt x="1132" y="856"/>
                  </a:lnTo>
                  <a:lnTo>
                    <a:pt x="1233" y="705"/>
                  </a:lnTo>
                  <a:lnTo>
                    <a:pt x="1333" y="554"/>
                  </a:lnTo>
                  <a:lnTo>
                    <a:pt x="1384" y="453"/>
                  </a:lnTo>
                  <a:lnTo>
                    <a:pt x="1359" y="227"/>
                  </a:lnTo>
                  <a:lnTo>
                    <a:pt x="1283" y="151"/>
                  </a:lnTo>
                  <a:lnTo>
                    <a:pt x="1233" y="101"/>
                  </a:lnTo>
                  <a:lnTo>
                    <a:pt x="1182" y="76"/>
                  </a:lnTo>
                  <a:lnTo>
                    <a:pt x="1208" y="101"/>
                  </a:lnTo>
                  <a:lnTo>
                    <a:pt x="1233" y="126"/>
                  </a:lnTo>
                  <a:lnTo>
                    <a:pt x="1182" y="101"/>
                  </a:lnTo>
                  <a:lnTo>
                    <a:pt x="1157" y="76"/>
                  </a:lnTo>
                  <a:lnTo>
                    <a:pt x="1132" y="51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8"/>
            <p:cNvSpPr/>
            <p:nvPr/>
          </p:nvSpPr>
          <p:spPr>
            <a:xfrm>
              <a:off x="8156663" y="3815766"/>
              <a:ext cx="40120" cy="31570"/>
            </a:xfrm>
            <a:custGeom>
              <a:rect b="b" l="l" r="r" t="t"/>
              <a:pathLst>
                <a:path extrusionOk="0" h="1561" w="1586">
                  <a:moveTo>
                    <a:pt x="1208" y="1"/>
                  </a:moveTo>
                  <a:lnTo>
                    <a:pt x="1132" y="51"/>
                  </a:lnTo>
                  <a:lnTo>
                    <a:pt x="1057" y="127"/>
                  </a:lnTo>
                  <a:lnTo>
                    <a:pt x="982" y="177"/>
                  </a:lnTo>
                  <a:lnTo>
                    <a:pt x="956" y="177"/>
                  </a:lnTo>
                  <a:lnTo>
                    <a:pt x="956" y="202"/>
                  </a:lnTo>
                  <a:lnTo>
                    <a:pt x="931" y="202"/>
                  </a:lnTo>
                  <a:lnTo>
                    <a:pt x="881" y="227"/>
                  </a:lnTo>
                  <a:lnTo>
                    <a:pt x="730" y="353"/>
                  </a:lnTo>
                  <a:lnTo>
                    <a:pt x="554" y="504"/>
                  </a:lnTo>
                  <a:lnTo>
                    <a:pt x="428" y="630"/>
                  </a:lnTo>
                  <a:lnTo>
                    <a:pt x="303" y="730"/>
                  </a:lnTo>
                  <a:lnTo>
                    <a:pt x="227" y="781"/>
                  </a:lnTo>
                  <a:lnTo>
                    <a:pt x="177" y="856"/>
                  </a:lnTo>
                  <a:lnTo>
                    <a:pt x="126" y="906"/>
                  </a:lnTo>
                  <a:lnTo>
                    <a:pt x="76" y="957"/>
                  </a:lnTo>
                  <a:lnTo>
                    <a:pt x="1" y="1108"/>
                  </a:lnTo>
                  <a:lnTo>
                    <a:pt x="10" y="1181"/>
                  </a:lnTo>
                  <a:lnTo>
                    <a:pt x="1" y="1208"/>
                  </a:lnTo>
                  <a:lnTo>
                    <a:pt x="1" y="1309"/>
                  </a:lnTo>
                  <a:lnTo>
                    <a:pt x="1" y="1409"/>
                  </a:lnTo>
                  <a:lnTo>
                    <a:pt x="126" y="1510"/>
                  </a:lnTo>
                  <a:lnTo>
                    <a:pt x="227" y="1535"/>
                  </a:lnTo>
                  <a:lnTo>
                    <a:pt x="328" y="1535"/>
                  </a:lnTo>
                  <a:lnTo>
                    <a:pt x="333" y="1533"/>
                  </a:lnTo>
                  <a:lnTo>
                    <a:pt x="333" y="1533"/>
                  </a:lnTo>
                  <a:lnTo>
                    <a:pt x="428" y="1560"/>
                  </a:lnTo>
                  <a:lnTo>
                    <a:pt x="705" y="1384"/>
                  </a:lnTo>
                  <a:lnTo>
                    <a:pt x="831" y="1258"/>
                  </a:lnTo>
                  <a:lnTo>
                    <a:pt x="956" y="1133"/>
                  </a:lnTo>
                  <a:lnTo>
                    <a:pt x="1082" y="1007"/>
                  </a:lnTo>
                  <a:lnTo>
                    <a:pt x="1208" y="856"/>
                  </a:lnTo>
                  <a:lnTo>
                    <a:pt x="1334" y="680"/>
                  </a:lnTo>
                  <a:lnTo>
                    <a:pt x="1434" y="529"/>
                  </a:lnTo>
                  <a:lnTo>
                    <a:pt x="1535" y="378"/>
                  </a:lnTo>
                  <a:lnTo>
                    <a:pt x="1585" y="303"/>
                  </a:lnTo>
                  <a:lnTo>
                    <a:pt x="1535" y="102"/>
                  </a:lnTo>
                  <a:lnTo>
                    <a:pt x="1459" y="51"/>
                  </a:lnTo>
                  <a:lnTo>
                    <a:pt x="1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8"/>
            <p:cNvSpPr/>
            <p:nvPr/>
          </p:nvSpPr>
          <p:spPr>
            <a:xfrm>
              <a:off x="8217099" y="3816292"/>
              <a:ext cx="42675" cy="29507"/>
            </a:xfrm>
            <a:custGeom>
              <a:rect b="b" l="l" r="r" t="t"/>
              <a:pathLst>
                <a:path extrusionOk="0" h="1459" w="1687">
                  <a:moveTo>
                    <a:pt x="1409" y="0"/>
                  </a:moveTo>
                  <a:lnTo>
                    <a:pt x="1233" y="25"/>
                  </a:lnTo>
                  <a:lnTo>
                    <a:pt x="1057" y="76"/>
                  </a:lnTo>
                  <a:lnTo>
                    <a:pt x="940" y="134"/>
                  </a:lnTo>
                  <a:lnTo>
                    <a:pt x="940" y="134"/>
                  </a:lnTo>
                  <a:lnTo>
                    <a:pt x="881" y="151"/>
                  </a:lnTo>
                  <a:lnTo>
                    <a:pt x="705" y="252"/>
                  </a:lnTo>
                  <a:lnTo>
                    <a:pt x="554" y="352"/>
                  </a:lnTo>
                  <a:lnTo>
                    <a:pt x="429" y="453"/>
                  </a:lnTo>
                  <a:lnTo>
                    <a:pt x="303" y="553"/>
                  </a:lnTo>
                  <a:lnTo>
                    <a:pt x="202" y="679"/>
                  </a:lnTo>
                  <a:lnTo>
                    <a:pt x="127" y="780"/>
                  </a:lnTo>
                  <a:lnTo>
                    <a:pt x="76" y="880"/>
                  </a:lnTo>
                  <a:lnTo>
                    <a:pt x="1" y="1031"/>
                  </a:lnTo>
                  <a:lnTo>
                    <a:pt x="76" y="1283"/>
                  </a:lnTo>
                  <a:lnTo>
                    <a:pt x="177" y="1383"/>
                  </a:lnTo>
                  <a:lnTo>
                    <a:pt x="303" y="1459"/>
                  </a:lnTo>
                  <a:lnTo>
                    <a:pt x="554" y="1459"/>
                  </a:lnTo>
                  <a:lnTo>
                    <a:pt x="680" y="1358"/>
                  </a:lnTo>
                  <a:lnTo>
                    <a:pt x="755" y="1283"/>
                  </a:lnTo>
                  <a:lnTo>
                    <a:pt x="856" y="1207"/>
                  </a:lnTo>
                  <a:lnTo>
                    <a:pt x="932" y="1132"/>
                  </a:lnTo>
                  <a:lnTo>
                    <a:pt x="1007" y="1031"/>
                  </a:lnTo>
                  <a:lnTo>
                    <a:pt x="1082" y="931"/>
                  </a:lnTo>
                  <a:lnTo>
                    <a:pt x="1183" y="855"/>
                  </a:lnTo>
                  <a:lnTo>
                    <a:pt x="1208" y="830"/>
                  </a:lnTo>
                  <a:lnTo>
                    <a:pt x="1258" y="780"/>
                  </a:lnTo>
                  <a:lnTo>
                    <a:pt x="1284" y="780"/>
                  </a:lnTo>
                  <a:lnTo>
                    <a:pt x="1309" y="755"/>
                  </a:lnTo>
                  <a:lnTo>
                    <a:pt x="1359" y="704"/>
                  </a:lnTo>
                  <a:lnTo>
                    <a:pt x="1364" y="689"/>
                  </a:lnTo>
                  <a:lnTo>
                    <a:pt x="1364" y="689"/>
                  </a:lnTo>
                  <a:lnTo>
                    <a:pt x="1384" y="679"/>
                  </a:lnTo>
                  <a:lnTo>
                    <a:pt x="1435" y="629"/>
                  </a:lnTo>
                  <a:lnTo>
                    <a:pt x="1435" y="604"/>
                  </a:lnTo>
                  <a:lnTo>
                    <a:pt x="1460" y="604"/>
                  </a:lnTo>
                  <a:lnTo>
                    <a:pt x="1560" y="528"/>
                  </a:lnTo>
                  <a:lnTo>
                    <a:pt x="1611" y="453"/>
                  </a:lnTo>
                  <a:lnTo>
                    <a:pt x="1616" y="433"/>
                  </a:lnTo>
                  <a:lnTo>
                    <a:pt x="1616" y="433"/>
                  </a:lnTo>
                  <a:lnTo>
                    <a:pt x="1686" y="327"/>
                  </a:lnTo>
                  <a:lnTo>
                    <a:pt x="1636" y="151"/>
                  </a:lnTo>
                  <a:lnTo>
                    <a:pt x="1585" y="101"/>
                  </a:lnTo>
                  <a:lnTo>
                    <a:pt x="1535" y="50"/>
                  </a:lnTo>
                  <a:lnTo>
                    <a:pt x="1435" y="0"/>
                  </a:lnTo>
                  <a:lnTo>
                    <a:pt x="1415" y="5"/>
                  </a:lnTo>
                  <a:lnTo>
                    <a:pt x="1415" y="5"/>
                  </a:lnTo>
                  <a:lnTo>
                    <a:pt x="14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8270552" y="3814250"/>
              <a:ext cx="49024" cy="33087"/>
            </a:xfrm>
            <a:custGeom>
              <a:rect b="b" l="l" r="r" t="t"/>
              <a:pathLst>
                <a:path extrusionOk="0" h="1636" w="1938">
                  <a:moveTo>
                    <a:pt x="1660" y="1"/>
                  </a:moveTo>
                  <a:lnTo>
                    <a:pt x="1560" y="26"/>
                  </a:lnTo>
                  <a:lnTo>
                    <a:pt x="1384" y="101"/>
                  </a:lnTo>
                  <a:lnTo>
                    <a:pt x="1208" y="151"/>
                  </a:lnTo>
                  <a:lnTo>
                    <a:pt x="1258" y="151"/>
                  </a:lnTo>
                  <a:lnTo>
                    <a:pt x="1132" y="177"/>
                  </a:lnTo>
                  <a:lnTo>
                    <a:pt x="881" y="353"/>
                  </a:lnTo>
                  <a:lnTo>
                    <a:pt x="705" y="478"/>
                  </a:lnTo>
                  <a:lnTo>
                    <a:pt x="504" y="629"/>
                  </a:lnTo>
                  <a:lnTo>
                    <a:pt x="403" y="705"/>
                  </a:lnTo>
                  <a:lnTo>
                    <a:pt x="302" y="830"/>
                  </a:lnTo>
                  <a:lnTo>
                    <a:pt x="252" y="906"/>
                  </a:lnTo>
                  <a:lnTo>
                    <a:pt x="202" y="956"/>
                  </a:lnTo>
                  <a:lnTo>
                    <a:pt x="151" y="1057"/>
                  </a:lnTo>
                  <a:lnTo>
                    <a:pt x="101" y="1132"/>
                  </a:lnTo>
                  <a:lnTo>
                    <a:pt x="51" y="1208"/>
                  </a:lnTo>
                  <a:lnTo>
                    <a:pt x="51" y="1283"/>
                  </a:lnTo>
                  <a:lnTo>
                    <a:pt x="51" y="1333"/>
                  </a:lnTo>
                  <a:lnTo>
                    <a:pt x="51" y="1359"/>
                  </a:lnTo>
                  <a:lnTo>
                    <a:pt x="26" y="1434"/>
                  </a:lnTo>
                  <a:lnTo>
                    <a:pt x="1" y="1510"/>
                  </a:lnTo>
                  <a:lnTo>
                    <a:pt x="51" y="1635"/>
                  </a:lnTo>
                  <a:lnTo>
                    <a:pt x="252" y="1635"/>
                  </a:lnTo>
                  <a:lnTo>
                    <a:pt x="302" y="1610"/>
                  </a:lnTo>
                  <a:lnTo>
                    <a:pt x="403" y="1610"/>
                  </a:lnTo>
                  <a:lnTo>
                    <a:pt x="478" y="1585"/>
                  </a:lnTo>
                  <a:lnTo>
                    <a:pt x="529" y="1560"/>
                  </a:lnTo>
                  <a:lnTo>
                    <a:pt x="629" y="1510"/>
                  </a:lnTo>
                  <a:lnTo>
                    <a:pt x="730" y="1434"/>
                  </a:lnTo>
                  <a:lnTo>
                    <a:pt x="856" y="1359"/>
                  </a:lnTo>
                  <a:lnTo>
                    <a:pt x="981" y="1258"/>
                  </a:lnTo>
                  <a:lnTo>
                    <a:pt x="1057" y="1183"/>
                  </a:lnTo>
                  <a:lnTo>
                    <a:pt x="1157" y="1107"/>
                  </a:lnTo>
                  <a:lnTo>
                    <a:pt x="1334" y="956"/>
                  </a:lnTo>
                  <a:lnTo>
                    <a:pt x="1484" y="830"/>
                  </a:lnTo>
                  <a:lnTo>
                    <a:pt x="1535" y="805"/>
                  </a:lnTo>
                  <a:lnTo>
                    <a:pt x="1560" y="780"/>
                  </a:lnTo>
                  <a:lnTo>
                    <a:pt x="1610" y="730"/>
                  </a:lnTo>
                  <a:lnTo>
                    <a:pt x="1635" y="705"/>
                  </a:lnTo>
                  <a:lnTo>
                    <a:pt x="1681" y="659"/>
                  </a:lnTo>
                  <a:lnTo>
                    <a:pt x="1660" y="680"/>
                  </a:lnTo>
                  <a:lnTo>
                    <a:pt x="1660" y="680"/>
                  </a:lnTo>
                  <a:lnTo>
                    <a:pt x="1761" y="604"/>
                  </a:lnTo>
                  <a:lnTo>
                    <a:pt x="1837" y="504"/>
                  </a:lnTo>
                  <a:lnTo>
                    <a:pt x="1912" y="453"/>
                  </a:lnTo>
                  <a:lnTo>
                    <a:pt x="1937" y="252"/>
                  </a:lnTo>
                  <a:lnTo>
                    <a:pt x="1887" y="151"/>
                  </a:lnTo>
                  <a:lnTo>
                    <a:pt x="1837" y="76"/>
                  </a:lnTo>
                  <a:lnTo>
                    <a:pt x="16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" name="Google Shape;421;p18"/>
          <p:cNvGrpSpPr/>
          <p:nvPr/>
        </p:nvGrpSpPr>
        <p:grpSpPr>
          <a:xfrm>
            <a:off x="6382079" y="3924594"/>
            <a:ext cx="1966053" cy="254700"/>
            <a:chOff x="6382079" y="3924594"/>
            <a:chExt cx="1966053" cy="254700"/>
          </a:xfrm>
        </p:grpSpPr>
        <p:sp>
          <p:nvSpPr>
            <p:cNvPr id="422" name="Google Shape;422;p18"/>
            <p:cNvSpPr/>
            <p:nvPr/>
          </p:nvSpPr>
          <p:spPr>
            <a:xfrm rot="5400000">
              <a:off x="7642124" y="3459123"/>
              <a:ext cx="159300" cy="120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8"/>
            <p:cNvSpPr txBox="1"/>
            <p:nvPr/>
          </p:nvSpPr>
          <p:spPr>
            <a:xfrm>
              <a:off x="6382079" y="3924594"/>
              <a:ext cx="676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Social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4" name="Google Shape;424;p18"/>
            <p:cNvSpPr/>
            <p:nvPr/>
          </p:nvSpPr>
          <p:spPr>
            <a:xfrm rot="5400000">
              <a:off x="7301018" y="3800229"/>
              <a:ext cx="159300" cy="525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8"/>
            <p:cNvSpPr/>
            <p:nvPr/>
          </p:nvSpPr>
          <p:spPr>
            <a:xfrm>
              <a:off x="7113873" y="3951263"/>
              <a:ext cx="1234258" cy="191279"/>
            </a:xfrm>
            <a:custGeom>
              <a:rect b="b" l="l" r="r" t="t"/>
              <a:pathLst>
                <a:path extrusionOk="0" h="9458" w="48792">
                  <a:moveTo>
                    <a:pt x="48113" y="716"/>
                  </a:moveTo>
                  <a:lnTo>
                    <a:pt x="48113" y="7607"/>
                  </a:lnTo>
                  <a:lnTo>
                    <a:pt x="48113" y="7607"/>
                  </a:lnTo>
                  <a:lnTo>
                    <a:pt x="39109" y="7898"/>
                  </a:lnTo>
                  <a:lnTo>
                    <a:pt x="20397" y="8401"/>
                  </a:lnTo>
                  <a:lnTo>
                    <a:pt x="11067" y="8577"/>
                  </a:lnTo>
                  <a:lnTo>
                    <a:pt x="8401" y="8627"/>
                  </a:lnTo>
                  <a:lnTo>
                    <a:pt x="3069" y="8703"/>
                  </a:lnTo>
                  <a:lnTo>
                    <a:pt x="780" y="8832"/>
                  </a:lnTo>
                  <a:lnTo>
                    <a:pt x="780" y="8832"/>
                  </a:lnTo>
                  <a:lnTo>
                    <a:pt x="780" y="5307"/>
                  </a:lnTo>
                  <a:lnTo>
                    <a:pt x="758" y="1856"/>
                  </a:lnTo>
                  <a:lnTo>
                    <a:pt x="758" y="1856"/>
                  </a:lnTo>
                  <a:lnTo>
                    <a:pt x="19090" y="1535"/>
                  </a:lnTo>
                  <a:lnTo>
                    <a:pt x="37801" y="1032"/>
                  </a:lnTo>
                  <a:lnTo>
                    <a:pt x="43133" y="881"/>
                  </a:lnTo>
                  <a:lnTo>
                    <a:pt x="48113" y="716"/>
                  </a:lnTo>
                  <a:close/>
                  <a:moveTo>
                    <a:pt x="48440" y="1"/>
                  </a:moveTo>
                  <a:lnTo>
                    <a:pt x="39109" y="328"/>
                  </a:lnTo>
                  <a:lnTo>
                    <a:pt x="20397" y="831"/>
                  </a:lnTo>
                  <a:lnTo>
                    <a:pt x="11067" y="1007"/>
                  </a:lnTo>
                  <a:lnTo>
                    <a:pt x="5735" y="1107"/>
                  </a:lnTo>
                  <a:lnTo>
                    <a:pt x="403" y="1158"/>
                  </a:lnTo>
                  <a:lnTo>
                    <a:pt x="252" y="1183"/>
                  </a:lnTo>
                  <a:lnTo>
                    <a:pt x="76" y="1384"/>
                  </a:lnTo>
                  <a:lnTo>
                    <a:pt x="51" y="1510"/>
                  </a:lnTo>
                  <a:lnTo>
                    <a:pt x="26" y="5307"/>
                  </a:lnTo>
                  <a:lnTo>
                    <a:pt x="1" y="9105"/>
                  </a:lnTo>
                  <a:lnTo>
                    <a:pt x="26" y="9281"/>
                  </a:lnTo>
                  <a:lnTo>
                    <a:pt x="252" y="9457"/>
                  </a:lnTo>
                  <a:lnTo>
                    <a:pt x="554" y="9457"/>
                  </a:lnTo>
                  <a:lnTo>
                    <a:pt x="660" y="9365"/>
                  </a:lnTo>
                  <a:lnTo>
                    <a:pt x="660" y="9365"/>
                  </a:lnTo>
                  <a:lnTo>
                    <a:pt x="2742" y="9432"/>
                  </a:lnTo>
                  <a:lnTo>
                    <a:pt x="7445" y="9356"/>
                  </a:lnTo>
                  <a:lnTo>
                    <a:pt x="9809" y="9306"/>
                  </a:lnTo>
                  <a:lnTo>
                    <a:pt x="14512" y="9231"/>
                  </a:lnTo>
                  <a:lnTo>
                    <a:pt x="19215" y="9130"/>
                  </a:lnTo>
                  <a:lnTo>
                    <a:pt x="28496" y="8904"/>
                  </a:lnTo>
                  <a:lnTo>
                    <a:pt x="37801" y="8627"/>
                  </a:lnTo>
                  <a:lnTo>
                    <a:pt x="43133" y="8476"/>
                  </a:lnTo>
                  <a:lnTo>
                    <a:pt x="48440" y="8300"/>
                  </a:lnTo>
                  <a:lnTo>
                    <a:pt x="48591" y="8275"/>
                  </a:lnTo>
                  <a:lnTo>
                    <a:pt x="48792" y="8074"/>
                  </a:lnTo>
                  <a:lnTo>
                    <a:pt x="48792" y="7948"/>
                  </a:lnTo>
                  <a:lnTo>
                    <a:pt x="48792" y="353"/>
                  </a:lnTo>
                  <a:lnTo>
                    <a:pt x="48767" y="202"/>
                  </a:lnTo>
                  <a:lnTo>
                    <a:pt x="48591" y="26"/>
                  </a:lnTo>
                  <a:lnTo>
                    <a:pt x="48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8"/>
            <p:cNvSpPr/>
            <p:nvPr/>
          </p:nvSpPr>
          <p:spPr>
            <a:xfrm>
              <a:off x="7077622" y="3974664"/>
              <a:ext cx="1223431" cy="200420"/>
            </a:xfrm>
            <a:custGeom>
              <a:rect b="b" l="l" r="r" t="t"/>
              <a:pathLst>
                <a:path extrusionOk="0" h="9910" w="48364">
                  <a:moveTo>
                    <a:pt x="679" y="2143"/>
                  </a:moveTo>
                  <a:lnTo>
                    <a:pt x="679" y="2189"/>
                  </a:lnTo>
                  <a:lnTo>
                    <a:pt x="604" y="2214"/>
                  </a:lnTo>
                  <a:lnTo>
                    <a:pt x="679" y="2143"/>
                  </a:lnTo>
                  <a:close/>
                  <a:moveTo>
                    <a:pt x="1710" y="1"/>
                  </a:moveTo>
                  <a:lnTo>
                    <a:pt x="1585" y="101"/>
                  </a:lnTo>
                  <a:lnTo>
                    <a:pt x="855" y="881"/>
                  </a:lnTo>
                  <a:lnTo>
                    <a:pt x="176" y="1660"/>
                  </a:lnTo>
                  <a:lnTo>
                    <a:pt x="25" y="1887"/>
                  </a:lnTo>
                  <a:lnTo>
                    <a:pt x="0" y="2440"/>
                  </a:lnTo>
                  <a:lnTo>
                    <a:pt x="0" y="2717"/>
                  </a:lnTo>
                  <a:lnTo>
                    <a:pt x="0" y="5358"/>
                  </a:lnTo>
                  <a:lnTo>
                    <a:pt x="0" y="7998"/>
                  </a:lnTo>
                  <a:lnTo>
                    <a:pt x="0" y="8778"/>
                  </a:lnTo>
                  <a:lnTo>
                    <a:pt x="0" y="9558"/>
                  </a:lnTo>
                  <a:lnTo>
                    <a:pt x="25" y="9708"/>
                  </a:lnTo>
                  <a:lnTo>
                    <a:pt x="227" y="9910"/>
                  </a:lnTo>
                  <a:lnTo>
                    <a:pt x="352" y="9910"/>
                  </a:lnTo>
                  <a:lnTo>
                    <a:pt x="9658" y="9784"/>
                  </a:lnTo>
                  <a:lnTo>
                    <a:pt x="28269" y="9407"/>
                  </a:lnTo>
                  <a:lnTo>
                    <a:pt x="37574" y="9080"/>
                  </a:lnTo>
                  <a:lnTo>
                    <a:pt x="40190" y="9029"/>
                  </a:lnTo>
                  <a:lnTo>
                    <a:pt x="42806" y="8954"/>
                  </a:lnTo>
                  <a:lnTo>
                    <a:pt x="45421" y="8879"/>
                  </a:lnTo>
                  <a:lnTo>
                    <a:pt x="48037" y="8778"/>
                  </a:lnTo>
                  <a:lnTo>
                    <a:pt x="48188" y="8728"/>
                  </a:lnTo>
                  <a:lnTo>
                    <a:pt x="48364" y="8526"/>
                  </a:lnTo>
                  <a:lnTo>
                    <a:pt x="48364" y="8275"/>
                  </a:lnTo>
                  <a:lnTo>
                    <a:pt x="48188" y="8074"/>
                  </a:lnTo>
                  <a:lnTo>
                    <a:pt x="48037" y="8074"/>
                  </a:lnTo>
                  <a:lnTo>
                    <a:pt x="45622" y="8149"/>
                  </a:lnTo>
                  <a:lnTo>
                    <a:pt x="43208" y="8199"/>
                  </a:lnTo>
                  <a:lnTo>
                    <a:pt x="42177" y="8225"/>
                  </a:lnTo>
                  <a:lnTo>
                    <a:pt x="41121" y="8275"/>
                  </a:lnTo>
                  <a:lnTo>
                    <a:pt x="39863" y="8325"/>
                  </a:lnTo>
                  <a:lnTo>
                    <a:pt x="38631" y="8401"/>
                  </a:lnTo>
                  <a:lnTo>
                    <a:pt x="34028" y="8526"/>
                  </a:lnTo>
                  <a:lnTo>
                    <a:pt x="29426" y="8627"/>
                  </a:lnTo>
                  <a:lnTo>
                    <a:pt x="20120" y="8879"/>
                  </a:lnTo>
                  <a:lnTo>
                    <a:pt x="10815" y="9055"/>
                  </a:lnTo>
                  <a:lnTo>
                    <a:pt x="5584" y="9155"/>
                  </a:lnTo>
                  <a:lnTo>
                    <a:pt x="704" y="9226"/>
                  </a:lnTo>
                  <a:lnTo>
                    <a:pt x="704" y="9226"/>
                  </a:lnTo>
                  <a:lnTo>
                    <a:pt x="704" y="5760"/>
                  </a:lnTo>
                  <a:lnTo>
                    <a:pt x="704" y="4452"/>
                  </a:lnTo>
                  <a:lnTo>
                    <a:pt x="704" y="3144"/>
                  </a:lnTo>
                  <a:lnTo>
                    <a:pt x="704" y="2289"/>
                  </a:lnTo>
                  <a:lnTo>
                    <a:pt x="704" y="2189"/>
                  </a:lnTo>
                  <a:lnTo>
                    <a:pt x="704" y="2120"/>
                  </a:lnTo>
                  <a:lnTo>
                    <a:pt x="704" y="2120"/>
                  </a:lnTo>
                  <a:lnTo>
                    <a:pt x="981" y="1862"/>
                  </a:lnTo>
                  <a:lnTo>
                    <a:pt x="1333" y="1409"/>
                  </a:lnTo>
                  <a:lnTo>
                    <a:pt x="1710" y="1007"/>
                  </a:lnTo>
                  <a:lnTo>
                    <a:pt x="2088" y="604"/>
                  </a:lnTo>
                  <a:lnTo>
                    <a:pt x="2163" y="478"/>
                  </a:lnTo>
                  <a:lnTo>
                    <a:pt x="2138" y="202"/>
                  </a:lnTo>
                  <a:lnTo>
                    <a:pt x="1962" y="26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8"/>
            <p:cNvSpPr/>
            <p:nvPr/>
          </p:nvSpPr>
          <p:spPr>
            <a:xfrm>
              <a:off x="8285200" y="4112020"/>
              <a:ext cx="54084" cy="33066"/>
            </a:xfrm>
            <a:custGeom>
              <a:rect b="b" l="l" r="r" t="t"/>
              <a:pathLst>
                <a:path extrusionOk="0" fill="none" h="1635" w="2138">
                  <a:moveTo>
                    <a:pt x="0" y="1635"/>
                  </a:moveTo>
                  <a:lnTo>
                    <a:pt x="2138" y="0"/>
                  </a:lnTo>
                </a:path>
              </a:pathLst>
            </a:custGeom>
            <a:solidFill>
              <a:schemeClr val="dk1"/>
            </a:solidFill>
            <a:ln cap="flat" cmpd="sng" w="10700">
              <a:solidFill>
                <a:srgbClr val="2E2A57"/>
              </a:solidFill>
              <a:prstDash val="solid"/>
              <a:miter lim="2515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7082074" y="4019425"/>
              <a:ext cx="44547" cy="36646"/>
            </a:xfrm>
            <a:custGeom>
              <a:rect b="b" l="l" r="r" t="t"/>
              <a:pathLst>
                <a:path extrusionOk="0" h="1812" w="1761">
                  <a:moveTo>
                    <a:pt x="1560" y="1"/>
                  </a:moveTo>
                  <a:lnTo>
                    <a:pt x="1409" y="51"/>
                  </a:lnTo>
                  <a:lnTo>
                    <a:pt x="1358" y="76"/>
                  </a:lnTo>
                  <a:lnTo>
                    <a:pt x="1308" y="101"/>
                  </a:lnTo>
                  <a:lnTo>
                    <a:pt x="1333" y="101"/>
                  </a:lnTo>
                  <a:lnTo>
                    <a:pt x="1233" y="152"/>
                  </a:lnTo>
                  <a:lnTo>
                    <a:pt x="1182" y="202"/>
                  </a:lnTo>
                  <a:lnTo>
                    <a:pt x="1157" y="227"/>
                  </a:lnTo>
                  <a:lnTo>
                    <a:pt x="1057" y="303"/>
                  </a:lnTo>
                  <a:lnTo>
                    <a:pt x="981" y="378"/>
                  </a:lnTo>
                  <a:lnTo>
                    <a:pt x="805" y="529"/>
                  </a:lnTo>
                  <a:lnTo>
                    <a:pt x="654" y="705"/>
                  </a:lnTo>
                  <a:lnTo>
                    <a:pt x="503" y="881"/>
                  </a:lnTo>
                  <a:lnTo>
                    <a:pt x="352" y="1032"/>
                  </a:lnTo>
                  <a:lnTo>
                    <a:pt x="252" y="1107"/>
                  </a:lnTo>
                  <a:lnTo>
                    <a:pt x="202" y="1208"/>
                  </a:lnTo>
                  <a:lnTo>
                    <a:pt x="126" y="1258"/>
                  </a:lnTo>
                  <a:lnTo>
                    <a:pt x="101" y="1334"/>
                  </a:lnTo>
                  <a:lnTo>
                    <a:pt x="51" y="1434"/>
                  </a:lnTo>
                  <a:lnTo>
                    <a:pt x="25" y="1535"/>
                  </a:lnTo>
                  <a:lnTo>
                    <a:pt x="0" y="1636"/>
                  </a:lnTo>
                  <a:lnTo>
                    <a:pt x="51" y="1786"/>
                  </a:lnTo>
                  <a:lnTo>
                    <a:pt x="176" y="1812"/>
                  </a:lnTo>
                  <a:lnTo>
                    <a:pt x="277" y="1786"/>
                  </a:lnTo>
                  <a:lnTo>
                    <a:pt x="322" y="1775"/>
                  </a:lnTo>
                  <a:lnTo>
                    <a:pt x="322" y="1775"/>
                  </a:lnTo>
                  <a:lnTo>
                    <a:pt x="378" y="1786"/>
                  </a:lnTo>
                  <a:lnTo>
                    <a:pt x="478" y="1736"/>
                  </a:lnTo>
                  <a:lnTo>
                    <a:pt x="554" y="1686"/>
                  </a:lnTo>
                  <a:lnTo>
                    <a:pt x="604" y="1636"/>
                  </a:lnTo>
                  <a:lnTo>
                    <a:pt x="679" y="1560"/>
                  </a:lnTo>
                  <a:lnTo>
                    <a:pt x="780" y="1485"/>
                  </a:lnTo>
                  <a:lnTo>
                    <a:pt x="931" y="1309"/>
                  </a:lnTo>
                  <a:lnTo>
                    <a:pt x="1082" y="1158"/>
                  </a:lnTo>
                  <a:lnTo>
                    <a:pt x="1258" y="982"/>
                  </a:lnTo>
                  <a:lnTo>
                    <a:pt x="1409" y="806"/>
                  </a:lnTo>
                  <a:lnTo>
                    <a:pt x="1459" y="730"/>
                  </a:lnTo>
                  <a:lnTo>
                    <a:pt x="1534" y="630"/>
                  </a:lnTo>
                  <a:lnTo>
                    <a:pt x="1585" y="604"/>
                  </a:lnTo>
                  <a:lnTo>
                    <a:pt x="1610" y="554"/>
                  </a:lnTo>
                  <a:lnTo>
                    <a:pt x="1685" y="453"/>
                  </a:lnTo>
                  <a:lnTo>
                    <a:pt x="1702" y="370"/>
                  </a:lnTo>
                  <a:lnTo>
                    <a:pt x="1702" y="370"/>
                  </a:lnTo>
                  <a:lnTo>
                    <a:pt x="1711" y="353"/>
                  </a:lnTo>
                  <a:lnTo>
                    <a:pt x="1761" y="202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8"/>
            <p:cNvSpPr/>
            <p:nvPr/>
          </p:nvSpPr>
          <p:spPr>
            <a:xfrm>
              <a:off x="7078887" y="4058097"/>
              <a:ext cx="46469" cy="45282"/>
            </a:xfrm>
            <a:custGeom>
              <a:rect b="b" l="l" r="r" t="t"/>
              <a:pathLst>
                <a:path extrusionOk="0" h="2239" w="1837">
                  <a:moveTo>
                    <a:pt x="1686" y="0"/>
                  </a:moveTo>
                  <a:lnTo>
                    <a:pt x="1610" y="50"/>
                  </a:lnTo>
                  <a:lnTo>
                    <a:pt x="1535" y="126"/>
                  </a:lnTo>
                  <a:lnTo>
                    <a:pt x="1409" y="176"/>
                  </a:lnTo>
                  <a:lnTo>
                    <a:pt x="1359" y="201"/>
                  </a:lnTo>
                  <a:lnTo>
                    <a:pt x="1258" y="327"/>
                  </a:lnTo>
                  <a:lnTo>
                    <a:pt x="1157" y="453"/>
                  </a:lnTo>
                  <a:lnTo>
                    <a:pt x="1032" y="553"/>
                  </a:lnTo>
                  <a:lnTo>
                    <a:pt x="831" y="780"/>
                  </a:lnTo>
                  <a:lnTo>
                    <a:pt x="629" y="1006"/>
                  </a:lnTo>
                  <a:lnTo>
                    <a:pt x="428" y="1258"/>
                  </a:lnTo>
                  <a:lnTo>
                    <a:pt x="227" y="1534"/>
                  </a:lnTo>
                  <a:lnTo>
                    <a:pt x="177" y="1585"/>
                  </a:lnTo>
                  <a:lnTo>
                    <a:pt x="126" y="1660"/>
                  </a:lnTo>
                  <a:lnTo>
                    <a:pt x="126" y="1685"/>
                  </a:lnTo>
                  <a:lnTo>
                    <a:pt x="101" y="1736"/>
                  </a:lnTo>
                  <a:lnTo>
                    <a:pt x="76" y="1811"/>
                  </a:lnTo>
                  <a:lnTo>
                    <a:pt x="76" y="1861"/>
                  </a:lnTo>
                  <a:lnTo>
                    <a:pt x="51" y="1912"/>
                  </a:lnTo>
                  <a:lnTo>
                    <a:pt x="26" y="1962"/>
                  </a:lnTo>
                  <a:lnTo>
                    <a:pt x="1" y="2037"/>
                  </a:lnTo>
                  <a:lnTo>
                    <a:pt x="1" y="2113"/>
                  </a:lnTo>
                  <a:lnTo>
                    <a:pt x="51" y="2213"/>
                  </a:lnTo>
                  <a:lnTo>
                    <a:pt x="151" y="2239"/>
                  </a:lnTo>
                  <a:lnTo>
                    <a:pt x="227" y="2239"/>
                  </a:lnTo>
                  <a:lnTo>
                    <a:pt x="302" y="2213"/>
                  </a:lnTo>
                  <a:lnTo>
                    <a:pt x="353" y="2188"/>
                  </a:lnTo>
                  <a:lnTo>
                    <a:pt x="428" y="2138"/>
                  </a:lnTo>
                  <a:lnTo>
                    <a:pt x="529" y="2113"/>
                  </a:lnTo>
                  <a:lnTo>
                    <a:pt x="604" y="2037"/>
                  </a:lnTo>
                  <a:lnTo>
                    <a:pt x="680" y="1987"/>
                  </a:lnTo>
                  <a:lnTo>
                    <a:pt x="730" y="1937"/>
                  </a:lnTo>
                  <a:lnTo>
                    <a:pt x="981" y="1660"/>
                  </a:lnTo>
                  <a:lnTo>
                    <a:pt x="1208" y="1358"/>
                  </a:lnTo>
                  <a:lnTo>
                    <a:pt x="1384" y="1107"/>
                  </a:lnTo>
                  <a:lnTo>
                    <a:pt x="1560" y="805"/>
                  </a:lnTo>
                  <a:lnTo>
                    <a:pt x="1635" y="679"/>
                  </a:lnTo>
                  <a:lnTo>
                    <a:pt x="1711" y="528"/>
                  </a:lnTo>
                  <a:lnTo>
                    <a:pt x="1761" y="453"/>
                  </a:lnTo>
                  <a:lnTo>
                    <a:pt x="1786" y="352"/>
                  </a:lnTo>
                  <a:lnTo>
                    <a:pt x="1786" y="302"/>
                  </a:lnTo>
                  <a:lnTo>
                    <a:pt x="1811" y="277"/>
                  </a:lnTo>
                  <a:lnTo>
                    <a:pt x="1811" y="227"/>
                  </a:lnTo>
                  <a:lnTo>
                    <a:pt x="1837" y="126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8"/>
            <p:cNvSpPr/>
            <p:nvPr/>
          </p:nvSpPr>
          <p:spPr>
            <a:xfrm>
              <a:off x="7068085" y="4099298"/>
              <a:ext cx="57271" cy="52400"/>
            </a:xfrm>
            <a:custGeom>
              <a:rect b="b" l="l" r="r" t="t"/>
              <a:pathLst>
                <a:path extrusionOk="0" h="2591" w="2264">
                  <a:moveTo>
                    <a:pt x="2113" y="0"/>
                  </a:moveTo>
                  <a:lnTo>
                    <a:pt x="1987" y="51"/>
                  </a:lnTo>
                  <a:lnTo>
                    <a:pt x="1811" y="151"/>
                  </a:lnTo>
                  <a:lnTo>
                    <a:pt x="1660" y="277"/>
                  </a:lnTo>
                  <a:lnTo>
                    <a:pt x="1534" y="403"/>
                  </a:lnTo>
                  <a:lnTo>
                    <a:pt x="1383" y="528"/>
                  </a:lnTo>
                  <a:lnTo>
                    <a:pt x="1132" y="805"/>
                  </a:lnTo>
                  <a:lnTo>
                    <a:pt x="880" y="1082"/>
                  </a:lnTo>
                  <a:lnTo>
                    <a:pt x="604" y="1384"/>
                  </a:lnTo>
                  <a:lnTo>
                    <a:pt x="352" y="1685"/>
                  </a:lnTo>
                  <a:lnTo>
                    <a:pt x="151" y="2012"/>
                  </a:lnTo>
                  <a:lnTo>
                    <a:pt x="70" y="2294"/>
                  </a:lnTo>
                  <a:lnTo>
                    <a:pt x="70" y="2294"/>
                  </a:lnTo>
                  <a:lnTo>
                    <a:pt x="50" y="2314"/>
                  </a:lnTo>
                  <a:lnTo>
                    <a:pt x="25" y="2364"/>
                  </a:lnTo>
                  <a:lnTo>
                    <a:pt x="0" y="2465"/>
                  </a:lnTo>
                  <a:lnTo>
                    <a:pt x="126" y="2591"/>
                  </a:lnTo>
                  <a:lnTo>
                    <a:pt x="226" y="2566"/>
                  </a:lnTo>
                  <a:lnTo>
                    <a:pt x="402" y="2465"/>
                  </a:lnTo>
                  <a:lnTo>
                    <a:pt x="553" y="2364"/>
                  </a:lnTo>
                  <a:lnTo>
                    <a:pt x="704" y="2264"/>
                  </a:lnTo>
                  <a:lnTo>
                    <a:pt x="855" y="2138"/>
                  </a:lnTo>
                  <a:lnTo>
                    <a:pt x="981" y="2012"/>
                  </a:lnTo>
                  <a:lnTo>
                    <a:pt x="1107" y="1861"/>
                  </a:lnTo>
                  <a:lnTo>
                    <a:pt x="1358" y="1560"/>
                  </a:lnTo>
                  <a:lnTo>
                    <a:pt x="1584" y="1283"/>
                  </a:lnTo>
                  <a:lnTo>
                    <a:pt x="1836" y="981"/>
                  </a:lnTo>
                  <a:lnTo>
                    <a:pt x="1937" y="830"/>
                  </a:lnTo>
                  <a:lnTo>
                    <a:pt x="2062" y="654"/>
                  </a:lnTo>
                  <a:lnTo>
                    <a:pt x="2163" y="503"/>
                  </a:lnTo>
                  <a:lnTo>
                    <a:pt x="2238" y="327"/>
                  </a:lnTo>
                  <a:lnTo>
                    <a:pt x="2264" y="202"/>
                  </a:lnTo>
                  <a:lnTo>
                    <a:pt x="21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8"/>
            <p:cNvSpPr/>
            <p:nvPr/>
          </p:nvSpPr>
          <p:spPr>
            <a:xfrm>
              <a:off x="7090979" y="4128282"/>
              <a:ext cx="46469" cy="39700"/>
            </a:xfrm>
            <a:custGeom>
              <a:rect b="b" l="l" r="r" t="t"/>
              <a:pathLst>
                <a:path extrusionOk="0" h="1963" w="1837">
                  <a:moveTo>
                    <a:pt x="1409" y="1"/>
                  </a:moveTo>
                  <a:lnTo>
                    <a:pt x="1308" y="76"/>
                  </a:lnTo>
                  <a:lnTo>
                    <a:pt x="931" y="428"/>
                  </a:lnTo>
                  <a:lnTo>
                    <a:pt x="579" y="781"/>
                  </a:lnTo>
                  <a:lnTo>
                    <a:pt x="453" y="906"/>
                  </a:lnTo>
                  <a:lnTo>
                    <a:pt x="378" y="1032"/>
                  </a:lnTo>
                  <a:lnTo>
                    <a:pt x="302" y="1133"/>
                  </a:lnTo>
                  <a:lnTo>
                    <a:pt x="252" y="1233"/>
                  </a:lnTo>
                  <a:lnTo>
                    <a:pt x="176" y="1334"/>
                  </a:lnTo>
                  <a:lnTo>
                    <a:pt x="126" y="1460"/>
                  </a:lnTo>
                  <a:lnTo>
                    <a:pt x="51" y="1610"/>
                  </a:lnTo>
                  <a:lnTo>
                    <a:pt x="51" y="1686"/>
                  </a:lnTo>
                  <a:lnTo>
                    <a:pt x="26" y="1761"/>
                  </a:lnTo>
                  <a:lnTo>
                    <a:pt x="0" y="1837"/>
                  </a:lnTo>
                  <a:lnTo>
                    <a:pt x="0" y="1887"/>
                  </a:lnTo>
                  <a:lnTo>
                    <a:pt x="101" y="1963"/>
                  </a:lnTo>
                  <a:lnTo>
                    <a:pt x="151" y="1937"/>
                  </a:lnTo>
                  <a:lnTo>
                    <a:pt x="227" y="1912"/>
                  </a:lnTo>
                  <a:lnTo>
                    <a:pt x="264" y="1887"/>
                  </a:lnTo>
                  <a:lnTo>
                    <a:pt x="327" y="1887"/>
                  </a:lnTo>
                  <a:lnTo>
                    <a:pt x="579" y="1711"/>
                  </a:lnTo>
                  <a:lnTo>
                    <a:pt x="679" y="1610"/>
                  </a:lnTo>
                  <a:lnTo>
                    <a:pt x="730" y="1585"/>
                  </a:lnTo>
                  <a:lnTo>
                    <a:pt x="780" y="1535"/>
                  </a:lnTo>
                  <a:lnTo>
                    <a:pt x="805" y="1510"/>
                  </a:lnTo>
                  <a:lnTo>
                    <a:pt x="830" y="1485"/>
                  </a:lnTo>
                  <a:lnTo>
                    <a:pt x="956" y="1384"/>
                  </a:lnTo>
                  <a:lnTo>
                    <a:pt x="1057" y="1258"/>
                  </a:lnTo>
                  <a:lnTo>
                    <a:pt x="1384" y="881"/>
                  </a:lnTo>
                  <a:lnTo>
                    <a:pt x="1761" y="504"/>
                  </a:lnTo>
                  <a:lnTo>
                    <a:pt x="1811" y="403"/>
                  </a:lnTo>
                  <a:lnTo>
                    <a:pt x="1836" y="177"/>
                  </a:lnTo>
                  <a:lnTo>
                    <a:pt x="1761" y="76"/>
                  </a:lnTo>
                  <a:lnTo>
                    <a:pt x="16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8"/>
            <p:cNvSpPr/>
            <p:nvPr/>
          </p:nvSpPr>
          <p:spPr>
            <a:xfrm>
              <a:off x="7169224" y="4133885"/>
              <a:ext cx="41385" cy="35615"/>
            </a:xfrm>
            <a:custGeom>
              <a:rect b="b" l="l" r="r" t="t"/>
              <a:pathLst>
                <a:path extrusionOk="0" h="1761" w="1636">
                  <a:moveTo>
                    <a:pt x="1309" y="1"/>
                  </a:moveTo>
                  <a:lnTo>
                    <a:pt x="1208" y="51"/>
                  </a:lnTo>
                  <a:lnTo>
                    <a:pt x="831" y="327"/>
                  </a:lnTo>
                  <a:lnTo>
                    <a:pt x="479" y="654"/>
                  </a:lnTo>
                  <a:lnTo>
                    <a:pt x="328" y="830"/>
                  </a:lnTo>
                  <a:lnTo>
                    <a:pt x="177" y="1032"/>
                  </a:lnTo>
                  <a:lnTo>
                    <a:pt x="101" y="1157"/>
                  </a:lnTo>
                  <a:lnTo>
                    <a:pt x="51" y="1283"/>
                  </a:lnTo>
                  <a:lnTo>
                    <a:pt x="26" y="1409"/>
                  </a:lnTo>
                  <a:lnTo>
                    <a:pt x="1" y="1535"/>
                  </a:lnTo>
                  <a:lnTo>
                    <a:pt x="26" y="1660"/>
                  </a:lnTo>
                  <a:lnTo>
                    <a:pt x="227" y="1761"/>
                  </a:lnTo>
                  <a:lnTo>
                    <a:pt x="328" y="1711"/>
                  </a:lnTo>
                  <a:lnTo>
                    <a:pt x="403" y="1686"/>
                  </a:lnTo>
                  <a:lnTo>
                    <a:pt x="454" y="1635"/>
                  </a:lnTo>
                  <a:lnTo>
                    <a:pt x="504" y="1610"/>
                  </a:lnTo>
                  <a:lnTo>
                    <a:pt x="516" y="1585"/>
                  </a:lnTo>
                  <a:lnTo>
                    <a:pt x="529" y="1585"/>
                  </a:lnTo>
                  <a:lnTo>
                    <a:pt x="554" y="1560"/>
                  </a:lnTo>
                  <a:lnTo>
                    <a:pt x="579" y="1535"/>
                  </a:lnTo>
                  <a:lnTo>
                    <a:pt x="655" y="1459"/>
                  </a:lnTo>
                  <a:lnTo>
                    <a:pt x="730" y="1384"/>
                  </a:lnTo>
                  <a:lnTo>
                    <a:pt x="755" y="1359"/>
                  </a:lnTo>
                  <a:lnTo>
                    <a:pt x="755" y="1333"/>
                  </a:lnTo>
                  <a:lnTo>
                    <a:pt x="781" y="1333"/>
                  </a:lnTo>
                  <a:lnTo>
                    <a:pt x="781" y="1308"/>
                  </a:lnTo>
                  <a:lnTo>
                    <a:pt x="806" y="1283"/>
                  </a:lnTo>
                  <a:lnTo>
                    <a:pt x="831" y="1258"/>
                  </a:lnTo>
                  <a:lnTo>
                    <a:pt x="881" y="1183"/>
                  </a:lnTo>
                  <a:lnTo>
                    <a:pt x="957" y="1107"/>
                  </a:lnTo>
                  <a:lnTo>
                    <a:pt x="1233" y="780"/>
                  </a:lnTo>
                  <a:lnTo>
                    <a:pt x="1560" y="504"/>
                  </a:lnTo>
                  <a:lnTo>
                    <a:pt x="1636" y="403"/>
                  </a:lnTo>
                  <a:lnTo>
                    <a:pt x="1636" y="202"/>
                  </a:lnTo>
                  <a:lnTo>
                    <a:pt x="1585" y="126"/>
                  </a:lnTo>
                  <a:lnTo>
                    <a:pt x="1510" y="51"/>
                  </a:lnTo>
                  <a:lnTo>
                    <a:pt x="13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8"/>
            <p:cNvSpPr/>
            <p:nvPr/>
          </p:nvSpPr>
          <p:spPr>
            <a:xfrm>
              <a:off x="7226498" y="4133885"/>
              <a:ext cx="39462" cy="32581"/>
            </a:xfrm>
            <a:custGeom>
              <a:rect b="b" l="l" r="r" t="t"/>
              <a:pathLst>
                <a:path extrusionOk="0" h="1611" w="1560">
                  <a:moveTo>
                    <a:pt x="1333" y="1"/>
                  </a:moveTo>
                  <a:lnTo>
                    <a:pt x="1208" y="51"/>
                  </a:lnTo>
                  <a:lnTo>
                    <a:pt x="1157" y="51"/>
                  </a:lnTo>
                  <a:lnTo>
                    <a:pt x="1107" y="76"/>
                  </a:lnTo>
                  <a:lnTo>
                    <a:pt x="1082" y="101"/>
                  </a:lnTo>
                  <a:lnTo>
                    <a:pt x="1032" y="101"/>
                  </a:lnTo>
                  <a:lnTo>
                    <a:pt x="1006" y="126"/>
                  </a:lnTo>
                  <a:lnTo>
                    <a:pt x="956" y="151"/>
                  </a:lnTo>
                  <a:lnTo>
                    <a:pt x="881" y="177"/>
                  </a:lnTo>
                  <a:lnTo>
                    <a:pt x="830" y="227"/>
                  </a:lnTo>
                  <a:lnTo>
                    <a:pt x="705" y="353"/>
                  </a:lnTo>
                  <a:lnTo>
                    <a:pt x="579" y="457"/>
                  </a:lnTo>
                  <a:lnTo>
                    <a:pt x="579" y="457"/>
                  </a:lnTo>
                  <a:lnTo>
                    <a:pt x="579" y="453"/>
                  </a:lnTo>
                  <a:lnTo>
                    <a:pt x="529" y="478"/>
                  </a:lnTo>
                  <a:lnTo>
                    <a:pt x="478" y="529"/>
                  </a:lnTo>
                  <a:lnTo>
                    <a:pt x="453" y="554"/>
                  </a:lnTo>
                  <a:lnTo>
                    <a:pt x="428" y="604"/>
                  </a:lnTo>
                  <a:lnTo>
                    <a:pt x="378" y="654"/>
                  </a:lnTo>
                  <a:lnTo>
                    <a:pt x="302" y="730"/>
                  </a:lnTo>
                  <a:lnTo>
                    <a:pt x="176" y="906"/>
                  </a:lnTo>
                  <a:lnTo>
                    <a:pt x="51" y="1082"/>
                  </a:lnTo>
                  <a:lnTo>
                    <a:pt x="0" y="1258"/>
                  </a:lnTo>
                  <a:lnTo>
                    <a:pt x="26" y="1346"/>
                  </a:lnTo>
                  <a:lnTo>
                    <a:pt x="26" y="1346"/>
                  </a:lnTo>
                  <a:lnTo>
                    <a:pt x="26" y="1459"/>
                  </a:lnTo>
                  <a:lnTo>
                    <a:pt x="151" y="1585"/>
                  </a:lnTo>
                  <a:lnTo>
                    <a:pt x="227" y="1610"/>
                  </a:lnTo>
                  <a:lnTo>
                    <a:pt x="327" y="1610"/>
                  </a:lnTo>
                  <a:lnTo>
                    <a:pt x="344" y="1605"/>
                  </a:lnTo>
                  <a:lnTo>
                    <a:pt x="344" y="1605"/>
                  </a:lnTo>
                  <a:lnTo>
                    <a:pt x="378" y="1610"/>
                  </a:lnTo>
                  <a:lnTo>
                    <a:pt x="529" y="1535"/>
                  </a:lnTo>
                  <a:lnTo>
                    <a:pt x="579" y="1510"/>
                  </a:lnTo>
                  <a:lnTo>
                    <a:pt x="629" y="1459"/>
                  </a:lnTo>
                  <a:lnTo>
                    <a:pt x="679" y="1384"/>
                  </a:lnTo>
                  <a:lnTo>
                    <a:pt x="755" y="1333"/>
                  </a:lnTo>
                  <a:lnTo>
                    <a:pt x="855" y="1208"/>
                  </a:lnTo>
                  <a:lnTo>
                    <a:pt x="956" y="1057"/>
                  </a:lnTo>
                  <a:lnTo>
                    <a:pt x="1006" y="1007"/>
                  </a:lnTo>
                  <a:lnTo>
                    <a:pt x="1057" y="956"/>
                  </a:lnTo>
                  <a:lnTo>
                    <a:pt x="1057" y="931"/>
                  </a:lnTo>
                  <a:lnTo>
                    <a:pt x="1107" y="856"/>
                  </a:lnTo>
                  <a:lnTo>
                    <a:pt x="1182" y="805"/>
                  </a:lnTo>
                  <a:lnTo>
                    <a:pt x="1233" y="730"/>
                  </a:lnTo>
                  <a:lnTo>
                    <a:pt x="1283" y="680"/>
                  </a:lnTo>
                  <a:lnTo>
                    <a:pt x="1409" y="554"/>
                  </a:lnTo>
                  <a:lnTo>
                    <a:pt x="1424" y="448"/>
                  </a:lnTo>
                  <a:lnTo>
                    <a:pt x="1434" y="428"/>
                  </a:lnTo>
                  <a:lnTo>
                    <a:pt x="1509" y="353"/>
                  </a:lnTo>
                  <a:lnTo>
                    <a:pt x="1560" y="202"/>
                  </a:lnTo>
                  <a:lnTo>
                    <a:pt x="1459" y="76"/>
                  </a:lnTo>
                  <a:lnTo>
                    <a:pt x="13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7283746" y="4132873"/>
              <a:ext cx="36300" cy="32561"/>
            </a:xfrm>
            <a:custGeom>
              <a:rect b="b" l="l" r="r" t="t"/>
              <a:pathLst>
                <a:path extrusionOk="0" h="1610" w="1435">
                  <a:moveTo>
                    <a:pt x="894" y="1057"/>
                  </a:moveTo>
                  <a:lnTo>
                    <a:pt x="881" y="1073"/>
                  </a:lnTo>
                  <a:lnTo>
                    <a:pt x="881" y="1073"/>
                  </a:lnTo>
                  <a:lnTo>
                    <a:pt x="869" y="1094"/>
                  </a:lnTo>
                  <a:lnTo>
                    <a:pt x="869" y="1094"/>
                  </a:lnTo>
                  <a:lnTo>
                    <a:pt x="881" y="1082"/>
                  </a:lnTo>
                  <a:lnTo>
                    <a:pt x="894" y="1057"/>
                  </a:lnTo>
                  <a:close/>
                  <a:moveTo>
                    <a:pt x="1057" y="0"/>
                  </a:moveTo>
                  <a:lnTo>
                    <a:pt x="931" y="51"/>
                  </a:lnTo>
                  <a:lnTo>
                    <a:pt x="630" y="277"/>
                  </a:lnTo>
                  <a:lnTo>
                    <a:pt x="378" y="528"/>
                  </a:lnTo>
                  <a:lnTo>
                    <a:pt x="252" y="704"/>
                  </a:lnTo>
                  <a:lnTo>
                    <a:pt x="127" y="855"/>
                  </a:lnTo>
                  <a:lnTo>
                    <a:pt x="76" y="956"/>
                  </a:lnTo>
                  <a:lnTo>
                    <a:pt x="26" y="1082"/>
                  </a:lnTo>
                  <a:lnTo>
                    <a:pt x="1" y="1182"/>
                  </a:lnTo>
                  <a:lnTo>
                    <a:pt x="1" y="1308"/>
                  </a:lnTo>
                  <a:lnTo>
                    <a:pt x="26" y="1459"/>
                  </a:lnTo>
                  <a:lnTo>
                    <a:pt x="278" y="1610"/>
                  </a:lnTo>
                  <a:lnTo>
                    <a:pt x="428" y="1560"/>
                  </a:lnTo>
                  <a:lnTo>
                    <a:pt x="479" y="1509"/>
                  </a:lnTo>
                  <a:lnTo>
                    <a:pt x="529" y="1484"/>
                  </a:lnTo>
                  <a:lnTo>
                    <a:pt x="604" y="1434"/>
                  </a:lnTo>
                  <a:lnTo>
                    <a:pt x="655" y="1383"/>
                  </a:lnTo>
                  <a:lnTo>
                    <a:pt x="705" y="1333"/>
                  </a:lnTo>
                  <a:lnTo>
                    <a:pt x="755" y="1283"/>
                  </a:lnTo>
                  <a:lnTo>
                    <a:pt x="831" y="1157"/>
                  </a:lnTo>
                  <a:lnTo>
                    <a:pt x="869" y="1094"/>
                  </a:lnTo>
                  <a:lnTo>
                    <a:pt x="869" y="1094"/>
                  </a:lnTo>
                  <a:lnTo>
                    <a:pt x="856" y="1107"/>
                  </a:lnTo>
                  <a:lnTo>
                    <a:pt x="856" y="1107"/>
                  </a:lnTo>
                  <a:lnTo>
                    <a:pt x="881" y="1073"/>
                  </a:lnTo>
                  <a:lnTo>
                    <a:pt x="881" y="1073"/>
                  </a:lnTo>
                  <a:lnTo>
                    <a:pt x="906" y="1031"/>
                  </a:lnTo>
                  <a:lnTo>
                    <a:pt x="894" y="1057"/>
                  </a:lnTo>
                  <a:lnTo>
                    <a:pt x="894" y="1057"/>
                  </a:lnTo>
                  <a:lnTo>
                    <a:pt x="931" y="1006"/>
                  </a:lnTo>
                  <a:lnTo>
                    <a:pt x="1007" y="906"/>
                  </a:lnTo>
                  <a:lnTo>
                    <a:pt x="957" y="981"/>
                  </a:lnTo>
                  <a:lnTo>
                    <a:pt x="1133" y="755"/>
                  </a:lnTo>
                  <a:lnTo>
                    <a:pt x="1334" y="554"/>
                  </a:lnTo>
                  <a:lnTo>
                    <a:pt x="1409" y="478"/>
                  </a:lnTo>
                  <a:lnTo>
                    <a:pt x="1434" y="227"/>
                  </a:lnTo>
                  <a:lnTo>
                    <a:pt x="1359" y="126"/>
                  </a:lnTo>
                  <a:lnTo>
                    <a:pt x="1284" y="5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7346737" y="4133379"/>
              <a:ext cx="33113" cy="27990"/>
            </a:xfrm>
            <a:custGeom>
              <a:rect b="b" l="l" r="r" t="t"/>
              <a:pathLst>
                <a:path extrusionOk="0" h="1384" w="1309">
                  <a:moveTo>
                    <a:pt x="1057" y="0"/>
                  </a:moveTo>
                  <a:lnTo>
                    <a:pt x="831" y="26"/>
                  </a:lnTo>
                  <a:lnTo>
                    <a:pt x="755" y="76"/>
                  </a:lnTo>
                  <a:lnTo>
                    <a:pt x="554" y="252"/>
                  </a:lnTo>
                  <a:lnTo>
                    <a:pt x="403" y="453"/>
                  </a:lnTo>
                  <a:lnTo>
                    <a:pt x="227" y="629"/>
                  </a:lnTo>
                  <a:lnTo>
                    <a:pt x="202" y="679"/>
                  </a:lnTo>
                  <a:lnTo>
                    <a:pt x="152" y="730"/>
                  </a:lnTo>
                  <a:lnTo>
                    <a:pt x="76" y="805"/>
                  </a:lnTo>
                  <a:lnTo>
                    <a:pt x="51" y="906"/>
                  </a:lnTo>
                  <a:lnTo>
                    <a:pt x="26" y="956"/>
                  </a:lnTo>
                  <a:lnTo>
                    <a:pt x="26" y="981"/>
                  </a:lnTo>
                  <a:lnTo>
                    <a:pt x="1" y="1182"/>
                  </a:lnTo>
                  <a:lnTo>
                    <a:pt x="152" y="1308"/>
                  </a:lnTo>
                  <a:lnTo>
                    <a:pt x="202" y="1358"/>
                  </a:lnTo>
                  <a:lnTo>
                    <a:pt x="303" y="1384"/>
                  </a:lnTo>
                  <a:lnTo>
                    <a:pt x="403" y="1384"/>
                  </a:lnTo>
                  <a:lnTo>
                    <a:pt x="504" y="1333"/>
                  </a:lnTo>
                  <a:lnTo>
                    <a:pt x="604" y="1308"/>
                  </a:lnTo>
                  <a:lnTo>
                    <a:pt x="680" y="1233"/>
                  </a:lnTo>
                  <a:lnTo>
                    <a:pt x="705" y="1182"/>
                  </a:lnTo>
                  <a:lnTo>
                    <a:pt x="755" y="1132"/>
                  </a:lnTo>
                  <a:lnTo>
                    <a:pt x="831" y="1032"/>
                  </a:lnTo>
                  <a:lnTo>
                    <a:pt x="906" y="931"/>
                  </a:lnTo>
                  <a:lnTo>
                    <a:pt x="1082" y="705"/>
                  </a:lnTo>
                  <a:lnTo>
                    <a:pt x="1258" y="478"/>
                  </a:lnTo>
                  <a:lnTo>
                    <a:pt x="1309" y="352"/>
                  </a:lnTo>
                  <a:lnTo>
                    <a:pt x="1283" y="227"/>
                  </a:lnTo>
                  <a:lnTo>
                    <a:pt x="1233" y="126"/>
                  </a:lnTo>
                  <a:lnTo>
                    <a:pt x="1158" y="51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8"/>
            <p:cNvSpPr/>
            <p:nvPr/>
          </p:nvSpPr>
          <p:spPr>
            <a:xfrm>
              <a:off x="7409728" y="4127776"/>
              <a:ext cx="29926" cy="29022"/>
            </a:xfrm>
            <a:custGeom>
              <a:rect b="b" l="l" r="r" t="t"/>
              <a:pathLst>
                <a:path extrusionOk="0" h="1435" w="1183">
                  <a:moveTo>
                    <a:pt x="906" y="1"/>
                  </a:moveTo>
                  <a:lnTo>
                    <a:pt x="755" y="76"/>
                  </a:lnTo>
                  <a:lnTo>
                    <a:pt x="654" y="152"/>
                  </a:lnTo>
                  <a:lnTo>
                    <a:pt x="579" y="252"/>
                  </a:lnTo>
                  <a:lnTo>
                    <a:pt x="504" y="353"/>
                  </a:lnTo>
                  <a:lnTo>
                    <a:pt x="403" y="453"/>
                  </a:lnTo>
                  <a:lnTo>
                    <a:pt x="302" y="579"/>
                  </a:lnTo>
                  <a:lnTo>
                    <a:pt x="227" y="705"/>
                  </a:lnTo>
                  <a:lnTo>
                    <a:pt x="177" y="755"/>
                  </a:lnTo>
                  <a:lnTo>
                    <a:pt x="126" y="806"/>
                  </a:lnTo>
                  <a:lnTo>
                    <a:pt x="76" y="906"/>
                  </a:lnTo>
                  <a:lnTo>
                    <a:pt x="51" y="1007"/>
                  </a:lnTo>
                  <a:lnTo>
                    <a:pt x="1" y="1208"/>
                  </a:lnTo>
                  <a:lnTo>
                    <a:pt x="76" y="1384"/>
                  </a:lnTo>
                  <a:lnTo>
                    <a:pt x="177" y="1434"/>
                  </a:lnTo>
                  <a:lnTo>
                    <a:pt x="378" y="1409"/>
                  </a:lnTo>
                  <a:lnTo>
                    <a:pt x="478" y="1384"/>
                  </a:lnTo>
                  <a:lnTo>
                    <a:pt x="554" y="1334"/>
                  </a:lnTo>
                  <a:lnTo>
                    <a:pt x="629" y="1258"/>
                  </a:lnTo>
                  <a:lnTo>
                    <a:pt x="705" y="1183"/>
                  </a:lnTo>
                  <a:lnTo>
                    <a:pt x="755" y="1107"/>
                  </a:lnTo>
                  <a:lnTo>
                    <a:pt x="831" y="1007"/>
                  </a:lnTo>
                  <a:lnTo>
                    <a:pt x="906" y="906"/>
                  </a:lnTo>
                  <a:lnTo>
                    <a:pt x="981" y="780"/>
                  </a:lnTo>
                  <a:lnTo>
                    <a:pt x="1057" y="655"/>
                  </a:lnTo>
                  <a:lnTo>
                    <a:pt x="1107" y="554"/>
                  </a:lnTo>
                  <a:lnTo>
                    <a:pt x="1132" y="479"/>
                  </a:lnTo>
                  <a:lnTo>
                    <a:pt x="1157" y="403"/>
                  </a:lnTo>
                  <a:lnTo>
                    <a:pt x="1183" y="328"/>
                  </a:lnTo>
                  <a:lnTo>
                    <a:pt x="1183" y="152"/>
                  </a:lnTo>
                  <a:lnTo>
                    <a:pt x="1082" y="26"/>
                  </a:lnTo>
                  <a:lnTo>
                    <a:pt x="9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8"/>
            <p:cNvSpPr/>
            <p:nvPr/>
          </p:nvSpPr>
          <p:spPr>
            <a:xfrm>
              <a:off x="7457439" y="4129819"/>
              <a:ext cx="31848" cy="27990"/>
            </a:xfrm>
            <a:custGeom>
              <a:rect b="b" l="l" r="r" t="t"/>
              <a:pathLst>
                <a:path extrusionOk="0" h="1384" w="1259">
                  <a:moveTo>
                    <a:pt x="579" y="1233"/>
                  </a:moveTo>
                  <a:lnTo>
                    <a:pt x="563" y="1241"/>
                  </a:lnTo>
                  <a:lnTo>
                    <a:pt x="554" y="1258"/>
                  </a:lnTo>
                  <a:lnTo>
                    <a:pt x="554" y="1258"/>
                  </a:lnTo>
                  <a:lnTo>
                    <a:pt x="579" y="1233"/>
                  </a:lnTo>
                  <a:close/>
                  <a:moveTo>
                    <a:pt x="906" y="0"/>
                  </a:moveTo>
                  <a:lnTo>
                    <a:pt x="831" y="51"/>
                  </a:lnTo>
                  <a:lnTo>
                    <a:pt x="755" y="76"/>
                  </a:lnTo>
                  <a:lnTo>
                    <a:pt x="680" y="126"/>
                  </a:lnTo>
                  <a:lnTo>
                    <a:pt x="604" y="176"/>
                  </a:lnTo>
                  <a:lnTo>
                    <a:pt x="529" y="252"/>
                  </a:lnTo>
                  <a:lnTo>
                    <a:pt x="428" y="352"/>
                  </a:lnTo>
                  <a:lnTo>
                    <a:pt x="303" y="453"/>
                  </a:lnTo>
                  <a:lnTo>
                    <a:pt x="277" y="503"/>
                  </a:lnTo>
                  <a:lnTo>
                    <a:pt x="227" y="579"/>
                  </a:lnTo>
                  <a:lnTo>
                    <a:pt x="177" y="629"/>
                  </a:lnTo>
                  <a:lnTo>
                    <a:pt x="127" y="679"/>
                  </a:lnTo>
                  <a:lnTo>
                    <a:pt x="101" y="755"/>
                  </a:lnTo>
                  <a:lnTo>
                    <a:pt x="76" y="780"/>
                  </a:lnTo>
                  <a:lnTo>
                    <a:pt x="76" y="830"/>
                  </a:lnTo>
                  <a:lnTo>
                    <a:pt x="51" y="881"/>
                  </a:lnTo>
                  <a:lnTo>
                    <a:pt x="26" y="956"/>
                  </a:lnTo>
                  <a:lnTo>
                    <a:pt x="1" y="1057"/>
                  </a:lnTo>
                  <a:lnTo>
                    <a:pt x="1" y="1157"/>
                  </a:lnTo>
                  <a:lnTo>
                    <a:pt x="26" y="1258"/>
                  </a:lnTo>
                  <a:lnTo>
                    <a:pt x="101" y="1333"/>
                  </a:lnTo>
                  <a:lnTo>
                    <a:pt x="202" y="1384"/>
                  </a:lnTo>
                  <a:lnTo>
                    <a:pt x="303" y="1358"/>
                  </a:lnTo>
                  <a:lnTo>
                    <a:pt x="328" y="1358"/>
                  </a:lnTo>
                  <a:lnTo>
                    <a:pt x="378" y="1333"/>
                  </a:lnTo>
                  <a:lnTo>
                    <a:pt x="479" y="1283"/>
                  </a:lnTo>
                  <a:lnTo>
                    <a:pt x="563" y="1241"/>
                  </a:lnTo>
                  <a:lnTo>
                    <a:pt x="579" y="1208"/>
                  </a:lnTo>
                  <a:lnTo>
                    <a:pt x="630" y="1182"/>
                  </a:lnTo>
                  <a:lnTo>
                    <a:pt x="680" y="1157"/>
                  </a:lnTo>
                  <a:lnTo>
                    <a:pt x="705" y="1107"/>
                  </a:lnTo>
                  <a:lnTo>
                    <a:pt x="730" y="1082"/>
                  </a:lnTo>
                  <a:lnTo>
                    <a:pt x="705" y="1132"/>
                  </a:lnTo>
                  <a:lnTo>
                    <a:pt x="831" y="956"/>
                  </a:lnTo>
                  <a:lnTo>
                    <a:pt x="957" y="805"/>
                  </a:lnTo>
                  <a:lnTo>
                    <a:pt x="1007" y="755"/>
                  </a:lnTo>
                  <a:lnTo>
                    <a:pt x="1082" y="679"/>
                  </a:lnTo>
                  <a:lnTo>
                    <a:pt x="1158" y="554"/>
                  </a:lnTo>
                  <a:lnTo>
                    <a:pt x="1233" y="453"/>
                  </a:lnTo>
                  <a:lnTo>
                    <a:pt x="1258" y="352"/>
                  </a:lnTo>
                  <a:lnTo>
                    <a:pt x="1233" y="176"/>
                  </a:lnTo>
                  <a:lnTo>
                    <a:pt x="1183" y="101"/>
                  </a:lnTo>
                  <a:lnTo>
                    <a:pt x="1107" y="25"/>
                  </a:lnTo>
                  <a:lnTo>
                    <a:pt x="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7511525" y="4133885"/>
              <a:ext cx="32480" cy="24936"/>
            </a:xfrm>
            <a:custGeom>
              <a:rect b="b" l="l" r="r" t="t"/>
              <a:pathLst>
                <a:path extrusionOk="0" h="1233" w="1284">
                  <a:moveTo>
                    <a:pt x="956" y="1"/>
                  </a:moveTo>
                  <a:lnTo>
                    <a:pt x="906" y="21"/>
                  </a:lnTo>
                  <a:lnTo>
                    <a:pt x="906" y="21"/>
                  </a:lnTo>
                  <a:lnTo>
                    <a:pt x="881" y="26"/>
                  </a:lnTo>
                  <a:lnTo>
                    <a:pt x="875" y="33"/>
                  </a:lnTo>
                  <a:lnTo>
                    <a:pt x="875" y="33"/>
                  </a:lnTo>
                  <a:lnTo>
                    <a:pt x="831" y="51"/>
                  </a:lnTo>
                  <a:lnTo>
                    <a:pt x="768" y="76"/>
                  </a:lnTo>
                  <a:lnTo>
                    <a:pt x="755" y="76"/>
                  </a:lnTo>
                  <a:lnTo>
                    <a:pt x="736" y="89"/>
                  </a:lnTo>
                  <a:lnTo>
                    <a:pt x="736" y="89"/>
                  </a:lnTo>
                  <a:lnTo>
                    <a:pt x="705" y="101"/>
                  </a:lnTo>
                  <a:lnTo>
                    <a:pt x="717" y="101"/>
                  </a:lnTo>
                  <a:lnTo>
                    <a:pt x="680" y="126"/>
                  </a:lnTo>
                  <a:lnTo>
                    <a:pt x="654" y="126"/>
                  </a:lnTo>
                  <a:lnTo>
                    <a:pt x="629" y="151"/>
                  </a:lnTo>
                  <a:lnTo>
                    <a:pt x="554" y="202"/>
                  </a:lnTo>
                  <a:lnTo>
                    <a:pt x="478" y="252"/>
                  </a:lnTo>
                  <a:lnTo>
                    <a:pt x="403" y="327"/>
                  </a:lnTo>
                  <a:lnTo>
                    <a:pt x="328" y="403"/>
                  </a:lnTo>
                  <a:lnTo>
                    <a:pt x="227" y="504"/>
                  </a:lnTo>
                  <a:lnTo>
                    <a:pt x="126" y="629"/>
                  </a:lnTo>
                  <a:lnTo>
                    <a:pt x="101" y="654"/>
                  </a:lnTo>
                  <a:lnTo>
                    <a:pt x="76" y="705"/>
                  </a:lnTo>
                  <a:lnTo>
                    <a:pt x="1" y="856"/>
                  </a:lnTo>
                  <a:lnTo>
                    <a:pt x="26" y="1032"/>
                  </a:lnTo>
                  <a:lnTo>
                    <a:pt x="76" y="1107"/>
                  </a:lnTo>
                  <a:lnTo>
                    <a:pt x="151" y="1183"/>
                  </a:lnTo>
                  <a:lnTo>
                    <a:pt x="227" y="1233"/>
                  </a:lnTo>
                  <a:lnTo>
                    <a:pt x="428" y="1233"/>
                  </a:lnTo>
                  <a:lnTo>
                    <a:pt x="554" y="1183"/>
                  </a:lnTo>
                  <a:lnTo>
                    <a:pt x="604" y="1132"/>
                  </a:lnTo>
                  <a:lnTo>
                    <a:pt x="654" y="1082"/>
                  </a:lnTo>
                  <a:lnTo>
                    <a:pt x="730" y="1007"/>
                  </a:lnTo>
                  <a:lnTo>
                    <a:pt x="805" y="956"/>
                  </a:lnTo>
                  <a:lnTo>
                    <a:pt x="856" y="881"/>
                  </a:lnTo>
                  <a:lnTo>
                    <a:pt x="906" y="805"/>
                  </a:lnTo>
                  <a:lnTo>
                    <a:pt x="1007" y="705"/>
                  </a:lnTo>
                  <a:lnTo>
                    <a:pt x="1082" y="604"/>
                  </a:lnTo>
                  <a:lnTo>
                    <a:pt x="1032" y="680"/>
                  </a:lnTo>
                  <a:lnTo>
                    <a:pt x="1107" y="579"/>
                  </a:lnTo>
                  <a:lnTo>
                    <a:pt x="1132" y="516"/>
                  </a:lnTo>
                  <a:lnTo>
                    <a:pt x="1132" y="529"/>
                  </a:lnTo>
                  <a:lnTo>
                    <a:pt x="1183" y="453"/>
                  </a:lnTo>
                  <a:lnTo>
                    <a:pt x="1233" y="378"/>
                  </a:lnTo>
                  <a:lnTo>
                    <a:pt x="1283" y="252"/>
                  </a:lnTo>
                  <a:lnTo>
                    <a:pt x="1157" y="26"/>
                  </a:lnTo>
                  <a:lnTo>
                    <a:pt x="1007" y="1"/>
                  </a:lnTo>
                  <a:lnTo>
                    <a:pt x="955" y="11"/>
                  </a:lnTo>
                  <a:lnTo>
                    <a:pt x="955" y="11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7592326" y="4130830"/>
              <a:ext cx="31848" cy="29527"/>
            </a:xfrm>
            <a:custGeom>
              <a:rect b="b" l="l" r="r" t="t"/>
              <a:pathLst>
                <a:path extrusionOk="0" h="1460" w="1259">
                  <a:moveTo>
                    <a:pt x="1032" y="1"/>
                  </a:moveTo>
                  <a:lnTo>
                    <a:pt x="881" y="51"/>
                  </a:lnTo>
                  <a:lnTo>
                    <a:pt x="730" y="152"/>
                  </a:lnTo>
                  <a:lnTo>
                    <a:pt x="604" y="252"/>
                  </a:lnTo>
                  <a:lnTo>
                    <a:pt x="478" y="378"/>
                  </a:lnTo>
                  <a:lnTo>
                    <a:pt x="378" y="504"/>
                  </a:lnTo>
                  <a:lnTo>
                    <a:pt x="252" y="629"/>
                  </a:lnTo>
                  <a:lnTo>
                    <a:pt x="152" y="805"/>
                  </a:lnTo>
                  <a:lnTo>
                    <a:pt x="101" y="856"/>
                  </a:lnTo>
                  <a:lnTo>
                    <a:pt x="76" y="931"/>
                  </a:lnTo>
                  <a:lnTo>
                    <a:pt x="26" y="981"/>
                  </a:lnTo>
                  <a:lnTo>
                    <a:pt x="1" y="1057"/>
                  </a:lnTo>
                  <a:lnTo>
                    <a:pt x="1" y="1208"/>
                  </a:lnTo>
                  <a:lnTo>
                    <a:pt x="51" y="1334"/>
                  </a:lnTo>
                  <a:lnTo>
                    <a:pt x="202" y="1434"/>
                  </a:lnTo>
                  <a:lnTo>
                    <a:pt x="328" y="1459"/>
                  </a:lnTo>
                  <a:lnTo>
                    <a:pt x="478" y="1409"/>
                  </a:lnTo>
                  <a:lnTo>
                    <a:pt x="529" y="1359"/>
                  </a:lnTo>
                  <a:lnTo>
                    <a:pt x="579" y="1334"/>
                  </a:lnTo>
                  <a:lnTo>
                    <a:pt x="629" y="1258"/>
                  </a:lnTo>
                  <a:lnTo>
                    <a:pt x="680" y="1208"/>
                  </a:lnTo>
                  <a:lnTo>
                    <a:pt x="831" y="1082"/>
                  </a:lnTo>
                  <a:lnTo>
                    <a:pt x="931" y="906"/>
                  </a:lnTo>
                  <a:lnTo>
                    <a:pt x="1032" y="780"/>
                  </a:lnTo>
                  <a:lnTo>
                    <a:pt x="1107" y="655"/>
                  </a:lnTo>
                  <a:lnTo>
                    <a:pt x="1208" y="504"/>
                  </a:lnTo>
                  <a:lnTo>
                    <a:pt x="1258" y="328"/>
                  </a:lnTo>
                  <a:lnTo>
                    <a:pt x="1258" y="177"/>
                  </a:lnTo>
                  <a:lnTo>
                    <a:pt x="1158" y="76"/>
                  </a:lnTo>
                  <a:lnTo>
                    <a:pt x="10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7658504" y="4128808"/>
              <a:ext cx="30558" cy="26453"/>
            </a:xfrm>
            <a:custGeom>
              <a:rect b="b" l="l" r="r" t="t"/>
              <a:pathLst>
                <a:path extrusionOk="0" h="1308" w="1208">
                  <a:moveTo>
                    <a:pt x="629" y="75"/>
                  </a:moveTo>
                  <a:lnTo>
                    <a:pt x="604" y="88"/>
                  </a:lnTo>
                  <a:lnTo>
                    <a:pt x="604" y="88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42" y="75"/>
                  </a:lnTo>
                  <a:close/>
                  <a:moveTo>
                    <a:pt x="1082" y="503"/>
                  </a:moveTo>
                  <a:lnTo>
                    <a:pt x="1082" y="528"/>
                  </a:lnTo>
                  <a:lnTo>
                    <a:pt x="1069" y="553"/>
                  </a:lnTo>
                  <a:lnTo>
                    <a:pt x="1069" y="553"/>
                  </a:lnTo>
                  <a:lnTo>
                    <a:pt x="1082" y="503"/>
                  </a:lnTo>
                  <a:close/>
                  <a:moveTo>
                    <a:pt x="830" y="0"/>
                  </a:moveTo>
                  <a:lnTo>
                    <a:pt x="704" y="50"/>
                  </a:lnTo>
                  <a:lnTo>
                    <a:pt x="642" y="75"/>
                  </a:lnTo>
                  <a:lnTo>
                    <a:pt x="654" y="75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579" y="101"/>
                  </a:lnTo>
                  <a:lnTo>
                    <a:pt x="604" y="88"/>
                  </a:lnTo>
                  <a:lnTo>
                    <a:pt x="604" y="88"/>
                  </a:lnTo>
                  <a:lnTo>
                    <a:pt x="554" y="101"/>
                  </a:lnTo>
                  <a:lnTo>
                    <a:pt x="403" y="226"/>
                  </a:lnTo>
                  <a:lnTo>
                    <a:pt x="327" y="277"/>
                  </a:lnTo>
                  <a:lnTo>
                    <a:pt x="277" y="327"/>
                  </a:lnTo>
                  <a:lnTo>
                    <a:pt x="126" y="503"/>
                  </a:lnTo>
                  <a:lnTo>
                    <a:pt x="51" y="704"/>
                  </a:lnTo>
                  <a:lnTo>
                    <a:pt x="0" y="855"/>
                  </a:lnTo>
                  <a:lnTo>
                    <a:pt x="25" y="1132"/>
                  </a:lnTo>
                  <a:lnTo>
                    <a:pt x="126" y="1232"/>
                  </a:lnTo>
                  <a:lnTo>
                    <a:pt x="227" y="1308"/>
                  </a:lnTo>
                  <a:lnTo>
                    <a:pt x="352" y="1308"/>
                  </a:lnTo>
                  <a:lnTo>
                    <a:pt x="503" y="1283"/>
                  </a:lnTo>
                  <a:lnTo>
                    <a:pt x="604" y="1207"/>
                  </a:lnTo>
                  <a:lnTo>
                    <a:pt x="654" y="1157"/>
                  </a:lnTo>
                  <a:lnTo>
                    <a:pt x="679" y="1107"/>
                  </a:lnTo>
                  <a:lnTo>
                    <a:pt x="780" y="981"/>
                  </a:lnTo>
                  <a:lnTo>
                    <a:pt x="855" y="830"/>
                  </a:lnTo>
                  <a:lnTo>
                    <a:pt x="916" y="749"/>
                  </a:lnTo>
                  <a:lnTo>
                    <a:pt x="956" y="729"/>
                  </a:lnTo>
                  <a:lnTo>
                    <a:pt x="956" y="704"/>
                  </a:lnTo>
                  <a:lnTo>
                    <a:pt x="981" y="679"/>
                  </a:lnTo>
                  <a:lnTo>
                    <a:pt x="1057" y="604"/>
                  </a:lnTo>
                  <a:lnTo>
                    <a:pt x="1064" y="573"/>
                  </a:lnTo>
                  <a:lnTo>
                    <a:pt x="1064" y="573"/>
                  </a:lnTo>
                  <a:lnTo>
                    <a:pt x="1132" y="528"/>
                  </a:lnTo>
                  <a:lnTo>
                    <a:pt x="1182" y="453"/>
                  </a:lnTo>
                  <a:lnTo>
                    <a:pt x="1207" y="252"/>
                  </a:lnTo>
                  <a:lnTo>
                    <a:pt x="1157" y="151"/>
                  </a:lnTo>
                  <a:lnTo>
                    <a:pt x="1107" y="75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7736117" y="4123711"/>
              <a:ext cx="33745" cy="29022"/>
            </a:xfrm>
            <a:custGeom>
              <a:rect b="b" l="l" r="r" t="t"/>
              <a:pathLst>
                <a:path extrusionOk="0" h="1435" w="1334">
                  <a:moveTo>
                    <a:pt x="789" y="241"/>
                  </a:moveTo>
                  <a:lnTo>
                    <a:pt x="787" y="260"/>
                  </a:lnTo>
                  <a:lnTo>
                    <a:pt x="784" y="247"/>
                  </a:lnTo>
                  <a:lnTo>
                    <a:pt x="784" y="247"/>
                  </a:lnTo>
                  <a:lnTo>
                    <a:pt x="789" y="241"/>
                  </a:lnTo>
                  <a:close/>
                  <a:moveTo>
                    <a:pt x="804" y="345"/>
                  </a:moveTo>
                  <a:lnTo>
                    <a:pt x="881" y="403"/>
                  </a:lnTo>
                  <a:lnTo>
                    <a:pt x="906" y="428"/>
                  </a:lnTo>
                  <a:lnTo>
                    <a:pt x="805" y="353"/>
                  </a:lnTo>
                  <a:lnTo>
                    <a:pt x="804" y="345"/>
                  </a:lnTo>
                  <a:close/>
                  <a:moveTo>
                    <a:pt x="931" y="1"/>
                  </a:moveTo>
                  <a:lnTo>
                    <a:pt x="805" y="76"/>
                  </a:lnTo>
                  <a:lnTo>
                    <a:pt x="800" y="132"/>
                  </a:lnTo>
                  <a:lnTo>
                    <a:pt x="800" y="132"/>
                  </a:lnTo>
                  <a:lnTo>
                    <a:pt x="780" y="151"/>
                  </a:lnTo>
                  <a:lnTo>
                    <a:pt x="780" y="151"/>
                  </a:lnTo>
                  <a:lnTo>
                    <a:pt x="799" y="142"/>
                  </a:lnTo>
                  <a:lnTo>
                    <a:pt x="799" y="142"/>
                  </a:lnTo>
                  <a:lnTo>
                    <a:pt x="798" y="148"/>
                  </a:lnTo>
                  <a:lnTo>
                    <a:pt x="798" y="148"/>
                  </a:lnTo>
                  <a:lnTo>
                    <a:pt x="680" y="227"/>
                  </a:lnTo>
                  <a:lnTo>
                    <a:pt x="554" y="327"/>
                  </a:lnTo>
                  <a:lnTo>
                    <a:pt x="453" y="403"/>
                  </a:lnTo>
                  <a:lnTo>
                    <a:pt x="353" y="504"/>
                  </a:lnTo>
                  <a:lnTo>
                    <a:pt x="277" y="579"/>
                  </a:lnTo>
                  <a:lnTo>
                    <a:pt x="177" y="680"/>
                  </a:lnTo>
                  <a:lnTo>
                    <a:pt x="126" y="730"/>
                  </a:lnTo>
                  <a:lnTo>
                    <a:pt x="101" y="780"/>
                  </a:lnTo>
                  <a:lnTo>
                    <a:pt x="76" y="830"/>
                  </a:lnTo>
                  <a:lnTo>
                    <a:pt x="51" y="881"/>
                  </a:lnTo>
                  <a:lnTo>
                    <a:pt x="51" y="906"/>
                  </a:lnTo>
                  <a:lnTo>
                    <a:pt x="26" y="931"/>
                  </a:lnTo>
                  <a:lnTo>
                    <a:pt x="1" y="1032"/>
                  </a:lnTo>
                  <a:lnTo>
                    <a:pt x="1" y="1132"/>
                  </a:lnTo>
                  <a:lnTo>
                    <a:pt x="26" y="1258"/>
                  </a:lnTo>
                  <a:lnTo>
                    <a:pt x="126" y="1359"/>
                  </a:lnTo>
                  <a:lnTo>
                    <a:pt x="227" y="1434"/>
                  </a:lnTo>
                  <a:lnTo>
                    <a:pt x="378" y="1434"/>
                  </a:lnTo>
                  <a:lnTo>
                    <a:pt x="604" y="1384"/>
                  </a:lnTo>
                  <a:lnTo>
                    <a:pt x="755" y="1233"/>
                  </a:lnTo>
                  <a:lnTo>
                    <a:pt x="931" y="1032"/>
                  </a:lnTo>
                  <a:lnTo>
                    <a:pt x="1107" y="830"/>
                  </a:lnTo>
                  <a:lnTo>
                    <a:pt x="1233" y="654"/>
                  </a:lnTo>
                  <a:lnTo>
                    <a:pt x="1308" y="478"/>
                  </a:lnTo>
                  <a:lnTo>
                    <a:pt x="1333" y="403"/>
                  </a:lnTo>
                  <a:lnTo>
                    <a:pt x="1333" y="327"/>
                  </a:lnTo>
                  <a:lnTo>
                    <a:pt x="1333" y="227"/>
                  </a:lnTo>
                  <a:lnTo>
                    <a:pt x="1208" y="51"/>
                  </a:lnTo>
                  <a:lnTo>
                    <a:pt x="1136" y="33"/>
                  </a:lnTo>
                  <a:lnTo>
                    <a:pt x="1136" y="33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7806115" y="4127776"/>
              <a:ext cx="24183" cy="23925"/>
            </a:xfrm>
            <a:custGeom>
              <a:rect b="b" l="l" r="r" t="t"/>
              <a:pathLst>
                <a:path extrusionOk="0" h="1183" w="956">
                  <a:moveTo>
                    <a:pt x="704" y="1"/>
                  </a:moveTo>
                  <a:lnTo>
                    <a:pt x="654" y="13"/>
                  </a:lnTo>
                  <a:lnTo>
                    <a:pt x="654" y="13"/>
                  </a:lnTo>
                  <a:lnTo>
                    <a:pt x="679" y="1"/>
                  </a:lnTo>
                  <a:lnTo>
                    <a:pt x="679" y="1"/>
                  </a:lnTo>
                  <a:lnTo>
                    <a:pt x="578" y="26"/>
                  </a:lnTo>
                  <a:lnTo>
                    <a:pt x="478" y="76"/>
                  </a:lnTo>
                  <a:lnTo>
                    <a:pt x="428" y="101"/>
                  </a:lnTo>
                  <a:lnTo>
                    <a:pt x="377" y="152"/>
                  </a:lnTo>
                  <a:lnTo>
                    <a:pt x="302" y="227"/>
                  </a:lnTo>
                  <a:lnTo>
                    <a:pt x="226" y="328"/>
                  </a:lnTo>
                  <a:lnTo>
                    <a:pt x="252" y="303"/>
                  </a:lnTo>
                  <a:lnTo>
                    <a:pt x="302" y="252"/>
                  </a:lnTo>
                  <a:lnTo>
                    <a:pt x="252" y="328"/>
                  </a:lnTo>
                  <a:lnTo>
                    <a:pt x="201" y="378"/>
                  </a:lnTo>
                  <a:lnTo>
                    <a:pt x="151" y="428"/>
                  </a:lnTo>
                  <a:lnTo>
                    <a:pt x="101" y="504"/>
                  </a:lnTo>
                  <a:lnTo>
                    <a:pt x="75" y="529"/>
                  </a:lnTo>
                  <a:lnTo>
                    <a:pt x="75" y="554"/>
                  </a:lnTo>
                  <a:lnTo>
                    <a:pt x="25" y="629"/>
                  </a:lnTo>
                  <a:lnTo>
                    <a:pt x="0" y="705"/>
                  </a:lnTo>
                  <a:lnTo>
                    <a:pt x="0" y="806"/>
                  </a:lnTo>
                  <a:lnTo>
                    <a:pt x="0" y="931"/>
                  </a:lnTo>
                  <a:lnTo>
                    <a:pt x="75" y="1057"/>
                  </a:lnTo>
                  <a:lnTo>
                    <a:pt x="302" y="1183"/>
                  </a:lnTo>
                  <a:lnTo>
                    <a:pt x="453" y="1158"/>
                  </a:lnTo>
                  <a:lnTo>
                    <a:pt x="528" y="1132"/>
                  </a:lnTo>
                  <a:lnTo>
                    <a:pt x="578" y="1082"/>
                  </a:lnTo>
                  <a:lnTo>
                    <a:pt x="604" y="1057"/>
                  </a:lnTo>
                  <a:lnTo>
                    <a:pt x="629" y="1032"/>
                  </a:lnTo>
                  <a:lnTo>
                    <a:pt x="654" y="1007"/>
                  </a:lnTo>
                  <a:lnTo>
                    <a:pt x="679" y="982"/>
                  </a:lnTo>
                  <a:lnTo>
                    <a:pt x="755" y="931"/>
                  </a:lnTo>
                  <a:lnTo>
                    <a:pt x="780" y="856"/>
                  </a:lnTo>
                  <a:lnTo>
                    <a:pt x="805" y="831"/>
                  </a:lnTo>
                  <a:lnTo>
                    <a:pt x="805" y="780"/>
                  </a:lnTo>
                  <a:lnTo>
                    <a:pt x="855" y="680"/>
                  </a:lnTo>
                  <a:lnTo>
                    <a:pt x="905" y="579"/>
                  </a:lnTo>
                  <a:lnTo>
                    <a:pt x="905" y="554"/>
                  </a:lnTo>
                  <a:lnTo>
                    <a:pt x="931" y="504"/>
                  </a:lnTo>
                  <a:lnTo>
                    <a:pt x="956" y="403"/>
                  </a:lnTo>
                  <a:lnTo>
                    <a:pt x="931" y="277"/>
                  </a:lnTo>
                  <a:lnTo>
                    <a:pt x="956" y="328"/>
                  </a:lnTo>
                  <a:lnTo>
                    <a:pt x="956" y="303"/>
                  </a:lnTo>
                  <a:lnTo>
                    <a:pt x="931" y="177"/>
                  </a:lnTo>
                  <a:lnTo>
                    <a:pt x="893" y="126"/>
                  </a:lnTo>
                  <a:lnTo>
                    <a:pt x="893" y="126"/>
                  </a:lnTo>
                  <a:lnTo>
                    <a:pt x="880" y="101"/>
                  </a:lnTo>
                  <a:lnTo>
                    <a:pt x="868" y="93"/>
                  </a:lnTo>
                  <a:lnTo>
                    <a:pt x="868" y="93"/>
                  </a:lnTo>
                  <a:lnTo>
                    <a:pt x="855" y="76"/>
                  </a:lnTo>
                  <a:lnTo>
                    <a:pt x="859" y="87"/>
                  </a:lnTo>
                  <a:lnTo>
                    <a:pt x="859" y="87"/>
                  </a:lnTo>
                  <a:lnTo>
                    <a:pt x="805" y="51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7879275" y="4125754"/>
              <a:ext cx="28661" cy="24936"/>
            </a:xfrm>
            <a:custGeom>
              <a:rect b="b" l="l" r="r" t="t"/>
              <a:pathLst>
                <a:path extrusionOk="0" h="1233" w="1133">
                  <a:moveTo>
                    <a:pt x="730" y="0"/>
                  </a:moveTo>
                  <a:lnTo>
                    <a:pt x="579" y="101"/>
                  </a:lnTo>
                  <a:lnTo>
                    <a:pt x="453" y="176"/>
                  </a:lnTo>
                  <a:lnTo>
                    <a:pt x="352" y="302"/>
                  </a:lnTo>
                  <a:lnTo>
                    <a:pt x="252" y="403"/>
                  </a:lnTo>
                  <a:lnTo>
                    <a:pt x="151" y="528"/>
                  </a:lnTo>
                  <a:lnTo>
                    <a:pt x="126" y="553"/>
                  </a:lnTo>
                  <a:lnTo>
                    <a:pt x="101" y="604"/>
                  </a:lnTo>
                  <a:lnTo>
                    <a:pt x="51" y="704"/>
                  </a:lnTo>
                  <a:lnTo>
                    <a:pt x="25" y="805"/>
                  </a:lnTo>
                  <a:lnTo>
                    <a:pt x="25" y="830"/>
                  </a:lnTo>
                  <a:lnTo>
                    <a:pt x="0" y="880"/>
                  </a:lnTo>
                  <a:lnTo>
                    <a:pt x="25" y="956"/>
                  </a:lnTo>
                  <a:lnTo>
                    <a:pt x="51" y="1031"/>
                  </a:lnTo>
                  <a:lnTo>
                    <a:pt x="101" y="1132"/>
                  </a:lnTo>
                  <a:lnTo>
                    <a:pt x="176" y="1207"/>
                  </a:lnTo>
                  <a:lnTo>
                    <a:pt x="302" y="1232"/>
                  </a:lnTo>
                  <a:lnTo>
                    <a:pt x="528" y="1207"/>
                  </a:lnTo>
                  <a:lnTo>
                    <a:pt x="629" y="1132"/>
                  </a:lnTo>
                  <a:lnTo>
                    <a:pt x="654" y="1107"/>
                  </a:lnTo>
                  <a:lnTo>
                    <a:pt x="679" y="1082"/>
                  </a:lnTo>
                  <a:lnTo>
                    <a:pt x="730" y="1031"/>
                  </a:lnTo>
                  <a:lnTo>
                    <a:pt x="780" y="956"/>
                  </a:lnTo>
                  <a:lnTo>
                    <a:pt x="830" y="880"/>
                  </a:lnTo>
                  <a:lnTo>
                    <a:pt x="881" y="805"/>
                  </a:lnTo>
                  <a:lnTo>
                    <a:pt x="931" y="729"/>
                  </a:lnTo>
                  <a:lnTo>
                    <a:pt x="981" y="654"/>
                  </a:lnTo>
                  <a:lnTo>
                    <a:pt x="1031" y="553"/>
                  </a:lnTo>
                  <a:lnTo>
                    <a:pt x="1082" y="453"/>
                  </a:lnTo>
                  <a:lnTo>
                    <a:pt x="1082" y="453"/>
                  </a:lnTo>
                  <a:lnTo>
                    <a:pt x="1065" y="470"/>
                  </a:lnTo>
                  <a:lnTo>
                    <a:pt x="1065" y="470"/>
                  </a:lnTo>
                  <a:lnTo>
                    <a:pt x="1132" y="352"/>
                  </a:lnTo>
                  <a:lnTo>
                    <a:pt x="1107" y="176"/>
                  </a:lnTo>
                  <a:lnTo>
                    <a:pt x="1107" y="151"/>
                  </a:lnTo>
                  <a:lnTo>
                    <a:pt x="1082" y="25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7954991" y="4121162"/>
              <a:ext cx="31823" cy="29527"/>
            </a:xfrm>
            <a:custGeom>
              <a:rect b="b" l="l" r="r" t="t"/>
              <a:pathLst>
                <a:path extrusionOk="0" h="1460" w="1258">
                  <a:moveTo>
                    <a:pt x="981" y="1"/>
                  </a:moveTo>
                  <a:lnTo>
                    <a:pt x="956" y="26"/>
                  </a:lnTo>
                  <a:lnTo>
                    <a:pt x="906" y="26"/>
                  </a:lnTo>
                  <a:lnTo>
                    <a:pt x="906" y="38"/>
                  </a:lnTo>
                  <a:lnTo>
                    <a:pt x="906" y="38"/>
                  </a:lnTo>
                  <a:lnTo>
                    <a:pt x="880" y="51"/>
                  </a:lnTo>
                  <a:lnTo>
                    <a:pt x="830" y="76"/>
                  </a:lnTo>
                  <a:lnTo>
                    <a:pt x="780" y="101"/>
                  </a:lnTo>
                  <a:lnTo>
                    <a:pt x="755" y="127"/>
                  </a:lnTo>
                  <a:lnTo>
                    <a:pt x="604" y="227"/>
                  </a:lnTo>
                  <a:lnTo>
                    <a:pt x="478" y="353"/>
                  </a:lnTo>
                  <a:lnTo>
                    <a:pt x="377" y="479"/>
                  </a:lnTo>
                  <a:lnTo>
                    <a:pt x="252" y="604"/>
                  </a:lnTo>
                  <a:lnTo>
                    <a:pt x="76" y="806"/>
                  </a:lnTo>
                  <a:lnTo>
                    <a:pt x="25" y="1082"/>
                  </a:lnTo>
                  <a:lnTo>
                    <a:pt x="25" y="1032"/>
                  </a:lnTo>
                  <a:lnTo>
                    <a:pt x="25" y="982"/>
                  </a:lnTo>
                  <a:lnTo>
                    <a:pt x="0" y="1082"/>
                  </a:lnTo>
                  <a:lnTo>
                    <a:pt x="0" y="1158"/>
                  </a:lnTo>
                  <a:lnTo>
                    <a:pt x="25" y="1309"/>
                  </a:lnTo>
                  <a:lnTo>
                    <a:pt x="226" y="1459"/>
                  </a:lnTo>
                  <a:lnTo>
                    <a:pt x="352" y="1434"/>
                  </a:lnTo>
                  <a:lnTo>
                    <a:pt x="453" y="1409"/>
                  </a:lnTo>
                  <a:lnTo>
                    <a:pt x="478" y="1409"/>
                  </a:lnTo>
                  <a:lnTo>
                    <a:pt x="579" y="1359"/>
                  </a:lnTo>
                  <a:lnTo>
                    <a:pt x="654" y="1309"/>
                  </a:lnTo>
                  <a:lnTo>
                    <a:pt x="704" y="1233"/>
                  </a:lnTo>
                  <a:lnTo>
                    <a:pt x="755" y="1183"/>
                  </a:lnTo>
                  <a:lnTo>
                    <a:pt x="805" y="1107"/>
                  </a:lnTo>
                  <a:lnTo>
                    <a:pt x="931" y="956"/>
                  </a:lnTo>
                  <a:lnTo>
                    <a:pt x="1056" y="780"/>
                  </a:lnTo>
                  <a:lnTo>
                    <a:pt x="1157" y="604"/>
                  </a:lnTo>
                  <a:lnTo>
                    <a:pt x="1207" y="428"/>
                  </a:lnTo>
                  <a:lnTo>
                    <a:pt x="1232" y="378"/>
                  </a:lnTo>
                  <a:lnTo>
                    <a:pt x="1232" y="353"/>
                  </a:lnTo>
                  <a:lnTo>
                    <a:pt x="1258" y="277"/>
                  </a:lnTo>
                  <a:lnTo>
                    <a:pt x="1258" y="227"/>
                  </a:lnTo>
                  <a:lnTo>
                    <a:pt x="1258" y="152"/>
                  </a:lnTo>
                  <a:lnTo>
                    <a:pt x="1207" y="51"/>
                  </a:lnTo>
                  <a:lnTo>
                    <a:pt x="1157" y="26"/>
                  </a:lnTo>
                  <a:lnTo>
                    <a:pt x="11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8025596" y="4121668"/>
              <a:ext cx="38830" cy="30033"/>
            </a:xfrm>
            <a:custGeom>
              <a:rect b="b" l="l" r="r" t="t"/>
              <a:pathLst>
                <a:path extrusionOk="0" h="1485" w="1535">
                  <a:moveTo>
                    <a:pt x="1158" y="1"/>
                  </a:moveTo>
                  <a:lnTo>
                    <a:pt x="1057" y="26"/>
                  </a:lnTo>
                  <a:lnTo>
                    <a:pt x="982" y="76"/>
                  </a:lnTo>
                  <a:lnTo>
                    <a:pt x="906" y="102"/>
                  </a:lnTo>
                  <a:lnTo>
                    <a:pt x="856" y="152"/>
                  </a:lnTo>
                  <a:lnTo>
                    <a:pt x="680" y="252"/>
                  </a:lnTo>
                  <a:lnTo>
                    <a:pt x="529" y="403"/>
                  </a:lnTo>
                  <a:lnTo>
                    <a:pt x="403" y="504"/>
                  </a:lnTo>
                  <a:lnTo>
                    <a:pt x="277" y="605"/>
                  </a:lnTo>
                  <a:lnTo>
                    <a:pt x="202" y="705"/>
                  </a:lnTo>
                  <a:lnTo>
                    <a:pt x="127" y="806"/>
                  </a:lnTo>
                  <a:lnTo>
                    <a:pt x="101" y="831"/>
                  </a:lnTo>
                  <a:lnTo>
                    <a:pt x="76" y="856"/>
                  </a:lnTo>
                  <a:lnTo>
                    <a:pt x="1" y="1082"/>
                  </a:lnTo>
                  <a:lnTo>
                    <a:pt x="76" y="1284"/>
                  </a:lnTo>
                  <a:lnTo>
                    <a:pt x="51" y="1233"/>
                  </a:lnTo>
                  <a:lnTo>
                    <a:pt x="51" y="1284"/>
                  </a:lnTo>
                  <a:lnTo>
                    <a:pt x="127" y="1384"/>
                  </a:lnTo>
                  <a:lnTo>
                    <a:pt x="202" y="1434"/>
                  </a:lnTo>
                  <a:lnTo>
                    <a:pt x="303" y="1460"/>
                  </a:lnTo>
                  <a:lnTo>
                    <a:pt x="252" y="1434"/>
                  </a:lnTo>
                  <a:lnTo>
                    <a:pt x="227" y="1409"/>
                  </a:lnTo>
                  <a:lnTo>
                    <a:pt x="403" y="1485"/>
                  </a:lnTo>
                  <a:lnTo>
                    <a:pt x="579" y="1434"/>
                  </a:lnTo>
                  <a:lnTo>
                    <a:pt x="630" y="1409"/>
                  </a:lnTo>
                  <a:lnTo>
                    <a:pt x="680" y="1384"/>
                  </a:lnTo>
                  <a:lnTo>
                    <a:pt x="780" y="1309"/>
                  </a:lnTo>
                  <a:lnTo>
                    <a:pt x="881" y="1208"/>
                  </a:lnTo>
                  <a:lnTo>
                    <a:pt x="982" y="1108"/>
                  </a:lnTo>
                  <a:lnTo>
                    <a:pt x="1107" y="982"/>
                  </a:lnTo>
                  <a:lnTo>
                    <a:pt x="1233" y="831"/>
                  </a:lnTo>
                  <a:lnTo>
                    <a:pt x="1359" y="680"/>
                  </a:lnTo>
                  <a:lnTo>
                    <a:pt x="1409" y="605"/>
                  </a:lnTo>
                  <a:lnTo>
                    <a:pt x="1434" y="554"/>
                  </a:lnTo>
                  <a:lnTo>
                    <a:pt x="1485" y="479"/>
                  </a:lnTo>
                  <a:lnTo>
                    <a:pt x="1510" y="428"/>
                  </a:lnTo>
                  <a:lnTo>
                    <a:pt x="1535" y="353"/>
                  </a:lnTo>
                  <a:lnTo>
                    <a:pt x="1535" y="278"/>
                  </a:lnTo>
                  <a:lnTo>
                    <a:pt x="1510" y="152"/>
                  </a:lnTo>
                  <a:lnTo>
                    <a:pt x="1409" y="76"/>
                  </a:lnTo>
                  <a:lnTo>
                    <a:pt x="1309" y="1"/>
                  </a:lnTo>
                  <a:lnTo>
                    <a:pt x="1248" y="13"/>
                  </a:lnTo>
                  <a:lnTo>
                    <a:pt x="1248" y="13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8091775" y="4120151"/>
              <a:ext cx="35010" cy="29527"/>
            </a:xfrm>
            <a:custGeom>
              <a:rect b="b" l="l" r="r" t="t"/>
              <a:pathLst>
                <a:path extrusionOk="0" h="1460" w="1384">
                  <a:moveTo>
                    <a:pt x="906" y="126"/>
                  </a:moveTo>
                  <a:lnTo>
                    <a:pt x="841" y="154"/>
                  </a:lnTo>
                  <a:lnTo>
                    <a:pt x="841" y="154"/>
                  </a:lnTo>
                  <a:lnTo>
                    <a:pt x="862" y="126"/>
                  </a:lnTo>
                  <a:close/>
                  <a:moveTo>
                    <a:pt x="780" y="453"/>
                  </a:moveTo>
                  <a:lnTo>
                    <a:pt x="780" y="478"/>
                  </a:lnTo>
                  <a:lnTo>
                    <a:pt x="780" y="478"/>
                  </a:lnTo>
                  <a:lnTo>
                    <a:pt x="780" y="478"/>
                  </a:lnTo>
                  <a:lnTo>
                    <a:pt x="767" y="453"/>
                  </a:lnTo>
                  <a:close/>
                  <a:moveTo>
                    <a:pt x="931" y="0"/>
                  </a:moveTo>
                  <a:lnTo>
                    <a:pt x="755" y="26"/>
                  </a:lnTo>
                  <a:lnTo>
                    <a:pt x="654" y="177"/>
                  </a:lnTo>
                  <a:lnTo>
                    <a:pt x="654" y="252"/>
                  </a:lnTo>
                  <a:lnTo>
                    <a:pt x="654" y="265"/>
                  </a:lnTo>
                  <a:lnTo>
                    <a:pt x="654" y="265"/>
                  </a:lnTo>
                  <a:lnTo>
                    <a:pt x="579" y="327"/>
                  </a:lnTo>
                  <a:lnTo>
                    <a:pt x="503" y="378"/>
                  </a:lnTo>
                  <a:lnTo>
                    <a:pt x="428" y="453"/>
                  </a:lnTo>
                  <a:lnTo>
                    <a:pt x="327" y="529"/>
                  </a:lnTo>
                  <a:lnTo>
                    <a:pt x="252" y="604"/>
                  </a:lnTo>
                  <a:lnTo>
                    <a:pt x="227" y="654"/>
                  </a:lnTo>
                  <a:lnTo>
                    <a:pt x="176" y="705"/>
                  </a:lnTo>
                  <a:lnTo>
                    <a:pt x="126" y="755"/>
                  </a:lnTo>
                  <a:lnTo>
                    <a:pt x="76" y="830"/>
                  </a:lnTo>
                  <a:lnTo>
                    <a:pt x="51" y="931"/>
                  </a:lnTo>
                  <a:lnTo>
                    <a:pt x="51" y="956"/>
                  </a:lnTo>
                  <a:lnTo>
                    <a:pt x="0" y="1057"/>
                  </a:lnTo>
                  <a:lnTo>
                    <a:pt x="0" y="1233"/>
                  </a:lnTo>
                  <a:lnTo>
                    <a:pt x="227" y="1459"/>
                  </a:lnTo>
                  <a:lnTo>
                    <a:pt x="378" y="1434"/>
                  </a:lnTo>
                  <a:lnTo>
                    <a:pt x="503" y="1409"/>
                  </a:lnTo>
                  <a:lnTo>
                    <a:pt x="554" y="1384"/>
                  </a:lnTo>
                  <a:lnTo>
                    <a:pt x="654" y="1359"/>
                  </a:lnTo>
                  <a:lnTo>
                    <a:pt x="755" y="1283"/>
                  </a:lnTo>
                  <a:lnTo>
                    <a:pt x="805" y="1233"/>
                  </a:lnTo>
                  <a:lnTo>
                    <a:pt x="830" y="1183"/>
                  </a:lnTo>
                  <a:lnTo>
                    <a:pt x="906" y="1107"/>
                  </a:lnTo>
                  <a:lnTo>
                    <a:pt x="981" y="1032"/>
                  </a:lnTo>
                  <a:lnTo>
                    <a:pt x="1057" y="956"/>
                  </a:lnTo>
                  <a:lnTo>
                    <a:pt x="1132" y="856"/>
                  </a:lnTo>
                  <a:lnTo>
                    <a:pt x="1233" y="705"/>
                  </a:lnTo>
                  <a:lnTo>
                    <a:pt x="1333" y="554"/>
                  </a:lnTo>
                  <a:lnTo>
                    <a:pt x="1384" y="453"/>
                  </a:lnTo>
                  <a:lnTo>
                    <a:pt x="1359" y="227"/>
                  </a:lnTo>
                  <a:lnTo>
                    <a:pt x="1283" y="151"/>
                  </a:lnTo>
                  <a:lnTo>
                    <a:pt x="1233" y="101"/>
                  </a:lnTo>
                  <a:lnTo>
                    <a:pt x="1182" y="76"/>
                  </a:lnTo>
                  <a:lnTo>
                    <a:pt x="1208" y="101"/>
                  </a:lnTo>
                  <a:lnTo>
                    <a:pt x="1233" y="126"/>
                  </a:lnTo>
                  <a:lnTo>
                    <a:pt x="1182" y="101"/>
                  </a:lnTo>
                  <a:lnTo>
                    <a:pt x="1157" y="76"/>
                  </a:lnTo>
                  <a:lnTo>
                    <a:pt x="1132" y="51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8"/>
            <p:cNvSpPr/>
            <p:nvPr/>
          </p:nvSpPr>
          <p:spPr>
            <a:xfrm>
              <a:off x="8156663" y="4115054"/>
              <a:ext cx="40120" cy="31570"/>
            </a:xfrm>
            <a:custGeom>
              <a:rect b="b" l="l" r="r" t="t"/>
              <a:pathLst>
                <a:path extrusionOk="0" h="1561" w="1586">
                  <a:moveTo>
                    <a:pt x="1208" y="1"/>
                  </a:moveTo>
                  <a:lnTo>
                    <a:pt x="1132" y="51"/>
                  </a:lnTo>
                  <a:lnTo>
                    <a:pt x="1057" y="127"/>
                  </a:lnTo>
                  <a:lnTo>
                    <a:pt x="982" y="177"/>
                  </a:lnTo>
                  <a:lnTo>
                    <a:pt x="956" y="177"/>
                  </a:lnTo>
                  <a:lnTo>
                    <a:pt x="956" y="202"/>
                  </a:lnTo>
                  <a:lnTo>
                    <a:pt x="931" y="202"/>
                  </a:lnTo>
                  <a:lnTo>
                    <a:pt x="881" y="227"/>
                  </a:lnTo>
                  <a:lnTo>
                    <a:pt x="730" y="353"/>
                  </a:lnTo>
                  <a:lnTo>
                    <a:pt x="554" y="504"/>
                  </a:lnTo>
                  <a:lnTo>
                    <a:pt x="428" y="630"/>
                  </a:lnTo>
                  <a:lnTo>
                    <a:pt x="303" y="730"/>
                  </a:lnTo>
                  <a:lnTo>
                    <a:pt x="227" y="781"/>
                  </a:lnTo>
                  <a:lnTo>
                    <a:pt x="177" y="856"/>
                  </a:lnTo>
                  <a:lnTo>
                    <a:pt x="126" y="906"/>
                  </a:lnTo>
                  <a:lnTo>
                    <a:pt x="76" y="957"/>
                  </a:lnTo>
                  <a:lnTo>
                    <a:pt x="1" y="1108"/>
                  </a:lnTo>
                  <a:lnTo>
                    <a:pt x="10" y="1181"/>
                  </a:lnTo>
                  <a:lnTo>
                    <a:pt x="1" y="1208"/>
                  </a:lnTo>
                  <a:lnTo>
                    <a:pt x="1" y="1309"/>
                  </a:lnTo>
                  <a:lnTo>
                    <a:pt x="1" y="1409"/>
                  </a:lnTo>
                  <a:lnTo>
                    <a:pt x="126" y="1510"/>
                  </a:lnTo>
                  <a:lnTo>
                    <a:pt x="227" y="1535"/>
                  </a:lnTo>
                  <a:lnTo>
                    <a:pt x="328" y="1535"/>
                  </a:lnTo>
                  <a:lnTo>
                    <a:pt x="333" y="1533"/>
                  </a:lnTo>
                  <a:lnTo>
                    <a:pt x="333" y="1533"/>
                  </a:lnTo>
                  <a:lnTo>
                    <a:pt x="428" y="1560"/>
                  </a:lnTo>
                  <a:lnTo>
                    <a:pt x="705" y="1384"/>
                  </a:lnTo>
                  <a:lnTo>
                    <a:pt x="831" y="1258"/>
                  </a:lnTo>
                  <a:lnTo>
                    <a:pt x="956" y="1133"/>
                  </a:lnTo>
                  <a:lnTo>
                    <a:pt x="1082" y="1007"/>
                  </a:lnTo>
                  <a:lnTo>
                    <a:pt x="1208" y="856"/>
                  </a:lnTo>
                  <a:lnTo>
                    <a:pt x="1334" y="680"/>
                  </a:lnTo>
                  <a:lnTo>
                    <a:pt x="1434" y="529"/>
                  </a:lnTo>
                  <a:lnTo>
                    <a:pt x="1535" y="378"/>
                  </a:lnTo>
                  <a:lnTo>
                    <a:pt x="1585" y="303"/>
                  </a:lnTo>
                  <a:lnTo>
                    <a:pt x="1535" y="102"/>
                  </a:lnTo>
                  <a:lnTo>
                    <a:pt x="1459" y="51"/>
                  </a:lnTo>
                  <a:lnTo>
                    <a:pt x="1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8"/>
            <p:cNvSpPr/>
            <p:nvPr/>
          </p:nvSpPr>
          <p:spPr>
            <a:xfrm>
              <a:off x="8217099" y="4115580"/>
              <a:ext cx="42675" cy="29507"/>
            </a:xfrm>
            <a:custGeom>
              <a:rect b="b" l="l" r="r" t="t"/>
              <a:pathLst>
                <a:path extrusionOk="0" h="1459" w="1687">
                  <a:moveTo>
                    <a:pt x="1409" y="0"/>
                  </a:moveTo>
                  <a:lnTo>
                    <a:pt x="1233" y="25"/>
                  </a:lnTo>
                  <a:lnTo>
                    <a:pt x="1057" y="76"/>
                  </a:lnTo>
                  <a:lnTo>
                    <a:pt x="940" y="134"/>
                  </a:lnTo>
                  <a:lnTo>
                    <a:pt x="940" y="134"/>
                  </a:lnTo>
                  <a:lnTo>
                    <a:pt x="881" y="151"/>
                  </a:lnTo>
                  <a:lnTo>
                    <a:pt x="705" y="252"/>
                  </a:lnTo>
                  <a:lnTo>
                    <a:pt x="554" y="352"/>
                  </a:lnTo>
                  <a:lnTo>
                    <a:pt x="429" y="453"/>
                  </a:lnTo>
                  <a:lnTo>
                    <a:pt x="303" y="553"/>
                  </a:lnTo>
                  <a:lnTo>
                    <a:pt x="202" y="679"/>
                  </a:lnTo>
                  <a:lnTo>
                    <a:pt x="127" y="780"/>
                  </a:lnTo>
                  <a:lnTo>
                    <a:pt x="76" y="880"/>
                  </a:lnTo>
                  <a:lnTo>
                    <a:pt x="1" y="1031"/>
                  </a:lnTo>
                  <a:lnTo>
                    <a:pt x="76" y="1283"/>
                  </a:lnTo>
                  <a:lnTo>
                    <a:pt x="177" y="1383"/>
                  </a:lnTo>
                  <a:lnTo>
                    <a:pt x="303" y="1459"/>
                  </a:lnTo>
                  <a:lnTo>
                    <a:pt x="554" y="1459"/>
                  </a:lnTo>
                  <a:lnTo>
                    <a:pt x="680" y="1358"/>
                  </a:lnTo>
                  <a:lnTo>
                    <a:pt x="755" y="1283"/>
                  </a:lnTo>
                  <a:lnTo>
                    <a:pt x="856" y="1207"/>
                  </a:lnTo>
                  <a:lnTo>
                    <a:pt x="932" y="1132"/>
                  </a:lnTo>
                  <a:lnTo>
                    <a:pt x="1007" y="1031"/>
                  </a:lnTo>
                  <a:lnTo>
                    <a:pt x="1082" y="931"/>
                  </a:lnTo>
                  <a:lnTo>
                    <a:pt x="1183" y="855"/>
                  </a:lnTo>
                  <a:lnTo>
                    <a:pt x="1208" y="830"/>
                  </a:lnTo>
                  <a:lnTo>
                    <a:pt x="1258" y="780"/>
                  </a:lnTo>
                  <a:lnTo>
                    <a:pt x="1284" y="780"/>
                  </a:lnTo>
                  <a:lnTo>
                    <a:pt x="1309" y="755"/>
                  </a:lnTo>
                  <a:lnTo>
                    <a:pt x="1359" y="704"/>
                  </a:lnTo>
                  <a:lnTo>
                    <a:pt x="1364" y="689"/>
                  </a:lnTo>
                  <a:lnTo>
                    <a:pt x="1364" y="689"/>
                  </a:lnTo>
                  <a:lnTo>
                    <a:pt x="1384" y="679"/>
                  </a:lnTo>
                  <a:lnTo>
                    <a:pt x="1435" y="629"/>
                  </a:lnTo>
                  <a:lnTo>
                    <a:pt x="1435" y="604"/>
                  </a:lnTo>
                  <a:lnTo>
                    <a:pt x="1460" y="604"/>
                  </a:lnTo>
                  <a:lnTo>
                    <a:pt x="1560" y="528"/>
                  </a:lnTo>
                  <a:lnTo>
                    <a:pt x="1611" y="453"/>
                  </a:lnTo>
                  <a:lnTo>
                    <a:pt x="1616" y="433"/>
                  </a:lnTo>
                  <a:lnTo>
                    <a:pt x="1616" y="433"/>
                  </a:lnTo>
                  <a:lnTo>
                    <a:pt x="1686" y="327"/>
                  </a:lnTo>
                  <a:lnTo>
                    <a:pt x="1636" y="151"/>
                  </a:lnTo>
                  <a:lnTo>
                    <a:pt x="1585" y="101"/>
                  </a:lnTo>
                  <a:lnTo>
                    <a:pt x="1535" y="50"/>
                  </a:lnTo>
                  <a:lnTo>
                    <a:pt x="1435" y="0"/>
                  </a:lnTo>
                  <a:lnTo>
                    <a:pt x="1415" y="5"/>
                  </a:lnTo>
                  <a:lnTo>
                    <a:pt x="1415" y="5"/>
                  </a:lnTo>
                  <a:lnTo>
                    <a:pt x="14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8270552" y="4113537"/>
              <a:ext cx="49024" cy="33087"/>
            </a:xfrm>
            <a:custGeom>
              <a:rect b="b" l="l" r="r" t="t"/>
              <a:pathLst>
                <a:path extrusionOk="0" h="1636" w="1938">
                  <a:moveTo>
                    <a:pt x="1660" y="1"/>
                  </a:moveTo>
                  <a:lnTo>
                    <a:pt x="1560" y="26"/>
                  </a:lnTo>
                  <a:lnTo>
                    <a:pt x="1384" y="101"/>
                  </a:lnTo>
                  <a:lnTo>
                    <a:pt x="1208" y="151"/>
                  </a:lnTo>
                  <a:lnTo>
                    <a:pt x="1258" y="151"/>
                  </a:lnTo>
                  <a:lnTo>
                    <a:pt x="1132" y="177"/>
                  </a:lnTo>
                  <a:lnTo>
                    <a:pt x="881" y="353"/>
                  </a:lnTo>
                  <a:lnTo>
                    <a:pt x="705" y="478"/>
                  </a:lnTo>
                  <a:lnTo>
                    <a:pt x="504" y="629"/>
                  </a:lnTo>
                  <a:lnTo>
                    <a:pt x="403" y="705"/>
                  </a:lnTo>
                  <a:lnTo>
                    <a:pt x="302" y="830"/>
                  </a:lnTo>
                  <a:lnTo>
                    <a:pt x="252" y="906"/>
                  </a:lnTo>
                  <a:lnTo>
                    <a:pt x="202" y="956"/>
                  </a:lnTo>
                  <a:lnTo>
                    <a:pt x="151" y="1057"/>
                  </a:lnTo>
                  <a:lnTo>
                    <a:pt x="101" y="1132"/>
                  </a:lnTo>
                  <a:lnTo>
                    <a:pt x="51" y="1208"/>
                  </a:lnTo>
                  <a:lnTo>
                    <a:pt x="51" y="1283"/>
                  </a:lnTo>
                  <a:lnTo>
                    <a:pt x="51" y="1333"/>
                  </a:lnTo>
                  <a:lnTo>
                    <a:pt x="51" y="1359"/>
                  </a:lnTo>
                  <a:lnTo>
                    <a:pt x="26" y="1434"/>
                  </a:lnTo>
                  <a:lnTo>
                    <a:pt x="1" y="1510"/>
                  </a:lnTo>
                  <a:lnTo>
                    <a:pt x="51" y="1635"/>
                  </a:lnTo>
                  <a:lnTo>
                    <a:pt x="252" y="1635"/>
                  </a:lnTo>
                  <a:lnTo>
                    <a:pt x="302" y="1610"/>
                  </a:lnTo>
                  <a:lnTo>
                    <a:pt x="403" y="1610"/>
                  </a:lnTo>
                  <a:lnTo>
                    <a:pt x="478" y="1585"/>
                  </a:lnTo>
                  <a:lnTo>
                    <a:pt x="529" y="1560"/>
                  </a:lnTo>
                  <a:lnTo>
                    <a:pt x="629" y="1510"/>
                  </a:lnTo>
                  <a:lnTo>
                    <a:pt x="730" y="1434"/>
                  </a:lnTo>
                  <a:lnTo>
                    <a:pt x="856" y="1359"/>
                  </a:lnTo>
                  <a:lnTo>
                    <a:pt x="981" y="1258"/>
                  </a:lnTo>
                  <a:lnTo>
                    <a:pt x="1057" y="1183"/>
                  </a:lnTo>
                  <a:lnTo>
                    <a:pt x="1157" y="1107"/>
                  </a:lnTo>
                  <a:lnTo>
                    <a:pt x="1334" y="956"/>
                  </a:lnTo>
                  <a:lnTo>
                    <a:pt x="1484" y="830"/>
                  </a:lnTo>
                  <a:lnTo>
                    <a:pt x="1535" y="805"/>
                  </a:lnTo>
                  <a:lnTo>
                    <a:pt x="1560" y="780"/>
                  </a:lnTo>
                  <a:lnTo>
                    <a:pt x="1610" y="730"/>
                  </a:lnTo>
                  <a:lnTo>
                    <a:pt x="1635" y="705"/>
                  </a:lnTo>
                  <a:lnTo>
                    <a:pt x="1681" y="659"/>
                  </a:lnTo>
                  <a:lnTo>
                    <a:pt x="1660" y="680"/>
                  </a:lnTo>
                  <a:lnTo>
                    <a:pt x="1660" y="680"/>
                  </a:lnTo>
                  <a:lnTo>
                    <a:pt x="1761" y="604"/>
                  </a:lnTo>
                  <a:lnTo>
                    <a:pt x="1837" y="504"/>
                  </a:lnTo>
                  <a:lnTo>
                    <a:pt x="1912" y="453"/>
                  </a:lnTo>
                  <a:lnTo>
                    <a:pt x="1937" y="252"/>
                  </a:lnTo>
                  <a:lnTo>
                    <a:pt x="1887" y="151"/>
                  </a:lnTo>
                  <a:lnTo>
                    <a:pt x="1837" y="76"/>
                  </a:lnTo>
                  <a:lnTo>
                    <a:pt x="16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" name="Google Shape;450;p18"/>
          <p:cNvGrpSpPr/>
          <p:nvPr/>
        </p:nvGrpSpPr>
        <p:grpSpPr>
          <a:xfrm>
            <a:off x="6382079" y="4204712"/>
            <a:ext cx="1966053" cy="269647"/>
            <a:chOff x="6382079" y="4204712"/>
            <a:chExt cx="1966053" cy="269647"/>
          </a:xfrm>
        </p:grpSpPr>
        <p:sp>
          <p:nvSpPr>
            <p:cNvPr id="451" name="Google Shape;451;p18"/>
            <p:cNvSpPr/>
            <p:nvPr/>
          </p:nvSpPr>
          <p:spPr>
            <a:xfrm rot="5400000">
              <a:off x="7642124" y="3758397"/>
              <a:ext cx="159300" cy="120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8"/>
            <p:cNvSpPr txBox="1"/>
            <p:nvPr/>
          </p:nvSpPr>
          <p:spPr>
            <a:xfrm>
              <a:off x="6382079" y="4204712"/>
              <a:ext cx="6768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Nature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3" name="Google Shape;453;p18"/>
            <p:cNvSpPr/>
            <p:nvPr/>
          </p:nvSpPr>
          <p:spPr>
            <a:xfrm rot="5400000">
              <a:off x="7549985" y="3850800"/>
              <a:ext cx="159300" cy="1023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8"/>
            <p:cNvSpPr/>
            <p:nvPr/>
          </p:nvSpPr>
          <p:spPr>
            <a:xfrm>
              <a:off x="7113873" y="4250538"/>
              <a:ext cx="1234258" cy="191279"/>
            </a:xfrm>
            <a:custGeom>
              <a:rect b="b" l="l" r="r" t="t"/>
              <a:pathLst>
                <a:path extrusionOk="0" h="9458" w="48792">
                  <a:moveTo>
                    <a:pt x="48113" y="716"/>
                  </a:moveTo>
                  <a:lnTo>
                    <a:pt x="48113" y="7607"/>
                  </a:lnTo>
                  <a:lnTo>
                    <a:pt x="48113" y="7607"/>
                  </a:lnTo>
                  <a:lnTo>
                    <a:pt x="39109" y="7898"/>
                  </a:lnTo>
                  <a:lnTo>
                    <a:pt x="20397" y="8401"/>
                  </a:lnTo>
                  <a:lnTo>
                    <a:pt x="11067" y="8577"/>
                  </a:lnTo>
                  <a:lnTo>
                    <a:pt x="8401" y="8627"/>
                  </a:lnTo>
                  <a:lnTo>
                    <a:pt x="3069" y="8703"/>
                  </a:lnTo>
                  <a:lnTo>
                    <a:pt x="780" y="8832"/>
                  </a:lnTo>
                  <a:lnTo>
                    <a:pt x="780" y="8832"/>
                  </a:lnTo>
                  <a:lnTo>
                    <a:pt x="780" y="5307"/>
                  </a:lnTo>
                  <a:lnTo>
                    <a:pt x="758" y="1856"/>
                  </a:lnTo>
                  <a:lnTo>
                    <a:pt x="758" y="1856"/>
                  </a:lnTo>
                  <a:lnTo>
                    <a:pt x="19090" y="1535"/>
                  </a:lnTo>
                  <a:lnTo>
                    <a:pt x="37801" y="1032"/>
                  </a:lnTo>
                  <a:lnTo>
                    <a:pt x="43133" y="881"/>
                  </a:lnTo>
                  <a:lnTo>
                    <a:pt x="48113" y="716"/>
                  </a:lnTo>
                  <a:close/>
                  <a:moveTo>
                    <a:pt x="48440" y="1"/>
                  </a:moveTo>
                  <a:lnTo>
                    <a:pt x="39109" y="328"/>
                  </a:lnTo>
                  <a:lnTo>
                    <a:pt x="20397" y="831"/>
                  </a:lnTo>
                  <a:lnTo>
                    <a:pt x="11067" y="1007"/>
                  </a:lnTo>
                  <a:lnTo>
                    <a:pt x="5735" y="1107"/>
                  </a:lnTo>
                  <a:lnTo>
                    <a:pt x="403" y="1158"/>
                  </a:lnTo>
                  <a:lnTo>
                    <a:pt x="252" y="1183"/>
                  </a:lnTo>
                  <a:lnTo>
                    <a:pt x="76" y="1384"/>
                  </a:lnTo>
                  <a:lnTo>
                    <a:pt x="51" y="1510"/>
                  </a:lnTo>
                  <a:lnTo>
                    <a:pt x="26" y="5307"/>
                  </a:lnTo>
                  <a:lnTo>
                    <a:pt x="1" y="9105"/>
                  </a:lnTo>
                  <a:lnTo>
                    <a:pt x="26" y="9281"/>
                  </a:lnTo>
                  <a:lnTo>
                    <a:pt x="252" y="9457"/>
                  </a:lnTo>
                  <a:lnTo>
                    <a:pt x="554" y="9457"/>
                  </a:lnTo>
                  <a:lnTo>
                    <a:pt x="660" y="9365"/>
                  </a:lnTo>
                  <a:lnTo>
                    <a:pt x="660" y="9365"/>
                  </a:lnTo>
                  <a:lnTo>
                    <a:pt x="2742" y="9432"/>
                  </a:lnTo>
                  <a:lnTo>
                    <a:pt x="7445" y="9356"/>
                  </a:lnTo>
                  <a:lnTo>
                    <a:pt x="9809" y="9306"/>
                  </a:lnTo>
                  <a:lnTo>
                    <a:pt x="14512" y="9231"/>
                  </a:lnTo>
                  <a:lnTo>
                    <a:pt x="19215" y="9130"/>
                  </a:lnTo>
                  <a:lnTo>
                    <a:pt x="28496" y="8904"/>
                  </a:lnTo>
                  <a:lnTo>
                    <a:pt x="37801" y="8627"/>
                  </a:lnTo>
                  <a:lnTo>
                    <a:pt x="43133" y="8476"/>
                  </a:lnTo>
                  <a:lnTo>
                    <a:pt x="48440" y="8300"/>
                  </a:lnTo>
                  <a:lnTo>
                    <a:pt x="48591" y="8275"/>
                  </a:lnTo>
                  <a:lnTo>
                    <a:pt x="48792" y="8074"/>
                  </a:lnTo>
                  <a:lnTo>
                    <a:pt x="48792" y="7948"/>
                  </a:lnTo>
                  <a:lnTo>
                    <a:pt x="48792" y="353"/>
                  </a:lnTo>
                  <a:lnTo>
                    <a:pt x="48767" y="202"/>
                  </a:lnTo>
                  <a:lnTo>
                    <a:pt x="48591" y="26"/>
                  </a:lnTo>
                  <a:lnTo>
                    <a:pt x="484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7077622" y="4273939"/>
              <a:ext cx="1223431" cy="200420"/>
            </a:xfrm>
            <a:custGeom>
              <a:rect b="b" l="l" r="r" t="t"/>
              <a:pathLst>
                <a:path extrusionOk="0" h="9910" w="48364">
                  <a:moveTo>
                    <a:pt x="679" y="2143"/>
                  </a:moveTo>
                  <a:lnTo>
                    <a:pt x="679" y="2189"/>
                  </a:lnTo>
                  <a:lnTo>
                    <a:pt x="604" y="2214"/>
                  </a:lnTo>
                  <a:lnTo>
                    <a:pt x="679" y="2143"/>
                  </a:lnTo>
                  <a:close/>
                  <a:moveTo>
                    <a:pt x="1710" y="1"/>
                  </a:moveTo>
                  <a:lnTo>
                    <a:pt x="1585" y="101"/>
                  </a:lnTo>
                  <a:lnTo>
                    <a:pt x="855" y="881"/>
                  </a:lnTo>
                  <a:lnTo>
                    <a:pt x="176" y="1660"/>
                  </a:lnTo>
                  <a:lnTo>
                    <a:pt x="25" y="1887"/>
                  </a:lnTo>
                  <a:lnTo>
                    <a:pt x="0" y="2440"/>
                  </a:lnTo>
                  <a:lnTo>
                    <a:pt x="0" y="2717"/>
                  </a:lnTo>
                  <a:lnTo>
                    <a:pt x="0" y="5358"/>
                  </a:lnTo>
                  <a:lnTo>
                    <a:pt x="0" y="7998"/>
                  </a:lnTo>
                  <a:lnTo>
                    <a:pt x="0" y="8778"/>
                  </a:lnTo>
                  <a:lnTo>
                    <a:pt x="0" y="9558"/>
                  </a:lnTo>
                  <a:lnTo>
                    <a:pt x="25" y="9708"/>
                  </a:lnTo>
                  <a:lnTo>
                    <a:pt x="227" y="9910"/>
                  </a:lnTo>
                  <a:lnTo>
                    <a:pt x="352" y="9910"/>
                  </a:lnTo>
                  <a:lnTo>
                    <a:pt x="9658" y="9784"/>
                  </a:lnTo>
                  <a:lnTo>
                    <a:pt x="28269" y="9407"/>
                  </a:lnTo>
                  <a:lnTo>
                    <a:pt x="37574" y="9080"/>
                  </a:lnTo>
                  <a:lnTo>
                    <a:pt x="40190" y="9029"/>
                  </a:lnTo>
                  <a:lnTo>
                    <a:pt x="42806" y="8954"/>
                  </a:lnTo>
                  <a:lnTo>
                    <a:pt x="45421" y="8879"/>
                  </a:lnTo>
                  <a:lnTo>
                    <a:pt x="48037" y="8778"/>
                  </a:lnTo>
                  <a:lnTo>
                    <a:pt x="48188" y="8728"/>
                  </a:lnTo>
                  <a:lnTo>
                    <a:pt x="48364" y="8526"/>
                  </a:lnTo>
                  <a:lnTo>
                    <a:pt x="48364" y="8275"/>
                  </a:lnTo>
                  <a:lnTo>
                    <a:pt x="48188" y="8074"/>
                  </a:lnTo>
                  <a:lnTo>
                    <a:pt x="48037" y="8074"/>
                  </a:lnTo>
                  <a:lnTo>
                    <a:pt x="45622" y="8149"/>
                  </a:lnTo>
                  <a:lnTo>
                    <a:pt x="43208" y="8199"/>
                  </a:lnTo>
                  <a:lnTo>
                    <a:pt x="42177" y="8225"/>
                  </a:lnTo>
                  <a:lnTo>
                    <a:pt x="41121" y="8275"/>
                  </a:lnTo>
                  <a:lnTo>
                    <a:pt x="39863" y="8325"/>
                  </a:lnTo>
                  <a:lnTo>
                    <a:pt x="38631" y="8401"/>
                  </a:lnTo>
                  <a:lnTo>
                    <a:pt x="34028" y="8526"/>
                  </a:lnTo>
                  <a:lnTo>
                    <a:pt x="29426" y="8627"/>
                  </a:lnTo>
                  <a:lnTo>
                    <a:pt x="20120" y="8879"/>
                  </a:lnTo>
                  <a:lnTo>
                    <a:pt x="10815" y="9055"/>
                  </a:lnTo>
                  <a:lnTo>
                    <a:pt x="5584" y="9155"/>
                  </a:lnTo>
                  <a:lnTo>
                    <a:pt x="704" y="9226"/>
                  </a:lnTo>
                  <a:lnTo>
                    <a:pt x="704" y="9226"/>
                  </a:lnTo>
                  <a:lnTo>
                    <a:pt x="704" y="5760"/>
                  </a:lnTo>
                  <a:lnTo>
                    <a:pt x="704" y="4452"/>
                  </a:lnTo>
                  <a:lnTo>
                    <a:pt x="704" y="3144"/>
                  </a:lnTo>
                  <a:lnTo>
                    <a:pt x="704" y="2289"/>
                  </a:lnTo>
                  <a:lnTo>
                    <a:pt x="704" y="2189"/>
                  </a:lnTo>
                  <a:lnTo>
                    <a:pt x="704" y="2120"/>
                  </a:lnTo>
                  <a:lnTo>
                    <a:pt x="704" y="2120"/>
                  </a:lnTo>
                  <a:lnTo>
                    <a:pt x="981" y="1862"/>
                  </a:lnTo>
                  <a:lnTo>
                    <a:pt x="1333" y="1409"/>
                  </a:lnTo>
                  <a:lnTo>
                    <a:pt x="1710" y="1007"/>
                  </a:lnTo>
                  <a:lnTo>
                    <a:pt x="2088" y="604"/>
                  </a:lnTo>
                  <a:lnTo>
                    <a:pt x="2163" y="478"/>
                  </a:lnTo>
                  <a:lnTo>
                    <a:pt x="2138" y="202"/>
                  </a:lnTo>
                  <a:lnTo>
                    <a:pt x="1962" y="26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8285200" y="4411295"/>
              <a:ext cx="54084" cy="33066"/>
            </a:xfrm>
            <a:custGeom>
              <a:rect b="b" l="l" r="r" t="t"/>
              <a:pathLst>
                <a:path extrusionOk="0" fill="none" h="1635" w="2138">
                  <a:moveTo>
                    <a:pt x="0" y="1635"/>
                  </a:moveTo>
                  <a:lnTo>
                    <a:pt x="2138" y="0"/>
                  </a:lnTo>
                </a:path>
              </a:pathLst>
            </a:custGeom>
            <a:solidFill>
              <a:schemeClr val="dk1"/>
            </a:solidFill>
            <a:ln cap="flat" cmpd="sng" w="10700">
              <a:solidFill>
                <a:srgbClr val="2E2A57"/>
              </a:solidFill>
              <a:prstDash val="solid"/>
              <a:miter lim="2515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8"/>
            <p:cNvSpPr/>
            <p:nvPr/>
          </p:nvSpPr>
          <p:spPr>
            <a:xfrm>
              <a:off x="7082074" y="4318700"/>
              <a:ext cx="44547" cy="36646"/>
            </a:xfrm>
            <a:custGeom>
              <a:rect b="b" l="l" r="r" t="t"/>
              <a:pathLst>
                <a:path extrusionOk="0" h="1812" w="1761">
                  <a:moveTo>
                    <a:pt x="1560" y="1"/>
                  </a:moveTo>
                  <a:lnTo>
                    <a:pt x="1409" y="51"/>
                  </a:lnTo>
                  <a:lnTo>
                    <a:pt x="1358" y="76"/>
                  </a:lnTo>
                  <a:lnTo>
                    <a:pt x="1308" y="101"/>
                  </a:lnTo>
                  <a:lnTo>
                    <a:pt x="1333" y="101"/>
                  </a:lnTo>
                  <a:lnTo>
                    <a:pt x="1233" y="152"/>
                  </a:lnTo>
                  <a:lnTo>
                    <a:pt x="1182" y="202"/>
                  </a:lnTo>
                  <a:lnTo>
                    <a:pt x="1157" y="227"/>
                  </a:lnTo>
                  <a:lnTo>
                    <a:pt x="1057" y="303"/>
                  </a:lnTo>
                  <a:lnTo>
                    <a:pt x="981" y="378"/>
                  </a:lnTo>
                  <a:lnTo>
                    <a:pt x="805" y="529"/>
                  </a:lnTo>
                  <a:lnTo>
                    <a:pt x="654" y="705"/>
                  </a:lnTo>
                  <a:lnTo>
                    <a:pt x="503" y="881"/>
                  </a:lnTo>
                  <a:lnTo>
                    <a:pt x="352" y="1032"/>
                  </a:lnTo>
                  <a:lnTo>
                    <a:pt x="252" y="1107"/>
                  </a:lnTo>
                  <a:lnTo>
                    <a:pt x="202" y="1208"/>
                  </a:lnTo>
                  <a:lnTo>
                    <a:pt x="126" y="1258"/>
                  </a:lnTo>
                  <a:lnTo>
                    <a:pt x="101" y="1334"/>
                  </a:lnTo>
                  <a:lnTo>
                    <a:pt x="51" y="1434"/>
                  </a:lnTo>
                  <a:lnTo>
                    <a:pt x="25" y="1535"/>
                  </a:lnTo>
                  <a:lnTo>
                    <a:pt x="0" y="1636"/>
                  </a:lnTo>
                  <a:lnTo>
                    <a:pt x="51" y="1786"/>
                  </a:lnTo>
                  <a:lnTo>
                    <a:pt x="176" y="1812"/>
                  </a:lnTo>
                  <a:lnTo>
                    <a:pt x="277" y="1786"/>
                  </a:lnTo>
                  <a:lnTo>
                    <a:pt x="322" y="1775"/>
                  </a:lnTo>
                  <a:lnTo>
                    <a:pt x="322" y="1775"/>
                  </a:lnTo>
                  <a:lnTo>
                    <a:pt x="378" y="1786"/>
                  </a:lnTo>
                  <a:lnTo>
                    <a:pt x="478" y="1736"/>
                  </a:lnTo>
                  <a:lnTo>
                    <a:pt x="554" y="1686"/>
                  </a:lnTo>
                  <a:lnTo>
                    <a:pt x="604" y="1636"/>
                  </a:lnTo>
                  <a:lnTo>
                    <a:pt x="679" y="1560"/>
                  </a:lnTo>
                  <a:lnTo>
                    <a:pt x="780" y="1485"/>
                  </a:lnTo>
                  <a:lnTo>
                    <a:pt x="931" y="1309"/>
                  </a:lnTo>
                  <a:lnTo>
                    <a:pt x="1082" y="1158"/>
                  </a:lnTo>
                  <a:lnTo>
                    <a:pt x="1258" y="982"/>
                  </a:lnTo>
                  <a:lnTo>
                    <a:pt x="1409" y="806"/>
                  </a:lnTo>
                  <a:lnTo>
                    <a:pt x="1459" y="730"/>
                  </a:lnTo>
                  <a:lnTo>
                    <a:pt x="1534" y="630"/>
                  </a:lnTo>
                  <a:lnTo>
                    <a:pt x="1585" y="604"/>
                  </a:lnTo>
                  <a:lnTo>
                    <a:pt x="1610" y="554"/>
                  </a:lnTo>
                  <a:lnTo>
                    <a:pt x="1685" y="453"/>
                  </a:lnTo>
                  <a:lnTo>
                    <a:pt x="1702" y="370"/>
                  </a:lnTo>
                  <a:lnTo>
                    <a:pt x="1702" y="370"/>
                  </a:lnTo>
                  <a:lnTo>
                    <a:pt x="1711" y="353"/>
                  </a:lnTo>
                  <a:lnTo>
                    <a:pt x="1761" y="202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7078887" y="4357372"/>
              <a:ext cx="46469" cy="45282"/>
            </a:xfrm>
            <a:custGeom>
              <a:rect b="b" l="l" r="r" t="t"/>
              <a:pathLst>
                <a:path extrusionOk="0" h="2239" w="1837">
                  <a:moveTo>
                    <a:pt x="1686" y="0"/>
                  </a:moveTo>
                  <a:lnTo>
                    <a:pt x="1610" y="50"/>
                  </a:lnTo>
                  <a:lnTo>
                    <a:pt x="1535" y="126"/>
                  </a:lnTo>
                  <a:lnTo>
                    <a:pt x="1409" y="176"/>
                  </a:lnTo>
                  <a:lnTo>
                    <a:pt x="1359" y="201"/>
                  </a:lnTo>
                  <a:lnTo>
                    <a:pt x="1258" y="327"/>
                  </a:lnTo>
                  <a:lnTo>
                    <a:pt x="1157" y="453"/>
                  </a:lnTo>
                  <a:lnTo>
                    <a:pt x="1032" y="553"/>
                  </a:lnTo>
                  <a:lnTo>
                    <a:pt x="831" y="780"/>
                  </a:lnTo>
                  <a:lnTo>
                    <a:pt x="629" y="1006"/>
                  </a:lnTo>
                  <a:lnTo>
                    <a:pt x="428" y="1258"/>
                  </a:lnTo>
                  <a:lnTo>
                    <a:pt x="227" y="1534"/>
                  </a:lnTo>
                  <a:lnTo>
                    <a:pt x="177" y="1585"/>
                  </a:lnTo>
                  <a:lnTo>
                    <a:pt x="126" y="1660"/>
                  </a:lnTo>
                  <a:lnTo>
                    <a:pt x="126" y="1685"/>
                  </a:lnTo>
                  <a:lnTo>
                    <a:pt x="101" y="1736"/>
                  </a:lnTo>
                  <a:lnTo>
                    <a:pt x="76" y="1811"/>
                  </a:lnTo>
                  <a:lnTo>
                    <a:pt x="76" y="1861"/>
                  </a:lnTo>
                  <a:lnTo>
                    <a:pt x="51" y="1912"/>
                  </a:lnTo>
                  <a:lnTo>
                    <a:pt x="26" y="1962"/>
                  </a:lnTo>
                  <a:lnTo>
                    <a:pt x="1" y="2037"/>
                  </a:lnTo>
                  <a:lnTo>
                    <a:pt x="1" y="2113"/>
                  </a:lnTo>
                  <a:lnTo>
                    <a:pt x="51" y="2213"/>
                  </a:lnTo>
                  <a:lnTo>
                    <a:pt x="151" y="2239"/>
                  </a:lnTo>
                  <a:lnTo>
                    <a:pt x="227" y="2239"/>
                  </a:lnTo>
                  <a:lnTo>
                    <a:pt x="302" y="2213"/>
                  </a:lnTo>
                  <a:lnTo>
                    <a:pt x="353" y="2188"/>
                  </a:lnTo>
                  <a:lnTo>
                    <a:pt x="428" y="2138"/>
                  </a:lnTo>
                  <a:lnTo>
                    <a:pt x="529" y="2113"/>
                  </a:lnTo>
                  <a:lnTo>
                    <a:pt x="604" y="2037"/>
                  </a:lnTo>
                  <a:lnTo>
                    <a:pt x="680" y="1987"/>
                  </a:lnTo>
                  <a:lnTo>
                    <a:pt x="730" y="1937"/>
                  </a:lnTo>
                  <a:lnTo>
                    <a:pt x="981" y="1660"/>
                  </a:lnTo>
                  <a:lnTo>
                    <a:pt x="1208" y="1358"/>
                  </a:lnTo>
                  <a:lnTo>
                    <a:pt x="1384" y="1107"/>
                  </a:lnTo>
                  <a:lnTo>
                    <a:pt x="1560" y="805"/>
                  </a:lnTo>
                  <a:lnTo>
                    <a:pt x="1635" y="679"/>
                  </a:lnTo>
                  <a:lnTo>
                    <a:pt x="1711" y="528"/>
                  </a:lnTo>
                  <a:lnTo>
                    <a:pt x="1761" y="453"/>
                  </a:lnTo>
                  <a:lnTo>
                    <a:pt x="1786" y="352"/>
                  </a:lnTo>
                  <a:lnTo>
                    <a:pt x="1786" y="302"/>
                  </a:lnTo>
                  <a:lnTo>
                    <a:pt x="1811" y="277"/>
                  </a:lnTo>
                  <a:lnTo>
                    <a:pt x="1811" y="227"/>
                  </a:lnTo>
                  <a:lnTo>
                    <a:pt x="1837" y="126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8"/>
            <p:cNvSpPr/>
            <p:nvPr/>
          </p:nvSpPr>
          <p:spPr>
            <a:xfrm>
              <a:off x="7068085" y="4398573"/>
              <a:ext cx="57271" cy="52400"/>
            </a:xfrm>
            <a:custGeom>
              <a:rect b="b" l="l" r="r" t="t"/>
              <a:pathLst>
                <a:path extrusionOk="0" h="2591" w="2264">
                  <a:moveTo>
                    <a:pt x="2113" y="0"/>
                  </a:moveTo>
                  <a:lnTo>
                    <a:pt x="1987" y="51"/>
                  </a:lnTo>
                  <a:lnTo>
                    <a:pt x="1811" y="151"/>
                  </a:lnTo>
                  <a:lnTo>
                    <a:pt x="1660" y="277"/>
                  </a:lnTo>
                  <a:lnTo>
                    <a:pt x="1534" y="403"/>
                  </a:lnTo>
                  <a:lnTo>
                    <a:pt x="1383" y="528"/>
                  </a:lnTo>
                  <a:lnTo>
                    <a:pt x="1132" y="805"/>
                  </a:lnTo>
                  <a:lnTo>
                    <a:pt x="880" y="1082"/>
                  </a:lnTo>
                  <a:lnTo>
                    <a:pt x="604" y="1384"/>
                  </a:lnTo>
                  <a:lnTo>
                    <a:pt x="352" y="1685"/>
                  </a:lnTo>
                  <a:lnTo>
                    <a:pt x="151" y="2012"/>
                  </a:lnTo>
                  <a:lnTo>
                    <a:pt x="70" y="2294"/>
                  </a:lnTo>
                  <a:lnTo>
                    <a:pt x="70" y="2294"/>
                  </a:lnTo>
                  <a:lnTo>
                    <a:pt x="50" y="2314"/>
                  </a:lnTo>
                  <a:lnTo>
                    <a:pt x="25" y="2364"/>
                  </a:lnTo>
                  <a:lnTo>
                    <a:pt x="0" y="2465"/>
                  </a:lnTo>
                  <a:lnTo>
                    <a:pt x="126" y="2591"/>
                  </a:lnTo>
                  <a:lnTo>
                    <a:pt x="226" y="2566"/>
                  </a:lnTo>
                  <a:lnTo>
                    <a:pt x="402" y="2465"/>
                  </a:lnTo>
                  <a:lnTo>
                    <a:pt x="553" y="2364"/>
                  </a:lnTo>
                  <a:lnTo>
                    <a:pt x="704" y="2264"/>
                  </a:lnTo>
                  <a:lnTo>
                    <a:pt x="855" y="2138"/>
                  </a:lnTo>
                  <a:lnTo>
                    <a:pt x="981" y="2012"/>
                  </a:lnTo>
                  <a:lnTo>
                    <a:pt x="1107" y="1861"/>
                  </a:lnTo>
                  <a:lnTo>
                    <a:pt x="1358" y="1560"/>
                  </a:lnTo>
                  <a:lnTo>
                    <a:pt x="1584" y="1283"/>
                  </a:lnTo>
                  <a:lnTo>
                    <a:pt x="1836" y="981"/>
                  </a:lnTo>
                  <a:lnTo>
                    <a:pt x="1937" y="830"/>
                  </a:lnTo>
                  <a:lnTo>
                    <a:pt x="2062" y="654"/>
                  </a:lnTo>
                  <a:lnTo>
                    <a:pt x="2163" y="503"/>
                  </a:lnTo>
                  <a:lnTo>
                    <a:pt x="2238" y="327"/>
                  </a:lnTo>
                  <a:lnTo>
                    <a:pt x="2264" y="202"/>
                  </a:lnTo>
                  <a:lnTo>
                    <a:pt x="21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8"/>
            <p:cNvSpPr/>
            <p:nvPr/>
          </p:nvSpPr>
          <p:spPr>
            <a:xfrm>
              <a:off x="7090979" y="4427557"/>
              <a:ext cx="46469" cy="39700"/>
            </a:xfrm>
            <a:custGeom>
              <a:rect b="b" l="l" r="r" t="t"/>
              <a:pathLst>
                <a:path extrusionOk="0" h="1963" w="1837">
                  <a:moveTo>
                    <a:pt x="1409" y="1"/>
                  </a:moveTo>
                  <a:lnTo>
                    <a:pt x="1308" y="76"/>
                  </a:lnTo>
                  <a:lnTo>
                    <a:pt x="931" y="428"/>
                  </a:lnTo>
                  <a:lnTo>
                    <a:pt x="579" y="781"/>
                  </a:lnTo>
                  <a:lnTo>
                    <a:pt x="453" y="906"/>
                  </a:lnTo>
                  <a:lnTo>
                    <a:pt x="378" y="1032"/>
                  </a:lnTo>
                  <a:lnTo>
                    <a:pt x="302" y="1133"/>
                  </a:lnTo>
                  <a:lnTo>
                    <a:pt x="252" y="1233"/>
                  </a:lnTo>
                  <a:lnTo>
                    <a:pt x="176" y="1334"/>
                  </a:lnTo>
                  <a:lnTo>
                    <a:pt x="126" y="1460"/>
                  </a:lnTo>
                  <a:lnTo>
                    <a:pt x="51" y="1610"/>
                  </a:lnTo>
                  <a:lnTo>
                    <a:pt x="51" y="1686"/>
                  </a:lnTo>
                  <a:lnTo>
                    <a:pt x="26" y="1761"/>
                  </a:lnTo>
                  <a:lnTo>
                    <a:pt x="0" y="1837"/>
                  </a:lnTo>
                  <a:lnTo>
                    <a:pt x="0" y="1887"/>
                  </a:lnTo>
                  <a:lnTo>
                    <a:pt x="101" y="1963"/>
                  </a:lnTo>
                  <a:lnTo>
                    <a:pt x="151" y="1937"/>
                  </a:lnTo>
                  <a:lnTo>
                    <a:pt x="227" y="1912"/>
                  </a:lnTo>
                  <a:lnTo>
                    <a:pt x="264" y="1887"/>
                  </a:lnTo>
                  <a:lnTo>
                    <a:pt x="327" y="1887"/>
                  </a:lnTo>
                  <a:lnTo>
                    <a:pt x="579" y="1711"/>
                  </a:lnTo>
                  <a:lnTo>
                    <a:pt x="679" y="1610"/>
                  </a:lnTo>
                  <a:lnTo>
                    <a:pt x="730" y="1585"/>
                  </a:lnTo>
                  <a:lnTo>
                    <a:pt x="780" y="1535"/>
                  </a:lnTo>
                  <a:lnTo>
                    <a:pt x="805" y="1510"/>
                  </a:lnTo>
                  <a:lnTo>
                    <a:pt x="830" y="1485"/>
                  </a:lnTo>
                  <a:lnTo>
                    <a:pt x="956" y="1384"/>
                  </a:lnTo>
                  <a:lnTo>
                    <a:pt x="1057" y="1258"/>
                  </a:lnTo>
                  <a:lnTo>
                    <a:pt x="1384" y="881"/>
                  </a:lnTo>
                  <a:lnTo>
                    <a:pt x="1761" y="504"/>
                  </a:lnTo>
                  <a:lnTo>
                    <a:pt x="1811" y="403"/>
                  </a:lnTo>
                  <a:lnTo>
                    <a:pt x="1836" y="177"/>
                  </a:lnTo>
                  <a:lnTo>
                    <a:pt x="1761" y="76"/>
                  </a:lnTo>
                  <a:lnTo>
                    <a:pt x="16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8"/>
            <p:cNvSpPr/>
            <p:nvPr/>
          </p:nvSpPr>
          <p:spPr>
            <a:xfrm>
              <a:off x="7169224" y="4433160"/>
              <a:ext cx="41385" cy="35615"/>
            </a:xfrm>
            <a:custGeom>
              <a:rect b="b" l="l" r="r" t="t"/>
              <a:pathLst>
                <a:path extrusionOk="0" h="1761" w="1636">
                  <a:moveTo>
                    <a:pt x="1309" y="1"/>
                  </a:moveTo>
                  <a:lnTo>
                    <a:pt x="1208" y="51"/>
                  </a:lnTo>
                  <a:lnTo>
                    <a:pt x="831" y="327"/>
                  </a:lnTo>
                  <a:lnTo>
                    <a:pt x="479" y="654"/>
                  </a:lnTo>
                  <a:lnTo>
                    <a:pt x="328" y="830"/>
                  </a:lnTo>
                  <a:lnTo>
                    <a:pt x="177" y="1032"/>
                  </a:lnTo>
                  <a:lnTo>
                    <a:pt x="101" y="1157"/>
                  </a:lnTo>
                  <a:lnTo>
                    <a:pt x="51" y="1283"/>
                  </a:lnTo>
                  <a:lnTo>
                    <a:pt x="26" y="1409"/>
                  </a:lnTo>
                  <a:lnTo>
                    <a:pt x="1" y="1535"/>
                  </a:lnTo>
                  <a:lnTo>
                    <a:pt x="26" y="1660"/>
                  </a:lnTo>
                  <a:lnTo>
                    <a:pt x="227" y="1761"/>
                  </a:lnTo>
                  <a:lnTo>
                    <a:pt x="328" y="1711"/>
                  </a:lnTo>
                  <a:lnTo>
                    <a:pt x="403" y="1686"/>
                  </a:lnTo>
                  <a:lnTo>
                    <a:pt x="454" y="1635"/>
                  </a:lnTo>
                  <a:lnTo>
                    <a:pt x="504" y="1610"/>
                  </a:lnTo>
                  <a:lnTo>
                    <a:pt x="516" y="1585"/>
                  </a:lnTo>
                  <a:lnTo>
                    <a:pt x="529" y="1585"/>
                  </a:lnTo>
                  <a:lnTo>
                    <a:pt x="554" y="1560"/>
                  </a:lnTo>
                  <a:lnTo>
                    <a:pt x="579" y="1535"/>
                  </a:lnTo>
                  <a:lnTo>
                    <a:pt x="655" y="1459"/>
                  </a:lnTo>
                  <a:lnTo>
                    <a:pt x="730" y="1384"/>
                  </a:lnTo>
                  <a:lnTo>
                    <a:pt x="755" y="1359"/>
                  </a:lnTo>
                  <a:lnTo>
                    <a:pt x="755" y="1333"/>
                  </a:lnTo>
                  <a:lnTo>
                    <a:pt x="781" y="1333"/>
                  </a:lnTo>
                  <a:lnTo>
                    <a:pt x="781" y="1308"/>
                  </a:lnTo>
                  <a:lnTo>
                    <a:pt x="806" y="1283"/>
                  </a:lnTo>
                  <a:lnTo>
                    <a:pt x="831" y="1258"/>
                  </a:lnTo>
                  <a:lnTo>
                    <a:pt x="881" y="1183"/>
                  </a:lnTo>
                  <a:lnTo>
                    <a:pt x="957" y="1107"/>
                  </a:lnTo>
                  <a:lnTo>
                    <a:pt x="1233" y="780"/>
                  </a:lnTo>
                  <a:lnTo>
                    <a:pt x="1560" y="504"/>
                  </a:lnTo>
                  <a:lnTo>
                    <a:pt x="1636" y="403"/>
                  </a:lnTo>
                  <a:lnTo>
                    <a:pt x="1636" y="202"/>
                  </a:lnTo>
                  <a:lnTo>
                    <a:pt x="1585" y="126"/>
                  </a:lnTo>
                  <a:lnTo>
                    <a:pt x="1510" y="51"/>
                  </a:lnTo>
                  <a:lnTo>
                    <a:pt x="13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8"/>
            <p:cNvSpPr/>
            <p:nvPr/>
          </p:nvSpPr>
          <p:spPr>
            <a:xfrm>
              <a:off x="7226498" y="4433160"/>
              <a:ext cx="39462" cy="32581"/>
            </a:xfrm>
            <a:custGeom>
              <a:rect b="b" l="l" r="r" t="t"/>
              <a:pathLst>
                <a:path extrusionOk="0" h="1611" w="1560">
                  <a:moveTo>
                    <a:pt x="1333" y="1"/>
                  </a:moveTo>
                  <a:lnTo>
                    <a:pt x="1208" y="51"/>
                  </a:lnTo>
                  <a:lnTo>
                    <a:pt x="1157" y="51"/>
                  </a:lnTo>
                  <a:lnTo>
                    <a:pt x="1107" y="76"/>
                  </a:lnTo>
                  <a:lnTo>
                    <a:pt x="1082" y="101"/>
                  </a:lnTo>
                  <a:lnTo>
                    <a:pt x="1032" y="101"/>
                  </a:lnTo>
                  <a:lnTo>
                    <a:pt x="1006" y="126"/>
                  </a:lnTo>
                  <a:lnTo>
                    <a:pt x="956" y="151"/>
                  </a:lnTo>
                  <a:lnTo>
                    <a:pt x="881" y="177"/>
                  </a:lnTo>
                  <a:lnTo>
                    <a:pt x="830" y="227"/>
                  </a:lnTo>
                  <a:lnTo>
                    <a:pt x="705" y="353"/>
                  </a:lnTo>
                  <a:lnTo>
                    <a:pt x="579" y="457"/>
                  </a:lnTo>
                  <a:lnTo>
                    <a:pt x="579" y="457"/>
                  </a:lnTo>
                  <a:lnTo>
                    <a:pt x="579" y="453"/>
                  </a:lnTo>
                  <a:lnTo>
                    <a:pt x="529" y="478"/>
                  </a:lnTo>
                  <a:lnTo>
                    <a:pt x="478" y="529"/>
                  </a:lnTo>
                  <a:lnTo>
                    <a:pt x="453" y="554"/>
                  </a:lnTo>
                  <a:lnTo>
                    <a:pt x="428" y="604"/>
                  </a:lnTo>
                  <a:lnTo>
                    <a:pt x="378" y="654"/>
                  </a:lnTo>
                  <a:lnTo>
                    <a:pt x="302" y="730"/>
                  </a:lnTo>
                  <a:lnTo>
                    <a:pt x="176" y="906"/>
                  </a:lnTo>
                  <a:lnTo>
                    <a:pt x="51" y="1082"/>
                  </a:lnTo>
                  <a:lnTo>
                    <a:pt x="0" y="1258"/>
                  </a:lnTo>
                  <a:lnTo>
                    <a:pt x="26" y="1346"/>
                  </a:lnTo>
                  <a:lnTo>
                    <a:pt x="26" y="1346"/>
                  </a:lnTo>
                  <a:lnTo>
                    <a:pt x="26" y="1459"/>
                  </a:lnTo>
                  <a:lnTo>
                    <a:pt x="151" y="1585"/>
                  </a:lnTo>
                  <a:lnTo>
                    <a:pt x="227" y="1610"/>
                  </a:lnTo>
                  <a:lnTo>
                    <a:pt x="327" y="1610"/>
                  </a:lnTo>
                  <a:lnTo>
                    <a:pt x="344" y="1605"/>
                  </a:lnTo>
                  <a:lnTo>
                    <a:pt x="344" y="1605"/>
                  </a:lnTo>
                  <a:lnTo>
                    <a:pt x="378" y="1610"/>
                  </a:lnTo>
                  <a:lnTo>
                    <a:pt x="529" y="1535"/>
                  </a:lnTo>
                  <a:lnTo>
                    <a:pt x="579" y="1510"/>
                  </a:lnTo>
                  <a:lnTo>
                    <a:pt x="629" y="1459"/>
                  </a:lnTo>
                  <a:lnTo>
                    <a:pt x="679" y="1384"/>
                  </a:lnTo>
                  <a:lnTo>
                    <a:pt x="755" y="1333"/>
                  </a:lnTo>
                  <a:lnTo>
                    <a:pt x="855" y="1208"/>
                  </a:lnTo>
                  <a:lnTo>
                    <a:pt x="956" y="1057"/>
                  </a:lnTo>
                  <a:lnTo>
                    <a:pt x="1006" y="1007"/>
                  </a:lnTo>
                  <a:lnTo>
                    <a:pt x="1057" y="956"/>
                  </a:lnTo>
                  <a:lnTo>
                    <a:pt x="1057" y="931"/>
                  </a:lnTo>
                  <a:lnTo>
                    <a:pt x="1107" y="856"/>
                  </a:lnTo>
                  <a:lnTo>
                    <a:pt x="1182" y="805"/>
                  </a:lnTo>
                  <a:lnTo>
                    <a:pt x="1233" y="730"/>
                  </a:lnTo>
                  <a:lnTo>
                    <a:pt x="1283" y="680"/>
                  </a:lnTo>
                  <a:lnTo>
                    <a:pt x="1409" y="554"/>
                  </a:lnTo>
                  <a:lnTo>
                    <a:pt x="1424" y="448"/>
                  </a:lnTo>
                  <a:lnTo>
                    <a:pt x="1434" y="428"/>
                  </a:lnTo>
                  <a:lnTo>
                    <a:pt x="1509" y="353"/>
                  </a:lnTo>
                  <a:lnTo>
                    <a:pt x="1560" y="202"/>
                  </a:lnTo>
                  <a:lnTo>
                    <a:pt x="1459" y="76"/>
                  </a:lnTo>
                  <a:lnTo>
                    <a:pt x="13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8"/>
            <p:cNvSpPr/>
            <p:nvPr/>
          </p:nvSpPr>
          <p:spPr>
            <a:xfrm>
              <a:off x="7283746" y="4432148"/>
              <a:ext cx="36300" cy="32561"/>
            </a:xfrm>
            <a:custGeom>
              <a:rect b="b" l="l" r="r" t="t"/>
              <a:pathLst>
                <a:path extrusionOk="0" h="1610" w="1435">
                  <a:moveTo>
                    <a:pt x="894" y="1057"/>
                  </a:moveTo>
                  <a:lnTo>
                    <a:pt x="881" y="1073"/>
                  </a:lnTo>
                  <a:lnTo>
                    <a:pt x="881" y="1073"/>
                  </a:lnTo>
                  <a:lnTo>
                    <a:pt x="869" y="1094"/>
                  </a:lnTo>
                  <a:lnTo>
                    <a:pt x="869" y="1094"/>
                  </a:lnTo>
                  <a:lnTo>
                    <a:pt x="881" y="1082"/>
                  </a:lnTo>
                  <a:lnTo>
                    <a:pt x="894" y="1057"/>
                  </a:lnTo>
                  <a:close/>
                  <a:moveTo>
                    <a:pt x="1057" y="0"/>
                  </a:moveTo>
                  <a:lnTo>
                    <a:pt x="931" y="51"/>
                  </a:lnTo>
                  <a:lnTo>
                    <a:pt x="630" y="277"/>
                  </a:lnTo>
                  <a:lnTo>
                    <a:pt x="378" y="528"/>
                  </a:lnTo>
                  <a:lnTo>
                    <a:pt x="252" y="704"/>
                  </a:lnTo>
                  <a:lnTo>
                    <a:pt x="127" y="855"/>
                  </a:lnTo>
                  <a:lnTo>
                    <a:pt x="76" y="956"/>
                  </a:lnTo>
                  <a:lnTo>
                    <a:pt x="26" y="1082"/>
                  </a:lnTo>
                  <a:lnTo>
                    <a:pt x="1" y="1182"/>
                  </a:lnTo>
                  <a:lnTo>
                    <a:pt x="1" y="1308"/>
                  </a:lnTo>
                  <a:lnTo>
                    <a:pt x="26" y="1459"/>
                  </a:lnTo>
                  <a:lnTo>
                    <a:pt x="278" y="1610"/>
                  </a:lnTo>
                  <a:lnTo>
                    <a:pt x="428" y="1560"/>
                  </a:lnTo>
                  <a:lnTo>
                    <a:pt x="479" y="1509"/>
                  </a:lnTo>
                  <a:lnTo>
                    <a:pt x="529" y="1484"/>
                  </a:lnTo>
                  <a:lnTo>
                    <a:pt x="604" y="1434"/>
                  </a:lnTo>
                  <a:lnTo>
                    <a:pt x="655" y="1383"/>
                  </a:lnTo>
                  <a:lnTo>
                    <a:pt x="705" y="1333"/>
                  </a:lnTo>
                  <a:lnTo>
                    <a:pt x="755" y="1283"/>
                  </a:lnTo>
                  <a:lnTo>
                    <a:pt x="831" y="1157"/>
                  </a:lnTo>
                  <a:lnTo>
                    <a:pt x="869" y="1094"/>
                  </a:lnTo>
                  <a:lnTo>
                    <a:pt x="869" y="1094"/>
                  </a:lnTo>
                  <a:lnTo>
                    <a:pt x="856" y="1107"/>
                  </a:lnTo>
                  <a:lnTo>
                    <a:pt x="856" y="1107"/>
                  </a:lnTo>
                  <a:lnTo>
                    <a:pt x="881" y="1073"/>
                  </a:lnTo>
                  <a:lnTo>
                    <a:pt x="881" y="1073"/>
                  </a:lnTo>
                  <a:lnTo>
                    <a:pt x="906" y="1031"/>
                  </a:lnTo>
                  <a:lnTo>
                    <a:pt x="894" y="1057"/>
                  </a:lnTo>
                  <a:lnTo>
                    <a:pt x="894" y="1057"/>
                  </a:lnTo>
                  <a:lnTo>
                    <a:pt x="931" y="1006"/>
                  </a:lnTo>
                  <a:lnTo>
                    <a:pt x="1007" y="906"/>
                  </a:lnTo>
                  <a:lnTo>
                    <a:pt x="957" y="981"/>
                  </a:lnTo>
                  <a:lnTo>
                    <a:pt x="1133" y="755"/>
                  </a:lnTo>
                  <a:lnTo>
                    <a:pt x="1334" y="554"/>
                  </a:lnTo>
                  <a:lnTo>
                    <a:pt x="1409" y="478"/>
                  </a:lnTo>
                  <a:lnTo>
                    <a:pt x="1434" y="227"/>
                  </a:lnTo>
                  <a:lnTo>
                    <a:pt x="1359" y="126"/>
                  </a:lnTo>
                  <a:lnTo>
                    <a:pt x="1284" y="5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8"/>
            <p:cNvSpPr/>
            <p:nvPr/>
          </p:nvSpPr>
          <p:spPr>
            <a:xfrm>
              <a:off x="7346737" y="4432654"/>
              <a:ext cx="33113" cy="27990"/>
            </a:xfrm>
            <a:custGeom>
              <a:rect b="b" l="l" r="r" t="t"/>
              <a:pathLst>
                <a:path extrusionOk="0" h="1384" w="1309">
                  <a:moveTo>
                    <a:pt x="1057" y="0"/>
                  </a:moveTo>
                  <a:lnTo>
                    <a:pt x="831" y="26"/>
                  </a:lnTo>
                  <a:lnTo>
                    <a:pt x="755" y="76"/>
                  </a:lnTo>
                  <a:lnTo>
                    <a:pt x="554" y="252"/>
                  </a:lnTo>
                  <a:lnTo>
                    <a:pt x="403" y="453"/>
                  </a:lnTo>
                  <a:lnTo>
                    <a:pt x="227" y="629"/>
                  </a:lnTo>
                  <a:lnTo>
                    <a:pt x="202" y="679"/>
                  </a:lnTo>
                  <a:lnTo>
                    <a:pt x="152" y="730"/>
                  </a:lnTo>
                  <a:lnTo>
                    <a:pt x="76" y="805"/>
                  </a:lnTo>
                  <a:lnTo>
                    <a:pt x="51" y="906"/>
                  </a:lnTo>
                  <a:lnTo>
                    <a:pt x="26" y="956"/>
                  </a:lnTo>
                  <a:lnTo>
                    <a:pt x="26" y="981"/>
                  </a:lnTo>
                  <a:lnTo>
                    <a:pt x="1" y="1182"/>
                  </a:lnTo>
                  <a:lnTo>
                    <a:pt x="152" y="1308"/>
                  </a:lnTo>
                  <a:lnTo>
                    <a:pt x="202" y="1358"/>
                  </a:lnTo>
                  <a:lnTo>
                    <a:pt x="303" y="1384"/>
                  </a:lnTo>
                  <a:lnTo>
                    <a:pt x="403" y="1384"/>
                  </a:lnTo>
                  <a:lnTo>
                    <a:pt x="504" y="1333"/>
                  </a:lnTo>
                  <a:lnTo>
                    <a:pt x="604" y="1308"/>
                  </a:lnTo>
                  <a:lnTo>
                    <a:pt x="680" y="1233"/>
                  </a:lnTo>
                  <a:lnTo>
                    <a:pt x="705" y="1182"/>
                  </a:lnTo>
                  <a:lnTo>
                    <a:pt x="755" y="1132"/>
                  </a:lnTo>
                  <a:lnTo>
                    <a:pt x="831" y="1032"/>
                  </a:lnTo>
                  <a:lnTo>
                    <a:pt x="906" y="931"/>
                  </a:lnTo>
                  <a:lnTo>
                    <a:pt x="1082" y="705"/>
                  </a:lnTo>
                  <a:lnTo>
                    <a:pt x="1258" y="478"/>
                  </a:lnTo>
                  <a:lnTo>
                    <a:pt x="1309" y="352"/>
                  </a:lnTo>
                  <a:lnTo>
                    <a:pt x="1283" y="227"/>
                  </a:lnTo>
                  <a:lnTo>
                    <a:pt x="1233" y="126"/>
                  </a:lnTo>
                  <a:lnTo>
                    <a:pt x="1158" y="51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8"/>
            <p:cNvSpPr/>
            <p:nvPr/>
          </p:nvSpPr>
          <p:spPr>
            <a:xfrm>
              <a:off x="7409728" y="4427051"/>
              <a:ext cx="29926" cy="29022"/>
            </a:xfrm>
            <a:custGeom>
              <a:rect b="b" l="l" r="r" t="t"/>
              <a:pathLst>
                <a:path extrusionOk="0" h="1435" w="1183">
                  <a:moveTo>
                    <a:pt x="906" y="1"/>
                  </a:moveTo>
                  <a:lnTo>
                    <a:pt x="755" y="76"/>
                  </a:lnTo>
                  <a:lnTo>
                    <a:pt x="654" y="152"/>
                  </a:lnTo>
                  <a:lnTo>
                    <a:pt x="579" y="252"/>
                  </a:lnTo>
                  <a:lnTo>
                    <a:pt x="504" y="353"/>
                  </a:lnTo>
                  <a:lnTo>
                    <a:pt x="403" y="453"/>
                  </a:lnTo>
                  <a:lnTo>
                    <a:pt x="302" y="579"/>
                  </a:lnTo>
                  <a:lnTo>
                    <a:pt x="227" y="705"/>
                  </a:lnTo>
                  <a:lnTo>
                    <a:pt x="177" y="755"/>
                  </a:lnTo>
                  <a:lnTo>
                    <a:pt x="126" y="806"/>
                  </a:lnTo>
                  <a:lnTo>
                    <a:pt x="76" y="906"/>
                  </a:lnTo>
                  <a:lnTo>
                    <a:pt x="51" y="1007"/>
                  </a:lnTo>
                  <a:lnTo>
                    <a:pt x="1" y="1208"/>
                  </a:lnTo>
                  <a:lnTo>
                    <a:pt x="76" y="1384"/>
                  </a:lnTo>
                  <a:lnTo>
                    <a:pt x="177" y="1434"/>
                  </a:lnTo>
                  <a:lnTo>
                    <a:pt x="378" y="1409"/>
                  </a:lnTo>
                  <a:lnTo>
                    <a:pt x="478" y="1384"/>
                  </a:lnTo>
                  <a:lnTo>
                    <a:pt x="554" y="1334"/>
                  </a:lnTo>
                  <a:lnTo>
                    <a:pt x="629" y="1258"/>
                  </a:lnTo>
                  <a:lnTo>
                    <a:pt x="705" y="1183"/>
                  </a:lnTo>
                  <a:lnTo>
                    <a:pt x="755" y="1107"/>
                  </a:lnTo>
                  <a:lnTo>
                    <a:pt x="831" y="1007"/>
                  </a:lnTo>
                  <a:lnTo>
                    <a:pt x="906" y="906"/>
                  </a:lnTo>
                  <a:lnTo>
                    <a:pt x="981" y="780"/>
                  </a:lnTo>
                  <a:lnTo>
                    <a:pt x="1057" y="655"/>
                  </a:lnTo>
                  <a:lnTo>
                    <a:pt x="1107" y="554"/>
                  </a:lnTo>
                  <a:lnTo>
                    <a:pt x="1132" y="479"/>
                  </a:lnTo>
                  <a:lnTo>
                    <a:pt x="1157" y="403"/>
                  </a:lnTo>
                  <a:lnTo>
                    <a:pt x="1183" y="328"/>
                  </a:lnTo>
                  <a:lnTo>
                    <a:pt x="1183" y="152"/>
                  </a:lnTo>
                  <a:lnTo>
                    <a:pt x="1082" y="26"/>
                  </a:lnTo>
                  <a:lnTo>
                    <a:pt x="9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8"/>
            <p:cNvSpPr/>
            <p:nvPr/>
          </p:nvSpPr>
          <p:spPr>
            <a:xfrm>
              <a:off x="7457439" y="4429094"/>
              <a:ext cx="31848" cy="27990"/>
            </a:xfrm>
            <a:custGeom>
              <a:rect b="b" l="l" r="r" t="t"/>
              <a:pathLst>
                <a:path extrusionOk="0" h="1384" w="1259">
                  <a:moveTo>
                    <a:pt x="579" y="1233"/>
                  </a:moveTo>
                  <a:lnTo>
                    <a:pt x="563" y="1241"/>
                  </a:lnTo>
                  <a:lnTo>
                    <a:pt x="554" y="1258"/>
                  </a:lnTo>
                  <a:lnTo>
                    <a:pt x="554" y="1258"/>
                  </a:lnTo>
                  <a:lnTo>
                    <a:pt x="579" y="1233"/>
                  </a:lnTo>
                  <a:close/>
                  <a:moveTo>
                    <a:pt x="906" y="0"/>
                  </a:moveTo>
                  <a:lnTo>
                    <a:pt x="831" y="51"/>
                  </a:lnTo>
                  <a:lnTo>
                    <a:pt x="755" y="76"/>
                  </a:lnTo>
                  <a:lnTo>
                    <a:pt x="680" y="126"/>
                  </a:lnTo>
                  <a:lnTo>
                    <a:pt x="604" y="176"/>
                  </a:lnTo>
                  <a:lnTo>
                    <a:pt x="529" y="252"/>
                  </a:lnTo>
                  <a:lnTo>
                    <a:pt x="428" y="352"/>
                  </a:lnTo>
                  <a:lnTo>
                    <a:pt x="303" y="453"/>
                  </a:lnTo>
                  <a:lnTo>
                    <a:pt x="277" y="503"/>
                  </a:lnTo>
                  <a:lnTo>
                    <a:pt x="227" y="579"/>
                  </a:lnTo>
                  <a:lnTo>
                    <a:pt x="177" y="629"/>
                  </a:lnTo>
                  <a:lnTo>
                    <a:pt x="127" y="679"/>
                  </a:lnTo>
                  <a:lnTo>
                    <a:pt x="101" y="755"/>
                  </a:lnTo>
                  <a:lnTo>
                    <a:pt x="76" y="780"/>
                  </a:lnTo>
                  <a:lnTo>
                    <a:pt x="76" y="830"/>
                  </a:lnTo>
                  <a:lnTo>
                    <a:pt x="51" y="881"/>
                  </a:lnTo>
                  <a:lnTo>
                    <a:pt x="26" y="956"/>
                  </a:lnTo>
                  <a:lnTo>
                    <a:pt x="1" y="1057"/>
                  </a:lnTo>
                  <a:lnTo>
                    <a:pt x="1" y="1157"/>
                  </a:lnTo>
                  <a:lnTo>
                    <a:pt x="26" y="1258"/>
                  </a:lnTo>
                  <a:lnTo>
                    <a:pt x="101" y="1333"/>
                  </a:lnTo>
                  <a:lnTo>
                    <a:pt x="202" y="1384"/>
                  </a:lnTo>
                  <a:lnTo>
                    <a:pt x="303" y="1358"/>
                  </a:lnTo>
                  <a:lnTo>
                    <a:pt x="328" y="1358"/>
                  </a:lnTo>
                  <a:lnTo>
                    <a:pt x="378" y="1333"/>
                  </a:lnTo>
                  <a:lnTo>
                    <a:pt x="479" y="1283"/>
                  </a:lnTo>
                  <a:lnTo>
                    <a:pt x="563" y="1241"/>
                  </a:lnTo>
                  <a:lnTo>
                    <a:pt x="579" y="1208"/>
                  </a:lnTo>
                  <a:lnTo>
                    <a:pt x="630" y="1182"/>
                  </a:lnTo>
                  <a:lnTo>
                    <a:pt x="680" y="1157"/>
                  </a:lnTo>
                  <a:lnTo>
                    <a:pt x="705" y="1107"/>
                  </a:lnTo>
                  <a:lnTo>
                    <a:pt x="730" y="1082"/>
                  </a:lnTo>
                  <a:lnTo>
                    <a:pt x="705" y="1132"/>
                  </a:lnTo>
                  <a:lnTo>
                    <a:pt x="831" y="956"/>
                  </a:lnTo>
                  <a:lnTo>
                    <a:pt x="957" y="805"/>
                  </a:lnTo>
                  <a:lnTo>
                    <a:pt x="1007" y="755"/>
                  </a:lnTo>
                  <a:lnTo>
                    <a:pt x="1082" y="679"/>
                  </a:lnTo>
                  <a:lnTo>
                    <a:pt x="1158" y="554"/>
                  </a:lnTo>
                  <a:lnTo>
                    <a:pt x="1233" y="453"/>
                  </a:lnTo>
                  <a:lnTo>
                    <a:pt x="1258" y="352"/>
                  </a:lnTo>
                  <a:lnTo>
                    <a:pt x="1233" y="176"/>
                  </a:lnTo>
                  <a:lnTo>
                    <a:pt x="1183" y="101"/>
                  </a:lnTo>
                  <a:lnTo>
                    <a:pt x="1107" y="25"/>
                  </a:lnTo>
                  <a:lnTo>
                    <a:pt x="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8"/>
            <p:cNvSpPr/>
            <p:nvPr/>
          </p:nvSpPr>
          <p:spPr>
            <a:xfrm>
              <a:off x="7511525" y="4433160"/>
              <a:ext cx="32480" cy="24936"/>
            </a:xfrm>
            <a:custGeom>
              <a:rect b="b" l="l" r="r" t="t"/>
              <a:pathLst>
                <a:path extrusionOk="0" h="1233" w="1284">
                  <a:moveTo>
                    <a:pt x="956" y="1"/>
                  </a:moveTo>
                  <a:lnTo>
                    <a:pt x="906" y="21"/>
                  </a:lnTo>
                  <a:lnTo>
                    <a:pt x="906" y="21"/>
                  </a:lnTo>
                  <a:lnTo>
                    <a:pt x="881" y="26"/>
                  </a:lnTo>
                  <a:lnTo>
                    <a:pt x="875" y="33"/>
                  </a:lnTo>
                  <a:lnTo>
                    <a:pt x="875" y="33"/>
                  </a:lnTo>
                  <a:lnTo>
                    <a:pt x="831" y="51"/>
                  </a:lnTo>
                  <a:lnTo>
                    <a:pt x="768" y="76"/>
                  </a:lnTo>
                  <a:lnTo>
                    <a:pt x="755" y="76"/>
                  </a:lnTo>
                  <a:lnTo>
                    <a:pt x="736" y="89"/>
                  </a:lnTo>
                  <a:lnTo>
                    <a:pt x="736" y="89"/>
                  </a:lnTo>
                  <a:lnTo>
                    <a:pt x="705" y="101"/>
                  </a:lnTo>
                  <a:lnTo>
                    <a:pt x="717" y="101"/>
                  </a:lnTo>
                  <a:lnTo>
                    <a:pt x="680" y="126"/>
                  </a:lnTo>
                  <a:lnTo>
                    <a:pt x="654" y="126"/>
                  </a:lnTo>
                  <a:lnTo>
                    <a:pt x="629" y="151"/>
                  </a:lnTo>
                  <a:lnTo>
                    <a:pt x="554" y="202"/>
                  </a:lnTo>
                  <a:lnTo>
                    <a:pt x="478" y="252"/>
                  </a:lnTo>
                  <a:lnTo>
                    <a:pt x="403" y="327"/>
                  </a:lnTo>
                  <a:lnTo>
                    <a:pt x="328" y="403"/>
                  </a:lnTo>
                  <a:lnTo>
                    <a:pt x="227" y="504"/>
                  </a:lnTo>
                  <a:lnTo>
                    <a:pt x="126" y="629"/>
                  </a:lnTo>
                  <a:lnTo>
                    <a:pt x="101" y="654"/>
                  </a:lnTo>
                  <a:lnTo>
                    <a:pt x="76" y="705"/>
                  </a:lnTo>
                  <a:lnTo>
                    <a:pt x="1" y="856"/>
                  </a:lnTo>
                  <a:lnTo>
                    <a:pt x="26" y="1032"/>
                  </a:lnTo>
                  <a:lnTo>
                    <a:pt x="76" y="1107"/>
                  </a:lnTo>
                  <a:lnTo>
                    <a:pt x="151" y="1183"/>
                  </a:lnTo>
                  <a:lnTo>
                    <a:pt x="227" y="1233"/>
                  </a:lnTo>
                  <a:lnTo>
                    <a:pt x="428" y="1233"/>
                  </a:lnTo>
                  <a:lnTo>
                    <a:pt x="554" y="1183"/>
                  </a:lnTo>
                  <a:lnTo>
                    <a:pt x="604" y="1132"/>
                  </a:lnTo>
                  <a:lnTo>
                    <a:pt x="654" y="1082"/>
                  </a:lnTo>
                  <a:lnTo>
                    <a:pt x="730" y="1007"/>
                  </a:lnTo>
                  <a:lnTo>
                    <a:pt x="805" y="956"/>
                  </a:lnTo>
                  <a:lnTo>
                    <a:pt x="856" y="881"/>
                  </a:lnTo>
                  <a:lnTo>
                    <a:pt x="906" y="805"/>
                  </a:lnTo>
                  <a:lnTo>
                    <a:pt x="1007" y="705"/>
                  </a:lnTo>
                  <a:lnTo>
                    <a:pt x="1082" y="604"/>
                  </a:lnTo>
                  <a:lnTo>
                    <a:pt x="1032" y="680"/>
                  </a:lnTo>
                  <a:lnTo>
                    <a:pt x="1107" y="579"/>
                  </a:lnTo>
                  <a:lnTo>
                    <a:pt x="1132" y="516"/>
                  </a:lnTo>
                  <a:lnTo>
                    <a:pt x="1132" y="529"/>
                  </a:lnTo>
                  <a:lnTo>
                    <a:pt x="1183" y="453"/>
                  </a:lnTo>
                  <a:lnTo>
                    <a:pt x="1233" y="378"/>
                  </a:lnTo>
                  <a:lnTo>
                    <a:pt x="1283" y="252"/>
                  </a:lnTo>
                  <a:lnTo>
                    <a:pt x="1157" y="26"/>
                  </a:lnTo>
                  <a:lnTo>
                    <a:pt x="1007" y="1"/>
                  </a:lnTo>
                  <a:lnTo>
                    <a:pt x="955" y="11"/>
                  </a:lnTo>
                  <a:lnTo>
                    <a:pt x="955" y="11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8"/>
            <p:cNvSpPr/>
            <p:nvPr/>
          </p:nvSpPr>
          <p:spPr>
            <a:xfrm>
              <a:off x="7592326" y="4430105"/>
              <a:ext cx="31848" cy="29527"/>
            </a:xfrm>
            <a:custGeom>
              <a:rect b="b" l="l" r="r" t="t"/>
              <a:pathLst>
                <a:path extrusionOk="0" h="1460" w="1259">
                  <a:moveTo>
                    <a:pt x="1032" y="1"/>
                  </a:moveTo>
                  <a:lnTo>
                    <a:pt x="881" y="51"/>
                  </a:lnTo>
                  <a:lnTo>
                    <a:pt x="730" y="152"/>
                  </a:lnTo>
                  <a:lnTo>
                    <a:pt x="604" y="252"/>
                  </a:lnTo>
                  <a:lnTo>
                    <a:pt x="478" y="378"/>
                  </a:lnTo>
                  <a:lnTo>
                    <a:pt x="378" y="504"/>
                  </a:lnTo>
                  <a:lnTo>
                    <a:pt x="252" y="629"/>
                  </a:lnTo>
                  <a:lnTo>
                    <a:pt x="152" y="805"/>
                  </a:lnTo>
                  <a:lnTo>
                    <a:pt x="101" y="856"/>
                  </a:lnTo>
                  <a:lnTo>
                    <a:pt x="76" y="931"/>
                  </a:lnTo>
                  <a:lnTo>
                    <a:pt x="26" y="981"/>
                  </a:lnTo>
                  <a:lnTo>
                    <a:pt x="1" y="1057"/>
                  </a:lnTo>
                  <a:lnTo>
                    <a:pt x="1" y="1208"/>
                  </a:lnTo>
                  <a:lnTo>
                    <a:pt x="51" y="1334"/>
                  </a:lnTo>
                  <a:lnTo>
                    <a:pt x="202" y="1434"/>
                  </a:lnTo>
                  <a:lnTo>
                    <a:pt x="328" y="1459"/>
                  </a:lnTo>
                  <a:lnTo>
                    <a:pt x="478" y="1409"/>
                  </a:lnTo>
                  <a:lnTo>
                    <a:pt x="529" y="1359"/>
                  </a:lnTo>
                  <a:lnTo>
                    <a:pt x="579" y="1334"/>
                  </a:lnTo>
                  <a:lnTo>
                    <a:pt x="629" y="1258"/>
                  </a:lnTo>
                  <a:lnTo>
                    <a:pt x="680" y="1208"/>
                  </a:lnTo>
                  <a:lnTo>
                    <a:pt x="831" y="1082"/>
                  </a:lnTo>
                  <a:lnTo>
                    <a:pt x="931" y="906"/>
                  </a:lnTo>
                  <a:lnTo>
                    <a:pt x="1032" y="780"/>
                  </a:lnTo>
                  <a:lnTo>
                    <a:pt x="1107" y="655"/>
                  </a:lnTo>
                  <a:lnTo>
                    <a:pt x="1208" y="504"/>
                  </a:lnTo>
                  <a:lnTo>
                    <a:pt x="1258" y="328"/>
                  </a:lnTo>
                  <a:lnTo>
                    <a:pt x="1258" y="177"/>
                  </a:lnTo>
                  <a:lnTo>
                    <a:pt x="1158" y="76"/>
                  </a:lnTo>
                  <a:lnTo>
                    <a:pt x="10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8"/>
            <p:cNvSpPr/>
            <p:nvPr/>
          </p:nvSpPr>
          <p:spPr>
            <a:xfrm>
              <a:off x="7658504" y="4428083"/>
              <a:ext cx="30558" cy="26453"/>
            </a:xfrm>
            <a:custGeom>
              <a:rect b="b" l="l" r="r" t="t"/>
              <a:pathLst>
                <a:path extrusionOk="0" h="1308" w="1208">
                  <a:moveTo>
                    <a:pt x="629" y="75"/>
                  </a:moveTo>
                  <a:lnTo>
                    <a:pt x="604" y="88"/>
                  </a:lnTo>
                  <a:lnTo>
                    <a:pt x="604" y="88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42" y="75"/>
                  </a:lnTo>
                  <a:close/>
                  <a:moveTo>
                    <a:pt x="1082" y="503"/>
                  </a:moveTo>
                  <a:lnTo>
                    <a:pt x="1082" y="528"/>
                  </a:lnTo>
                  <a:lnTo>
                    <a:pt x="1069" y="553"/>
                  </a:lnTo>
                  <a:lnTo>
                    <a:pt x="1069" y="553"/>
                  </a:lnTo>
                  <a:lnTo>
                    <a:pt x="1082" y="503"/>
                  </a:lnTo>
                  <a:close/>
                  <a:moveTo>
                    <a:pt x="830" y="0"/>
                  </a:moveTo>
                  <a:lnTo>
                    <a:pt x="704" y="50"/>
                  </a:lnTo>
                  <a:lnTo>
                    <a:pt x="642" y="75"/>
                  </a:lnTo>
                  <a:lnTo>
                    <a:pt x="654" y="75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579" y="101"/>
                  </a:lnTo>
                  <a:lnTo>
                    <a:pt x="604" y="88"/>
                  </a:lnTo>
                  <a:lnTo>
                    <a:pt x="604" y="88"/>
                  </a:lnTo>
                  <a:lnTo>
                    <a:pt x="554" y="101"/>
                  </a:lnTo>
                  <a:lnTo>
                    <a:pt x="403" y="226"/>
                  </a:lnTo>
                  <a:lnTo>
                    <a:pt x="327" y="277"/>
                  </a:lnTo>
                  <a:lnTo>
                    <a:pt x="277" y="327"/>
                  </a:lnTo>
                  <a:lnTo>
                    <a:pt x="126" y="503"/>
                  </a:lnTo>
                  <a:lnTo>
                    <a:pt x="51" y="704"/>
                  </a:lnTo>
                  <a:lnTo>
                    <a:pt x="0" y="855"/>
                  </a:lnTo>
                  <a:lnTo>
                    <a:pt x="25" y="1132"/>
                  </a:lnTo>
                  <a:lnTo>
                    <a:pt x="126" y="1232"/>
                  </a:lnTo>
                  <a:lnTo>
                    <a:pt x="227" y="1308"/>
                  </a:lnTo>
                  <a:lnTo>
                    <a:pt x="352" y="1308"/>
                  </a:lnTo>
                  <a:lnTo>
                    <a:pt x="503" y="1283"/>
                  </a:lnTo>
                  <a:lnTo>
                    <a:pt x="604" y="1207"/>
                  </a:lnTo>
                  <a:lnTo>
                    <a:pt x="654" y="1157"/>
                  </a:lnTo>
                  <a:lnTo>
                    <a:pt x="679" y="1107"/>
                  </a:lnTo>
                  <a:lnTo>
                    <a:pt x="780" y="981"/>
                  </a:lnTo>
                  <a:lnTo>
                    <a:pt x="855" y="830"/>
                  </a:lnTo>
                  <a:lnTo>
                    <a:pt x="916" y="749"/>
                  </a:lnTo>
                  <a:lnTo>
                    <a:pt x="956" y="729"/>
                  </a:lnTo>
                  <a:lnTo>
                    <a:pt x="956" y="704"/>
                  </a:lnTo>
                  <a:lnTo>
                    <a:pt x="981" y="679"/>
                  </a:lnTo>
                  <a:lnTo>
                    <a:pt x="1057" y="604"/>
                  </a:lnTo>
                  <a:lnTo>
                    <a:pt x="1064" y="573"/>
                  </a:lnTo>
                  <a:lnTo>
                    <a:pt x="1064" y="573"/>
                  </a:lnTo>
                  <a:lnTo>
                    <a:pt x="1132" y="528"/>
                  </a:lnTo>
                  <a:lnTo>
                    <a:pt x="1182" y="453"/>
                  </a:lnTo>
                  <a:lnTo>
                    <a:pt x="1207" y="252"/>
                  </a:lnTo>
                  <a:lnTo>
                    <a:pt x="1157" y="151"/>
                  </a:lnTo>
                  <a:lnTo>
                    <a:pt x="1107" y="75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7736117" y="4422986"/>
              <a:ext cx="33745" cy="29022"/>
            </a:xfrm>
            <a:custGeom>
              <a:rect b="b" l="l" r="r" t="t"/>
              <a:pathLst>
                <a:path extrusionOk="0" h="1435" w="1334">
                  <a:moveTo>
                    <a:pt x="789" y="241"/>
                  </a:moveTo>
                  <a:lnTo>
                    <a:pt x="787" y="260"/>
                  </a:lnTo>
                  <a:lnTo>
                    <a:pt x="784" y="247"/>
                  </a:lnTo>
                  <a:lnTo>
                    <a:pt x="784" y="247"/>
                  </a:lnTo>
                  <a:lnTo>
                    <a:pt x="789" y="241"/>
                  </a:lnTo>
                  <a:close/>
                  <a:moveTo>
                    <a:pt x="804" y="345"/>
                  </a:moveTo>
                  <a:lnTo>
                    <a:pt x="881" y="403"/>
                  </a:lnTo>
                  <a:lnTo>
                    <a:pt x="906" y="428"/>
                  </a:lnTo>
                  <a:lnTo>
                    <a:pt x="805" y="353"/>
                  </a:lnTo>
                  <a:lnTo>
                    <a:pt x="804" y="345"/>
                  </a:lnTo>
                  <a:close/>
                  <a:moveTo>
                    <a:pt x="931" y="1"/>
                  </a:moveTo>
                  <a:lnTo>
                    <a:pt x="805" y="76"/>
                  </a:lnTo>
                  <a:lnTo>
                    <a:pt x="800" y="132"/>
                  </a:lnTo>
                  <a:lnTo>
                    <a:pt x="800" y="132"/>
                  </a:lnTo>
                  <a:lnTo>
                    <a:pt x="780" y="151"/>
                  </a:lnTo>
                  <a:lnTo>
                    <a:pt x="780" y="151"/>
                  </a:lnTo>
                  <a:lnTo>
                    <a:pt x="799" y="142"/>
                  </a:lnTo>
                  <a:lnTo>
                    <a:pt x="799" y="142"/>
                  </a:lnTo>
                  <a:lnTo>
                    <a:pt x="798" y="148"/>
                  </a:lnTo>
                  <a:lnTo>
                    <a:pt x="798" y="148"/>
                  </a:lnTo>
                  <a:lnTo>
                    <a:pt x="680" y="227"/>
                  </a:lnTo>
                  <a:lnTo>
                    <a:pt x="554" y="327"/>
                  </a:lnTo>
                  <a:lnTo>
                    <a:pt x="453" y="403"/>
                  </a:lnTo>
                  <a:lnTo>
                    <a:pt x="353" y="504"/>
                  </a:lnTo>
                  <a:lnTo>
                    <a:pt x="277" y="579"/>
                  </a:lnTo>
                  <a:lnTo>
                    <a:pt x="177" y="680"/>
                  </a:lnTo>
                  <a:lnTo>
                    <a:pt x="126" y="730"/>
                  </a:lnTo>
                  <a:lnTo>
                    <a:pt x="101" y="780"/>
                  </a:lnTo>
                  <a:lnTo>
                    <a:pt x="76" y="830"/>
                  </a:lnTo>
                  <a:lnTo>
                    <a:pt x="51" y="881"/>
                  </a:lnTo>
                  <a:lnTo>
                    <a:pt x="51" y="906"/>
                  </a:lnTo>
                  <a:lnTo>
                    <a:pt x="26" y="931"/>
                  </a:lnTo>
                  <a:lnTo>
                    <a:pt x="1" y="1032"/>
                  </a:lnTo>
                  <a:lnTo>
                    <a:pt x="1" y="1132"/>
                  </a:lnTo>
                  <a:lnTo>
                    <a:pt x="26" y="1258"/>
                  </a:lnTo>
                  <a:lnTo>
                    <a:pt x="126" y="1359"/>
                  </a:lnTo>
                  <a:lnTo>
                    <a:pt x="227" y="1434"/>
                  </a:lnTo>
                  <a:lnTo>
                    <a:pt x="378" y="1434"/>
                  </a:lnTo>
                  <a:lnTo>
                    <a:pt x="604" y="1384"/>
                  </a:lnTo>
                  <a:lnTo>
                    <a:pt x="755" y="1233"/>
                  </a:lnTo>
                  <a:lnTo>
                    <a:pt x="931" y="1032"/>
                  </a:lnTo>
                  <a:lnTo>
                    <a:pt x="1107" y="830"/>
                  </a:lnTo>
                  <a:lnTo>
                    <a:pt x="1233" y="654"/>
                  </a:lnTo>
                  <a:lnTo>
                    <a:pt x="1308" y="478"/>
                  </a:lnTo>
                  <a:lnTo>
                    <a:pt x="1333" y="403"/>
                  </a:lnTo>
                  <a:lnTo>
                    <a:pt x="1333" y="327"/>
                  </a:lnTo>
                  <a:lnTo>
                    <a:pt x="1333" y="227"/>
                  </a:lnTo>
                  <a:lnTo>
                    <a:pt x="1208" y="51"/>
                  </a:lnTo>
                  <a:lnTo>
                    <a:pt x="1136" y="33"/>
                  </a:lnTo>
                  <a:lnTo>
                    <a:pt x="1136" y="33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7806115" y="4427051"/>
              <a:ext cx="24183" cy="23925"/>
            </a:xfrm>
            <a:custGeom>
              <a:rect b="b" l="l" r="r" t="t"/>
              <a:pathLst>
                <a:path extrusionOk="0" h="1183" w="956">
                  <a:moveTo>
                    <a:pt x="704" y="1"/>
                  </a:moveTo>
                  <a:lnTo>
                    <a:pt x="654" y="13"/>
                  </a:lnTo>
                  <a:lnTo>
                    <a:pt x="654" y="13"/>
                  </a:lnTo>
                  <a:lnTo>
                    <a:pt x="679" y="1"/>
                  </a:lnTo>
                  <a:lnTo>
                    <a:pt x="679" y="1"/>
                  </a:lnTo>
                  <a:lnTo>
                    <a:pt x="578" y="26"/>
                  </a:lnTo>
                  <a:lnTo>
                    <a:pt x="478" y="76"/>
                  </a:lnTo>
                  <a:lnTo>
                    <a:pt x="428" y="101"/>
                  </a:lnTo>
                  <a:lnTo>
                    <a:pt x="377" y="152"/>
                  </a:lnTo>
                  <a:lnTo>
                    <a:pt x="302" y="227"/>
                  </a:lnTo>
                  <a:lnTo>
                    <a:pt x="226" y="328"/>
                  </a:lnTo>
                  <a:lnTo>
                    <a:pt x="252" y="303"/>
                  </a:lnTo>
                  <a:lnTo>
                    <a:pt x="302" y="252"/>
                  </a:lnTo>
                  <a:lnTo>
                    <a:pt x="252" y="328"/>
                  </a:lnTo>
                  <a:lnTo>
                    <a:pt x="201" y="378"/>
                  </a:lnTo>
                  <a:lnTo>
                    <a:pt x="151" y="428"/>
                  </a:lnTo>
                  <a:lnTo>
                    <a:pt x="101" y="504"/>
                  </a:lnTo>
                  <a:lnTo>
                    <a:pt x="75" y="529"/>
                  </a:lnTo>
                  <a:lnTo>
                    <a:pt x="75" y="554"/>
                  </a:lnTo>
                  <a:lnTo>
                    <a:pt x="25" y="629"/>
                  </a:lnTo>
                  <a:lnTo>
                    <a:pt x="0" y="705"/>
                  </a:lnTo>
                  <a:lnTo>
                    <a:pt x="0" y="806"/>
                  </a:lnTo>
                  <a:lnTo>
                    <a:pt x="0" y="931"/>
                  </a:lnTo>
                  <a:lnTo>
                    <a:pt x="75" y="1057"/>
                  </a:lnTo>
                  <a:lnTo>
                    <a:pt x="302" y="1183"/>
                  </a:lnTo>
                  <a:lnTo>
                    <a:pt x="453" y="1158"/>
                  </a:lnTo>
                  <a:lnTo>
                    <a:pt x="528" y="1132"/>
                  </a:lnTo>
                  <a:lnTo>
                    <a:pt x="578" y="1082"/>
                  </a:lnTo>
                  <a:lnTo>
                    <a:pt x="604" y="1057"/>
                  </a:lnTo>
                  <a:lnTo>
                    <a:pt x="629" y="1032"/>
                  </a:lnTo>
                  <a:lnTo>
                    <a:pt x="654" y="1007"/>
                  </a:lnTo>
                  <a:lnTo>
                    <a:pt x="679" y="982"/>
                  </a:lnTo>
                  <a:lnTo>
                    <a:pt x="755" y="931"/>
                  </a:lnTo>
                  <a:lnTo>
                    <a:pt x="780" y="856"/>
                  </a:lnTo>
                  <a:lnTo>
                    <a:pt x="805" y="831"/>
                  </a:lnTo>
                  <a:lnTo>
                    <a:pt x="805" y="780"/>
                  </a:lnTo>
                  <a:lnTo>
                    <a:pt x="855" y="680"/>
                  </a:lnTo>
                  <a:lnTo>
                    <a:pt x="905" y="579"/>
                  </a:lnTo>
                  <a:lnTo>
                    <a:pt x="905" y="554"/>
                  </a:lnTo>
                  <a:lnTo>
                    <a:pt x="931" y="504"/>
                  </a:lnTo>
                  <a:lnTo>
                    <a:pt x="956" y="403"/>
                  </a:lnTo>
                  <a:lnTo>
                    <a:pt x="931" y="277"/>
                  </a:lnTo>
                  <a:lnTo>
                    <a:pt x="956" y="328"/>
                  </a:lnTo>
                  <a:lnTo>
                    <a:pt x="956" y="303"/>
                  </a:lnTo>
                  <a:lnTo>
                    <a:pt x="931" y="177"/>
                  </a:lnTo>
                  <a:lnTo>
                    <a:pt x="893" y="126"/>
                  </a:lnTo>
                  <a:lnTo>
                    <a:pt x="893" y="126"/>
                  </a:lnTo>
                  <a:lnTo>
                    <a:pt x="880" y="101"/>
                  </a:lnTo>
                  <a:lnTo>
                    <a:pt x="868" y="93"/>
                  </a:lnTo>
                  <a:lnTo>
                    <a:pt x="868" y="93"/>
                  </a:lnTo>
                  <a:lnTo>
                    <a:pt x="855" y="76"/>
                  </a:lnTo>
                  <a:lnTo>
                    <a:pt x="859" y="87"/>
                  </a:lnTo>
                  <a:lnTo>
                    <a:pt x="859" y="87"/>
                  </a:lnTo>
                  <a:lnTo>
                    <a:pt x="805" y="51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8"/>
            <p:cNvSpPr/>
            <p:nvPr/>
          </p:nvSpPr>
          <p:spPr>
            <a:xfrm>
              <a:off x="7879275" y="4425029"/>
              <a:ext cx="28661" cy="24936"/>
            </a:xfrm>
            <a:custGeom>
              <a:rect b="b" l="l" r="r" t="t"/>
              <a:pathLst>
                <a:path extrusionOk="0" h="1233" w="1133">
                  <a:moveTo>
                    <a:pt x="730" y="0"/>
                  </a:moveTo>
                  <a:lnTo>
                    <a:pt x="579" y="101"/>
                  </a:lnTo>
                  <a:lnTo>
                    <a:pt x="453" y="176"/>
                  </a:lnTo>
                  <a:lnTo>
                    <a:pt x="352" y="302"/>
                  </a:lnTo>
                  <a:lnTo>
                    <a:pt x="252" y="403"/>
                  </a:lnTo>
                  <a:lnTo>
                    <a:pt x="151" y="528"/>
                  </a:lnTo>
                  <a:lnTo>
                    <a:pt x="126" y="553"/>
                  </a:lnTo>
                  <a:lnTo>
                    <a:pt x="101" y="604"/>
                  </a:lnTo>
                  <a:lnTo>
                    <a:pt x="51" y="704"/>
                  </a:lnTo>
                  <a:lnTo>
                    <a:pt x="25" y="805"/>
                  </a:lnTo>
                  <a:lnTo>
                    <a:pt x="25" y="830"/>
                  </a:lnTo>
                  <a:lnTo>
                    <a:pt x="0" y="880"/>
                  </a:lnTo>
                  <a:lnTo>
                    <a:pt x="25" y="956"/>
                  </a:lnTo>
                  <a:lnTo>
                    <a:pt x="51" y="1031"/>
                  </a:lnTo>
                  <a:lnTo>
                    <a:pt x="101" y="1132"/>
                  </a:lnTo>
                  <a:lnTo>
                    <a:pt x="176" y="1207"/>
                  </a:lnTo>
                  <a:lnTo>
                    <a:pt x="302" y="1232"/>
                  </a:lnTo>
                  <a:lnTo>
                    <a:pt x="528" y="1207"/>
                  </a:lnTo>
                  <a:lnTo>
                    <a:pt x="629" y="1132"/>
                  </a:lnTo>
                  <a:lnTo>
                    <a:pt x="654" y="1107"/>
                  </a:lnTo>
                  <a:lnTo>
                    <a:pt x="679" y="1082"/>
                  </a:lnTo>
                  <a:lnTo>
                    <a:pt x="730" y="1031"/>
                  </a:lnTo>
                  <a:lnTo>
                    <a:pt x="780" y="956"/>
                  </a:lnTo>
                  <a:lnTo>
                    <a:pt x="830" y="880"/>
                  </a:lnTo>
                  <a:lnTo>
                    <a:pt x="881" y="805"/>
                  </a:lnTo>
                  <a:lnTo>
                    <a:pt x="931" y="729"/>
                  </a:lnTo>
                  <a:lnTo>
                    <a:pt x="981" y="654"/>
                  </a:lnTo>
                  <a:lnTo>
                    <a:pt x="1031" y="553"/>
                  </a:lnTo>
                  <a:lnTo>
                    <a:pt x="1082" y="453"/>
                  </a:lnTo>
                  <a:lnTo>
                    <a:pt x="1082" y="453"/>
                  </a:lnTo>
                  <a:lnTo>
                    <a:pt x="1065" y="470"/>
                  </a:lnTo>
                  <a:lnTo>
                    <a:pt x="1065" y="470"/>
                  </a:lnTo>
                  <a:lnTo>
                    <a:pt x="1132" y="352"/>
                  </a:lnTo>
                  <a:lnTo>
                    <a:pt x="1107" y="176"/>
                  </a:lnTo>
                  <a:lnTo>
                    <a:pt x="1107" y="151"/>
                  </a:lnTo>
                  <a:lnTo>
                    <a:pt x="1082" y="25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8"/>
            <p:cNvSpPr/>
            <p:nvPr/>
          </p:nvSpPr>
          <p:spPr>
            <a:xfrm>
              <a:off x="7954991" y="4420437"/>
              <a:ext cx="31823" cy="29527"/>
            </a:xfrm>
            <a:custGeom>
              <a:rect b="b" l="l" r="r" t="t"/>
              <a:pathLst>
                <a:path extrusionOk="0" h="1460" w="1258">
                  <a:moveTo>
                    <a:pt x="981" y="1"/>
                  </a:moveTo>
                  <a:lnTo>
                    <a:pt x="956" y="26"/>
                  </a:lnTo>
                  <a:lnTo>
                    <a:pt x="906" y="26"/>
                  </a:lnTo>
                  <a:lnTo>
                    <a:pt x="906" y="38"/>
                  </a:lnTo>
                  <a:lnTo>
                    <a:pt x="906" y="38"/>
                  </a:lnTo>
                  <a:lnTo>
                    <a:pt x="880" y="51"/>
                  </a:lnTo>
                  <a:lnTo>
                    <a:pt x="830" y="76"/>
                  </a:lnTo>
                  <a:lnTo>
                    <a:pt x="780" y="101"/>
                  </a:lnTo>
                  <a:lnTo>
                    <a:pt x="755" y="127"/>
                  </a:lnTo>
                  <a:lnTo>
                    <a:pt x="604" y="227"/>
                  </a:lnTo>
                  <a:lnTo>
                    <a:pt x="478" y="353"/>
                  </a:lnTo>
                  <a:lnTo>
                    <a:pt x="377" y="479"/>
                  </a:lnTo>
                  <a:lnTo>
                    <a:pt x="252" y="604"/>
                  </a:lnTo>
                  <a:lnTo>
                    <a:pt x="76" y="806"/>
                  </a:lnTo>
                  <a:lnTo>
                    <a:pt x="25" y="1082"/>
                  </a:lnTo>
                  <a:lnTo>
                    <a:pt x="25" y="1032"/>
                  </a:lnTo>
                  <a:lnTo>
                    <a:pt x="25" y="982"/>
                  </a:lnTo>
                  <a:lnTo>
                    <a:pt x="0" y="1082"/>
                  </a:lnTo>
                  <a:lnTo>
                    <a:pt x="0" y="1158"/>
                  </a:lnTo>
                  <a:lnTo>
                    <a:pt x="25" y="1309"/>
                  </a:lnTo>
                  <a:lnTo>
                    <a:pt x="226" y="1459"/>
                  </a:lnTo>
                  <a:lnTo>
                    <a:pt x="352" y="1434"/>
                  </a:lnTo>
                  <a:lnTo>
                    <a:pt x="453" y="1409"/>
                  </a:lnTo>
                  <a:lnTo>
                    <a:pt x="478" y="1409"/>
                  </a:lnTo>
                  <a:lnTo>
                    <a:pt x="579" y="1359"/>
                  </a:lnTo>
                  <a:lnTo>
                    <a:pt x="654" y="1309"/>
                  </a:lnTo>
                  <a:lnTo>
                    <a:pt x="704" y="1233"/>
                  </a:lnTo>
                  <a:lnTo>
                    <a:pt x="755" y="1183"/>
                  </a:lnTo>
                  <a:lnTo>
                    <a:pt x="805" y="1107"/>
                  </a:lnTo>
                  <a:lnTo>
                    <a:pt x="931" y="956"/>
                  </a:lnTo>
                  <a:lnTo>
                    <a:pt x="1056" y="780"/>
                  </a:lnTo>
                  <a:lnTo>
                    <a:pt x="1157" y="604"/>
                  </a:lnTo>
                  <a:lnTo>
                    <a:pt x="1207" y="428"/>
                  </a:lnTo>
                  <a:lnTo>
                    <a:pt x="1232" y="378"/>
                  </a:lnTo>
                  <a:lnTo>
                    <a:pt x="1232" y="353"/>
                  </a:lnTo>
                  <a:lnTo>
                    <a:pt x="1258" y="277"/>
                  </a:lnTo>
                  <a:lnTo>
                    <a:pt x="1258" y="227"/>
                  </a:lnTo>
                  <a:lnTo>
                    <a:pt x="1258" y="152"/>
                  </a:lnTo>
                  <a:lnTo>
                    <a:pt x="1207" y="51"/>
                  </a:lnTo>
                  <a:lnTo>
                    <a:pt x="1157" y="26"/>
                  </a:lnTo>
                  <a:lnTo>
                    <a:pt x="11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8025596" y="4420943"/>
              <a:ext cx="38830" cy="30033"/>
            </a:xfrm>
            <a:custGeom>
              <a:rect b="b" l="l" r="r" t="t"/>
              <a:pathLst>
                <a:path extrusionOk="0" h="1485" w="1535">
                  <a:moveTo>
                    <a:pt x="1158" y="1"/>
                  </a:moveTo>
                  <a:lnTo>
                    <a:pt x="1057" y="26"/>
                  </a:lnTo>
                  <a:lnTo>
                    <a:pt x="982" y="76"/>
                  </a:lnTo>
                  <a:lnTo>
                    <a:pt x="906" y="102"/>
                  </a:lnTo>
                  <a:lnTo>
                    <a:pt x="856" y="152"/>
                  </a:lnTo>
                  <a:lnTo>
                    <a:pt x="680" y="252"/>
                  </a:lnTo>
                  <a:lnTo>
                    <a:pt x="529" y="403"/>
                  </a:lnTo>
                  <a:lnTo>
                    <a:pt x="403" y="504"/>
                  </a:lnTo>
                  <a:lnTo>
                    <a:pt x="277" y="605"/>
                  </a:lnTo>
                  <a:lnTo>
                    <a:pt x="202" y="705"/>
                  </a:lnTo>
                  <a:lnTo>
                    <a:pt x="127" y="806"/>
                  </a:lnTo>
                  <a:lnTo>
                    <a:pt x="101" y="831"/>
                  </a:lnTo>
                  <a:lnTo>
                    <a:pt x="76" y="856"/>
                  </a:lnTo>
                  <a:lnTo>
                    <a:pt x="1" y="1082"/>
                  </a:lnTo>
                  <a:lnTo>
                    <a:pt x="76" y="1284"/>
                  </a:lnTo>
                  <a:lnTo>
                    <a:pt x="51" y="1233"/>
                  </a:lnTo>
                  <a:lnTo>
                    <a:pt x="51" y="1284"/>
                  </a:lnTo>
                  <a:lnTo>
                    <a:pt x="127" y="1384"/>
                  </a:lnTo>
                  <a:lnTo>
                    <a:pt x="202" y="1434"/>
                  </a:lnTo>
                  <a:lnTo>
                    <a:pt x="303" y="1460"/>
                  </a:lnTo>
                  <a:lnTo>
                    <a:pt x="252" y="1434"/>
                  </a:lnTo>
                  <a:lnTo>
                    <a:pt x="227" y="1409"/>
                  </a:lnTo>
                  <a:lnTo>
                    <a:pt x="403" y="1485"/>
                  </a:lnTo>
                  <a:lnTo>
                    <a:pt x="579" y="1434"/>
                  </a:lnTo>
                  <a:lnTo>
                    <a:pt x="630" y="1409"/>
                  </a:lnTo>
                  <a:lnTo>
                    <a:pt x="680" y="1384"/>
                  </a:lnTo>
                  <a:lnTo>
                    <a:pt x="780" y="1309"/>
                  </a:lnTo>
                  <a:lnTo>
                    <a:pt x="881" y="1208"/>
                  </a:lnTo>
                  <a:lnTo>
                    <a:pt x="982" y="1108"/>
                  </a:lnTo>
                  <a:lnTo>
                    <a:pt x="1107" y="982"/>
                  </a:lnTo>
                  <a:lnTo>
                    <a:pt x="1233" y="831"/>
                  </a:lnTo>
                  <a:lnTo>
                    <a:pt x="1359" y="680"/>
                  </a:lnTo>
                  <a:lnTo>
                    <a:pt x="1409" y="605"/>
                  </a:lnTo>
                  <a:lnTo>
                    <a:pt x="1434" y="554"/>
                  </a:lnTo>
                  <a:lnTo>
                    <a:pt x="1485" y="479"/>
                  </a:lnTo>
                  <a:lnTo>
                    <a:pt x="1510" y="428"/>
                  </a:lnTo>
                  <a:lnTo>
                    <a:pt x="1535" y="353"/>
                  </a:lnTo>
                  <a:lnTo>
                    <a:pt x="1535" y="278"/>
                  </a:lnTo>
                  <a:lnTo>
                    <a:pt x="1510" y="152"/>
                  </a:lnTo>
                  <a:lnTo>
                    <a:pt x="1409" y="76"/>
                  </a:lnTo>
                  <a:lnTo>
                    <a:pt x="1309" y="1"/>
                  </a:lnTo>
                  <a:lnTo>
                    <a:pt x="1248" y="13"/>
                  </a:lnTo>
                  <a:lnTo>
                    <a:pt x="1248" y="13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8091775" y="4419426"/>
              <a:ext cx="35010" cy="29527"/>
            </a:xfrm>
            <a:custGeom>
              <a:rect b="b" l="l" r="r" t="t"/>
              <a:pathLst>
                <a:path extrusionOk="0" h="1460" w="1384">
                  <a:moveTo>
                    <a:pt x="906" y="126"/>
                  </a:moveTo>
                  <a:lnTo>
                    <a:pt x="841" y="154"/>
                  </a:lnTo>
                  <a:lnTo>
                    <a:pt x="841" y="154"/>
                  </a:lnTo>
                  <a:lnTo>
                    <a:pt x="862" y="126"/>
                  </a:lnTo>
                  <a:close/>
                  <a:moveTo>
                    <a:pt x="780" y="453"/>
                  </a:moveTo>
                  <a:lnTo>
                    <a:pt x="780" y="478"/>
                  </a:lnTo>
                  <a:lnTo>
                    <a:pt x="780" y="478"/>
                  </a:lnTo>
                  <a:lnTo>
                    <a:pt x="780" y="478"/>
                  </a:lnTo>
                  <a:lnTo>
                    <a:pt x="767" y="453"/>
                  </a:lnTo>
                  <a:close/>
                  <a:moveTo>
                    <a:pt x="931" y="0"/>
                  </a:moveTo>
                  <a:lnTo>
                    <a:pt x="755" y="26"/>
                  </a:lnTo>
                  <a:lnTo>
                    <a:pt x="654" y="177"/>
                  </a:lnTo>
                  <a:lnTo>
                    <a:pt x="654" y="252"/>
                  </a:lnTo>
                  <a:lnTo>
                    <a:pt x="654" y="265"/>
                  </a:lnTo>
                  <a:lnTo>
                    <a:pt x="654" y="265"/>
                  </a:lnTo>
                  <a:lnTo>
                    <a:pt x="579" y="327"/>
                  </a:lnTo>
                  <a:lnTo>
                    <a:pt x="503" y="378"/>
                  </a:lnTo>
                  <a:lnTo>
                    <a:pt x="428" y="453"/>
                  </a:lnTo>
                  <a:lnTo>
                    <a:pt x="327" y="529"/>
                  </a:lnTo>
                  <a:lnTo>
                    <a:pt x="252" y="604"/>
                  </a:lnTo>
                  <a:lnTo>
                    <a:pt x="227" y="654"/>
                  </a:lnTo>
                  <a:lnTo>
                    <a:pt x="176" y="705"/>
                  </a:lnTo>
                  <a:lnTo>
                    <a:pt x="126" y="755"/>
                  </a:lnTo>
                  <a:lnTo>
                    <a:pt x="76" y="830"/>
                  </a:lnTo>
                  <a:lnTo>
                    <a:pt x="51" y="931"/>
                  </a:lnTo>
                  <a:lnTo>
                    <a:pt x="51" y="956"/>
                  </a:lnTo>
                  <a:lnTo>
                    <a:pt x="0" y="1057"/>
                  </a:lnTo>
                  <a:lnTo>
                    <a:pt x="0" y="1233"/>
                  </a:lnTo>
                  <a:lnTo>
                    <a:pt x="227" y="1459"/>
                  </a:lnTo>
                  <a:lnTo>
                    <a:pt x="378" y="1434"/>
                  </a:lnTo>
                  <a:lnTo>
                    <a:pt x="503" y="1409"/>
                  </a:lnTo>
                  <a:lnTo>
                    <a:pt x="554" y="1384"/>
                  </a:lnTo>
                  <a:lnTo>
                    <a:pt x="654" y="1359"/>
                  </a:lnTo>
                  <a:lnTo>
                    <a:pt x="755" y="1283"/>
                  </a:lnTo>
                  <a:lnTo>
                    <a:pt x="805" y="1233"/>
                  </a:lnTo>
                  <a:lnTo>
                    <a:pt x="830" y="1183"/>
                  </a:lnTo>
                  <a:lnTo>
                    <a:pt x="906" y="1107"/>
                  </a:lnTo>
                  <a:lnTo>
                    <a:pt x="981" y="1032"/>
                  </a:lnTo>
                  <a:lnTo>
                    <a:pt x="1057" y="956"/>
                  </a:lnTo>
                  <a:lnTo>
                    <a:pt x="1132" y="856"/>
                  </a:lnTo>
                  <a:lnTo>
                    <a:pt x="1233" y="705"/>
                  </a:lnTo>
                  <a:lnTo>
                    <a:pt x="1333" y="554"/>
                  </a:lnTo>
                  <a:lnTo>
                    <a:pt x="1384" y="453"/>
                  </a:lnTo>
                  <a:lnTo>
                    <a:pt x="1359" y="227"/>
                  </a:lnTo>
                  <a:lnTo>
                    <a:pt x="1283" y="151"/>
                  </a:lnTo>
                  <a:lnTo>
                    <a:pt x="1233" y="101"/>
                  </a:lnTo>
                  <a:lnTo>
                    <a:pt x="1182" y="76"/>
                  </a:lnTo>
                  <a:lnTo>
                    <a:pt x="1208" y="101"/>
                  </a:lnTo>
                  <a:lnTo>
                    <a:pt x="1233" y="126"/>
                  </a:lnTo>
                  <a:lnTo>
                    <a:pt x="1182" y="101"/>
                  </a:lnTo>
                  <a:lnTo>
                    <a:pt x="1157" y="76"/>
                  </a:lnTo>
                  <a:lnTo>
                    <a:pt x="1132" y="51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8"/>
            <p:cNvSpPr/>
            <p:nvPr/>
          </p:nvSpPr>
          <p:spPr>
            <a:xfrm>
              <a:off x="8156663" y="4414329"/>
              <a:ext cx="40120" cy="31570"/>
            </a:xfrm>
            <a:custGeom>
              <a:rect b="b" l="l" r="r" t="t"/>
              <a:pathLst>
                <a:path extrusionOk="0" h="1561" w="1586">
                  <a:moveTo>
                    <a:pt x="1208" y="1"/>
                  </a:moveTo>
                  <a:lnTo>
                    <a:pt x="1132" y="51"/>
                  </a:lnTo>
                  <a:lnTo>
                    <a:pt x="1057" y="127"/>
                  </a:lnTo>
                  <a:lnTo>
                    <a:pt x="982" y="177"/>
                  </a:lnTo>
                  <a:lnTo>
                    <a:pt x="956" y="177"/>
                  </a:lnTo>
                  <a:lnTo>
                    <a:pt x="956" y="202"/>
                  </a:lnTo>
                  <a:lnTo>
                    <a:pt x="931" y="202"/>
                  </a:lnTo>
                  <a:lnTo>
                    <a:pt x="881" y="227"/>
                  </a:lnTo>
                  <a:lnTo>
                    <a:pt x="730" y="353"/>
                  </a:lnTo>
                  <a:lnTo>
                    <a:pt x="554" y="504"/>
                  </a:lnTo>
                  <a:lnTo>
                    <a:pt x="428" y="630"/>
                  </a:lnTo>
                  <a:lnTo>
                    <a:pt x="303" y="730"/>
                  </a:lnTo>
                  <a:lnTo>
                    <a:pt x="227" y="781"/>
                  </a:lnTo>
                  <a:lnTo>
                    <a:pt x="177" y="856"/>
                  </a:lnTo>
                  <a:lnTo>
                    <a:pt x="126" y="906"/>
                  </a:lnTo>
                  <a:lnTo>
                    <a:pt x="76" y="957"/>
                  </a:lnTo>
                  <a:lnTo>
                    <a:pt x="1" y="1108"/>
                  </a:lnTo>
                  <a:lnTo>
                    <a:pt x="10" y="1181"/>
                  </a:lnTo>
                  <a:lnTo>
                    <a:pt x="1" y="1208"/>
                  </a:lnTo>
                  <a:lnTo>
                    <a:pt x="1" y="1309"/>
                  </a:lnTo>
                  <a:lnTo>
                    <a:pt x="1" y="1409"/>
                  </a:lnTo>
                  <a:lnTo>
                    <a:pt x="126" y="1510"/>
                  </a:lnTo>
                  <a:lnTo>
                    <a:pt x="227" y="1535"/>
                  </a:lnTo>
                  <a:lnTo>
                    <a:pt x="328" y="1535"/>
                  </a:lnTo>
                  <a:lnTo>
                    <a:pt x="333" y="1533"/>
                  </a:lnTo>
                  <a:lnTo>
                    <a:pt x="333" y="1533"/>
                  </a:lnTo>
                  <a:lnTo>
                    <a:pt x="428" y="1560"/>
                  </a:lnTo>
                  <a:lnTo>
                    <a:pt x="705" y="1384"/>
                  </a:lnTo>
                  <a:lnTo>
                    <a:pt x="831" y="1258"/>
                  </a:lnTo>
                  <a:lnTo>
                    <a:pt x="956" y="1133"/>
                  </a:lnTo>
                  <a:lnTo>
                    <a:pt x="1082" y="1007"/>
                  </a:lnTo>
                  <a:lnTo>
                    <a:pt x="1208" y="856"/>
                  </a:lnTo>
                  <a:lnTo>
                    <a:pt x="1334" y="680"/>
                  </a:lnTo>
                  <a:lnTo>
                    <a:pt x="1434" y="529"/>
                  </a:lnTo>
                  <a:lnTo>
                    <a:pt x="1535" y="378"/>
                  </a:lnTo>
                  <a:lnTo>
                    <a:pt x="1585" y="303"/>
                  </a:lnTo>
                  <a:lnTo>
                    <a:pt x="1535" y="102"/>
                  </a:lnTo>
                  <a:lnTo>
                    <a:pt x="1459" y="51"/>
                  </a:lnTo>
                  <a:lnTo>
                    <a:pt x="1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8"/>
            <p:cNvSpPr/>
            <p:nvPr/>
          </p:nvSpPr>
          <p:spPr>
            <a:xfrm>
              <a:off x="8217099" y="4414855"/>
              <a:ext cx="42675" cy="29507"/>
            </a:xfrm>
            <a:custGeom>
              <a:rect b="b" l="l" r="r" t="t"/>
              <a:pathLst>
                <a:path extrusionOk="0" h="1459" w="1687">
                  <a:moveTo>
                    <a:pt x="1409" y="0"/>
                  </a:moveTo>
                  <a:lnTo>
                    <a:pt x="1233" y="25"/>
                  </a:lnTo>
                  <a:lnTo>
                    <a:pt x="1057" y="76"/>
                  </a:lnTo>
                  <a:lnTo>
                    <a:pt x="940" y="134"/>
                  </a:lnTo>
                  <a:lnTo>
                    <a:pt x="940" y="134"/>
                  </a:lnTo>
                  <a:lnTo>
                    <a:pt x="881" y="151"/>
                  </a:lnTo>
                  <a:lnTo>
                    <a:pt x="705" y="252"/>
                  </a:lnTo>
                  <a:lnTo>
                    <a:pt x="554" y="352"/>
                  </a:lnTo>
                  <a:lnTo>
                    <a:pt x="429" y="453"/>
                  </a:lnTo>
                  <a:lnTo>
                    <a:pt x="303" y="553"/>
                  </a:lnTo>
                  <a:lnTo>
                    <a:pt x="202" y="679"/>
                  </a:lnTo>
                  <a:lnTo>
                    <a:pt x="127" y="780"/>
                  </a:lnTo>
                  <a:lnTo>
                    <a:pt x="76" y="880"/>
                  </a:lnTo>
                  <a:lnTo>
                    <a:pt x="1" y="1031"/>
                  </a:lnTo>
                  <a:lnTo>
                    <a:pt x="76" y="1283"/>
                  </a:lnTo>
                  <a:lnTo>
                    <a:pt x="177" y="1383"/>
                  </a:lnTo>
                  <a:lnTo>
                    <a:pt x="303" y="1459"/>
                  </a:lnTo>
                  <a:lnTo>
                    <a:pt x="554" y="1459"/>
                  </a:lnTo>
                  <a:lnTo>
                    <a:pt x="680" y="1358"/>
                  </a:lnTo>
                  <a:lnTo>
                    <a:pt x="755" y="1283"/>
                  </a:lnTo>
                  <a:lnTo>
                    <a:pt x="856" y="1207"/>
                  </a:lnTo>
                  <a:lnTo>
                    <a:pt x="932" y="1132"/>
                  </a:lnTo>
                  <a:lnTo>
                    <a:pt x="1007" y="1031"/>
                  </a:lnTo>
                  <a:lnTo>
                    <a:pt x="1082" y="931"/>
                  </a:lnTo>
                  <a:lnTo>
                    <a:pt x="1183" y="855"/>
                  </a:lnTo>
                  <a:lnTo>
                    <a:pt x="1208" y="830"/>
                  </a:lnTo>
                  <a:lnTo>
                    <a:pt x="1258" y="780"/>
                  </a:lnTo>
                  <a:lnTo>
                    <a:pt x="1284" y="780"/>
                  </a:lnTo>
                  <a:lnTo>
                    <a:pt x="1309" y="755"/>
                  </a:lnTo>
                  <a:lnTo>
                    <a:pt x="1359" y="704"/>
                  </a:lnTo>
                  <a:lnTo>
                    <a:pt x="1364" y="689"/>
                  </a:lnTo>
                  <a:lnTo>
                    <a:pt x="1364" y="689"/>
                  </a:lnTo>
                  <a:lnTo>
                    <a:pt x="1384" y="679"/>
                  </a:lnTo>
                  <a:lnTo>
                    <a:pt x="1435" y="629"/>
                  </a:lnTo>
                  <a:lnTo>
                    <a:pt x="1435" y="604"/>
                  </a:lnTo>
                  <a:lnTo>
                    <a:pt x="1460" y="604"/>
                  </a:lnTo>
                  <a:lnTo>
                    <a:pt x="1560" y="528"/>
                  </a:lnTo>
                  <a:lnTo>
                    <a:pt x="1611" y="453"/>
                  </a:lnTo>
                  <a:lnTo>
                    <a:pt x="1616" y="433"/>
                  </a:lnTo>
                  <a:lnTo>
                    <a:pt x="1616" y="433"/>
                  </a:lnTo>
                  <a:lnTo>
                    <a:pt x="1686" y="327"/>
                  </a:lnTo>
                  <a:lnTo>
                    <a:pt x="1636" y="151"/>
                  </a:lnTo>
                  <a:lnTo>
                    <a:pt x="1585" y="101"/>
                  </a:lnTo>
                  <a:lnTo>
                    <a:pt x="1535" y="50"/>
                  </a:lnTo>
                  <a:lnTo>
                    <a:pt x="1435" y="0"/>
                  </a:lnTo>
                  <a:lnTo>
                    <a:pt x="1415" y="5"/>
                  </a:lnTo>
                  <a:lnTo>
                    <a:pt x="1415" y="5"/>
                  </a:lnTo>
                  <a:lnTo>
                    <a:pt x="14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8"/>
            <p:cNvSpPr/>
            <p:nvPr/>
          </p:nvSpPr>
          <p:spPr>
            <a:xfrm>
              <a:off x="8270552" y="4412812"/>
              <a:ext cx="49024" cy="33087"/>
            </a:xfrm>
            <a:custGeom>
              <a:rect b="b" l="l" r="r" t="t"/>
              <a:pathLst>
                <a:path extrusionOk="0" h="1636" w="1938">
                  <a:moveTo>
                    <a:pt x="1660" y="1"/>
                  </a:moveTo>
                  <a:lnTo>
                    <a:pt x="1560" y="26"/>
                  </a:lnTo>
                  <a:lnTo>
                    <a:pt x="1384" y="101"/>
                  </a:lnTo>
                  <a:lnTo>
                    <a:pt x="1208" y="151"/>
                  </a:lnTo>
                  <a:lnTo>
                    <a:pt x="1258" y="151"/>
                  </a:lnTo>
                  <a:lnTo>
                    <a:pt x="1132" y="177"/>
                  </a:lnTo>
                  <a:lnTo>
                    <a:pt x="881" y="353"/>
                  </a:lnTo>
                  <a:lnTo>
                    <a:pt x="705" y="478"/>
                  </a:lnTo>
                  <a:lnTo>
                    <a:pt x="504" y="629"/>
                  </a:lnTo>
                  <a:lnTo>
                    <a:pt x="403" y="705"/>
                  </a:lnTo>
                  <a:lnTo>
                    <a:pt x="302" y="830"/>
                  </a:lnTo>
                  <a:lnTo>
                    <a:pt x="252" y="906"/>
                  </a:lnTo>
                  <a:lnTo>
                    <a:pt x="202" y="956"/>
                  </a:lnTo>
                  <a:lnTo>
                    <a:pt x="151" y="1057"/>
                  </a:lnTo>
                  <a:lnTo>
                    <a:pt x="101" y="1132"/>
                  </a:lnTo>
                  <a:lnTo>
                    <a:pt x="51" y="1208"/>
                  </a:lnTo>
                  <a:lnTo>
                    <a:pt x="51" y="1283"/>
                  </a:lnTo>
                  <a:lnTo>
                    <a:pt x="51" y="1333"/>
                  </a:lnTo>
                  <a:lnTo>
                    <a:pt x="51" y="1359"/>
                  </a:lnTo>
                  <a:lnTo>
                    <a:pt x="26" y="1434"/>
                  </a:lnTo>
                  <a:lnTo>
                    <a:pt x="1" y="1510"/>
                  </a:lnTo>
                  <a:lnTo>
                    <a:pt x="51" y="1635"/>
                  </a:lnTo>
                  <a:lnTo>
                    <a:pt x="252" y="1635"/>
                  </a:lnTo>
                  <a:lnTo>
                    <a:pt x="302" y="1610"/>
                  </a:lnTo>
                  <a:lnTo>
                    <a:pt x="403" y="1610"/>
                  </a:lnTo>
                  <a:lnTo>
                    <a:pt x="478" y="1585"/>
                  </a:lnTo>
                  <a:lnTo>
                    <a:pt x="529" y="1560"/>
                  </a:lnTo>
                  <a:lnTo>
                    <a:pt x="629" y="1510"/>
                  </a:lnTo>
                  <a:lnTo>
                    <a:pt x="730" y="1434"/>
                  </a:lnTo>
                  <a:lnTo>
                    <a:pt x="856" y="1359"/>
                  </a:lnTo>
                  <a:lnTo>
                    <a:pt x="981" y="1258"/>
                  </a:lnTo>
                  <a:lnTo>
                    <a:pt x="1057" y="1183"/>
                  </a:lnTo>
                  <a:lnTo>
                    <a:pt x="1157" y="1107"/>
                  </a:lnTo>
                  <a:lnTo>
                    <a:pt x="1334" y="956"/>
                  </a:lnTo>
                  <a:lnTo>
                    <a:pt x="1484" y="830"/>
                  </a:lnTo>
                  <a:lnTo>
                    <a:pt x="1535" y="805"/>
                  </a:lnTo>
                  <a:lnTo>
                    <a:pt x="1560" y="780"/>
                  </a:lnTo>
                  <a:lnTo>
                    <a:pt x="1610" y="730"/>
                  </a:lnTo>
                  <a:lnTo>
                    <a:pt x="1635" y="705"/>
                  </a:lnTo>
                  <a:lnTo>
                    <a:pt x="1681" y="659"/>
                  </a:lnTo>
                  <a:lnTo>
                    <a:pt x="1660" y="680"/>
                  </a:lnTo>
                  <a:lnTo>
                    <a:pt x="1660" y="680"/>
                  </a:lnTo>
                  <a:lnTo>
                    <a:pt x="1761" y="604"/>
                  </a:lnTo>
                  <a:lnTo>
                    <a:pt x="1837" y="504"/>
                  </a:lnTo>
                  <a:lnTo>
                    <a:pt x="1912" y="453"/>
                  </a:lnTo>
                  <a:lnTo>
                    <a:pt x="1937" y="252"/>
                  </a:lnTo>
                  <a:lnTo>
                    <a:pt x="1887" y="151"/>
                  </a:lnTo>
                  <a:lnTo>
                    <a:pt x="1837" y="76"/>
                  </a:lnTo>
                  <a:lnTo>
                    <a:pt x="16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9" name="Google Shape;479;p18"/>
          <p:cNvGrpSpPr/>
          <p:nvPr/>
        </p:nvGrpSpPr>
        <p:grpSpPr>
          <a:xfrm>
            <a:off x="3508180" y="1494163"/>
            <a:ext cx="2145636" cy="3020903"/>
            <a:chOff x="3508180" y="1494163"/>
            <a:chExt cx="2145636" cy="3020903"/>
          </a:xfrm>
        </p:grpSpPr>
        <p:sp>
          <p:nvSpPr>
            <p:cNvPr id="480" name="Google Shape;480;p18"/>
            <p:cNvSpPr txBox="1"/>
            <p:nvPr/>
          </p:nvSpPr>
          <p:spPr>
            <a:xfrm>
              <a:off x="3594900" y="1494163"/>
              <a:ext cx="1972200" cy="52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Jonathan</a:t>
              </a:r>
              <a:endParaRPr sz="19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Smith, 32</a:t>
              </a:r>
              <a:endParaRPr sz="19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81" name="Google Shape;481;p18"/>
            <p:cNvSpPr/>
            <p:nvPr/>
          </p:nvSpPr>
          <p:spPr>
            <a:xfrm>
              <a:off x="5183190" y="2897129"/>
              <a:ext cx="88682" cy="138425"/>
            </a:xfrm>
            <a:custGeom>
              <a:rect b="b" l="l" r="r" t="t"/>
              <a:pathLst>
                <a:path extrusionOk="0" h="4570" w="2928">
                  <a:moveTo>
                    <a:pt x="1144" y="0"/>
                  </a:moveTo>
                  <a:cubicBezTo>
                    <a:pt x="1017" y="0"/>
                    <a:pt x="889" y="99"/>
                    <a:pt x="860" y="264"/>
                  </a:cubicBezTo>
                  <a:lnTo>
                    <a:pt x="860" y="583"/>
                  </a:lnTo>
                  <a:cubicBezTo>
                    <a:pt x="769" y="583"/>
                    <a:pt x="679" y="674"/>
                    <a:pt x="679" y="808"/>
                  </a:cubicBezTo>
                  <a:lnTo>
                    <a:pt x="679" y="1490"/>
                  </a:lnTo>
                  <a:cubicBezTo>
                    <a:pt x="544" y="1534"/>
                    <a:pt x="454" y="1624"/>
                    <a:pt x="407" y="1762"/>
                  </a:cubicBezTo>
                  <a:cubicBezTo>
                    <a:pt x="316" y="2259"/>
                    <a:pt x="134" y="2759"/>
                    <a:pt x="44" y="3256"/>
                  </a:cubicBezTo>
                  <a:cubicBezTo>
                    <a:pt x="0" y="3485"/>
                    <a:pt x="225" y="3666"/>
                    <a:pt x="407" y="3710"/>
                  </a:cubicBezTo>
                  <a:lnTo>
                    <a:pt x="407" y="3982"/>
                  </a:lnTo>
                  <a:cubicBezTo>
                    <a:pt x="407" y="4254"/>
                    <a:pt x="679" y="4392"/>
                    <a:pt x="907" y="4392"/>
                  </a:cubicBezTo>
                  <a:lnTo>
                    <a:pt x="1041" y="4526"/>
                  </a:lnTo>
                  <a:cubicBezTo>
                    <a:pt x="1099" y="4555"/>
                    <a:pt x="1171" y="4570"/>
                    <a:pt x="1245" y="4570"/>
                  </a:cubicBezTo>
                  <a:cubicBezTo>
                    <a:pt x="1403" y="4570"/>
                    <a:pt x="1571" y="4500"/>
                    <a:pt x="1632" y="4344"/>
                  </a:cubicBezTo>
                  <a:cubicBezTo>
                    <a:pt x="1767" y="4120"/>
                    <a:pt x="1904" y="3938"/>
                    <a:pt x="2129" y="3757"/>
                  </a:cubicBezTo>
                  <a:cubicBezTo>
                    <a:pt x="2358" y="3575"/>
                    <a:pt x="2583" y="3438"/>
                    <a:pt x="2764" y="3166"/>
                  </a:cubicBezTo>
                  <a:cubicBezTo>
                    <a:pt x="2928" y="2920"/>
                    <a:pt x="2686" y="2565"/>
                    <a:pt x="2403" y="2565"/>
                  </a:cubicBezTo>
                  <a:cubicBezTo>
                    <a:pt x="2373" y="2565"/>
                    <a:pt x="2342" y="2569"/>
                    <a:pt x="2311" y="2578"/>
                  </a:cubicBezTo>
                  <a:cubicBezTo>
                    <a:pt x="1995" y="2669"/>
                    <a:pt x="1767" y="2894"/>
                    <a:pt x="1495" y="3122"/>
                  </a:cubicBezTo>
                  <a:cubicBezTo>
                    <a:pt x="1451" y="3166"/>
                    <a:pt x="1404" y="3213"/>
                    <a:pt x="1313" y="3256"/>
                  </a:cubicBezTo>
                  <a:cubicBezTo>
                    <a:pt x="1360" y="3122"/>
                    <a:pt x="1360" y="2941"/>
                    <a:pt x="1360" y="2803"/>
                  </a:cubicBezTo>
                  <a:cubicBezTo>
                    <a:pt x="1404" y="2759"/>
                    <a:pt x="1451" y="2669"/>
                    <a:pt x="1495" y="2578"/>
                  </a:cubicBezTo>
                  <a:cubicBezTo>
                    <a:pt x="1632" y="1806"/>
                    <a:pt x="1723" y="855"/>
                    <a:pt x="1360" y="130"/>
                  </a:cubicBezTo>
                  <a:cubicBezTo>
                    <a:pt x="1306" y="41"/>
                    <a:pt x="1225" y="0"/>
                    <a:pt x="1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482" name="Google Shape;482;p18"/>
            <p:cNvGrpSpPr/>
            <p:nvPr/>
          </p:nvGrpSpPr>
          <p:grpSpPr>
            <a:xfrm>
              <a:off x="3508180" y="2369277"/>
              <a:ext cx="2145636" cy="2145789"/>
              <a:chOff x="3508180" y="2369277"/>
              <a:chExt cx="2145636" cy="2145789"/>
            </a:xfrm>
          </p:grpSpPr>
          <p:sp>
            <p:nvSpPr>
              <p:cNvPr id="483" name="Google Shape;483;p18"/>
              <p:cNvSpPr/>
              <p:nvPr/>
            </p:nvSpPr>
            <p:spPr>
              <a:xfrm>
                <a:off x="3508180" y="2369277"/>
                <a:ext cx="2145636" cy="2145789"/>
              </a:xfrm>
              <a:custGeom>
                <a:rect b="b" l="l" r="r" t="t"/>
                <a:pathLst>
                  <a:path extrusionOk="0" fill="none" h="61247" w="61247">
                    <a:moveTo>
                      <a:pt x="61246" y="30647"/>
                    </a:moveTo>
                    <a:cubicBezTo>
                      <a:pt x="61246" y="47556"/>
                      <a:pt x="47555" y="61247"/>
                      <a:pt x="30647" y="61247"/>
                    </a:cubicBezTo>
                    <a:cubicBezTo>
                      <a:pt x="13735" y="61247"/>
                      <a:pt x="0" y="47556"/>
                      <a:pt x="0" y="30647"/>
                    </a:cubicBezTo>
                    <a:cubicBezTo>
                      <a:pt x="0" y="13692"/>
                      <a:pt x="13735" y="1"/>
                      <a:pt x="30647" y="1"/>
                    </a:cubicBezTo>
                    <a:cubicBezTo>
                      <a:pt x="47555" y="1"/>
                      <a:pt x="61246" y="13692"/>
                      <a:pt x="61246" y="30647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35175">
                <a:solidFill>
                  <a:srgbClr val="23292A"/>
                </a:solidFill>
                <a:prstDash val="solid"/>
                <a:miter lim="3626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84" name="Google Shape;484;p18"/>
              <p:cNvSpPr/>
              <p:nvPr/>
            </p:nvSpPr>
            <p:spPr>
              <a:xfrm>
                <a:off x="3922617" y="2650278"/>
                <a:ext cx="1518379" cy="1778482"/>
              </a:xfrm>
              <a:custGeom>
                <a:rect b="b" l="l" r="r" t="t"/>
                <a:pathLst>
                  <a:path extrusionOk="0" h="50763" w="43342">
                    <a:moveTo>
                      <a:pt x="39399" y="6215"/>
                    </a:moveTo>
                    <a:lnTo>
                      <a:pt x="39399" y="6215"/>
                    </a:lnTo>
                    <a:cubicBezTo>
                      <a:pt x="39762" y="6940"/>
                      <a:pt x="39852" y="7891"/>
                      <a:pt x="39624" y="8663"/>
                    </a:cubicBezTo>
                    <a:cubicBezTo>
                      <a:pt x="39490" y="8482"/>
                      <a:pt x="39308" y="8344"/>
                      <a:pt x="39127" y="8163"/>
                    </a:cubicBezTo>
                    <a:cubicBezTo>
                      <a:pt x="39580" y="7619"/>
                      <a:pt x="39624" y="6893"/>
                      <a:pt x="39399" y="6215"/>
                    </a:cubicBezTo>
                    <a:close/>
                    <a:moveTo>
                      <a:pt x="41314" y="9145"/>
                    </a:moveTo>
                    <a:cubicBezTo>
                      <a:pt x="41491" y="9145"/>
                      <a:pt x="41669" y="9166"/>
                      <a:pt x="41847" y="9207"/>
                    </a:cubicBezTo>
                    <a:cubicBezTo>
                      <a:pt x="41256" y="9341"/>
                      <a:pt x="40668" y="9523"/>
                      <a:pt x="40396" y="10023"/>
                    </a:cubicBezTo>
                    <a:lnTo>
                      <a:pt x="40124" y="9479"/>
                    </a:lnTo>
                    <a:cubicBezTo>
                      <a:pt x="40504" y="9256"/>
                      <a:pt x="40905" y="9145"/>
                      <a:pt x="41314" y="9145"/>
                    </a:cubicBezTo>
                    <a:close/>
                    <a:moveTo>
                      <a:pt x="6922" y="813"/>
                    </a:moveTo>
                    <a:cubicBezTo>
                      <a:pt x="7816" y="813"/>
                      <a:pt x="8774" y="1060"/>
                      <a:pt x="9750" y="1634"/>
                    </a:cubicBezTo>
                    <a:cubicBezTo>
                      <a:pt x="11745" y="2770"/>
                      <a:pt x="13286" y="4626"/>
                      <a:pt x="15009" y="6077"/>
                    </a:cubicBezTo>
                    <a:cubicBezTo>
                      <a:pt x="16913" y="7666"/>
                      <a:pt x="19132" y="8435"/>
                      <a:pt x="21581" y="8707"/>
                    </a:cubicBezTo>
                    <a:cubicBezTo>
                      <a:pt x="22159" y="8773"/>
                      <a:pt x="22741" y="8802"/>
                      <a:pt x="23325" y="8802"/>
                    </a:cubicBezTo>
                    <a:cubicBezTo>
                      <a:pt x="25535" y="8802"/>
                      <a:pt x="27771" y="8387"/>
                      <a:pt x="29922" y="8028"/>
                    </a:cubicBezTo>
                    <a:cubicBezTo>
                      <a:pt x="31329" y="7816"/>
                      <a:pt x="32833" y="7544"/>
                      <a:pt x="34303" y="7544"/>
                    </a:cubicBezTo>
                    <a:cubicBezTo>
                      <a:pt x="35674" y="7544"/>
                      <a:pt x="37016" y="7781"/>
                      <a:pt x="38220" y="8525"/>
                    </a:cubicBezTo>
                    <a:cubicBezTo>
                      <a:pt x="41122" y="10339"/>
                      <a:pt x="39533" y="14375"/>
                      <a:pt x="38264" y="16642"/>
                    </a:cubicBezTo>
                    <a:cubicBezTo>
                      <a:pt x="37176" y="18546"/>
                      <a:pt x="35863" y="20312"/>
                      <a:pt x="35410" y="22445"/>
                    </a:cubicBezTo>
                    <a:cubicBezTo>
                      <a:pt x="35000" y="20813"/>
                      <a:pt x="34503" y="19224"/>
                      <a:pt x="34002" y="17730"/>
                    </a:cubicBezTo>
                    <a:cubicBezTo>
                      <a:pt x="33596" y="16595"/>
                      <a:pt x="33368" y="15373"/>
                      <a:pt x="32914" y="14285"/>
                    </a:cubicBezTo>
                    <a:cubicBezTo>
                      <a:pt x="32914" y="14238"/>
                      <a:pt x="32914" y="14238"/>
                      <a:pt x="32871" y="14194"/>
                    </a:cubicBezTo>
                    <a:cubicBezTo>
                      <a:pt x="32871" y="14056"/>
                      <a:pt x="32733" y="13875"/>
                      <a:pt x="32508" y="13875"/>
                    </a:cubicBezTo>
                    <a:cubicBezTo>
                      <a:pt x="31033" y="13803"/>
                      <a:pt x="29550" y="13781"/>
                      <a:pt x="28063" y="13781"/>
                    </a:cubicBezTo>
                    <a:cubicBezTo>
                      <a:pt x="25803" y="13781"/>
                      <a:pt x="23534" y="13831"/>
                      <a:pt x="21265" y="13831"/>
                    </a:cubicBezTo>
                    <a:cubicBezTo>
                      <a:pt x="20952" y="13835"/>
                      <a:pt x="20638" y="13836"/>
                      <a:pt x="20323" y="13836"/>
                    </a:cubicBezTo>
                    <a:cubicBezTo>
                      <a:pt x="18549" y="13836"/>
                      <a:pt x="16752" y="13790"/>
                      <a:pt x="14962" y="13790"/>
                    </a:cubicBezTo>
                    <a:cubicBezTo>
                      <a:pt x="13070" y="13790"/>
                      <a:pt x="11184" y="13842"/>
                      <a:pt x="9340" y="14056"/>
                    </a:cubicBezTo>
                    <a:cubicBezTo>
                      <a:pt x="9249" y="14056"/>
                      <a:pt x="9206" y="14103"/>
                      <a:pt x="9206" y="14147"/>
                    </a:cubicBezTo>
                    <a:cubicBezTo>
                      <a:pt x="9115" y="14147"/>
                      <a:pt x="9024" y="14194"/>
                      <a:pt x="8977" y="14285"/>
                    </a:cubicBezTo>
                    <a:cubicBezTo>
                      <a:pt x="8977" y="14328"/>
                      <a:pt x="8934" y="14419"/>
                      <a:pt x="8887" y="14510"/>
                    </a:cubicBezTo>
                    <a:cubicBezTo>
                      <a:pt x="8752" y="14375"/>
                      <a:pt x="8571" y="14285"/>
                      <a:pt x="8433" y="14103"/>
                    </a:cubicBezTo>
                    <a:cubicBezTo>
                      <a:pt x="8161" y="13831"/>
                      <a:pt x="8071" y="13469"/>
                      <a:pt x="7936" y="13149"/>
                    </a:cubicBezTo>
                    <a:cubicBezTo>
                      <a:pt x="7919" y="13115"/>
                      <a:pt x="7888" y="13101"/>
                      <a:pt x="7858" y="13101"/>
                    </a:cubicBezTo>
                    <a:cubicBezTo>
                      <a:pt x="7807" y="13101"/>
                      <a:pt x="7755" y="13140"/>
                      <a:pt x="7755" y="13197"/>
                    </a:cubicBezTo>
                    <a:cubicBezTo>
                      <a:pt x="7846" y="13784"/>
                      <a:pt x="8208" y="14510"/>
                      <a:pt x="8796" y="14829"/>
                    </a:cubicBezTo>
                    <a:cubicBezTo>
                      <a:pt x="8705" y="15054"/>
                      <a:pt x="8662" y="15235"/>
                      <a:pt x="8615" y="15416"/>
                    </a:cubicBezTo>
                    <a:cubicBezTo>
                      <a:pt x="8161" y="15191"/>
                      <a:pt x="7846" y="14829"/>
                      <a:pt x="7483" y="14419"/>
                    </a:cubicBezTo>
                    <a:cubicBezTo>
                      <a:pt x="7469" y="14406"/>
                      <a:pt x="7452" y="14401"/>
                      <a:pt x="7434" y="14401"/>
                    </a:cubicBezTo>
                    <a:cubicBezTo>
                      <a:pt x="7391" y="14401"/>
                      <a:pt x="7345" y="14433"/>
                      <a:pt x="7345" y="14466"/>
                    </a:cubicBezTo>
                    <a:cubicBezTo>
                      <a:pt x="7574" y="15010"/>
                      <a:pt x="8027" y="15463"/>
                      <a:pt x="8524" y="15735"/>
                    </a:cubicBezTo>
                    <a:cubicBezTo>
                      <a:pt x="8433" y="16007"/>
                      <a:pt x="8390" y="16232"/>
                      <a:pt x="8299" y="16504"/>
                    </a:cubicBezTo>
                    <a:cubicBezTo>
                      <a:pt x="8252" y="16461"/>
                      <a:pt x="8208" y="16461"/>
                      <a:pt x="8161" y="16414"/>
                    </a:cubicBezTo>
                    <a:cubicBezTo>
                      <a:pt x="7936" y="16279"/>
                      <a:pt x="7755" y="16098"/>
                      <a:pt x="7574" y="15870"/>
                    </a:cubicBezTo>
                    <a:cubicBezTo>
                      <a:pt x="7547" y="15830"/>
                      <a:pt x="7513" y="15814"/>
                      <a:pt x="7480" y="15814"/>
                    </a:cubicBezTo>
                    <a:cubicBezTo>
                      <a:pt x="7400" y="15814"/>
                      <a:pt x="7328" y="15910"/>
                      <a:pt x="7392" y="16007"/>
                    </a:cubicBezTo>
                    <a:cubicBezTo>
                      <a:pt x="7527" y="16232"/>
                      <a:pt x="7664" y="16461"/>
                      <a:pt x="7889" y="16595"/>
                    </a:cubicBezTo>
                    <a:cubicBezTo>
                      <a:pt x="7980" y="16686"/>
                      <a:pt x="8118" y="16776"/>
                      <a:pt x="8208" y="16823"/>
                    </a:cubicBezTo>
                    <a:cubicBezTo>
                      <a:pt x="8161" y="17139"/>
                      <a:pt x="8071" y="17411"/>
                      <a:pt x="7936" y="17730"/>
                    </a:cubicBezTo>
                    <a:cubicBezTo>
                      <a:pt x="7936" y="17821"/>
                      <a:pt x="7889" y="17911"/>
                      <a:pt x="7846" y="18002"/>
                    </a:cubicBezTo>
                    <a:cubicBezTo>
                      <a:pt x="7073" y="17592"/>
                      <a:pt x="6304" y="17186"/>
                      <a:pt x="5623" y="16551"/>
                    </a:cubicBezTo>
                    <a:cubicBezTo>
                      <a:pt x="4262" y="15235"/>
                      <a:pt x="5035" y="13784"/>
                      <a:pt x="4944" y="12199"/>
                    </a:cubicBezTo>
                    <a:cubicBezTo>
                      <a:pt x="4854" y="10930"/>
                      <a:pt x="3537" y="9795"/>
                      <a:pt x="2449" y="9026"/>
                    </a:cubicBezTo>
                    <a:cubicBezTo>
                      <a:pt x="1361" y="7347"/>
                      <a:pt x="1452" y="5399"/>
                      <a:pt x="2315" y="3810"/>
                    </a:cubicBezTo>
                    <a:lnTo>
                      <a:pt x="2315" y="3810"/>
                    </a:lnTo>
                    <a:cubicBezTo>
                      <a:pt x="2315" y="4764"/>
                      <a:pt x="2950" y="5624"/>
                      <a:pt x="3718" y="6168"/>
                    </a:cubicBezTo>
                    <a:cubicBezTo>
                      <a:pt x="3745" y="6194"/>
                      <a:pt x="3775" y="6206"/>
                      <a:pt x="3804" y="6206"/>
                    </a:cubicBezTo>
                    <a:cubicBezTo>
                      <a:pt x="3928" y="6206"/>
                      <a:pt x="4046" y="6007"/>
                      <a:pt x="3900" y="5896"/>
                    </a:cubicBezTo>
                    <a:cubicBezTo>
                      <a:pt x="3222" y="5218"/>
                      <a:pt x="2496" y="4402"/>
                      <a:pt x="2630" y="3357"/>
                    </a:cubicBezTo>
                    <a:cubicBezTo>
                      <a:pt x="2630" y="3314"/>
                      <a:pt x="2630" y="3266"/>
                      <a:pt x="2587" y="3266"/>
                    </a:cubicBezTo>
                    <a:cubicBezTo>
                      <a:pt x="2859" y="2904"/>
                      <a:pt x="3131" y="2541"/>
                      <a:pt x="3494" y="2226"/>
                    </a:cubicBezTo>
                    <a:cubicBezTo>
                      <a:pt x="3494" y="2860"/>
                      <a:pt x="3856" y="3586"/>
                      <a:pt x="4172" y="4039"/>
                    </a:cubicBezTo>
                    <a:cubicBezTo>
                      <a:pt x="4226" y="4120"/>
                      <a:pt x="4300" y="4153"/>
                      <a:pt x="4373" y="4153"/>
                    </a:cubicBezTo>
                    <a:cubicBezTo>
                      <a:pt x="4545" y="4153"/>
                      <a:pt x="4709" y="3971"/>
                      <a:pt x="4582" y="3810"/>
                    </a:cubicBezTo>
                    <a:cubicBezTo>
                      <a:pt x="4353" y="3495"/>
                      <a:pt x="4172" y="3132"/>
                      <a:pt x="4038" y="2770"/>
                    </a:cubicBezTo>
                    <a:cubicBezTo>
                      <a:pt x="3947" y="2450"/>
                      <a:pt x="3947" y="2178"/>
                      <a:pt x="3900" y="1863"/>
                    </a:cubicBezTo>
                    <a:cubicBezTo>
                      <a:pt x="4262" y="1591"/>
                      <a:pt x="4672" y="1362"/>
                      <a:pt x="5079" y="1181"/>
                    </a:cubicBezTo>
                    <a:cubicBezTo>
                      <a:pt x="5079" y="1997"/>
                      <a:pt x="5441" y="2904"/>
                      <a:pt x="5985" y="3448"/>
                    </a:cubicBezTo>
                    <a:cubicBezTo>
                      <a:pt x="6026" y="3501"/>
                      <a:pt x="6077" y="3523"/>
                      <a:pt x="6127" y="3523"/>
                    </a:cubicBezTo>
                    <a:cubicBezTo>
                      <a:pt x="6247" y="3523"/>
                      <a:pt x="6355" y="3395"/>
                      <a:pt x="6257" y="3266"/>
                    </a:cubicBezTo>
                    <a:cubicBezTo>
                      <a:pt x="5851" y="2541"/>
                      <a:pt x="5532" y="1863"/>
                      <a:pt x="5441" y="1047"/>
                    </a:cubicBezTo>
                    <a:cubicBezTo>
                      <a:pt x="5907" y="896"/>
                      <a:pt x="6404" y="813"/>
                      <a:pt x="6922" y="813"/>
                    </a:cubicBezTo>
                    <a:close/>
                    <a:moveTo>
                      <a:pt x="9387" y="14419"/>
                    </a:moveTo>
                    <a:cubicBezTo>
                      <a:pt x="11230" y="14646"/>
                      <a:pt x="13107" y="14703"/>
                      <a:pt x="14990" y="14703"/>
                    </a:cubicBezTo>
                    <a:cubicBezTo>
                      <a:pt x="16858" y="14703"/>
                      <a:pt x="18732" y="14647"/>
                      <a:pt x="20583" y="14647"/>
                    </a:cubicBezTo>
                    <a:cubicBezTo>
                      <a:pt x="22938" y="14647"/>
                      <a:pt x="25324" y="14695"/>
                      <a:pt x="27704" y="14695"/>
                    </a:cubicBezTo>
                    <a:cubicBezTo>
                      <a:pt x="29312" y="14695"/>
                      <a:pt x="30917" y="14673"/>
                      <a:pt x="32508" y="14600"/>
                    </a:cubicBezTo>
                    <a:lnTo>
                      <a:pt x="32552" y="14600"/>
                    </a:lnTo>
                    <a:cubicBezTo>
                      <a:pt x="32689" y="15735"/>
                      <a:pt x="33052" y="16823"/>
                      <a:pt x="33368" y="17911"/>
                    </a:cubicBezTo>
                    <a:cubicBezTo>
                      <a:pt x="34093" y="20360"/>
                      <a:pt x="34593" y="22898"/>
                      <a:pt x="35362" y="25390"/>
                    </a:cubicBezTo>
                    <a:cubicBezTo>
                      <a:pt x="35410" y="25571"/>
                      <a:pt x="35591" y="25618"/>
                      <a:pt x="35725" y="25618"/>
                    </a:cubicBezTo>
                    <a:cubicBezTo>
                      <a:pt x="35749" y="25686"/>
                      <a:pt x="35806" y="25719"/>
                      <a:pt x="35862" y="25719"/>
                    </a:cubicBezTo>
                    <a:cubicBezTo>
                      <a:pt x="35919" y="25719"/>
                      <a:pt x="35975" y="25686"/>
                      <a:pt x="35997" y="25618"/>
                    </a:cubicBezTo>
                    <a:cubicBezTo>
                      <a:pt x="36135" y="25027"/>
                      <a:pt x="36269" y="24393"/>
                      <a:pt x="36588" y="23939"/>
                    </a:cubicBezTo>
                    <a:cubicBezTo>
                      <a:pt x="36694" y="23788"/>
                      <a:pt x="36789" y="23725"/>
                      <a:pt x="36875" y="23725"/>
                    </a:cubicBezTo>
                    <a:cubicBezTo>
                      <a:pt x="37306" y="23725"/>
                      <a:pt x="37495" y="25307"/>
                      <a:pt x="37495" y="25346"/>
                    </a:cubicBezTo>
                    <a:cubicBezTo>
                      <a:pt x="37495" y="26025"/>
                      <a:pt x="37495" y="26659"/>
                      <a:pt x="37314" y="27294"/>
                    </a:cubicBezTo>
                    <a:cubicBezTo>
                      <a:pt x="37266" y="27657"/>
                      <a:pt x="37132" y="27976"/>
                      <a:pt x="36994" y="28339"/>
                    </a:cubicBezTo>
                    <a:cubicBezTo>
                      <a:pt x="36632" y="28339"/>
                      <a:pt x="36226" y="28339"/>
                      <a:pt x="35863" y="28382"/>
                    </a:cubicBezTo>
                    <a:cubicBezTo>
                      <a:pt x="35839" y="28179"/>
                      <a:pt x="35703" y="28077"/>
                      <a:pt x="35567" y="28077"/>
                    </a:cubicBezTo>
                    <a:cubicBezTo>
                      <a:pt x="35431" y="28077"/>
                      <a:pt x="35295" y="28179"/>
                      <a:pt x="35272" y="28382"/>
                    </a:cubicBezTo>
                    <a:cubicBezTo>
                      <a:pt x="34637" y="35683"/>
                      <a:pt x="26796" y="35817"/>
                      <a:pt x="20946" y="35955"/>
                    </a:cubicBezTo>
                    <a:cubicBezTo>
                      <a:pt x="15143" y="35817"/>
                      <a:pt x="7255" y="35683"/>
                      <a:pt x="6667" y="28382"/>
                    </a:cubicBezTo>
                    <a:cubicBezTo>
                      <a:pt x="6643" y="28179"/>
                      <a:pt x="6507" y="28077"/>
                      <a:pt x="6371" y="28077"/>
                    </a:cubicBezTo>
                    <a:cubicBezTo>
                      <a:pt x="6235" y="28077"/>
                      <a:pt x="6099" y="28179"/>
                      <a:pt x="6076" y="28382"/>
                    </a:cubicBezTo>
                    <a:cubicBezTo>
                      <a:pt x="5670" y="28339"/>
                      <a:pt x="5307" y="28339"/>
                      <a:pt x="4944" y="28339"/>
                    </a:cubicBezTo>
                    <a:cubicBezTo>
                      <a:pt x="4763" y="27976"/>
                      <a:pt x="4672" y="27657"/>
                      <a:pt x="4582" y="27294"/>
                    </a:cubicBezTo>
                    <a:cubicBezTo>
                      <a:pt x="4444" y="26659"/>
                      <a:pt x="4400" y="26025"/>
                      <a:pt x="4400" y="25346"/>
                    </a:cubicBezTo>
                    <a:cubicBezTo>
                      <a:pt x="4400" y="25307"/>
                      <a:pt x="4620" y="23725"/>
                      <a:pt x="5035" y="23725"/>
                    </a:cubicBezTo>
                    <a:cubicBezTo>
                      <a:pt x="5118" y="23725"/>
                      <a:pt x="5209" y="23788"/>
                      <a:pt x="5307" y="23939"/>
                    </a:cubicBezTo>
                    <a:cubicBezTo>
                      <a:pt x="5670" y="24393"/>
                      <a:pt x="5804" y="25027"/>
                      <a:pt x="5942" y="25618"/>
                    </a:cubicBezTo>
                    <a:cubicBezTo>
                      <a:pt x="5963" y="25686"/>
                      <a:pt x="6020" y="25719"/>
                      <a:pt x="6076" y="25719"/>
                    </a:cubicBezTo>
                    <a:cubicBezTo>
                      <a:pt x="6133" y="25719"/>
                      <a:pt x="6190" y="25686"/>
                      <a:pt x="6214" y="25618"/>
                    </a:cubicBezTo>
                    <a:cubicBezTo>
                      <a:pt x="6348" y="25618"/>
                      <a:pt x="6486" y="25571"/>
                      <a:pt x="6576" y="25390"/>
                    </a:cubicBezTo>
                    <a:cubicBezTo>
                      <a:pt x="7255" y="23123"/>
                      <a:pt x="7755" y="20766"/>
                      <a:pt x="8390" y="18456"/>
                    </a:cubicBezTo>
                    <a:cubicBezTo>
                      <a:pt x="8480" y="18456"/>
                      <a:pt x="8480" y="18365"/>
                      <a:pt x="8433" y="18318"/>
                    </a:cubicBezTo>
                    <a:lnTo>
                      <a:pt x="8571" y="17911"/>
                    </a:lnTo>
                    <a:cubicBezTo>
                      <a:pt x="8887" y="16776"/>
                      <a:pt x="9297" y="15598"/>
                      <a:pt x="9387" y="14419"/>
                    </a:cubicBezTo>
                    <a:close/>
                    <a:moveTo>
                      <a:pt x="28428" y="36046"/>
                    </a:moveTo>
                    <a:cubicBezTo>
                      <a:pt x="28834" y="36318"/>
                      <a:pt x="29197" y="36633"/>
                      <a:pt x="29559" y="36905"/>
                    </a:cubicBezTo>
                    <a:cubicBezTo>
                      <a:pt x="29197" y="37086"/>
                      <a:pt x="28834" y="37268"/>
                      <a:pt x="28471" y="37358"/>
                    </a:cubicBezTo>
                    <a:cubicBezTo>
                      <a:pt x="28381" y="37177"/>
                      <a:pt x="28247" y="36952"/>
                      <a:pt x="28156" y="36771"/>
                    </a:cubicBezTo>
                    <a:cubicBezTo>
                      <a:pt x="28065" y="36590"/>
                      <a:pt x="27927" y="36408"/>
                      <a:pt x="27837" y="36180"/>
                    </a:cubicBezTo>
                    <a:cubicBezTo>
                      <a:pt x="28018" y="36136"/>
                      <a:pt x="28199" y="36089"/>
                      <a:pt x="28428" y="36046"/>
                    </a:cubicBezTo>
                    <a:close/>
                    <a:moveTo>
                      <a:pt x="14690" y="36318"/>
                    </a:moveTo>
                    <a:cubicBezTo>
                      <a:pt x="15052" y="36408"/>
                      <a:pt x="15415" y="36452"/>
                      <a:pt x="15825" y="36499"/>
                    </a:cubicBezTo>
                    <a:cubicBezTo>
                      <a:pt x="15596" y="36814"/>
                      <a:pt x="15462" y="37134"/>
                      <a:pt x="15281" y="37496"/>
                    </a:cubicBezTo>
                    <a:cubicBezTo>
                      <a:pt x="14871" y="37406"/>
                      <a:pt x="14465" y="37315"/>
                      <a:pt x="14011" y="37224"/>
                    </a:cubicBezTo>
                    <a:cubicBezTo>
                      <a:pt x="14236" y="36952"/>
                      <a:pt x="14465" y="36633"/>
                      <a:pt x="14690" y="36318"/>
                    </a:cubicBezTo>
                    <a:close/>
                    <a:moveTo>
                      <a:pt x="27612" y="36227"/>
                    </a:moveTo>
                    <a:cubicBezTo>
                      <a:pt x="27703" y="36452"/>
                      <a:pt x="27837" y="36680"/>
                      <a:pt x="27927" y="36905"/>
                    </a:cubicBezTo>
                    <a:lnTo>
                      <a:pt x="28199" y="37449"/>
                    </a:lnTo>
                    <a:cubicBezTo>
                      <a:pt x="27927" y="37540"/>
                      <a:pt x="27612" y="37630"/>
                      <a:pt x="27340" y="37678"/>
                    </a:cubicBezTo>
                    <a:cubicBezTo>
                      <a:pt x="27340" y="37358"/>
                      <a:pt x="27202" y="37043"/>
                      <a:pt x="27111" y="36771"/>
                    </a:cubicBezTo>
                    <a:lnTo>
                      <a:pt x="26977" y="36361"/>
                    </a:lnTo>
                    <a:cubicBezTo>
                      <a:pt x="27202" y="36318"/>
                      <a:pt x="27383" y="36270"/>
                      <a:pt x="27612" y="36227"/>
                    </a:cubicBezTo>
                    <a:close/>
                    <a:moveTo>
                      <a:pt x="16097" y="36542"/>
                    </a:moveTo>
                    <a:cubicBezTo>
                      <a:pt x="16594" y="36590"/>
                      <a:pt x="17138" y="36633"/>
                      <a:pt x="17638" y="36680"/>
                    </a:cubicBezTo>
                    <a:cubicBezTo>
                      <a:pt x="17500" y="37043"/>
                      <a:pt x="17366" y="37406"/>
                      <a:pt x="17275" y="37768"/>
                    </a:cubicBezTo>
                    <a:cubicBezTo>
                      <a:pt x="16731" y="37721"/>
                      <a:pt x="16187" y="37630"/>
                      <a:pt x="15643" y="37540"/>
                    </a:cubicBezTo>
                    <a:cubicBezTo>
                      <a:pt x="15825" y="37224"/>
                      <a:pt x="15959" y="36862"/>
                      <a:pt x="16097" y="36542"/>
                    </a:cubicBezTo>
                    <a:close/>
                    <a:moveTo>
                      <a:pt x="26567" y="36408"/>
                    </a:moveTo>
                    <a:cubicBezTo>
                      <a:pt x="26615" y="36590"/>
                      <a:pt x="26658" y="36724"/>
                      <a:pt x="26705" y="36862"/>
                    </a:cubicBezTo>
                    <a:cubicBezTo>
                      <a:pt x="26796" y="37177"/>
                      <a:pt x="26839" y="37496"/>
                      <a:pt x="26930" y="37768"/>
                    </a:cubicBezTo>
                    <a:cubicBezTo>
                      <a:pt x="26658" y="37812"/>
                      <a:pt x="26342" y="37859"/>
                      <a:pt x="26023" y="37902"/>
                    </a:cubicBezTo>
                    <a:cubicBezTo>
                      <a:pt x="25933" y="37449"/>
                      <a:pt x="25842" y="36996"/>
                      <a:pt x="25708" y="36542"/>
                    </a:cubicBezTo>
                    <a:cubicBezTo>
                      <a:pt x="26023" y="36499"/>
                      <a:pt x="26295" y="36452"/>
                      <a:pt x="26567" y="36408"/>
                    </a:cubicBezTo>
                    <a:close/>
                    <a:moveTo>
                      <a:pt x="17863" y="36680"/>
                    </a:moveTo>
                    <a:cubicBezTo>
                      <a:pt x="18407" y="36724"/>
                      <a:pt x="18908" y="36771"/>
                      <a:pt x="19452" y="36771"/>
                    </a:cubicBezTo>
                    <a:cubicBezTo>
                      <a:pt x="19404" y="36905"/>
                      <a:pt x="19361" y="36996"/>
                      <a:pt x="19361" y="37134"/>
                    </a:cubicBezTo>
                    <a:cubicBezTo>
                      <a:pt x="19314" y="37406"/>
                      <a:pt x="19223" y="37678"/>
                      <a:pt x="19132" y="37950"/>
                    </a:cubicBezTo>
                    <a:lnTo>
                      <a:pt x="17638" y="37812"/>
                    </a:lnTo>
                    <a:cubicBezTo>
                      <a:pt x="17729" y="37449"/>
                      <a:pt x="17820" y="37086"/>
                      <a:pt x="17863" y="36680"/>
                    </a:cubicBezTo>
                    <a:close/>
                    <a:moveTo>
                      <a:pt x="20946" y="36771"/>
                    </a:moveTo>
                    <a:cubicBezTo>
                      <a:pt x="20855" y="37177"/>
                      <a:pt x="20812" y="37630"/>
                      <a:pt x="20764" y="38040"/>
                    </a:cubicBezTo>
                    <a:cubicBezTo>
                      <a:pt x="20358" y="38040"/>
                      <a:pt x="19905" y="37993"/>
                      <a:pt x="19495" y="37993"/>
                    </a:cubicBezTo>
                    <a:cubicBezTo>
                      <a:pt x="19542" y="37768"/>
                      <a:pt x="19586" y="37587"/>
                      <a:pt x="19586" y="37406"/>
                    </a:cubicBezTo>
                    <a:cubicBezTo>
                      <a:pt x="19633" y="37177"/>
                      <a:pt x="19676" y="36996"/>
                      <a:pt x="19676" y="36771"/>
                    </a:cubicBezTo>
                    <a:close/>
                    <a:moveTo>
                      <a:pt x="22081" y="36771"/>
                    </a:moveTo>
                    <a:cubicBezTo>
                      <a:pt x="22081" y="37177"/>
                      <a:pt x="22125" y="37630"/>
                      <a:pt x="22125" y="38040"/>
                    </a:cubicBezTo>
                    <a:lnTo>
                      <a:pt x="21127" y="38040"/>
                    </a:lnTo>
                    <a:cubicBezTo>
                      <a:pt x="21174" y="37630"/>
                      <a:pt x="21174" y="37177"/>
                      <a:pt x="21174" y="36771"/>
                    </a:cubicBezTo>
                    <a:close/>
                    <a:moveTo>
                      <a:pt x="23757" y="36724"/>
                    </a:moveTo>
                    <a:cubicBezTo>
                      <a:pt x="23713" y="37134"/>
                      <a:pt x="23713" y="37587"/>
                      <a:pt x="23713" y="38040"/>
                    </a:cubicBezTo>
                    <a:lnTo>
                      <a:pt x="22444" y="38040"/>
                    </a:lnTo>
                    <a:cubicBezTo>
                      <a:pt x="22487" y="37630"/>
                      <a:pt x="22444" y="37177"/>
                      <a:pt x="22353" y="36771"/>
                    </a:cubicBezTo>
                    <a:cubicBezTo>
                      <a:pt x="22806" y="36771"/>
                      <a:pt x="23260" y="36724"/>
                      <a:pt x="23757" y="36724"/>
                    </a:cubicBezTo>
                    <a:close/>
                    <a:moveTo>
                      <a:pt x="25570" y="36542"/>
                    </a:moveTo>
                    <a:cubicBezTo>
                      <a:pt x="25570" y="36996"/>
                      <a:pt x="25661" y="37496"/>
                      <a:pt x="25708" y="37950"/>
                    </a:cubicBezTo>
                    <a:cubicBezTo>
                      <a:pt x="25164" y="37993"/>
                      <a:pt x="24620" y="37993"/>
                      <a:pt x="24029" y="38040"/>
                    </a:cubicBezTo>
                    <a:cubicBezTo>
                      <a:pt x="24076" y="37587"/>
                      <a:pt x="23985" y="37134"/>
                      <a:pt x="23985" y="36680"/>
                    </a:cubicBezTo>
                    <a:cubicBezTo>
                      <a:pt x="24529" y="36680"/>
                      <a:pt x="25026" y="36633"/>
                      <a:pt x="25570" y="36542"/>
                    </a:cubicBezTo>
                    <a:close/>
                    <a:moveTo>
                      <a:pt x="6959" y="1"/>
                    </a:moveTo>
                    <a:cubicBezTo>
                      <a:pt x="6402" y="1"/>
                      <a:pt x="5823" y="86"/>
                      <a:pt x="5216" y="274"/>
                    </a:cubicBezTo>
                    <a:cubicBezTo>
                      <a:pt x="1633" y="1409"/>
                      <a:pt x="1" y="5715"/>
                      <a:pt x="1542" y="8707"/>
                    </a:cubicBezTo>
                    <a:cubicBezTo>
                      <a:pt x="1499" y="8797"/>
                      <a:pt x="1499" y="8888"/>
                      <a:pt x="1542" y="8979"/>
                    </a:cubicBezTo>
                    <a:lnTo>
                      <a:pt x="1952" y="9388"/>
                    </a:lnTo>
                    <a:cubicBezTo>
                      <a:pt x="2315" y="9885"/>
                      <a:pt x="2812" y="10386"/>
                      <a:pt x="3446" y="10749"/>
                    </a:cubicBezTo>
                    <a:cubicBezTo>
                      <a:pt x="3900" y="11245"/>
                      <a:pt x="4262" y="11837"/>
                      <a:pt x="4353" y="12653"/>
                    </a:cubicBezTo>
                    <a:cubicBezTo>
                      <a:pt x="4444" y="13831"/>
                      <a:pt x="3856" y="14466"/>
                      <a:pt x="4310" y="15645"/>
                    </a:cubicBezTo>
                    <a:cubicBezTo>
                      <a:pt x="4763" y="17005"/>
                      <a:pt x="6257" y="18093"/>
                      <a:pt x="7708" y="18408"/>
                    </a:cubicBezTo>
                    <a:cubicBezTo>
                      <a:pt x="7030" y="20360"/>
                      <a:pt x="6439" y="22445"/>
                      <a:pt x="6032" y="24483"/>
                    </a:cubicBezTo>
                    <a:cubicBezTo>
                      <a:pt x="5895" y="23805"/>
                      <a:pt x="5532" y="23123"/>
                      <a:pt x="4897" y="22989"/>
                    </a:cubicBezTo>
                    <a:cubicBezTo>
                      <a:pt x="4857" y="22981"/>
                      <a:pt x="4818" y="22978"/>
                      <a:pt x="4781" y="22978"/>
                    </a:cubicBezTo>
                    <a:cubicBezTo>
                      <a:pt x="3939" y="22978"/>
                      <a:pt x="3856" y="24867"/>
                      <a:pt x="3856" y="25346"/>
                    </a:cubicBezTo>
                    <a:cubicBezTo>
                      <a:pt x="3809" y="26387"/>
                      <a:pt x="3809" y="28611"/>
                      <a:pt x="4897" y="29198"/>
                    </a:cubicBezTo>
                    <a:cubicBezTo>
                      <a:pt x="5216" y="29411"/>
                      <a:pt x="5503" y="29499"/>
                      <a:pt x="5751" y="29499"/>
                    </a:cubicBezTo>
                    <a:cubicBezTo>
                      <a:pt x="5926" y="29499"/>
                      <a:pt x="6082" y="29455"/>
                      <a:pt x="6214" y="29379"/>
                    </a:cubicBezTo>
                    <a:cubicBezTo>
                      <a:pt x="6983" y="33507"/>
                      <a:pt x="10337" y="35411"/>
                      <a:pt x="14193" y="36227"/>
                    </a:cubicBezTo>
                    <a:cubicBezTo>
                      <a:pt x="12332" y="37902"/>
                      <a:pt x="10337" y="39807"/>
                      <a:pt x="9387" y="42073"/>
                    </a:cubicBezTo>
                    <a:cubicBezTo>
                      <a:pt x="8705" y="43615"/>
                      <a:pt x="8208" y="45156"/>
                      <a:pt x="7846" y="46788"/>
                    </a:cubicBezTo>
                    <a:cubicBezTo>
                      <a:pt x="7574" y="48014"/>
                      <a:pt x="6801" y="49327"/>
                      <a:pt x="7302" y="50553"/>
                    </a:cubicBezTo>
                    <a:cubicBezTo>
                      <a:pt x="7346" y="50684"/>
                      <a:pt x="7495" y="50762"/>
                      <a:pt x="7632" y="50762"/>
                    </a:cubicBezTo>
                    <a:cubicBezTo>
                      <a:pt x="7780" y="50762"/>
                      <a:pt x="7914" y="50672"/>
                      <a:pt x="7889" y="50462"/>
                    </a:cubicBezTo>
                    <a:cubicBezTo>
                      <a:pt x="7755" y="49102"/>
                      <a:pt x="8390" y="47695"/>
                      <a:pt x="8662" y="46425"/>
                    </a:cubicBezTo>
                    <a:cubicBezTo>
                      <a:pt x="9068" y="44793"/>
                      <a:pt x="9569" y="43252"/>
                      <a:pt x="10247" y="41801"/>
                    </a:cubicBezTo>
                    <a:cubicBezTo>
                      <a:pt x="11063" y="40035"/>
                      <a:pt x="12604" y="38856"/>
                      <a:pt x="13830" y="37449"/>
                    </a:cubicBezTo>
                    <a:cubicBezTo>
                      <a:pt x="16594" y="38628"/>
                      <a:pt x="19676" y="38675"/>
                      <a:pt x="22669" y="38719"/>
                    </a:cubicBezTo>
                    <a:cubicBezTo>
                      <a:pt x="23022" y="38725"/>
                      <a:pt x="23377" y="38730"/>
                      <a:pt x="23732" y="38730"/>
                    </a:cubicBezTo>
                    <a:cubicBezTo>
                      <a:pt x="25933" y="38730"/>
                      <a:pt x="28159" y="38548"/>
                      <a:pt x="30151" y="37496"/>
                    </a:cubicBezTo>
                    <a:cubicBezTo>
                      <a:pt x="31464" y="38856"/>
                      <a:pt x="32280" y="40488"/>
                      <a:pt x="32914" y="42483"/>
                    </a:cubicBezTo>
                    <a:cubicBezTo>
                      <a:pt x="33596" y="44659"/>
                      <a:pt x="33959" y="46970"/>
                      <a:pt x="35138" y="48964"/>
                    </a:cubicBezTo>
                    <a:cubicBezTo>
                      <a:pt x="35212" y="49085"/>
                      <a:pt x="35318" y="49136"/>
                      <a:pt x="35419" y="49136"/>
                    </a:cubicBezTo>
                    <a:cubicBezTo>
                      <a:pt x="35620" y="49136"/>
                      <a:pt x="35802" y="48934"/>
                      <a:pt x="35682" y="48692"/>
                    </a:cubicBezTo>
                    <a:cubicBezTo>
                      <a:pt x="34049" y="44884"/>
                      <a:pt x="33549" y="39716"/>
                      <a:pt x="30332" y="36952"/>
                    </a:cubicBezTo>
                    <a:cubicBezTo>
                      <a:pt x="30285" y="36862"/>
                      <a:pt x="30194" y="36771"/>
                      <a:pt x="30060" y="36771"/>
                    </a:cubicBezTo>
                    <a:cubicBezTo>
                      <a:pt x="29697" y="36452"/>
                      <a:pt x="29287" y="36180"/>
                      <a:pt x="28834" y="35955"/>
                    </a:cubicBezTo>
                    <a:cubicBezTo>
                      <a:pt x="32236" y="35001"/>
                      <a:pt x="35047" y="33097"/>
                      <a:pt x="35725" y="29379"/>
                    </a:cubicBezTo>
                    <a:cubicBezTo>
                      <a:pt x="35857" y="29455"/>
                      <a:pt x="36012" y="29499"/>
                      <a:pt x="36188" y="29499"/>
                    </a:cubicBezTo>
                    <a:cubicBezTo>
                      <a:pt x="36435" y="29499"/>
                      <a:pt x="36723" y="29411"/>
                      <a:pt x="37042" y="29198"/>
                    </a:cubicBezTo>
                    <a:cubicBezTo>
                      <a:pt x="38082" y="28611"/>
                      <a:pt x="38130" y="26387"/>
                      <a:pt x="38082" y="25346"/>
                    </a:cubicBezTo>
                    <a:cubicBezTo>
                      <a:pt x="38082" y="24867"/>
                      <a:pt x="37999" y="22978"/>
                      <a:pt x="37158" y="22978"/>
                    </a:cubicBezTo>
                    <a:cubicBezTo>
                      <a:pt x="37121" y="22978"/>
                      <a:pt x="37082" y="22981"/>
                      <a:pt x="37042" y="22989"/>
                    </a:cubicBezTo>
                    <a:cubicBezTo>
                      <a:pt x="36407" y="23123"/>
                      <a:pt x="36044" y="23805"/>
                      <a:pt x="35863" y="24483"/>
                    </a:cubicBezTo>
                    <a:cubicBezTo>
                      <a:pt x="35816" y="24258"/>
                      <a:pt x="35772" y="23986"/>
                      <a:pt x="35725" y="23714"/>
                    </a:cubicBezTo>
                    <a:cubicBezTo>
                      <a:pt x="35906" y="23714"/>
                      <a:pt x="36088" y="23624"/>
                      <a:pt x="36135" y="23442"/>
                    </a:cubicBezTo>
                    <a:cubicBezTo>
                      <a:pt x="36860" y="20178"/>
                      <a:pt x="38989" y="17774"/>
                      <a:pt x="40168" y="14691"/>
                    </a:cubicBezTo>
                    <a:cubicBezTo>
                      <a:pt x="40668" y="13421"/>
                      <a:pt x="40850" y="12018"/>
                      <a:pt x="40578" y="10749"/>
                    </a:cubicBezTo>
                    <a:cubicBezTo>
                      <a:pt x="40668" y="10749"/>
                      <a:pt x="40759" y="10701"/>
                      <a:pt x="40803" y="10611"/>
                    </a:cubicBezTo>
                    <a:cubicBezTo>
                      <a:pt x="41303" y="9795"/>
                      <a:pt x="42210" y="9885"/>
                      <a:pt x="43026" y="9751"/>
                    </a:cubicBezTo>
                    <a:cubicBezTo>
                      <a:pt x="43341" y="9660"/>
                      <a:pt x="43341" y="9251"/>
                      <a:pt x="43116" y="9116"/>
                    </a:cubicBezTo>
                    <a:cubicBezTo>
                      <a:pt x="42549" y="8700"/>
                      <a:pt x="41906" y="8478"/>
                      <a:pt x="41274" y="8478"/>
                    </a:cubicBezTo>
                    <a:cubicBezTo>
                      <a:pt x="40944" y="8478"/>
                      <a:pt x="40617" y="8539"/>
                      <a:pt x="40306" y="8663"/>
                    </a:cubicBezTo>
                    <a:cubicBezTo>
                      <a:pt x="40621" y="7075"/>
                      <a:pt x="40077" y="4946"/>
                      <a:pt x="38492" y="4583"/>
                    </a:cubicBezTo>
                    <a:cubicBezTo>
                      <a:pt x="38463" y="4573"/>
                      <a:pt x="38434" y="4569"/>
                      <a:pt x="38407" y="4569"/>
                    </a:cubicBezTo>
                    <a:cubicBezTo>
                      <a:pt x="38176" y="4569"/>
                      <a:pt x="38016" y="4879"/>
                      <a:pt x="38220" y="5080"/>
                    </a:cubicBezTo>
                    <a:cubicBezTo>
                      <a:pt x="38808" y="5762"/>
                      <a:pt x="39352" y="7075"/>
                      <a:pt x="38855" y="7938"/>
                    </a:cubicBezTo>
                    <a:cubicBezTo>
                      <a:pt x="37643" y="6993"/>
                      <a:pt x="36048" y="6720"/>
                      <a:pt x="34482" y="6720"/>
                    </a:cubicBezTo>
                    <a:cubicBezTo>
                      <a:pt x="33644" y="6720"/>
                      <a:pt x="32813" y="6798"/>
                      <a:pt x="32055" y="6893"/>
                    </a:cubicBezTo>
                    <a:cubicBezTo>
                      <a:pt x="29142" y="7273"/>
                      <a:pt x="26184" y="7919"/>
                      <a:pt x="23244" y="7919"/>
                    </a:cubicBezTo>
                    <a:cubicBezTo>
                      <a:pt x="21975" y="7919"/>
                      <a:pt x="20709" y="7798"/>
                      <a:pt x="19452" y="7484"/>
                    </a:cubicBezTo>
                    <a:cubicBezTo>
                      <a:pt x="14859" y="6347"/>
                      <a:pt x="11761" y="1"/>
                      <a:pt x="69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85" name="Google Shape;485;p18"/>
            <p:cNvGrpSpPr/>
            <p:nvPr/>
          </p:nvGrpSpPr>
          <p:grpSpPr>
            <a:xfrm>
              <a:off x="4368969" y="3357983"/>
              <a:ext cx="559087" cy="491595"/>
              <a:chOff x="4368969" y="3357983"/>
              <a:chExt cx="559087" cy="491595"/>
            </a:xfrm>
          </p:grpSpPr>
          <p:sp>
            <p:nvSpPr>
              <p:cNvPr id="486" name="Google Shape;486;p18"/>
              <p:cNvSpPr/>
              <p:nvPr/>
            </p:nvSpPr>
            <p:spPr>
              <a:xfrm>
                <a:off x="4368969" y="3357983"/>
                <a:ext cx="60396" cy="171076"/>
              </a:xfrm>
              <a:custGeom>
                <a:rect b="b" l="l" r="r" t="t"/>
                <a:pathLst>
                  <a:path extrusionOk="0" h="4883" w="1724">
                    <a:moveTo>
                      <a:pt x="1089" y="0"/>
                    </a:moveTo>
                    <a:cubicBezTo>
                      <a:pt x="1015" y="0"/>
                      <a:pt x="945" y="36"/>
                      <a:pt x="908" y="111"/>
                    </a:cubicBezTo>
                    <a:cubicBezTo>
                      <a:pt x="770" y="249"/>
                      <a:pt x="726" y="431"/>
                      <a:pt x="636" y="565"/>
                    </a:cubicBezTo>
                    <a:cubicBezTo>
                      <a:pt x="589" y="612"/>
                      <a:pt x="545" y="612"/>
                      <a:pt x="545" y="703"/>
                    </a:cubicBezTo>
                    <a:cubicBezTo>
                      <a:pt x="545" y="793"/>
                      <a:pt x="498" y="837"/>
                      <a:pt x="498" y="927"/>
                    </a:cubicBezTo>
                    <a:cubicBezTo>
                      <a:pt x="407" y="1247"/>
                      <a:pt x="317" y="1609"/>
                      <a:pt x="317" y="1925"/>
                    </a:cubicBezTo>
                    <a:cubicBezTo>
                      <a:pt x="135" y="2607"/>
                      <a:pt x="1" y="3285"/>
                      <a:pt x="135" y="3967"/>
                    </a:cubicBezTo>
                    <a:cubicBezTo>
                      <a:pt x="207" y="4254"/>
                      <a:pt x="506" y="4883"/>
                      <a:pt x="898" y="4883"/>
                    </a:cubicBezTo>
                    <a:cubicBezTo>
                      <a:pt x="1001" y="4883"/>
                      <a:pt x="1110" y="4840"/>
                      <a:pt x="1223" y="4736"/>
                    </a:cubicBezTo>
                    <a:cubicBezTo>
                      <a:pt x="1724" y="4239"/>
                      <a:pt x="1633" y="3241"/>
                      <a:pt x="1633" y="2607"/>
                    </a:cubicBezTo>
                    <a:cubicBezTo>
                      <a:pt x="1633" y="1834"/>
                      <a:pt x="1586" y="927"/>
                      <a:pt x="1361" y="202"/>
                    </a:cubicBezTo>
                    <a:cubicBezTo>
                      <a:pt x="1308" y="71"/>
                      <a:pt x="1193" y="0"/>
                      <a:pt x="1089" y="0"/>
                    </a:cubicBezTo>
                    <a:close/>
                  </a:path>
                </a:pathLst>
              </a:custGeom>
              <a:solidFill>
                <a:srgbClr val="2329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87" name="Google Shape;487;p18"/>
              <p:cNvSpPr/>
              <p:nvPr/>
            </p:nvSpPr>
            <p:spPr>
              <a:xfrm>
                <a:off x="4869201" y="3357983"/>
                <a:ext cx="58855" cy="171076"/>
              </a:xfrm>
              <a:custGeom>
                <a:rect b="b" l="l" r="r" t="t"/>
                <a:pathLst>
                  <a:path extrusionOk="0" h="4883" w="1680">
                    <a:moveTo>
                      <a:pt x="1064" y="0"/>
                    </a:moveTo>
                    <a:cubicBezTo>
                      <a:pt x="992" y="0"/>
                      <a:pt x="920" y="36"/>
                      <a:pt x="864" y="111"/>
                    </a:cubicBezTo>
                    <a:cubicBezTo>
                      <a:pt x="773" y="249"/>
                      <a:pt x="683" y="431"/>
                      <a:pt x="592" y="565"/>
                    </a:cubicBezTo>
                    <a:cubicBezTo>
                      <a:pt x="545" y="612"/>
                      <a:pt x="501" y="612"/>
                      <a:pt x="501" y="703"/>
                    </a:cubicBezTo>
                    <a:cubicBezTo>
                      <a:pt x="501" y="793"/>
                      <a:pt x="501" y="837"/>
                      <a:pt x="454" y="927"/>
                    </a:cubicBezTo>
                    <a:cubicBezTo>
                      <a:pt x="363" y="1247"/>
                      <a:pt x="320" y="1609"/>
                      <a:pt x="273" y="1925"/>
                    </a:cubicBezTo>
                    <a:cubicBezTo>
                      <a:pt x="139" y="2607"/>
                      <a:pt x="1" y="3285"/>
                      <a:pt x="139" y="3967"/>
                    </a:cubicBezTo>
                    <a:cubicBezTo>
                      <a:pt x="173" y="4254"/>
                      <a:pt x="494" y="4883"/>
                      <a:pt x="873" y="4883"/>
                    </a:cubicBezTo>
                    <a:cubicBezTo>
                      <a:pt x="973" y="4883"/>
                      <a:pt x="1076" y="4840"/>
                      <a:pt x="1179" y="4736"/>
                    </a:cubicBezTo>
                    <a:cubicBezTo>
                      <a:pt x="1680" y="4239"/>
                      <a:pt x="1589" y="3241"/>
                      <a:pt x="1589" y="2607"/>
                    </a:cubicBezTo>
                    <a:cubicBezTo>
                      <a:pt x="1589" y="1834"/>
                      <a:pt x="1542" y="927"/>
                      <a:pt x="1317" y="202"/>
                    </a:cubicBezTo>
                    <a:cubicBezTo>
                      <a:pt x="1264" y="71"/>
                      <a:pt x="1164" y="0"/>
                      <a:pt x="1064" y="0"/>
                    </a:cubicBezTo>
                    <a:close/>
                  </a:path>
                </a:pathLst>
              </a:custGeom>
              <a:solidFill>
                <a:srgbClr val="2329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88" name="Google Shape;488;p18"/>
              <p:cNvSpPr/>
              <p:nvPr/>
            </p:nvSpPr>
            <p:spPr>
              <a:xfrm>
                <a:off x="4626284" y="3362852"/>
                <a:ext cx="74619" cy="196371"/>
              </a:xfrm>
              <a:custGeom>
                <a:rect b="b" l="l" r="r" t="t"/>
                <a:pathLst>
                  <a:path extrusionOk="0" h="5605" w="2130">
                    <a:moveTo>
                      <a:pt x="338" y="0"/>
                    </a:moveTo>
                    <a:cubicBezTo>
                      <a:pt x="280" y="0"/>
                      <a:pt x="225" y="34"/>
                      <a:pt x="225" y="110"/>
                    </a:cubicBezTo>
                    <a:cubicBezTo>
                      <a:pt x="134" y="1786"/>
                      <a:pt x="0" y="3556"/>
                      <a:pt x="225" y="5278"/>
                    </a:cubicBezTo>
                    <a:cubicBezTo>
                      <a:pt x="225" y="5369"/>
                      <a:pt x="363" y="5460"/>
                      <a:pt x="454" y="5460"/>
                    </a:cubicBezTo>
                    <a:cubicBezTo>
                      <a:pt x="725" y="5540"/>
                      <a:pt x="997" y="5605"/>
                      <a:pt x="1269" y="5605"/>
                    </a:cubicBezTo>
                    <a:cubicBezTo>
                      <a:pt x="1450" y="5605"/>
                      <a:pt x="1632" y="5576"/>
                      <a:pt x="1814" y="5503"/>
                    </a:cubicBezTo>
                    <a:cubicBezTo>
                      <a:pt x="2129" y="5460"/>
                      <a:pt x="2086" y="5006"/>
                      <a:pt x="1767" y="5006"/>
                    </a:cubicBezTo>
                    <a:cubicBezTo>
                      <a:pt x="1644" y="5006"/>
                      <a:pt x="1518" y="5016"/>
                      <a:pt x="1399" y="5016"/>
                    </a:cubicBezTo>
                    <a:cubicBezTo>
                      <a:pt x="1074" y="5016"/>
                      <a:pt x="792" y="4945"/>
                      <a:pt x="726" y="4415"/>
                    </a:cubicBezTo>
                    <a:cubicBezTo>
                      <a:pt x="678" y="3871"/>
                      <a:pt x="678" y="3374"/>
                      <a:pt x="678" y="2830"/>
                    </a:cubicBezTo>
                    <a:cubicBezTo>
                      <a:pt x="635" y="1924"/>
                      <a:pt x="678" y="970"/>
                      <a:pt x="454" y="63"/>
                    </a:cubicBezTo>
                    <a:cubicBezTo>
                      <a:pt x="432" y="23"/>
                      <a:pt x="384" y="0"/>
                      <a:pt x="338" y="0"/>
                    </a:cubicBezTo>
                    <a:close/>
                  </a:path>
                </a:pathLst>
              </a:custGeom>
              <a:solidFill>
                <a:srgbClr val="2329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>
                <a:off x="4521466" y="3658987"/>
                <a:ext cx="270031" cy="190590"/>
              </a:xfrm>
              <a:custGeom>
                <a:rect b="b" l="l" r="r" t="t"/>
                <a:pathLst>
                  <a:path extrusionOk="0" h="5440" w="7708">
                    <a:moveTo>
                      <a:pt x="272" y="452"/>
                    </a:moveTo>
                    <a:lnTo>
                      <a:pt x="272" y="452"/>
                    </a:lnTo>
                    <a:cubicBezTo>
                      <a:pt x="1839" y="644"/>
                      <a:pt x="3430" y="701"/>
                      <a:pt x="5012" y="701"/>
                    </a:cubicBezTo>
                    <a:cubicBezTo>
                      <a:pt x="5671" y="701"/>
                      <a:pt x="6328" y="691"/>
                      <a:pt x="6982" y="677"/>
                    </a:cubicBezTo>
                    <a:lnTo>
                      <a:pt x="6982" y="677"/>
                    </a:lnTo>
                    <a:cubicBezTo>
                      <a:pt x="6844" y="2719"/>
                      <a:pt x="6982" y="4714"/>
                      <a:pt x="4305" y="4986"/>
                    </a:cubicBezTo>
                    <a:cubicBezTo>
                      <a:pt x="4145" y="5003"/>
                      <a:pt x="3992" y="5011"/>
                      <a:pt x="3846" y="5011"/>
                    </a:cubicBezTo>
                    <a:cubicBezTo>
                      <a:pt x="1278" y="5011"/>
                      <a:pt x="959" y="2467"/>
                      <a:pt x="272" y="452"/>
                    </a:cubicBezTo>
                    <a:close/>
                    <a:moveTo>
                      <a:pt x="7386" y="0"/>
                    </a:moveTo>
                    <a:cubicBezTo>
                      <a:pt x="7324" y="0"/>
                      <a:pt x="7261" y="15"/>
                      <a:pt x="7207" y="42"/>
                    </a:cubicBezTo>
                    <a:cubicBezTo>
                      <a:pt x="6714" y="33"/>
                      <a:pt x="6220" y="28"/>
                      <a:pt x="5724" y="28"/>
                    </a:cubicBezTo>
                    <a:cubicBezTo>
                      <a:pt x="3894" y="28"/>
                      <a:pt x="2046" y="100"/>
                      <a:pt x="225" y="314"/>
                    </a:cubicBezTo>
                    <a:cubicBezTo>
                      <a:pt x="203" y="247"/>
                      <a:pt x="158" y="214"/>
                      <a:pt x="118" y="214"/>
                    </a:cubicBezTo>
                    <a:cubicBezTo>
                      <a:pt x="78" y="214"/>
                      <a:pt x="44" y="247"/>
                      <a:pt x="44" y="314"/>
                    </a:cubicBezTo>
                    <a:cubicBezTo>
                      <a:pt x="0" y="362"/>
                      <a:pt x="44" y="405"/>
                      <a:pt x="44" y="405"/>
                    </a:cubicBezTo>
                    <a:cubicBezTo>
                      <a:pt x="134" y="3058"/>
                      <a:pt x="1338" y="5440"/>
                      <a:pt x="4227" y="5440"/>
                    </a:cubicBezTo>
                    <a:cubicBezTo>
                      <a:pt x="4253" y="5440"/>
                      <a:pt x="4279" y="5440"/>
                      <a:pt x="4305" y="5439"/>
                    </a:cubicBezTo>
                    <a:cubicBezTo>
                      <a:pt x="7435" y="5392"/>
                      <a:pt x="7388" y="2900"/>
                      <a:pt x="7660" y="496"/>
                    </a:cubicBezTo>
                    <a:cubicBezTo>
                      <a:pt x="7707" y="452"/>
                      <a:pt x="7707" y="314"/>
                      <a:pt x="7707" y="271"/>
                    </a:cubicBezTo>
                    <a:cubicBezTo>
                      <a:pt x="7674" y="81"/>
                      <a:pt x="7531" y="0"/>
                      <a:pt x="7386" y="0"/>
                    </a:cubicBezTo>
                    <a:close/>
                  </a:path>
                </a:pathLst>
              </a:custGeom>
              <a:solidFill>
                <a:srgbClr val="2329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490" name="Google Shape;490;p18"/>
            <p:cNvSpPr/>
            <p:nvPr/>
          </p:nvSpPr>
          <p:spPr>
            <a:xfrm>
              <a:off x="4301497" y="3080804"/>
              <a:ext cx="601228" cy="151631"/>
            </a:xfrm>
            <a:custGeom>
              <a:rect b="b" l="l" r="r" t="t"/>
              <a:pathLst>
                <a:path extrusionOk="0" h="4328" w="17162">
                  <a:moveTo>
                    <a:pt x="168" y="1"/>
                  </a:moveTo>
                  <a:cubicBezTo>
                    <a:pt x="44" y="1"/>
                    <a:pt x="0" y="164"/>
                    <a:pt x="115" y="203"/>
                  </a:cubicBezTo>
                  <a:cubicBezTo>
                    <a:pt x="2745" y="1563"/>
                    <a:pt x="5055" y="3058"/>
                    <a:pt x="8047" y="3649"/>
                  </a:cubicBezTo>
                  <a:cubicBezTo>
                    <a:pt x="10905" y="4284"/>
                    <a:pt x="13897" y="4236"/>
                    <a:pt x="16842" y="4327"/>
                  </a:cubicBezTo>
                  <a:cubicBezTo>
                    <a:pt x="17161" y="4327"/>
                    <a:pt x="17114" y="3874"/>
                    <a:pt x="16842" y="3830"/>
                  </a:cubicBezTo>
                  <a:cubicBezTo>
                    <a:pt x="13941" y="3511"/>
                    <a:pt x="11039" y="3602"/>
                    <a:pt x="8185" y="3148"/>
                  </a:cubicBezTo>
                  <a:cubicBezTo>
                    <a:pt x="5283" y="2695"/>
                    <a:pt x="2835" y="1244"/>
                    <a:pt x="249" y="22"/>
                  </a:cubicBezTo>
                  <a:cubicBezTo>
                    <a:pt x="220" y="7"/>
                    <a:pt x="192" y="1"/>
                    <a:pt x="168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1" name="Google Shape;491;p18"/>
            <p:cNvSpPr/>
            <p:nvPr/>
          </p:nvSpPr>
          <p:spPr>
            <a:xfrm>
              <a:off x="4165150" y="3116573"/>
              <a:ext cx="257419" cy="125495"/>
            </a:xfrm>
            <a:custGeom>
              <a:rect b="b" l="l" r="r" t="t"/>
              <a:pathLst>
                <a:path extrusionOk="0" h="3582" w="7348">
                  <a:moveTo>
                    <a:pt x="236" y="0"/>
                  </a:moveTo>
                  <a:cubicBezTo>
                    <a:pt x="116" y="0"/>
                    <a:pt x="1" y="153"/>
                    <a:pt x="108" y="223"/>
                  </a:cubicBezTo>
                  <a:cubicBezTo>
                    <a:pt x="1922" y="2175"/>
                    <a:pt x="4370" y="3125"/>
                    <a:pt x="6952" y="3578"/>
                  </a:cubicBezTo>
                  <a:cubicBezTo>
                    <a:pt x="6967" y="3581"/>
                    <a:pt x="6981" y="3582"/>
                    <a:pt x="6995" y="3582"/>
                  </a:cubicBezTo>
                  <a:cubicBezTo>
                    <a:pt x="7238" y="3582"/>
                    <a:pt x="7347" y="3211"/>
                    <a:pt x="7090" y="3125"/>
                  </a:cubicBezTo>
                  <a:cubicBezTo>
                    <a:pt x="4595" y="2671"/>
                    <a:pt x="2147" y="1855"/>
                    <a:pt x="333" y="42"/>
                  </a:cubicBezTo>
                  <a:cubicBezTo>
                    <a:pt x="304" y="12"/>
                    <a:pt x="270" y="0"/>
                    <a:pt x="236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2" name="Google Shape;492;p18"/>
            <p:cNvSpPr/>
            <p:nvPr/>
          </p:nvSpPr>
          <p:spPr>
            <a:xfrm>
              <a:off x="5160990" y="3250715"/>
              <a:ext cx="57734" cy="84995"/>
            </a:xfrm>
            <a:custGeom>
              <a:rect b="b" l="l" r="r" t="t"/>
              <a:pathLst>
                <a:path extrusionOk="0" h="2426" w="1648">
                  <a:moveTo>
                    <a:pt x="250" y="0"/>
                  </a:moveTo>
                  <a:cubicBezTo>
                    <a:pt x="105" y="0"/>
                    <a:pt x="0" y="180"/>
                    <a:pt x="153" y="293"/>
                  </a:cubicBezTo>
                  <a:cubicBezTo>
                    <a:pt x="831" y="794"/>
                    <a:pt x="1284" y="1610"/>
                    <a:pt x="969" y="2426"/>
                  </a:cubicBezTo>
                  <a:lnTo>
                    <a:pt x="1012" y="2426"/>
                  </a:lnTo>
                  <a:cubicBezTo>
                    <a:pt x="1647" y="1700"/>
                    <a:pt x="1150" y="431"/>
                    <a:pt x="334" y="21"/>
                  </a:cubicBezTo>
                  <a:cubicBezTo>
                    <a:pt x="305" y="7"/>
                    <a:pt x="277" y="0"/>
                    <a:pt x="250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3" name="Google Shape;493;p18"/>
            <p:cNvSpPr/>
            <p:nvPr/>
          </p:nvSpPr>
          <p:spPr>
            <a:xfrm>
              <a:off x="4338562" y="4208796"/>
              <a:ext cx="105728" cy="292577"/>
            </a:xfrm>
            <a:custGeom>
              <a:rect b="b" l="l" r="r" t="t"/>
              <a:pathLst>
                <a:path extrusionOk="0" h="8351" w="3018">
                  <a:moveTo>
                    <a:pt x="2675" y="1"/>
                  </a:moveTo>
                  <a:cubicBezTo>
                    <a:pt x="2594" y="1"/>
                    <a:pt x="2513" y="32"/>
                    <a:pt x="2456" y="105"/>
                  </a:cubicBezTo>
                  <a:cubicBezTo>
                    <a:pt x="1052" y="2462"/>
                    <a:pt x="823" y="5545"/>
                    <a:pt x="55" y="8127"/>
                  </a:cubicBezTo>
                  <a:cubicBezTo>
                    <a:pt x="1" y="8263"/>
                    <a:pt x="107" y="8351"/>
                    <a:pt x="212" y="8351"/>
                  </a:cubicBezTo>
                  <a:cubicBezTo>
                    <a:pt x="283" y="8351"/>
                    <a:pt x="353" y="8310"/>
                    <a:pt x="370" y="8218"/>
                  </a:cubicBezTo>
                  <a:cubicBezTo>
                    <a:pt x="1277" y="5589"/>
                    <a:pt x="2002" y="2959"/>
                    <a:pt x="2956" y="330"/>
                  </a:cubicBezTo>
                  <a:cubicBezTo>
                    <a:pt x="3018" y="144"/>
                    <a:pt x="2847" y="1"/>
                    <a:pt x="267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4" name="Google Shape;494;p18"/>
            <p:cNvSpPr/>
            <p:nvPr/>
          </p:nvSpPr>
          <p:spPr>
            <a:xfrm>
              <a:off x="4904165" y="4180489"/>
              <a:ext cx="181994" cy="249659"/>
            </a:xfrm>
            <a:custGeom>
              <a:rect b="b" l="l" r="r" t="t"/>
              <a:pathLst>
                <a:path extrusionOk="0" h="7126" w="5195">
                  <a:moveTo>
                    <a:pt x="382" y="0"/>
                  </a:moveTo>
                  <a:cubicBezTo>
                    <a:pt x="185" y="0"/>
                    <a:pt x="0" y="196"/>
                    <a:pt x="92" y="412"/>
                  </a:cubicBezTo>
                  <a:cubicBezTo>
                    <a:pt x="1362" y="2817"/>
                    <a:pt x="3175" y="4993"/>
                    <a:pt x="4898" y="7078"/>
                  </a:cubicBezTo>
                  <a:cubicBezTo>
                    <a:pt x="4920" y="7112"/>
                    <a:pt x="4951" y="7126"/>
                    <a:pt x="4984" y="7126"/>
                  </a:cubicBezTo>
                  <a:cubicBezTo>
                    <a:pt x="5082" y="7126"/>
                    <a:pt x="5195" y="6998"/>
                    <a:pt x="5126" y="6897"/>
                  </a:cubicBezTo>
                  <a:cubicBezTo>
                    <a:pt x="3719" y="4583"/>
                    <a:pt x="2044" y="2454"/>
                    <a:pt x="636" y="140"/>
                  </a:cubicBezTo>
                  <a:cubicBezTo>
                    <a:pt x="566" y="41"/>
                    <a:pt x="473" y="0"/>
                    <a:pt x="382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95" name="Google Shape;495;p18"/>
          <p:cNvGrpSpPr/>
          <p:nvPr/>
        </p:nvGrpSpPr>
        <p:grpSpPr>
          <a:xfrm>
            <a:off x="6387525" y="2030396"/>
            <a:ext cx="730500" cy="722441"/>
            <a:chOff x="6387525" y="2030396"/>
            <a:chExt cx="730500" cy="722441"/>
          </a:xfrm>
        </p:grpSpPr>
        <p:grpSp>
          <p:nvGrpSpPr>
            <p:cNvPr id="496" name="Google Shape;496;p18"/>
            <p:cNvGrpSpPr/>
            <p:nvPr/>
          </p:nvGrpSpPr>
          <p:grpSpPr>
            <a:xfrm>
              <a:off x="6456078" y="2030396"/>
              <a:ext cx="593395" cy="423280"/>
              <a:chOff x="-5881335" y="672632"/>
              <a:chExt cx="534879" cy="381540"/>
            </a:xfrm>
          </p:grpSpPr>
          <p:sp>
            <p:nvSpPr>
              <p:cNvPr id="497" name="Google Shape;497;p18"/>
              <p:cNvSpPr/>
              <p:nvPr/>
            </p:nvSpPr>
            <p:spPr>
              <a:xfrm>
                <a:off x="-5881335" y="672632"/>
                <a:ext cx="534879" cy="381540"/>
              </a:xfrm>
              <a:custGeom>
                <a:rect b="b" l="l" r="r" t="t"/>
                <a:pathLst>
                  <a:path extrusionOk="0" h="11080" w="15533">
                    <a:moveTo>
                      <a:pt x="3151" y="2454"/>
                    </a:moveTo>
                    <a:cubicBezTo>
                      <a:pt x="3151" y="2601"/>
                      <a:pt x="3151" y="2749"/>
                      <a:pt x="3150" y="2896"/>
                    </a:cubicBezTo>
                    <a:cubicBezTo>
                      <a:pt x="3070" y="2919"/>
                      <a:pt x="3001" y="2933"/>
                      <a:pt x="2923" y="2933"/>
                    </a:cubicBezTo>
                    <a:cubicBezTo>
                      <a:pt x="2917" y="2933"/>
                      <a:pt x="2912" y="2932"/>
                      <a:pt x="2906" y="2932"/>
                    </a:cubicBezTo>
                    <a:cubicBezTo>
                      <a:pt x="2904" y="2774"/>
                      <a:pt x="2900" y="2615"/>
                      <a:pt x="2898" y="2456"/>
                    </a:cubicBezTo>
                    <a:lnTo>
                      <a:pt x="2898" y="2456"/>
                    </a:lnTo>
                    <a:cubicBezTo>
                      <a:pt x="2935" y="2459"/>
                      <a:pt x="2972" y="2461"/>
                      <a:pt x="3010" y="2461"/>
                    </a:cubicBezTo>
                    <a:cubicBezTo>
                      <a:pt x="3057" y="2461"/>
                      <a:pt x="3104" y="2458"/>
                      <a:pt x="3151" y="2454"/>
                    </a:cubicBezTo>
                    <a:close/>
                    <a:moveTo>
                      <a:pt x="3151" y="2939"/>
                    </a:moveTo>
                    <a:cubicBezTo>
                      <a:pt x="3149" y="3217"/>
                      <a:pt x="3150" y="3494"/>
                      <a:pt x="3149" y="3771"/>
                    </a:cubicBezTo>
                    <a:lnTo>
                      <a:pt x="3147" y="3771"/>
                    </a:lnTo>
                    <a:cubicBezTo>
                      <a:pt x="3090" y="3793"/>
                      <a:pt x="3033" y="3812"/>
                      <a:pt x="2974" y="3828"/>
                    </a:cubicBezTo>
                    <a:cubicBezTo>
                      <a:pt x="2964" y="3831"/>
                      <a:pt x="2967" y="3845"/>
                      <a:pt x="2976" y="3845"/>
                    </a:cubicBezTo>
                    <a:cubicBezTo>
                      <a:pt x="2977" y="3845"/>
                      <a:pt x="2977" y="3845"/>
                      <a:pt x="2978" y="3845"/>
                    </a:cubicBezTo>
                    <a:cubicBezTo>
                      <a:pt x="3035" y="3831"/>
                      <a:pt x="3091" y="3821"/>
                      <a:pt x="3149" y="3813"/>
                    </a:cubicBezTo>
                    <a:lnTo>
                      <a:pt x="3149" y="4120"/>
                    </a:lnTo>
                    <a:cubicBezTo>
                      <a:pt x="3117" y="4112"/>
                      <a:pt x="3085" y="4109"/>
                      <a:pt x="3052" y="4109"/>
                    </a:cubicBezTo>
                    <a:cubicBezTo>
                      <a:pt x="3004" y="4109"/>
                      <a:pt x="2955" y="4117"/>
                      <a:pt x="2909" y="4134"/>
                    </a:cubicBezTo>
                    <a:cubicBezTo>
                      <a:pt x="2912" y="3904"/>
                      <a:pt x="2912" y="3674"/>
                      <a:pt x="2911" y="3444"/>
                    </a:cubicBezTo>
                    <a:lnTo>
                      <a:pt x="2911" y="3444"/>
                    </a:lnTo>
                    <a:cubicBezTo>
                      <a:pt x="2937" y="3446"/>
                      <a:pt x="2963" y="3447"/>
                      <a:pt x="2989" y="3447"/>
                    </a:cubicBezTo>
                    <a:cubicBezTo>
                      <a:pt x="3015" y="3447"/>
                      <a:pt x="3041" y="3446"/>
                      <a:pt x="3067" y="3444"/>
                    </a:cubicBezTo>
                    <a:cubicBezTo>
                      <a:pt x="3126" y="3444"/>
                      <a:pt x="3126" y="3354"/>
                      <a:pt x="3067" y="3354"/>
                    </a:cubicBezTo>
                    <a:cubicBezTo>
                      <a:pt x="3041" y="3353"/>
                      <a:pt x="3015" y="3352"/>
                      <a:pt x="2989" y="3352"/>
                    </a:cubicBezTo>
                    <a:cubicBezTo>
                      <a:pt x="2963" y="3352"/>
                      <a:pt x="2938" y="3353"/>
                      <a:pt x="2912" y="3354"/>
                    </a:cubicBezTo>
                    <a:cubicBezTo>
                      <a:pt x="2912" y="3231"/>
                      <a:pt x="2908" y="3108"/>
                      <a:pt x="2907" y="2984"/>
                    </a:cubicBezTo>
                    <a:lnTo>
                      <a:pt x="2907" y="2984"/>
                    </a:lnTo>
                    <a:cubicBezTo>
                      <a:pt x="2922" y="2985"/>
                      <a:pt x="2937" y="2986"/>
                      <a:pt x="2951" y="2986"/>
                    </a:cubicBezTo>
                    <a:cubicBezTo>
                      <a:pt x="3021" y="2986"/>
                      <a:pt x="3089" y="2973"/>
                      <a:pt x="3151" y="2939"/>
                    </a:cubicBezTo>
                    <a:close/>
                    <a:moveTo>
                      <a:pt x="3104" y="4185"/>
                    </a:moveTo>
                    <a:cubicBezTo>
                      <a:pt x="3119" y="4185"/>
                      <a:pt x="3133" y="4186"/>
                      <a:pt x="3148" y="4187"/>
                    </a:cubicBezTo>
                    <a:cubicBezTo>
                      <a:pt x="3147" y="4325"/>
                      <a:pt x="3147" y="4465"/>
                      <a:pt x="3146" y="4604"/>
                    </a:cubicBezTo>
                    <a:cubicBezTo>
                      <a:pt x="3072" y="4616"/>
                      <a:pt x="2998" y="4631"/>
                      <a:pt x="2924" y="4646"/>
                    </a:cubicBezTo>
                    <a:cubicBezTo>
                      <a:pt x="2886" y="4654"/>
                      <a:pt x="2901" y="4705"/>
                      <a:pt x="2935" y="4705"/>
                    </a:cubicBezTo>
                    <a:cubicBezTo>
                      <a:pt x="2937" y="4705"/>
                      <a:pt x="2938" y="4705"/>
                      <a:pt x="2940" y="4705"/>
                    </a:cubicBezTo>
                    <a:cubicBezTo>
                      <a:pt x="3009" y="4695"/>
                      <a:pt x="3077" y="4686"/>
                      <a:pt x="3146" y="4674"/>
                    </a:cubicBezTo>
                    <a:lnTo>
                      <a:pt x="3146" y="4674"/>
                    </a:lnTo>
                    <a:cubicBezTo>
                      <a:pt x="3146" y="4788"/>
                      <a:pt x="3145" y="4903"/>
                      <a:pt x="3145" y="5017"/>
                    </a:cubicBezTo>
                    <a:cubicBezTo>
                      <a:pt x="3057" y="5033"/>
                      <a:pt x="2972" y="5054"/>
                      <a:pt x="2887" y="5079"/>
                    </a:cubicBezTo>
                    <a:cubicBezTo>
                      <a:pt x="2898" y="4789"/>
                      <a:pt x="2902" y="4500"/>
                      <a:pt x="2907" y="4209"/>
                    </a:cubicBezTo>
                    <a:cubicBezTo>
                      <a:pt x="2971" y="4193"/>
                      <a:pt x="3037" y="4185"/>
                      <a:pt x="3104" y="4185"/>
                    </a:cubicBezTo>
                    <a:close/>
                    <a:moveTo>
                      <a:pt x="3145" y="5080"/>
                    </a:moveTo>
                    <a:cubicBezTo>
                      <a:pt x="3145" y="5223"/>
                      <a:pt x="3143" y="5366"/>
                      <a:pt x="3143" y="5509"/>
                    </a:cubicBezTo>
                    <a:cubicBezTo>
                      <a:pt x="3070" y="5523"/>
                      <a:pt x="2996" y="5531"/>
                      <a:pt x="2922" y="5531"/>
                    </a:cubicBezTo>
                    <a:cubicBezTo>
                      <a:pt x="2906" y="5531"/>
                      <a:pt x="2889" y="5531"/>
                      <a:pt x="2872" y="5530"/>
                    </a:cubicBezTo>
                    <a:cubicBezTo>
                      <a:pt x="2880" y="5400"/>
                      <a:pt x="2881" y="5269"/>
                      <a:pt x="2885" y="5136"/>
                    </a:cubicBezTo>
                    <a:lnTo>
                      <a:pt x="2885" y="5137"/>
                    </a:lnTo>
                    <a:cubicBezTo>
                      <a:pt x="2973" y="5123"/>
                      <a:pt x="3059" y="5104"/>
                      <a:pt x="3145" y="5080"/>
                    </a:cubicBezTo>
                    <a:close/>
                    <a:moveTo>
                      <a:pt x="3258" y="705"/>
                    </a:moveTo>
                    <a:cubicBezTo>
                      <a:pt x="3267" y="712"/>
                      <a:pt x="3278" y="716"/>
                      <a:pt x="3289" y="717"/>
                    </a:cubicBezTo>
                    <a:cubicBezTo>
                      <a:pt x="4857" y="796"/>
                      <a:pt x="6433" y="815"/>
                      <a:pt x="8009" y="815"/>
                    </a:cubicBezTo>
                    <a:cubicBezTo>
                      <a:pt x="9340" y="815"/>
                      <a:pt x="10670" y="802"/>
                      <a:pt x="11996" y="802"/>
                    </a:cubicBezTo>
                    <a:cubicBezTo>
                      <a:pt x="12162" y="802"/>
                      <a:pt x="12328" y="802"/>
                      <a:pt x="12494" y="802"/>
                    </a:cubicBezTo>
                    <a:cubicBezTo>
                      <a:pt x="12502" y="802"/>
                      <a:pt x="12506" y="797"/>
                      <a:pt x="12512" y="795"/>
                    </a:cubicBezTo>
                    <a:lnTo>
                      <a:pt x="12512" y="795"/>
                    </a:lnTo>
                    <a:cubicBezTo>
                      <a:pt x="12655" y="2553"/>
                      <a:pt x="12350" y="4311"/>
                      <a:pt x="12572" y="6063"/>
                    </a:cubicBezTo>
                    <a:cubicBezTo>
                      <a:pt x="12573" y="6068"/>
                      <a:pt x="12574" y="6073"/>
                      <a:pt x="12576" y="6077"/>
                    </a:cubicBezTo>
                    <a:lnTo>
                      <a:pt x="12576" y="6077"/>
                    </a:lnTo>
                    <a:cubicBezTo>
                      <a:pt x="12568" y="6067"/>
                      <a:pt x="12555" y="6061"/>
                      <a:pt x="12539" y="6061"/>
                    </a:cubicBezTo>
                    <a:cubicBezTo>
                      <a:pt x="12538" y="6061"/>
                      <a:pt x="12538" y="6061"/>
                      <a:pt x="12538" y="6061"/>
                    </a:cubicBezTo>
                    <a:cubicBezTo>
                      <a:pt x="9466" y="6095"/>
                      <a:pt x="6353" y="6005"/>
                      <a:pt x="3291" y="6287"/>
                    </a:cubicBezTo>
                    <a:cubicBezTo>
                      <a:pt x="3284" y="6287"/>
                      <a:pt x="3280" y="6292"/>
                      <a:pt x="3274" y="6295"/>
                    </a:cubicBezTo>
                    <a:cubicBezTo>
                      <a:pt x="3310" y="4453"/>
                      <a:pt x="3379" y="2583"/>
                      <a:pt x="3275" y="744"/>
                    </a:cubicBezTo>
                    <a:cubicBezTo>
                      <a:pt x="3275" y="729"/>
                      <a:pt x="3269" y="715"/>
                      <a:pt x="3258" y="705"/>
                    </a:cubicBezTo>
                    <a:close/>
                    <a:moveTo>
                      <a:pt x="12867" y="7155"/>
                    </a:moveTo>
                    <a:cubicBezTo>
                      <a:pt x="12867" y="7158"/>
                      <a:pt x="12865" y="7162"/>
                      <a:pt x="12866" y="7166"/>
                    </a:cubicBezTo>
                    <a:cubicBezTo>
                      <a:pt x="13071" y="7754"/>
                      <a:pt x="13435" y="8278"/>
                      <a:pt x="13754" y="8811"/>
                    </a:cubicBezTo>
                    <a:cubicBezTo>
                      <a:pt x="10000" y="9093"/>
                      <a:pt x="6272" y="9135"/>
                      <a:pt x="2513" y="9135"/>
                    </a:cubicBezTo>
                    <a:cubicBezTo>
                      <a:pt x="2363" y="9135"/>
                      <a:pt x="2212" y="9135"/>
                      <a:pt x="2062" y="9135"/>
                    </a:cubicBezTo>
                    <a:cubicBezTo>
                      <a:pt x="2245" y="8877"/>
                      <a:pt x="2405" y="8601"/>
                      <a:pt x="2580" y="8339"/>
                    </a:cubicBezTo>
                    <a:cubicBezTo>
                      <a:pt x="2769" y="8058"/>
                      <a:pt x="2974" y="7789"/>
                      <a:pt x="3149" y="7501"/>
                    </a:cubicBezTo>
                    <a:cubicBezTo>
                      <a:pt x="6364" y="7476"/>
                      <a:pt x="9587" y="7314"/>
                      <a:pt x="12801" y="7218"/>
                    </a:cubicBezTo>
                    <a:cubicBezTo>
                      <a:pt x="12842" y="7217"/>
                      <a:pt x="12861" y="7187"/>
                      <a:pt x="12867" y="7155"/>
                    </a:cubicBezTo>
                    <a:close/>
                    <a:moveTo>
                      <a:pt x="13037" y="6814"/>
                    </a:moveTo>
                    <a:cubicBezTo>
                      <a:pt x="13613" y="7961"/>
                      <a:pt x="14357" y="9121"/>
                      <a:pt x="15199" y="10095"/>
                    </a:cubicBezTo>
                    <a:cubicBezTo>
                      <a:pt x="12748" y="10128"/>
                      <a:pt x="10296" y="10172"/>
                      <a:pt x="7845" y="10224"/>
                    </a:cubicBezTo>
                    <a:cubicBezTo>
                      <a:pt x="6236" y="10259"/>
                      <a:pt x="4549" y="10400"/>
                      <a:pt x="2890" y="10400"/>
                    </a:cubicBezTo>
                    <a:cubicBezTo>
                      <a:pt x="1987" y="10400"/>
                      <a:pt x="1091" y="10358"/>
                      <a:pt x="221" y="10235"/>
                    </a:cubicBezTo>
                    <a:cubicBezTo>
                      <a:pt x="220" y="10227"/>
                      <a:pt x="219" y="10218"/>
                      <a:pt x="218" y="10211"/>
                    </a:cubicBezTo>
                    <a:cubicBezTo>
                      <a:pt x="275" y="10138"/>
                      <a:pt x="333" y="10067"/>
                      <a:pt x="390" y="9995"/>
                    </a:cubicBezTo>
                    <a:cubicBezTo>
                      <a:pt x="781" y="9986"/>
                      <a:pt x="1172" y="9975"/>
                      <a:pt x="1562" y="9948"/>
                    </a:cubicBezTo>
                    <a:cubicBezTo>
                      <a:pt x="1603" y="9945"/>
                      <a:pt x="1604" y="9882"/>
                      <a:pt x="1562" y="9882"/>
                    </a:cubicBezTo>
                    <a:cubicBezTo>
                      <a:pt x="1184" y="9891"/>
                      <a:pt x="808" y="9916"/>
                      <a:pt x="432" y="9942"/>
                    </a:cubicBezTo>
                    <a:cubicBezTo>
                      <a:pt x="509" y="9847"/>
                      <a:pt x="585" y="9754"/>
                      <a:pt x="661" y="9659"/>
                    </a:cubicBezTo>
                    <a:cubicBezTo>
                      <a:pt x="1005" y="9649"/>
                      <a:pt x="1350" y="9644"/>
                      <a:pt x="1694" y="9619"/>
                    </a:cubicBezTo>
                    <a:cubicBezTo>
                      <a:pt x="1731" y="9616"/>
                      <a:pt x="1732" y="9560"/>
                      <a:pt x="1694" y="9560"/>
                    </a:cubicBezTo>
                    <a:cubicBezTo>
                      <a:pt x="1362" y="9567"/>
                      <a:pt x="1030" y="9592"/>
                      <a:pt x="698" y="9613"/>
                    </a:cubicBezTo>
                    <a:cubicBezTo>
                      <a:pt x="803" y="9485"/>
                      <a:pt x="906" y="9357"/>
                      <a:pt x="1011" y="9228"/>
                    </a:cubicBezTo>
                    <a:cubicBezTo>
                      <a:pt x="1150" y="9230"/>
                      <a:pt x="1288" y="9233"/>
                      <a:pt x="1427" y="9233"/>
                    </a:cubicBezTo>
                    <a:cubicBezTo>
                      <a:pt x="1486" y="9233"/>
                      <a:pt x="1546" y="9233"/>
                      <a:pt x="1605" y="9231"/>
                    </a:cubicBezTo>
                    <a:cubicBezTo>
                      <a:pt x="1650" y="9231"/>
                      <a:pt x="1650" y="9166"/>
                      <a:pt x="1605" y="9166"/>
                    </a:cubicBezTo>
                    <a:cubicBezTo>
                      <a:pt x="1549" y="9164"/>
                      <a:pt x="1493" y="9164"/>
                      <a:pt x="1436" y="9164"/>
                    </a:cubicBezTo>
                    <a:cubicBezTo>
                      <a:pt x="1311" y="9164"/>
                      <a:pt x="1186" y="9166"/>
                      <a:pt x="1061" y="9168"/>
                    </a:cubicBezTo>
                    <a:lnTo>
                      <a:pt x="1340" y="8825"/>
                    </a:lnTo>
                    <a:cubicBezTo>
                      <a:pt x="1459" y="8828"/>
                      <a:pt x="1581" y="8836"/>
                      <a:pt x="1702" y="8836"/>
                    </a:cubicBezTo>
                    <a:cubicBezTo>
                      <a:pt x="1758" y="8836"/>
                      <a:pt x="1815" y="8834"/>
                      <a:pt x="1871" y="8829"/>
                    </a:cubicBezTo>
                    <a:cubicBezTo>
                      <a:pt x="1911" y="8829"/>
                      <a:pt x="1911" y="8770"/>
                      <a:pt x="1871" y="8770"/>
                    </a:cubicBezTo>
                    <a:cubicBezTo>
                      <a:pt x="1812" y="8765"/>
                      <a:pt x="1753" y="8763"/>
                      <a:pt x="1694" y="8763"/>
                    </a:cubicBezTo>
                    <a:cubicBezTo>
                      <a:pt x="1589" y="8763"/>
                      <a:pt x="1485" y="8769"/>
                      <a:pt x="1381" y="8772"/>
                    </a:cubicBezTo>
                    <a:cubicBezTo>
                      <a:pt x="1481" y="8650"/>
                      <a:pt x="1580" y="8525"/>
                      <a:pt x="1680" y="8401"/>
                    </a:cubicBezTo>
                    <a:cubicBezTo>
                      <a:pt x="1789" y="8391"/>
                      <a:pt x="1898" y="8386"/>
                      <a:pt x="2007" y="8386"/>
                    </a:cubicBezTo>
                    <a:cubicBezTo>
                      <a:pt x="2080" y="8386"/>
                      <a:pt x="2152" y="8388"/>
                      <a:pt x="2224" y="8393"/>
                    </a:cubicBezTo>
                    <a:cubicBezTo>
                      <a:pt x="2225" y="8393"/>
                      <a:pt x="2225" y="8393"/>
                      <a:pt x="2226" y="8393"/>
                    </a:cubicBezTo>
                    <a:cubicBezTo>
                      <a:pt x="2266" y="8393"/>
                      <a:pt x="2263" y="8334"/>
                      <a:pt x="2224" y="8329"/>
                    </a:cubicBezTo>
                    <a:cubicBezTo>
                      <a:pt x="2151" y="8321"/>
                      <a:pt x="2077" y="8316"/>
                      <a:pt x="2003" y="8316"/>
                    </a:cubicBezTo>
                    <a:cubicBezTo>
                      <a:pt x="1913" y="8316"/>
                      <a:pt x="1823" y="8323"/>
                      <a:pt x="1733" y="8336"/>
                    </a:cubicBezTo>
                    <a:cubicBezTo>
                      <a:pt x="1809" y="8240"/>
                      <a:pt x="1885" y="8144"/>
                      <a:pt x="1961" y="8049"/>
                    </a:cubicBezTo>
                    <a:cubicBezTo>
                      <a:pt x="2166" y="8047"/>
                      <a:pt x="2371" y="8045"/>
                      <a:pt x="2575" y="8031"/>
                    </a:cubicBezTo>
                    <a:lnTo>
                      <a:pt x="2575" y="8031"/>
                    </a:lnTo>
                    <a:cubicBezTo>
                      <a:pt x="2306" y="8388"/>
                      <a:pt x="2060" y="8773"/>
                      <a:pt x="1878" y="9151"/>
                    </a:cubicBezTo>
                    <a:cubicBezTo>
                      <a:pt x="1850" y="9208"/>
                      <a:pt x="1892" y="9253"/>
                      <a:pt x="1939" y="9253"/>
                    </a:cubicBezTo>
                    <a:cubicBezTo>
                      <a:pt x="1957" y="9253"/>
                      <a:pt x="1976" y="9246"/>
                      <a:pt x="1992" y="9230"/>
                    </a:cubicBezTo>
                    <a:cubicBezTo>
                      <a:pt x="2001" y="9255"/>
                      <a:pt x="2022" y="9270"/>
                      <a:pt x="2047" y="9272"/>
                    </a:cubicBezTo>
                    <a:cubicBezTo>
                      <a:pt x="3266" y="9337"/>
                      <a:pt x="4490" y="9366"/>
                      <a:pt x="5717" y="9366"/>
                    </a:cubicBezTo>
                    <a:cubicBezTo>
                      <a:pt x="8436" y="9366"/>
                      <a:pt x="11164" y="9222"/>
                      <a:pt x="13859" y="9010"/>
                    </a:cubicBezTo>
                    <a:cubicBezTo>
                      <a:pt x="13988" y="9000"/>
                      <a:pt x="13992" y="8805"/>
                      <a:pt x="13869" y="8805"/>
                    </a:cubicBezTo>
                    <a:cubicBezTo>
                      <a:pt x="13867" y="8805"/>
                      <a:pt x="13865" y="8805"/>
                      <a:pt x="13863" y="8805"/>
                    </a:cubicBezTo>
                    <a:cubicBezTo>
                      <a:pt x="13506" y="8272"/>
                      <a:pt x="13271" y="7681"/>
                      <a:pt x="12945" y="7133"/>
                    </a:cubicBezTo>
                    <a:cubicBezTo>
                      <a:pt x="12936" y="7119"/>
                      <a:pt x="12922" y="7113"/>
                      <a:pt x="12908" y="7113"/>
                    </a:cubicBezTo>
                    <a:cubicBezTo>
                      <a:pt x="12892" y="7113"/>
                      <a:pt x="12876" y="7121"/>
                      <a:pt x="12867" y="7135"/>
                    </a:cubicBezTo>
                    <a:cubicBezTo>
                      <a:pt x="12864" y="7103"/>
                      <a:pt x="12844" y="7074"/>
                      <a:pt x="12803" y="7074"/>
                    </a:cubicBezTo>
                    <a:cubicBezTo>
                      <a:pt x="12802" y="7074"/>
                      <a:pt x="12802" y="7074"/>
                      <a:pt x="12801" y="7074"/>
                    </a:cubicBezTo>
                    <a:cubicBezTo>
                      <a:pt x="9574" y="7175"/>
                      <a:pt x="6335" y="7211"/>
                      <a:pt x="3111" y="7386"/>
                    </a:cubicBezTo>
                    <a:cubicBezTo>
                      <a:pt x="3078" y="7387"/>
                      <a:pt x="3053" y="7415"/>
                      <a:pt x="3056" y="7448"/>
                    </a:cubicBezTo>
                    <a:cubicBezTo>
                      <a:pt x="2900" y="7616"/>
                      <a:pt x="2748" y="7804"/>
                      <a:pt x="2601" y="7996"/>
                    </a:cubicBezTo>
                    <a:cubicBezTo>
                      <a:pt x="2599" y="7986"/>
                      <a:pt x="2590" y="7978"/>
                      <a:pt x="2578" y="7978"/>
                    </a:cubicBezTo>
                    <a:cubicBezTo>
                      <a:pt x="2507" y="7976"/>
                      <a:pt x="2436" y="7975"/>
                      <a:pt x="2365" y="7975"/>
                    </a:cubicBezTo>
                    <a:cubicBezTo>
                      <a:pt x="2249" y="7975"/>
                      <a:pt x="2132" y="7977"/>
                      <a:pt x="2016" y="7979"/>
                    </a:cubicBezTo>
                    <a:cubicBezTo>
                      <a:pt x="2056" y="7928"/>
                      <a:pt x="2097" y="7878"/>
                      <a:pt x="2137" y="7827"/>
                    </a:cubicBezTo>
                    <a:cubicBezTo>
                      <a:pt x="2263" y="7810"/>
                      <a:pt x="2391" y="7802"/>
                      <a:pt x="2518" y="7802"/>
                    </a:cubicBezTo>
                    <a:cubicBezTo>
                      <a:pt x="2538" y="7802"/>
                      <a:pt x="2558" y="7802"/>
                      <a:pt x="2578" y="7803"/>
                    </a:cubicBezTo>
                    <a:cubicBezTo>
                      <a:pt x="2605" y="7803"/>
                      <a:pt x="2605" y="7764"/>
                      <a:pt x="2578" y="7761"/>
                    </a:cubicBezTo>
                    <a:cubicBezTo>
                      <a:pt x="2539" y="7757"/>
                      <a:pt x="2500" y="7755"/>
                      <a:pt x="2460" y="7755"/>
                    </a:cubicBezTo>
                    <a:cubicBezTo>
                      <a:pt x="2363" y="7755"/>
                      <a:pt x="2266" y="7767"/>
                      <a:pt x="2170" y="7787"/>
                    </a:cubicBezTo>
                    <a:cubicBezTo>
                      <a:pt x="2268" y="7661"/>
                      <a:pt x="2362" y="7533"/>
                      <a:pt x="2460" y="7407"/>
                    </a:cubicBezTo>
                    <a:cubicBezTo>
                      <a:pt x="2566" y="7409"/>
                      <a:pt x="2672" y="7411"/>
                      <a:pt x="2778" y="7411"/>
                    </a:cubicBezTo>
                    <a:cubicBezTo>
                      <a:pt x="2815" y="7411"/>
                      <a:pt x="2851" y="7411"/>
                      <a:pt x="2888" y="7410"/>
                    </a:cubicBezTo>
                    <a:cubicBezTo>
                      <a:pt x="2924" y="7410"/>
                      <a:pt x="2924" y="7357"/>
                      <a:pt x="2888" y="7357"/>
                    </a:cubicBezTo>
                    <a:cubicBezTo>
                      <a:pt x="2850" y="7356"/>
                      <a:pt x="2812" y="7356"/>
                      <a:pt x="2774" y="7356"/>
                    </a:cubicBezTo>
                    <a:cubicBezTo>
                      <a:pt x="2681" y="7356"/>
                      <a:pt x="2588" y="7358"/>
                      <a:pt x="2496" y="7360"/>
                    </a:cubicBezTo>
                    <a:cubicBezTo>
                      <a:pt x="2552" y="7288"/>
                      <a:pt x="2607" y="7213"/>
                      <a:pt x="2663" y="7142"/>
                    </a:cubicBezTo>
                    <a:cubicBezTo>
                      <a:pt x="2966" y="7146"/>
                      <a:pt x="3270" y="7151"/>
                      <a:pt x="3574" y="7151"/>
                    </a:cubicBezTo>
                    <a:cubicBezTo>
                      <a:pt x="3699" y="7151"/>
                      <a:pt x="3825" y="7150"/>
                      <a:pt x="3951" y="7148"/>
                    </a:cubicBezTo>
                    <a:cubicBezTo>
                      <a:pt x="3991" y="7148"/>
                      <a:pt x="3991" y="7089"/>
                      <a:pt x="3951" y="7089"/>
                    </a:cubicBezTo>
                    <a:cubicBezTo>
                      <a:pt x="3829" y="7087"/>
                      <a:pt x="3706" y="7086"/>
                      <a:pt x="3584" y="7086"/>
                    </a:cubicBezTo>
                    <a:cubicBezTo>
                      <a:pt x="3289" y="7086"/>
                      <a:pt x="2993" y="7091"/>
                      <a:pt x="2698" y="7095"/>
                    </a:cubicBezTo>
                    <a:cubicBezTo>
                      <a:pt x="2739" y="7042"/>
                      <a:pt x="2780" y="6989"/>
                      <a:pt x="2820" y="6935"/>
                    </a:cubicBezTo>
                    <a:cubicBezTo>
                      <a:pt x="3421" y="6954"/>
                      <a:pt x="4022" y="6961"/>
                      <a:pt x="4624" y="6961"/>
                    </a:cubicBezTo>
                    <a:cubicBezTo>
                      <a:pt x="7105" y="6961"/>
                      <a:pt x="9598" y="6835"/>
                      <a:pt x="12080" y="6835"/>
                    </a:cubicBezTo>
                    <a:cubicBezTo>
                      <a:pt x="12380" y="6835"/>
                      <a:pt x="12680" y="6837"/>
                      <a:pt x="12980" y="6841"/>
                    </a:cubicBezTo>
                    <a:cubicBezTo>
                      <a:pt x="12981" y="6841"/>
                      <a:pt x="12983" y="6841"/>
                      <a:pt x="12985" y="6841"/>
                    </a:cubicBezTo>
                    <a:cubicBezTo>
                      <a:pt x="13005" y="6841"/>
                      <a:pt x="13025" y="6831"/>
                      <a:pt x="13037" y="6814"/>
                    </a:cubicBezTo>
                    <a:close/>
                    <a:moveTo>
                      <a:pt x="15312" y="10221"/>
                    </a:moveTo>
                    <a:cubicBezTo>
                      <a:pt x="15314" y="10303"/>
                      <a:pt x="15321" y="10384"/>
                      <a:pt x="15318" y="10467"/>
                    </a:cubicBezTo>
                    <a:cubicBezTo>
                      <a:pt x="10309" y="10678"/>
                      <a:pt x="5287" y="10692"/>
                      <a:pt x="281" y="10926"/>
                    </a:cubicBezTo>
                    <a:cubicBezTo>
                      <a:pt x="284" y="10837"/>
                      <a:pt x="274" y="10746"/>
                      <a:pt x="263" y="10657"/>
                    </a:cubicBezTo>
                    <a:lnTo>
                      <a:pt x="263" y="10657"/>
                    </a:lnTo>
                    <a:cubicBezTo>
                      <a:pt x="666" y="10675"/>
                      <a:pt x="1070" y="10694"/>
                      <a:pt x="1472" y="10706"/>
                    </a:cubicBezTo>
                    <a:cubicBezTo>
                      <a:pt x="1473" y="10706"/>
                      <a:pt x="1473" y="10706"/>
                      <a:pt x="1474" y="10706"/>
                    </a:cubicBezTo>
                    <a:cubicBezTo>
                      <a:pt x="1523" y="10706"/>
                      <a:pt x="1520" y="10633"/>
                      <a:pt x="1472" y="10628"/>
                    </a:cubicBezTo>
                    <a:cubicBezTo>
                      <a:pt x="1217" y="10605"/>
                      <a:pt x="959" y="10595"/>
                      <a:pt x="702" y="10595"/>
                    </a:cubicBezTo>
                    <a:cubicBezTo>
                      <a:pt x="553" y="10595"/>
                      <a:pt x="405" y="10598"/>
                      <a:pt x="258" y="10604"/>
                    </a:cubicBezTo>
                    <a:cubicBezTo>
                      <a:pt x="258" y="10600"/>
                      <a:pt x="257" y="10596"/>
                      <a:pt x="257" y="10591"/>
                    </a:cubicBezTo>
                    <a:cubicBezTo>
                      <a:pt x="249" y="10513"/>
                      <a:pt x="243" y="10435"/>
                      <a:pt x="236" y="10358"/>
                    </a:cubicBezTo>
                    <a:lnTo>
                      <a:pt x="236" y="10358"/>
                    </a:lnTo>
                    <a:cubicBezTo>
                      <a:pt x="1061" y="10506"/>
                      <a:pt x="1922" y="10554"/>
                      <a:pt x="2794" y="10554"/>
                    </a:cubicBezTo>
                    <a:cubicBezTo>
                      <a:pt x="4312" y="10554"/>
                      <a:pt x="5863" y="10408"/>
                      <a:pt x="7317" y="10394"/>
                    </a:cubicBezTo>
                    <a:cubicBezTo>
                      <a:pt x="9958" y="10367"/>
                      <a:pt x="12598" y="10328"/>
                      <a:pt x="15238" y="10276"/>
                    </a:cubicBezTo>
                    <a:cubicBezTo>
                      <a:pt x="15271" y="10275"/>
                      <a:pt x="15301" y="10254"/>
                      <a:pt x="15312" y="10221"/>
                    </a:cubicBezTo>
                    <a:close/>
                    <a:moveTo>
                      <a:pt x="7653" y="1"/>
                    </a:moveTo>
                    <a:cubicBezTo>
                      <a:pt x="6047" y="1"/>
                      <a:pt x="4441" y="50"/>
                      <a:pt x="2846" y="165"/>
                    </a:cubicBezTo>
                    <a:cubicBezTo>
                      <a:pt x="2767" y="171"/>
                      <a:pt x="2764" y="291"/>
                      <a:pt x="2844" y="291"/>
                    </a:cubicBezTo>
                    <a:cubicBezTo>
                      <a:pt x="2844" y="291"/>
                      <a:pt x="2845" y="291"/>
                      <a:pt x="2846" y="290"/>
                    </a:cubicBezTo>
                    <a:cubicBezTo>
                      <a:pt x="4514" y="240"/>
                      <a:pt x="6175" y="207"/>
                      <a:pt x="7836" y="207"/>
                    </a:cubicBezTo>
                    <a:cubicBezTo>
                      <a:pt x="9504" y="207"/>
                      <a:pt x="11172" y="241"/>
                      <a:pt x="12846" y="325"/>
                    </a:cubicBezTo>
                    <a:cubicBezTo>
                      <a:pt x="12848" y="325"/>
                      <a:pt x="12849" y="325"/>
                      <a:pt x="12850" y="325"/>
                    </a:cubicBezTo>
                    <a:cubicBezTo>
                      <a:pt x="12868" y="325"/>
                      <a:pt x="12885" y="319"/>
                      <a:pt x="12899" y="308"/>
                    </a:cubicBezTo>
                    <a:cubicBezTo>
                      <a:pt x="13003" y="2434"/>
                      <a:pt x="12921" y="4558"/>
                      <a:pt x="12979" y="6684"/>
                    </a:cubicBezTo>
                    <a:cubicBezTo>
                      <a:pt x="11356" y="6639"/>
                      <a:pt x="9694" y="6581"/>
                      <a:pt x="8032" y="6581"/>
                    </a:cubicBezTo>
                    <a:cubicBezTo>
                      <a:pt x="6297" y="6581"/>
                      <a:pt x="4563" y="6644"/>
                      <a:pt x="2876" y="6851"/>
                    </a:cubicBezTo>
                    <a:cubicBezTo>
                      <a:pt x="2884" y="6821"/>
                      <a:pt x="2857" y="6793"/>
                      <a:pt x="2828" y="6793"/>
                    </a:cubicBezTo>
                    <a:cubicBezTo>
                      <a:pt x="2817" y="6793"/>
                      <a:pt x="2806" y="6797"/>
                      <a:pt x="2797" y="6806"/>
                    </a:cubicBezTo>
                    <a:cubicBezTo>
                      <a:pt x="2791" y="6813"/>
                      <a:pt x="2786" y="6819"/>
                      <a:pt x="2779" y="6825"/>
                    </a:cubicBezTo>
                    <a:cubicBezTo>
                      <a:pt x="2782" y="6819"/>
                      <a:pt x="2788" y="6816"/>
                      <a:pt x="2788" y="6808"/>
                    </a:cubicBezTo>
                    <a:cubicBezTo>
                      <a:pt x="2793" y="6751"/>
                      <a:pt x="2796" y="6694"/>
                      <a:pt x="2801" y="6637"/>
                    </a:cubicBezTo>
                    <a:lnTo>
                      <a:pt x="2803" y="6637"/>
                    </a:lnTo>
                    <a:cubicBezTo>
                      <a:pt x="3043" y="6591"/>
                      <a:pt x="3287" y="6568"/>
                      <a:pt x="3532" y="6568"/>
                    </a:cubicBezTo>
                    <a:cubicBezTo>
                      <a:pt x="3642" y="6568"/>
                      <a:pt x="3752" y="6573"/>
                      <a:pt x="3862" y="6582"/>
                    </a:cubicBezTo>
                    <a:cubicBezTo>
                      <a:pt x="3863" y="6582"/>
                      <a:pt x="3864" y="6582"/>
                      <a:pt x="3865" y="6582"/>
                    </a:cubicBezTo>
                    <a:cubicBezTo>
                      <a:pt x="3900" y="6582"/>
                      <a:pt x="3908" y="6521"/>
                      <a:pt x="3871" y="6515"/>
                    </a:cubicBezTo>
                    <a:cubicBezTo>
                      <a:pt x="3746" y="6499"/>
                      <a:pt x="3620" y="6490"/>
                      <a:pt x="3494" y="6490"/>
                    </a:cubicBezTo>
                    <a:cubicBezTo>
                      <a:pt x="3263" y="6490"/>
                      <a:pt x="3031" y="6519"/>
                      <a:pt x="2806" y="6576"/>
                    </a:cubicBezTo>
                    <a:cubicBezTo>
                      <a:pt x="2819" y="6426"/>
                      <a:pt x="2828" y="6273"/>
                      <a:pt x="2838" y="6122"/>
                    </a:cubicBezTo>
                    <a:cubicBezTo>
                      <a:pt x="2933" y="6122"/>
                      <a:pt x="3027" y="6108"/>
                      <a:pt x="3118" y="6080"/>
                    </a:cubicBezTo>
                    <a:cubicBezTo>
                      <a:pt x="3147" y="6070"/>
                      <a:pt x="3138" y="6027"/>
                      <a:pt x="3111" y="6027"/>
                    </a:cubicBezTo>
                    <a:cubicBezTo>
                      <a:pt x="3108" y="6027"/>
                      <a:pt x="3106" y="6027"/>
                      <a:pt x="3103" y="6028"/>
                    </a:cubicBezTo>
                    <a:cubicBezTo>
                      <a:pt x="3018" y="6052"/>
                      <a:pt x="2930" y="6066"/>
                      <a:pt x="2842" y="6071"/>
                    </a:cubicBezTo>
                    <a:cubicBezTo>
                      <a:pt x="2852" y="5917"/>
                      <a:pt x="2860" y="5762"/>
                      <a:pt x="2868" y="5608"/>
                    </a:cubicBezTo>
                    <a:cubicBezTo>
                      <a:pt x="2896" y="5611"/>
                      <a:pt x="2923" y="5613"/>
                      <a:pt x="2951" y="5613"/>
                    </a:cubicBezTo>
                    <a:cubicBezTo>
                      <a:pt x="3016" y="5613"/>
                      <a:pt x="3080" y="5604"/>
                      <a:pt x="3143" y="5587"/>
                    </a:cubicBezTo>
                    <a:lnTo>
                      <a:pt x="3143" y="5587"/>
                    </a:lnTo>
                    <a:cubicBezTo>
                      <a:pt x="3143" y="5831"/>
                      <a:pt x="3141" y="6076"/>
                      <a:pt x="3142" y="6320"/>
                    </a:cubicBezTo>
                    <a:cubicBezTo>
                      <a:pt x="3142" y="6362"/>
                      <a:pt x="3173" y="6382"/>
                      <a:pt x="3205" y="6382"/>
                    </a:cubicBezTo>
                    <a:cubicBezTo>
                      <a:pt x="3221" y="6382"/>
                      <a:pt x="3236" y="6378"/>
                      <a:pt x="3249" y="6368"/>
                    </a:cubicBezTo>
                    <a:cubicBezTo>
                      <a:pt x="3257" y="6384"/>
                      <a:pt x="3271" y="6393"/>
                      <a:pt x="3288" y="6393"/>
                    </a:cubicBezTo>
                    <a:cubicBezTo>
                      <a:pt x="3289" y="6393"/>
                      <a:pt x="3290" y="6393"/>
                      <a:pt x="3291" y="6393"/>
                    </a:cubicBezTo>
                    <a:cubicBezTo>
                      <a:pt x="6246" y="6387"/>
                      <a:pt x="9196" y="6163"/>
                      <a:pt x="12152" y="6163"/>
                    </a:cubicBezTo>
                    <a:cubicBezTo>
                      <a:pt x="12281" y="6163"/>
                      <a:pt x="12409" y="6163"/>
                      <a:pt x="12538" y="6164"/>
                    </a:cubicBezTo>
                    <a:cubicBezTo>
                      <a:pt x="12578" y="6164"/>
                      <a:pt x="12594" y="6127"/>
                      <a:pt x="12585" y="6097"/>
                    </a:cubicBezTo>
                    <a:lnTo>
                      <a:pt x="12585" y="6097"/>
                    </a:lnTo>
                    <a:cubicBezTo>
                      <a:pt x="12601" y="6118"/>
                      <a:pt x="12627" y="6129"/>
                      <a:pt x="12651" y="6129"/>
                    </a:cubicBezTo>
                    <a:cubicBezTo>
                      <a:pt x="12686" y="6129"/>
                      <a:pt x="12718" y="6107"/>
                      <a:pt x="12712" y="6063"/>
                    </a:cubicBezTo>
                    <a:cubicBezTo>
                      <a:pt x="12486" y="4296"/>
                      <a:pt x="12874" y="2518"/>
                      <a:pt x="12603" y="757"/>
                    </a:cubicBezTo>
                    <a:cubicBezTo>
                      <a:pt x="12599" y="734"/>
                      <a:pt x="12581" y="724"/>
                      <a:pt x="12561" y="724"/>
                    </a:cubicBezTo>
                    <a:cubicBezTo>
                      <a:pt x="12557" y="724"/>
                      <a:pt x="12554" y="725"/>
                      <a:pt x="12550" y="725"/>
                    </a:cubicBezTo>
                    <a:cubicBezTo>
                      <a:pt x="12545" y="699"/>
                      <a:pt x="12528" y="675"/>
                      <a:pt x="12494" y="675"/>
                    </a:cubicBezTo>
                    <a:cubicBezTo>
                      <a:pt x="12097" y="680"/>
                      <a:pt x="11701" y="682"/>
                      <a:pt x="11304" y="682"/>
                    </a:cubicBezTo>
                    <a:cubicBezTo>
                      <a:pt x="8897" y="682"/>
                      <a:pt x="6490" y="605"/>
                      <a:pt x="4085" y="605"/>
                    </a:cubicBezTo>
                    <a:cubicBezTo>
                      <a:pt x="3819" y="605"/>
                      <a:pt x="3553" y="606"/>
                      <a:pt x="3288" y="608"/>
                    </a:cubicBezTo>
                    <a:cubicBezTo>
                      <a:pt x="3235" y="608"/>
                      <a:pt x="3222" y="667"/>
                      <a:pt x="3249" y="699"/>
                    </a:cubicBezTo>
                    <a:cubicBezTo>
                      <a:pt x="3237" y="691"/>
                      <a:pt x="3224" y="687"/>
                      <a:pt x="3211" y="687"/>
                    </a:cubicBezTo>
                    <a:cubicBezTo>
                      <a:pt x="3182" y="687"/>
                      <a:pt x="3155" y="706"/>
                      <a:pt x="3155" y="744"/>
                    </a:cubicBezTo>
                    <a:cubicBezTo>
                      <a:pt x="3156" y="1131"/>
                      <a:pt x="3155" y="1519"/>
                      <a:pt x="3152" y="1908"/>
                    </a:cubicBezTo>
                    <a:cubicBezTo>
                      <a:pt x="3134" y="1906"/>
                      <a:pt x="3116" y="1906"/>
                      <a:pt x="3098" y="1906"/>
                    </a:cubicBezTo>
                    <a:cubicBezTo>
                      <a:pt x="3043" y="1906"/>
                      <a:pt x="2988" y="1910"/>
                      <a:pt x="2934" y="1913"/>
                    </a:cubicBezTo>
                    <a:cubicBezTo>
                      <a:pt x="2899" y="1913"/>
                      <a:pt x="2899" y="1964"/>
                      <a:pt x="2934" y="1964"/>
                    </a:cubicBezTo>
                    <a:cubicBezTo>
                      <a:pt x="2989" y="1967"/>
                      <a:pt x="3045" y="1971"/>
                      <a:pt x="3101" y="1971"/>
                    </a:cubicBezTo>
                    <a:cubicBezTo>
                      <a:pt x="3118" y="1971"/>
                      <a:pt x="3135" y="1971"/>
                      <a:pt x="3152" y="1970"/>
                    </a:cubicBezTo>
                    <a:lnTo>
                      <a:pt x="3152" y="1970"/>
                    </a:lnTo>
                    <a:cubicBezTo>
                      <a:pt x="3152" y="2112"/>
                      <a:pt x="3152" y="2254"/>
                      <a:pt x="3151" y="2397"/>
                    </a:cubicBezTo>
                    <a:cubicBezTo>
                      <a:pt x="3104" y="2393"/>
                      <a:pt x="3056" y="2391"/>
                      <a:pt x="3009" y="2391"/>
                    </a:cubicBezTo>
                    <a:cubicBezTo>
                      <a:pt x="2971" y="2391"/>
                      <a:pt x="2933" y="2392"/>
                      <a:pt x="2895" y="2395"/>
                    </a:cubicBezTo>
                    <a:cubicBezTo>
                      <a:pt x="2890" y="2047"/>
                      <a:pt x="2883" y="1700"/>
                      <a:pt x="2873" y="1353"/>
                    </a:cubicBezTo>
                    <a:cubicBezTo>
                      <a:pt x="2908" y="1350"/>
                      <a:pt x="2943" y="1349"/>
                      <a:pt x="2979" y="1349"/>
                    </a:cubicBezTo>
                    <a:cubicBezTo>
                      <a:pt x="3008" y="1349"/>
                      <a:pt x="3037" y="1350"/>
                      <a:pt x="3066" y="1352"/>
                    </a:cubicBezTo>
                    <a:cubicBezTo>
                      <a:pt x="3066" y="1352"/>
                      <a:pt x="3067" y="1352"/>
                      <a:pt x="3068" y="1352"/>
                    </a:cubicBezTo>
                    <a:cubicBezTo>
                      <a:pt x="3101" y="1352"/>
                      <a:pt x="3109" y="1296"/>
                      <a:pt x="3074" y="1290"/>
                    </a:cubicBezTo>
                    <a:cubicBezTo>
                      <a:pt x="3043" y="1284"/>
                      <a:pt x="3011" y="1282"/>
                      <a:pt x="2979" y="1282"/>
                    </a:cubicBezTo>
                    <a:cubicBezTo>
                      <a:pt x="2943" y="1282"/>
                      <a:pt x="2906" y="1285"/>
                      <a:pt x="2870" y="1292"/>
                    </a:cubicBezTo>
                    <a:cubicBezTo>
                      <a:pt x="2867" y="1155"/>
                      <a:pt x="2861" y="1018"/>
                      <a:pt x="2856" y="881"/>
                    </a:cubicBezTo>
                    <a:cubicBezTo>
                      <a:pt x="2944" y="874"/>
                      <a:pt x="3031" y="869"/>
                      <a:pt x="3118" y="855"/>
                    </a:cubicBezTo>
                    <a:cubicBezTo>
                      <a:pt x="3155" y="850"/>
                      <a:pt x="3148" y="790"/>
                      <a:pt x="3112" y="790"/>
                    </a:cubicBezTo>
                    <a:cubicBezTo>
                      <a:pt x="3111" y="790"/>
                      <a:pt x="3110" y="790"/>
                      <a:pt x="3109" y="790"/>
                    </a:cubicBezTo>
                    <a:cubicBezTo>
                      <a:pt x="3023" y="796"/>
                      <a:pt x="2939" y="811"/>
                      <a:pt x="2854" y="825"/>
                    </a:cubicBezTo>
                    <a:cubicBezTo>
                      <a:pt x="2849" y="691"/>
                      <a:pt x="2845" y="557"/>
                      <a:pt x="2839" y="424"/>
                    </a:cubicBezTo>
                    <a:lnTo>
                      <a:pt x="2839" y="424"/>
                    </a:lnTo>
                    <a:cubicBezTo>
                      <a:pt x="3160" y="430"/>
                      <a:pt x="3480" y="437"/>
                      <a:pt x="3801" y="437"/>
                    </a:cubicBezTo>
                    <a:cubicBezTo>
                      <a:pt x="3895" y="437"/>
                      <a:pt x="3990" y="437"/>
                      <a:pt x="4084" y="435"/>
                    </a:cubicBezTo>
                    <a:cubicBezTo>
                      <a:pt x="4143" y="434"/>
                      <a:pt x="4143" y="344"/>
                      <a:pt x="4084" y="342"/>
                    </a:cubicBezTo>
                    <a:cubicBezTo>
                      <a:pt x="4001" y="341"/>
                      <a:pt x="3918" y="341"/>
                      <a:pt x="3835" y="341"/>
                    </a:cubicBezTo>
                    <a:cubicBezTo>
                      <a:pt x="3502" y="341"/>
                      <a:pt x="3170" y="348"/>
                      <a:pt x="2837" y="355"/>
                    </a:cubicBezTo>
                    <a:lnTo>
                      <a:pt x="2837" y="344"/>
                    </a:lnTo>
                    <a:cubicBezTo>
                      <a:pt x="2835" y="296"/>
                      <a:pt x="2797" y="272"/>
                      <a:pt x="2760" y="272"/>
                    </a:cubicBezTo>
                    <a:cubicBezTo>
                      <a:pt x="2723" y="272"/>
                      <a:pt x="2687" y="296"/>
                      <a:pt x="2688" y="344"/>
                    </a:cubicBezTo>
                    <a:lnTo>
                      <a:pt x="2688" y="369"/>
                    </a:lnTo>
                    <a:cubicBezTo>
                      <a:pt x="2679" y="381"/>
                      <a:pt x="2679" y="398"/>
                      <a:pt x="2689" y="410"/>
                    </a:cubicBezTo>
                    <a:cubicBezTo>
                      <a:pt x="2699" y="720"/>
                      <a:pt x="2702" y="1029"/>
                      <a:pt x="2707" y="1337"/>
                    </a:cubicBezTo>
                    <a:lnTo>
                      <a:pt x="2705" y="1339"/>
                    </a:lnTo>
                    <a:cubicBezTo>
                      <a:pt x="2682" y="1346"/>
                      <a:pt x="2684" y="1380"/>
                      <a:pt x="2707" y="1384"/>
                    </a:cubicBezTo>
                    <a:cubicBezTo>
                      <a:pt x="2734" y="3194"/>
                      <a:pt x="2680" y="4996"/>
                      <a:pt x="2669" y="6807"/>
                    </a:cubicBezTo>
                    <a:cubicBezTo>
                      <a:pt x="2669" y="6845"/>
                      <a:pt x="2695" y="6862"/>
                      <a:pt x="2722" y="6862"/>
                    </a:cubicBezTo>
                    <a:cubicBezTo>
                      <a:pt x="2732" y="6862"/>
                      <a:pt x="2742" y="6860"/>
                      <a:pt x="2751" y="6856"/>
                    </a:cubicBezTo>
                    <a:lnTo>
                      <a:pt x="2751" y="6856"/>
                    </a:lnTo>
                    <a:cubicBezTo>
                      <a:pt x="2747" y="6858"/>
                      <a:pt x="2745" y="6861"/>
                      <a:pt x="2742" y="6863"/>
                    </a:cubicBezTo>
                    <a:cubicBezTo>
                      <a:pt x="2731" y="6866"/>
                      <a:pt x="2719" y="6867"/>
                      <a:pt x="2707" y="6868"/>
                    </a:cubicBezTo>
                    <a:cubicBezTo>
                      <a:pt x="2679" y="6870"/>
                      <a:pt x="2667" y="6905"/>
                      <a:pt x="2688" y="6923"/>
                    </a:cubicBezTo>
                    <a:cubicBezTo>
                      <a:pt x="1730" y="7927"/>
                      <a:pt x="886" y="9057"/>
                      <a:pt x="33" y="10148"/>
                    </a:cubicBezTo>
                    <a:cubicBezTo>
                      <a:pt x="1" y="10188"/>
                      <a:pt x="5" y="10247"/>
                      <a:pt x="43" y="10283"/>
                    </a:cubicBezTo>
                    <a:cubicBezTo>
                      <a:pt x="42" y="10304"/>
                      <a:pt x="56" y="10322"/>
                      <a:pt x="77" y="10327"/>
                    </a:cubicBezTo>
                    <a:cubicBezTo>
                      <a:pt x="79" y="10424"/>
                      <a:pt x="82" y="10523"/>
                      <a:pt x="87" y="10620"/>
                    </a:cubicBezTo>
                    <a:cubicBezTo>
                      <a:pt x="82" y="10625"/>
                      <a:pt x="82" y="10632"/>
                      <a:pt x="87" y="10637"/>
                    </a:cubicBezTo>
                    <a:cubicBezTo>
                      <a:pt x="91" y="10767"/>
                      <a:pt x="83" y="10907"/>
                      <a:pt x="128" y="11030"/>
                    </a:cubicBezTo>
                    <a:cubicBezTo>
                      <a:pt x="139" y="11062"/>
                      <a:pt x="169" y="11079"/>
                      <a:pt x="199" y="11079"/>
                    </a:cubicBezTo>
                    <a:cubicBezTo>
                      <a:pt x="221" y="11079"/>
                      <a:pt x="243" y="11069"/>
                      <a:pt x="256" y="11047"/>
                    </a:cubicBezTo>
                    <a:cubicBezTo>
                      <a:pt x="1029" y="11064"/>
                      <a:pt x="1804" y="11071"/>
                      <a:pt x="2580" y="11071"/>
                    </a:cubicBezTo>
                    <a:cubicBezTo>
                      <a:pt x="6825" y="11071"/>
                      <a:pt x="11096" y="10845"/>
                      <a:pt x="15324" y="10649"/>
                    </a:cubicBezTo>
                    <a:cubicBezTo>
                      <a:pt x="15335" y="10657"/>
                      <a:pt x="15349" y="10662"/>
                      <a:pt x="15362" y="10662"/>
                    </a:cubicBezTo>
                    <a:cubicBezTo>
                      <a:pt x="15382" y="10662"/>
                      <a:pt x="15401" y="10650"/>
                      <a:pt x="15409" y="10624"/>
                    </a:cubicBezTo>
                    <a:cubicBezTo>
                      <a:pt x="15461" y="10453"/>
                      <a:pt x="15533" y="10236"/>
                      <a:pt x="15471" y="10059"/>
                    </a:cubicBezTo>
                    <a:cubicBezTo>
                      <a:pt x="15458" y="10021"/>
                      <a:pt x="15429" y="10004"/>
                      <a:pt x="15400" y="10004"/>
                    </a:cubicBezTo>
                    <a:cubicBezTo>
                      <a:pt x="15380" y="10004"/>
                      <a:pt x="15361" y="10012"/>
                      <a:pt x="15345" y="10026"/>
                    </a:cubicBezTo>
                    <a:cubicBezTo>
                      <a:pt x="14608" y="8926"/>
                      <a:pt x="13849" y="7841"/>
                      <a:pt x="13119" y="6734"/>
                    </a:cubicBezTo>
                    <a:cubicBezTo>
                      <a:pt x="13111" y="6722"/>
                      <a:pt x="13098" y="6712"/>
                      <a:pt x="13083" y="6709"/>
                    </a:cubicBezTo>
                    <a:cubicBezTo>
                      <a:pt x="13211" y="4563"/>
                      <a:pt x="13170" y="2392"/>
                      <a:pt x="13050" y="246"/>
                    </a:cubicBezTo>
                    <a:cubicBezTo>
                      <a:pt x="13048" y="197"/>
                      <a:pt x="13010" y="173"/>
                      <a:pt x="12972" y="173"/>
                    </a:cubicBezTo>
                    <a:cubicBezTo>
                      <a:pt x="12950" y="173"/>
                      <a:pt x="12929" y="181"/>
                      <a:pt x="12915" y="197"/>
                    </a:cubicBezTo>
                    <a:cubicBezTo>
                      <a:pt x="12901" y="172"/>
                      <a:pt x="12875" y="155"/>
                      <a:pt x="12846" y="155"/>
                    </a:cubicBezTo>
                    <a:cubicBezTo>
                      <a:pt x="11123" y="58"/>
                      <a:pt x="9388" y="1"/>
                      <a:pt x="76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18"/>
              <p:cNvSpPr/>
              <p:nvPr/>
            </p:nvSpPr>
            <p:spPr>
              <a:xfrm>
                <a:off x="-5664084" y="999386"/>
                <a:ext cx="108333" cy="23416"/>
              </a:xfrm>
              <a:custGeom>
                <a:rect b="b" l="l" r="r" t="t"/>
                <a:pathLst>
                  <a:path extrusionOk="0" h="680" w="3146">
                    <a:moveTo>
                      <a:pt x="2740" y="136"/>
                    </a:moveTo>
                    <a:lnTo>
                      <a:pt x="2740" y="136"/>
                    </a:lnTo>
                    <a:cubicBezTo>
                      <a:pt x="2920" y="391"/>
                      <a:pt x="2950" y="404"/>
                      <a:pt x="2598" y="466"/>
                    </a:cubicBezTo>
                    <a:cubicBezTo>
                      <a:pt x="2306" y="515"/>
                      <a:pt x="1984" y="502"/>
                      <a:pt x="1688" y="510"/>
                    </a:cubicBezTo>
                    <a:cubicBezTo>
                      <a:pt x="1446" y="516"/>
                      <a:pt x="1204" y="519"/>
                      <a:pt x="963" y="519"/>
                    </a:cubicBezTo>
                    <a:cubicBezTo>
                      <a:pt x="901" y="519"/>
                      <a:pt x="839" y="519"/>
                      <a:pt x="777" y="519"/>
                    </a:cubicBezTo>
                    <a:cubicBezTo>
                      <a:pt x="768" y="519"/>
                      <a:pt x="760" y="519"/>
                      <a:pt x="752" y="519"/>
                    </a:cubicBezTo>
                    <a:cubicBezTo>
                      <a:pt x="655" y="519"/>
                      <a:pt x="570" y="523"/>
                      <a:pt x="500" y="523"/>
                    </a:cubicBezTo>
                    <a:cubicBezTo>
                      <a:pt x="297" y="523"/>
                      <a:pt x="219" y="486"/>
                      <a:pt x="327" y="202"/>
                    </a:cubicBezTo>
                    <a:lnTo>
                      <a:pt x="327" y="202"/>
                    </a:lnTo>
                    <a:cubicBezTo>
                      <a:pt x="605" y="220"/>
                      <a:pt x="884" y="228"/>
                      <a:pt x="1162" y="228"/>
                    </a:cubicBezTo>
                    <a:cubicBezTo>
                      <a:pt x="1689" y="228"/>
                      <a:pt x="2216" y="197"/>
                      <a:pt x="2740" y="136"/>
                    </a:cubicBezTo>
                    <a:close/>
                    <a:moveTo>
                      <a:pt x="2774" y="1"/>
                    </a:moveTo>
                    <a:cubicBezTo>
                      <a:pt x="2750" y="1"/>
                      <a:pt x="2727" y="11"/>
                      <a:pt x="2712" y="32"/>
                    </a:cubicBezTo>
                    <a:cubicBezTo>
                      <a:pt x="1927" y="66"/>
                      <a:pt x="1147" y="88"/>
                      <a:pt x="361" y="91"/>
                    </a:cubicBezTo>
                    <a:cubicBezTo>
                      <a:pt x="358" y="70"/>
                      <a:pt x="340" y="55"/>
                      <a:pt x="321" y="55"/>
                    </a:cubicBezTo>
                    <a:cubicBezTo>
                      <a:pt x="309" y="55"/>
                      <a:pt x="297" y="60"/>
                      <a:pt x="288" y="74"/>
                    </a:cubicBezTo>
                    <a:cubicBezTo>
                      <a:pt x="282" y="85"/>
                      <a:pt x="276" y="95"/>
                      <a:pt x="270" y="104"/>
                    </a:cubicBezTo>
                    <a:cubicBezTo>
                      <a:pt x="257" y="113"/>
                      <a:pt x="249" y="126"/>
                      <a:pt x="248" y="141"/>
                    </a:cubicBezTo>
                    <a:cubicBezTo>
                      <a:pt x="165" y="270"/>
                      <a:pt x="91" y="404"/>
                      <a:pt x="26" y="542"/>
                    </a:cubicBezTo>
                    <a:cubicBezTo>
                      <a:pt x="0" y="597"/>
                      <a:pt x="31" y="657"/>
                      <a:pt x="93" y="660"/>
                    </a:cubicBezTo>
                    <a:cubicBezTo>
                      <a:pt x="380" y="674"/>
                      <a:pt x="667" y="680"/>
                      <a:pt x="953" y="680"/>
                    </a:cubicBezTo>
                    <a:cubicBezTo>
                      <a:pt x="1654" y="680"/>
                      <a:pt x="2353" y="642"/>
                      <a:pt x="3052" y="578"/>
                    </a:cubicBezTo>
                    <a:cubicBezTo>
                      <a:pt x="3109" y="573"/>
                      <a:pt x="3146" y="518"/>
                      <a:pt x="3117" y="465"/>
                    </a:cubicBezTo>
                    <a:cubicBezTo>
                      <a:pt x="3043" y="330"/>
                      <a:pt x="2960" y="200"/>
                      <a:pt x="2869" y="78"/>
                    </a:cubicBezTo>
                    <a:cubicBezTo>
                      <a:pt x="2871" y="56"/>
                      <a:pt x="2857" y="37"/>
                      <a:pt x="2837" y="33"/>
                    </a:cubicBezTo>
                    <a:lnTo>
                      <a:pt x="2835" y="30"/>
                    </a:lnTo>
                    <a:cubicBezTo>
                      <a:pt x="2819" y="10"/>
                      <a:pt x="2796" y="1"/>
                      <a:pt x="277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9" name="Google Shape;499;p18"/>
            <p:cNvSpPr txBox="1"/>
            <p:nvPr/>
          </p:nvSpPr>
          <p:spPr>
            <a:xfrm>
              <a:off x="6387525" y="2498138"/>
              <a:ext cx="7305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Internet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0" name="Google Shape;500;p18"/>
          <p:cNvGrpSpPr/>
          <p:nvPr/>
        </p:nvGrpSpPr>
        <p:grpSpPr>
          <a:xfrm>
            <a:off x="7795900" y="2020055"/>
            <a:ext cx="730500" cy="732782"/>
            <a:chOff x="7795900" y="2020055"/>
            <a:chExt cx="730500" cy="732782"/>
          </a:xfrm>
        </p:grpSpPr>
        <p:sp>
          <p:nvSpPr>
            <p:cNvPr id="501" name="Google Shape;501;p18"/>
            <p:cNvSpPr txBox="1"/>
            <p:nvPr/>
          </p:nvSpPr>
          <p:spPr>
            <a:xfrm>
              <a:off x="7795900" y="2498138"/>
              <a:ext cx="7305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Art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7865378" y="2020055"/>
              <a:ext cx="591559" cy="444143"/>
            </a:xfrm>
            <a:custGeom>
              <a:rect b="b" l="l" r="r" t="t"/>
              <a:pathLst>
                <a:path extrusionOk="0" h="12898" w="17179">
                  <a:moveTo>
                    <a:pt x="8227" y="300"/>
                  </a:moveTo>
                  <a:cubicBezTo>
                    <a:pt x="9972" y="300"/>
                    <a:pt x="11673" y="1006"/>
                    <a:pt x="12897" y="2263"/>
                  </a:cubicBezTo>
                  <a:cubicBezTo>
                    <a:pt x="15713" y="5152"/>
                    <a:pt x="15577" y="10587"/>
                    <a:pt x="11453" y="12215"/>
                  </a:cubicBezTo>
                  <a:lnTo>
                    <a:pt x="11454" y="12215"/>
                  </a:lnTo>
                  <a:cubicBezTo>
                    <a:pt x="10646" y="12534"/>
                    <a:pt x="9788" y="12670"/>
                    <a:pt x="8923" y="12670"/>
                  </a:cubicBezTo>
                  <a:cubicBezTo>
                    <a:pt x="7844" y="12670"/>
                    <a:pt x="6755" y="12458"/>
                    <a:pt x="5743" y="12128"/>
                  </a:cubicBezTo>
                  <a:cubicBezTo>
                    <a:pt x="5422" y="12020"/>
                    <a:pt x="5106" y="11894"/>
                    <a:pt x="4799" y="11751"/>
                  </a:cubicBezTo>
                  <a:lnTo>
                    <a:pt x="4799" y="11751"/>
                  </a:lnTo>
                  <a:cubicBezTo>
                    <a:pt x="5190" y="11764"/>
                    <a:pt x="5580" y="11795"/>
                    <a:pt x="5970" y="11838"/>
                  </a:cubicBezTo>
                  <a:cubicBezTo>
                    <a:pt x="5972" y="11838"/>
                    <a:pt x="5973" y="11838"/>
                    <a:pt x="5974" y="11838"/>
                  </a:cubicBezTo>
                  <a:cubicBezTo>
                    <a:pt x="6008" y="11838"/>
                    <a:pt x="6006" y="11783"/>
                    <a:pt x="5970" y="11778"/>
                  </a:cubicBezTo>
                  <a:cubicBezTo>
                    <a:pt x="5541" y="11725"/>
                    <a:pt x="5110" y="11698"/>
                    <a:pt x="4677" y="11694"/>
                  </a:cubicBezTo>
                  <a:cubicBezTo>
                    <a:pt x="4397" y="11562"/>
                    <a:pt x="4105" y="11409"/>
                    <a:pt x="3814" y="11236"/>
                  </a:cubicBezTo>
                  <a:lnTo>
                    <a:pt x="3814" y="11236"/>
                  </a:lnTo>
                  <a:cubicBezTo>
                    <a:pt x="4309" y="11253"/>
                    <a:pt x="4805" y="11268"/>
                    <a:pt x="5300" y="11268"/>
                  </a:cubicBezTo>
                  <a:cubicBezTo>
                    <a:pt x="5331" y="11268"/>
                    <a:pt x="5363" y="11268"/>
                    <a:pt x="5395" y="11268"/>
                  </a:cubicBezTo>
                  <a:cubicBezTo>
                    <a:pt x="5444" y="11268"/>
                    <a:pt x="5444" y="11195"/>
                    <a:pt x="5395" y="11192"/>
                  </a:cubicBezTo>
                  <a:cubicBezTo>
                    <a:pt x="4822" y="11164"/>
                    <a:pt x="4247" y="11159"/>
                    <a:pt x="3672" y="11152"/>
                  </a:cubicBezTo>
                  <a:cubicBezTo>
                    <a:pt x="3383" y="10976"/>
                    <a:pt x="3103" y="10783"/>
                    <a:pt x="2837" y="10574"/>
                  </a:cubicBezTo>
                  <a:lnTo>
                    <a:pt x="2837" y="10574"/>
                  </a:lnTo>
                  <a:cubicBezTo>
                    <a:pt x="3141" y="10578"/>
                    <a:pt x="3446" y="10602"/>
                    <a:pt x="3748" y="10646"/>
                  </a:cubicBezTo>
                  <a:cubicBezTo>
                    <a:pt x="3751" y="10647"/>
                    <a:pt x="3752" y="10647"/>
                    <a:pt x="3754" y="10647"/>
                  </a:cubicBezTo>
                  <a:cubicBezTo>
                    <a:pt x="3795" y="10647"/>
                    <a:pt x="3811" y="10586"/>
                    <a:pt x="3768" y="10576"/>
                  </a:cubicBezTo>
                  <a:cubicBezTo>
                    <a:pt x="3447" y="10512"/>
                    <a:pt x="3121" y="10480"/>
                    <a:pt x="2795" y="10480"/>
                  </a:cubicBezTo>
                  <a:cubicBezTo>
                    <a:pt x="2770" y="10480"/>
                    <a:pt x="2746" y="10480"/>
                    <a:pt x="2722" y="10480"/>
                  </a:cubicBezTo>
                  <a:cubicBezTo>
                    <a:pt x="2451" y="10259"/>
                    <a:pt x="2204" y="10022"/>
                    <a:pt x="1995" y="9772"/>
                  </a:cubicBezTo>
                  <a:lnTo>
                    <a:pt x="1995" y="9772"/>
                  </a:lnTo>
                  <a:cubicBezTo>
                    <a:pt x="2244" y="9774"/>
                    <a:pt x="2494" y="9776"/>
                    <a:pt x="2743" y="9776"/>
                  </a:cubicBezTo>
                  <a:cubicBezTo>
                    <a:pt x="2874" y="9776"/>
                    <a:pt x="3006" y="9775"/>
                    <a:pt x="3137" y="9774"/>
                  </a:cubicBezTo>
                  <a:cubicBezTo>
                    <a:pt x="3196" y="9774"/>
                    <a:pt x="3197" y="9682"/>
                    <a:pt x="3137" y="9681"/>
                  </a:cubicBezTo>
                  <a:cubicBezTo>
                    <a:pt x="3012" y="9679"/>
                    <a:pt x="2887" y="9679"/>
                    <a:pt x="2761" y="9679"/>
                  </a:cubicBezTo>
                  <a:cubicBezTo>
                    <a:pt x="2483" y="9679"/>
                    <a:pt x="2204" y="9681"/>
                    <a:pt x="1925" y="9683"/>
                  </a:cubicBezTo>
                  <a:cubicBezTo>
                    <a:pt x="1736" y="9444"/>
                    <a:pt x="1585" y="9194"/>
                    <a:pt x="1482" y="8935"/>
                  </a:cubicBezTo>
                  <a:lnTo>
                    <a:pt x="1482" y="8935"/>
                  </a:lnTo>
                  <a:cubicBezTo>
                    <a:pt x="1743" y="8939"/>
                    <a:pt x="2005" y="8941"/>
                    <a:pt x="2266" y="8941"/>
                  </a:cubicBezTo>
                  <a:cubicBezTo>
                    <a:pt x="2527" y="8941"/>
                    <a:pt x="2788" y="8939"/>
                    <a:pt x="3049" y="8935"/>
                  </a:cubicBezTo>
                  <a:cubicBezTo>
                    <a:pt x="3112" y="8935"/>
                    <a:pt x="3113" y="8838"/>
                    <a:pt x="3049" y="8837"/>
                  </a:cubicBezTo>
                  <a:cubicBezTo>
                    <a:pt x="2772" y="8833"/>
                    <a:pt x="2494" y="8832"/>
                    <a:pt x="2216" y="8832"/>
                  </a:cubicBezTo>
                  <a:cubicBezTo>
                    <a:pt x="1959" y="8832"/>
                    <a:pt x="1702" y="8833"/>
                    <a:pt x="1445" y="8837"/>
                  </a:cubicBezTo>
                  <a:cubicBezTo>
                    <a:pt x="1354" y="8579"/>
                    <a:pt x="1320" y="8304"/>
                    <a:pt x="1346" y="8032"/>
                  </a:cubicBezTo>
                  <a:lnTo>
                    <a:pt x="1346" y="8032"/>
                  </a:lnTo>
                  <a:cubicBezTo>
                    <a:pt x="1365" y="8032"/>
                    <a:pt x="1384" y="8032"/>
                    <a:pt x="1403" y="8032"/>
                  </a:cubicBezTo>
                  <a:cubicBezTo>
                    <a:pt x="2410" y="8032"/>
                    <a:pt x="3415" y="8005"/>
                    <a:pt x="4421" y="7968"/>
                  </a:cubicBezTo>
                  <a:cubicBezTo>
                    <a:pt x="4486" y="7966"/>
                    <a:pt x="4488" y="7866"/>
                    <a:pt x="4422" y="7866"/>
                  </a:cubicBezTo>
                  <a:cubicBezTo>
                    <a:pt x="4422" y="7866"/>
                    <a:pt x="4421" y="7866"/>
                    <a:pt x="4421" y="7866"/>
                  </a:cubicBezTo>
                  <a:cubicBezTo>
                    <a:pt x="3398" y="7886"/>
                    <a:pt x="2375" y="7915"/>
                    <a:pt x="1352" y="7972"/>
                  </a:cubicBezTo>
                  <a:cubicBezTo>
                    <a:pt x="1382" y="7754"/>
                    <a:pt x="1447" y="7542"/>
                    <a:pt x="1548" y="7346"/>
                  </a:cubicBezTo>
                  <a:cubicBezTo>
                    <a:pt x="1684" y="7295"/>
                    <a:pt x="1828" y="7275"/>
                    <a:pt x="1977" y="7275"/>
                  </a:cubicBezTo>
                  <a:cubicBezTo>
                    <a:pt x="2473" y="7275"/>
                    <a:pt x="3027" y="7491"/>
                    <a:pt x="3537" y="7491"/>
                  </a:cubicBezTo>
                  <a:cubicBezTo>
                    <a:pt x="3731" y="7491"/>
                    <a:pt x="3919" y="7460"/>
                    <a:pt x="4095" y="7373"/>
                  </a:cubicBezTo>
                  <a:cubicBezTo>
                    <a:pt x="4102" y="7377"/>
                    <a:pt x="4110" y="7380"/>
                    <a:pt x="4118" y="7380"/>
                  </a:cubicBezTo>
                  <a:cubicBezTo>
                    <a:pt x="4119" y="7380"/>
                    <a:pt x="4120" y="7380"/>
                    <a:pt x="4122" y="7379"/>
                  </a:cubicBezTo>
                  <a:cubicBezTo>
                    <a:pt x="4715" y="7287"/>
                    <a:pt x="5308" y="7246"/>
                    <a:pt x="5906" y="7246"/>
                  </a:cubicBezTo>
                  <a:cubicBezTo>
                    <a:pt x="6001" y="7246"/>
                    <a:pt x="6096" y="7247"/>
                    <a:pt x="6192" y="7249"/>
                  </a:cubicBezTo>
                  <a:cubicBezTo>
                    <a:pt x="6192" y="7249"/>
                    <a:pt x="6192" y="7249"/>
                    <a:pt x="6193" y="7249"/>
                  </a:cubicBezTo>
                  <a:cubicBezTo>
                    <a:pt x="6248" y="7249"/>
                    <a:pt x="6246" y="7164"/>
                    <a:pt x="6192" y="7161"/>
                  </a:cubicBezTo>
                  <a:cubicBezTo>
                    <a:pt x="6080" y="7158"/>
                    <a:pt x="5969" y="7156"/>
                    <a:pt x="5858" y="7156"/>
                  </a:cubicBezTo>
                  <a:cubicBezTo>
                    <a:pt x="5317" y="7156"/>
                    <a:pt x="4780" y="7202"/>
                    <a:pt x="4245" y="7283"/>
                  </a:cubicBezTo>
                  <a:cubicBezTo>
                    <a:pt x="4315" y="7233"/>
                    <a:pt x="4380" y="7176"/>
                    <a:pt x="4439" y="7114"/>
                  </a:cubicBezTo>
                  <a:cubicBezTo>
                    <a:pt x="4861" y="6648"/>
                    <a:pt x="4604" y="6079"/>
                    <a:pt x="4329" y="5569"/>
                  </a:cubicBezTo>
                  <a:cubicBezTo>
                    <a:pt x="4876" y="5555"/>
                    <a:pt x="5423" y="5543"/>
                    <a:pt x="5969" y="5525"/>
                  </a:cubicBezTo>
                  <a:cubicBezTo>
                    <a:pt x="6022" y="5524"/>
                    <a:pt x="6022" y="5445"/>
                    <a:pt x="5971" y="5445"/>
                  </a:cubicBezTo>
                  <a:cubicBezTo>
                    <a:pt x="5971" y="5445"/>
                    <a:pt x="5970" y="5445"/>
                    <a:pt x="5969" y="5445"/>
                  </a:cubicBezTo>
                  <a:cubicBezTo>
                    <a:pt x="5410" y="5460"/>
                    <a:pt x="4852" y="5481"/>
                    <a:pt x="4292" y="5502"/>
                  </a:cubicBezTo>
                  <a:cubicBezTo>
                    <a:pt x="4216" y="5363"/>
                    <a:pt x="4140" y="5227"/>
                    <a:pt x="4080" y="5100"/>
                  </a:cubicBezTo>
                  <a:cubicBezTo>
                    <a:pt x="4013" y="4963"/>
                    <a:pt x="3958" y="4825"/>
                    <a:pt x="3907" y="4688"/>
                  </a:cubicBezTo>
                  <a:lnTo>
                    <a:pt x="3907" y="4688"/>
                  </a:lnTo>
                  <a:cubicBezTo>
                    <a:pt x="4286" y="4700"/>
                    <a:pt x="4663" y="4713"/>
                    <a:pt x="5041" y="4723"/>
                  </a:cubicBezTo>
                  <a:cubicBezTo>
                    <a:pt x="5041" y="4723"/>
                    <a:pt x="5042" y="4723"/>
                    <a:pt x="5042" y="4723"/>
                  </a:cubicBezTo>
                  <a:cubicBezTo>
                    <a:pt x="5092" y="4723"/>
                    <a:pt x="5091" y="4644"/>
                    <a:pt x="5041" y="4643"/>
                  </a:cubicBezTo>
                  <a:cubicBezTo>
                    <a:pt x="4653" y="4628"/>
                    <a:pt x="4266" y="4617"/>
                    <a:pt x="3878" y="4605"/>
                  </a:cubicBezTo>
                  <a:cubicBezTo>
                    <a:pt x="3772" y="4305"/>
                    <a:pt x="3708" y="3992"/>
                    <a:pt x="3688" y="3675"/>
                  </a:cubicBezTo>
                  <a:lnTo>
                    <a:pt x="3688" y="3675"/>
                  </a:lnTo>
                  <a:cubicBezTo>
                    <a:pt x="3890" y="3675"/>
                    <a:pt x="4092" y="3676"/>
                    <a:pt x="4294" y="3676"/>
                  </a:cubicBezTo>
                  <a:cubicBezTo>
                    <a:pt x="4425" y="3676"/>
                    <a:pt x="4555" y="3676"/>
                    <a:pt x="4686" y="3675"/>
                  </a:cubicBezTo>
                  <a:cubicBezTo>
                    <a:pt x="4755" y="3674"/>
                    <a:pt x="4755" y="3569"/>
                    <a:pt x="4686" y="3568"/>
                  </a:cubicBezTo>
                  <a:cubicBezTo>
                    <a:pt x="4544" y="3566"/>
                    <a:pt x="4403" y="3565"/>
                    <a:pt x="4262" y="3565"/>
                  </a:cubicBezTo>
                  <a:cubicBezTo>
                    <a:pt x="4069" y="3565"/>
                    <a:pt x="3876" y="3567"/>
                    <a:pt x="3683" y="3568"/>
                  </a:cubicBezTo>
                  <a:cubicBezTo>
                    <a:pt x="3678" y="3277"/>
                    <a:pt x="3720" y="2987"/>
                    <a:pt x="3809" y="2711"/>
                  </a:cubicBezTo>
                  <a:cubicBezTo>
                    <a:pt x="4115" y="2723"/>
                    <a:pt x="4422" y="2732"/>
                    <a:pt x="4730" y="2734"/>
                  </a:cubicBezTo>
                  <a:cubicBezTo>
                    <a:pt x="4785" y="2734"/>
                    <a:pt x="4784" y="2653"/>
                    <a:pt x="4730" y="2650"/>
                  </a:cubicBezTo>
                  <a:cubicBezTo>
                    <a:pt x="4434" y="2629"/>
                    <a:pt x="4139" y="2616"/>
                    <a:pt x="3843" y="2605"/>
                  </a:cubicBezTo>
                  <a:cubicBezTo>
                    <a:pt x="3940" y="2343"/>
                    <a:pt x="4080" y="2099"/>
                    <a:pt x="4256" y="1881"/>
                  </a:cubicBezTo>
                  <a:cubicBezTo>
                    <a:pt x="5288" y="1888"/>
                    <a:pt x="6316" y="1940"/>
                    <a:pt x="7341" y="2070"/>
                  </a:cubicBezTo>
                  <a:cubicBezTo>
                    <a:pt x="7343" y="2070"/>
                    <a:pt x="7344" y="2071"/>
                    <a:pt x="7345" y="2071"/>
                  </a:cubicBezTo>
                  <a:cubicBezTo>
                    <a:pt x="7387" y="2071"/>
                    <a:pt x="7396" y="1997"/>
                    <a:pt x="7352" y="1991"/>
                  </a:cubicBezTo>
                  <a:cubicBezTo>
                    <a:pt x="6555" y="1871"/>
                    <a:pt x="5758" y="1804"/>
                    <a:pt x="4955" y="1804"/>
                  </a:cubicBezTo>
                  <a:cubicBezTo>
                    <a:pt x="4739" y="1804"/>
                    <a:pt x="4522" y="1808"/>
                    <a:pt x="4305" y="1819"/>
                  </a:cubicBezTo>
                  <a:cubicBezTo>
                    <a:pt x="4510" y="1576"/>
                    <a:pt x="4767" y="1354"/>
                    <a:pt x="5080" y="1154"/>
                  </a:cubicBezTo>
                  <a:cubicBezTo>
                    <a:pt x="5137" y="1117"/>
                    <a:pt x="5197" y="1085"/>
                    <a:pt x="5256" y="1051"/>
                  </a:cubicBezTo>
                  <a:cubicBezTo>
                    <a:pt x="5293" y="1051"/>
                    <a:pt x="5331" y="1050"/>
                    <a:pt x="5369" y="1050"/>
                  </a:cubicBezTo>
                  <a:cubicBezTo>
                    <a:pt x="6013" y="1050"/>
                    <a:pt x="6656" y="1084"/>
                    <a:pt x="7297" y="1152"/>
                  </a:cubicBezTo>
                  <a:cubicBezTo>
                    <a:pt x="7299" y="1153"/>
                    <a:pt x="7301" y="1153"/>
                    <a:pt x="7303" y="1153"/>
                  </a:cubicBezTo>
                  <a:cubicBezTo>
                    <a:pt x="7363" y="1153"/>
                    <a:pt x="7360" y="1057"/>
                    <a:pt x="7297" y="1050"/>
                  </a:cubicBezTo>
                  <a:cubicBezTo>
                    <a:pt x="6760" y="984"/>
                    <a:pt x="6219" y="950"/>
                    <a:pt x="5678" y="950"/>
                  </a:cubicBezTo>
                  <a:cubicBezTo>
                    <a:pt x="5597" y="950"/>
                    <a:pt x="5515" y="951"/>
                    <a:pt x="5433" y="952"/>
                  </a:cubicBezTo>
                  <a:cubicBezTo>
                    <a:pt x="5774" y="777"/>
                    <a:pt x="6131" y="637"/>
                    <a:pt x="6501" y="536"/>
                  </a:cubicBezTo>
                  <a:cubicBezTo>
                    <a:pt x="6501" y="558"/>
                    <a:pt x="6520" y="576"/>
                    <a:pt x="6543" y="576"/>
                  </a:cubicBezTo>
                  <a:cubicBezTo>
                    <a:pt x="6543" y="576"/>
                    <a:pt x="6544" y="576"/>
                    <a:pt x="6545" y="576"/>
                  </a:cubicBezTo>
                  <a:cubicBezTo>
                    <a:pt x="6729" y="570"/>
                    <a:pt x="6913" y="567"/>
                    <a:pt x="7097" y="567"/>
                  </a:cubicBezTo>
                  <a:cubicBezTo>
                    <a:pt x="7766" y="567"/>
                    <a:pt x="8430" y="609"/>
                    <a:pt x="9098" y="701"/>
                  </a:cubicBezTo>
                  <a:cubicBezTo>
                    <a:pt x="9101" y="701"/>
                    <a:pt x="9104" y="701"/>
                    <a:pt x="9107" y="701"/>
                  </a:cubicBezTo>
                  <a:cubicBezTo>
                    <a:pt x="9168" y="701"/>
                    <a:pt x="9193" y="607"/>
                    <a:pt x="9127" y="596"/>
                  </a:cubicBezTo>
                  <a:cubicBezTo>
                    <a:pt x="8538" y="503"/>
                    <a:pt x="7943" y="457"/>
                    <a:pt x="7347" y="457"/>
                  </a:cubicBezTo>
                  <a:cubicBezTo>
                    <a:pt x="7148" y="457"/>
                    <a:pt x="6950" y="462"/>
                    <a:pt x="6751" y="472"/>
                  </a:cubicBezTo>
                  <a:cubicBezTo>
                    <a:pt x="7071" y="397"/>
                    <a:pt x="7396" y="345"/>
                    <a:pt x="7724" y="320"/>
                  </a:cubicBezTo>
                  <a:cubicBezTo>
                    <a:pt x="7892" y="307"/>
                    <a:pt x="8060" y="300"/>
                    <a:pt x="8227" y="300"/>
                  </a:cubicBezTo>
                  <a:close/>
                  <a:moveTo>
                    <a:pt x="8147" y="1"/>
                  </a:moveTo>
                  <a:cubicBezTo>
                    <a:pt x="7144" y="1"/>
                    <a:pt x="6117" y="252"/>
                    <a:pt x="5127" y="819"/>
                  </a:cubicBezTo>
                  <a:cubicBezTo>
                    <a:pt x="4403" y="1233"/>
                    <a:pt x="3790" y="1860"/>
                    <a:pt x="3500" y="2606"/>
                  </a:cubicBezTo>
                  <a:cubicBezTo>
                    <a:pt x="3490" y="2616"/>
                    <a:pt x="3485" y="2630"/>
                    <a:pt x="3485" y="2642"/>
                  </a:cubicBezTo>
                  <a:cubicBezTo>
                    <a:pt x="3302" y="3127"/>
                    <a:pt x="3273" y="3656"/>
                    <a:pt x="3401" y="4157"/>
                  </a:cubicBezTo>
                  <a:cubicBezTo>
                    <a:pt x="3442" y="4319"/>
                    <a:pt x="3511" y="4486"/>
                    <a:pt x="3592" y="4656"/>
                  </a:cubicBezTo>
                  <a:cubicBezTo>
                    <a:pt x="3593" y="4659"/>
                    <a:pt x="3595" y="4662"/>
                    <a:pt x="3597" y="4666"/>
                  </a:cubicBezTo>
                  <a:cubicBezTo>
                    <a:pt x="3731" y="4944"/>
                    <a:pt x="3898" y="5228"/>
                    <a:pt x="4030" y="5511"/>
                  </a:cubicBezTo>
                  <a:lnTo>
                    <a:pt x="3978" y="5513"/>
                  </a:lnTo>
                  <a:cubicBezTo>
                    <a:pt x="3937" y="5514"/>
                    <a:pt x="3937" y="5577"/>
                    <a:pt x="3977" y="5577"/>
                  </a:cubicBezTo>
                  <a:cubicBezTo>
                    <a:pt x="3977" y="5577"/>
                    <a:pt x="3978" y="5577"/>
                    <a:pt x="3978" y="5577"/>
                  </a:cubicBezTo>
                  <a:lnTo>
                    <a:pt x="4058" y="5575"/>
                  </a:lnTo>
                  <a:lnTo>
                    <a:pt x="4058" y="5575"/>
                  </a:lnTo>
                  <a:cubicBezTo>
                    <a:pt x="4322" y="6160"/>
                    <a:pt x="4416" y="6728"/>
                    <a:pt x="3735" y="7182"/>
                  </a:cubicBezTo>
                  <a:cubicBezTo>
                    <a:pt x="3602" y="7270"/>
                    <a:pt x="3450" y="7303"/>
                    <a:pt x="3286" y="7303"/>
                  </a:cubicBezTo>
                  <a:cubicBezTo>
                    <a:pt x="2851" y="7303"/>
                    <a:pt x="2331" y="7075"/>
                    <a:pt x="1863" y="7075"/>
                  </a:cubicBezTo>
                  <a:cubicBezTo>
                    <a:pt x="1749" y="7075"/>
                    <a:pt x="1638" y="7089"/>
                    <a:pt x="1533" y="7122"/>
                  </a:cubicBezTo>
                  <a:cubicBezTo>
                    <a:pt x="1531" y="7122"/>
                    <a:pt x="1530" y="7122"/>
                    <a:pt x="1529" y="7122"/>
                  </a:cubicBezTo>
                  <a:cubicBezTo>
                    <a:pt x="1510" y="7122"/>
                    <a:pt x="1493" y="7129"/>
                    <a:pt x="1479" y="7140"/>
                  </a:cubicBezTo>
                  <a:cubicBezTo>
                    <a:pt x="1465" y="7146"/>
                    <a:pt x="1454" y="7149"/>
                    <a:pt x="1441" y="7154"/>
                  </a:cubicBezTo>
                  <a:cubicBezTo>
                    <a:pt x="1391" y="7176"/>
                    <a:pt x="1382" y="7228"/>
                    <a:pt x="1394" y="7274"/>
                  </a:cubicBezTo>
                  <a:cubicBezTo>
                    <a:pt x="0" y="9670"/>
                    <a:pt x="4102" y="11872"/>
                    <a:pt x="5874" y="12421"/>
                  </a:cubicBezTo>
                  <a:cubicBezTo>
                    <a:pt x="6842" y="12720"/>
                    <a:pt x="7889" y="12898"/>
                    <a:pt x="8922" y="12898"/>
                  </a:cubicBezTo>
                  <a:cubicBezTo>
                    <a:pt x="10977" y="12898"/>
                    <a:pt x="12975" y="12196"/>
                    <a:pt x="14177" y="10353"/>
                  </a:cubicBezTo>
                  <a:cubicBezTo>
                    <a:pt x="17179" y="5751"/>
                    <a:pt x="12940" y="1"/>
                    <a:pt x="814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8033249" y="2101081"/>
              <a:ext cx="113601" cy="81198"/>
            </a:xfrm>
            <a:custGeom>
              <a:rect b="b" l="l" r="r" t="t"/>
              <a:pathLst>
                <a:path extrusionOk="0" h="2358" w="3299">
                  <a:moveTo>
                    <a:pt x="1642" y="232"/>
                  </a:moveTo>
                  <a:cubicBezTo>
                    <a:pt x="2008" y="232"/>
                    <a:pt x="2364" y="310"/>
                    <a:pt x="2640" y="593"/>
                  </a:cubicBezTo>
                  <a:cubicBezTo>
                    <a:pt x="3124" y="1088"/>
                    <a:pt x="2855" y="1877"/>
                    <a:pt x="2221" y="2085"/>
                  </a:cubicBezTo>
                  <a:lnTo>
                    <a:pt x="2220" y="2085"/>
                  </a:lnTo>
                  <a:cubicBezTo>
                    <a:pt x="2102" y="2124"/>
                    <a:pt x="1983" y="2142"/>
                    <a:pt x="1866" y="2142"/>
                  </a:cubicBezTo>
                  <a:cubicBezTo>
                    <a:pt x="871" y="2142"/>
                    <a:pt x="1" y="861"/>
                    <a:pt x="972" y="245"/>
                  </a:cubicBezTo>
                  <a:lnTo>
                    <a:pt x="972" y="245"/>
                  </a:lnTo>
                  <a:cubicBezTo>
                    <a:pt x="987" y="268"/>
                    <a:pt x="1013" y="281"/>
                    <a:pt x="1040" y="281"/>
                  </a:cubicBezTo>
                  <a:cubicBezTo>
                    <a:pt x="1044" y="281"/>
                    <a:pt x="1049" y="281"/>
                    <a:pt x="1053" y="280"/>
                  </a:cubicBezTo>
                  <a:cubicBezTo>
                    <a:pt x="1245" y="254"/>
                    <a:pt x="1445" y="232"/>
                    <a:pt x="1642" y="232"/>
                  </a:cubicBezTo>
                  <a:close/>
                  <a:moveTo>
                    <a:pt x="1623" y="0"/>
                  </a:moveTo>
                  <a:cubicBezTo>
                    <a:pt x="1466" y="0"/>
                    <a:pt x="1311" y="15"/>
                    <a:pt x="1163" y="41"/>
                  </a:cubicBezTo>
                  <a:cubicBezTo>
                    <a:pt x="1153" y="31"/>
                    <a:pt x="1140" y="27"/>
                    <a:pt x="1126" y="27"/>
                  </a:cubicBezTo>
                  <a:cubicBezTo>
                    <a:pt x="1121" y="27"/>
                    <a:pt x="1117" y="27"/>
                    <a:pt x="1112" y="28"/>
                  </a:cubicBezTo>
                  <a:cubicBezTo>
                    <a:pt x="457" y="210"/>
                    <a:pt x="147" y="852"/>
                    <a:pt x="438" y="1482"/>
                  </a:cubicBezTo>
                  <a:cubicBezTo>
                    <a:pt x="684" y="2016"/>
                    <a:pt x="1284" y="2358"/>
                    <a:pt x="1869" y="2358"/>
                  </a:cubicBezTo>
                  <a:cubicBezTo>
                    <a:pt x="2008" y="2358"/>
                    <a:pt x="2146" y="2338"/>
                    <a:pt x="2279" y="2298"/>
                  </a:cubicBezTo>
                  <a:cubicBezTo>
                    <a:pt x="2880" y="2115"/>
                    <a:pt x="3298" y="1440"/>
                    <a:pt x="3070" y="829"/>
                  </a:cubicBezTo>
                  <a:cubicBezTo>
                    <a:pt x="2841" y="218"/>
                    <a:pt x="2226" y="0"/>
                    <a:pt x="162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7983662" y="2324633"/>
              <a:ext cx="112361" cy="75688"/>
            </a:xfrm>
            <a:custGeom>
              <a:rect b="b" l="l" r="r" t="t"/>
              <a:pathLst>
                <a:path extrusionOk="0" h="2198" w="3263">
                  <a:moveTo>
                    <a:pt x="755" y="180"/>
                  </a:moveTo>
                  <a:cubicBezTo>
                    <a:pt x="929" y="180"/>
                    <a:pt x="1103" y="277"/>
                    <a:pt x="1197" y="448"/>
                  </a:cubicBezTo>
                  <a:cubicBezTo>
                    <a:pt x="1204" y="461"/>
                    <a:pt x="1219" y="469"/>
                    <a:pt x="1234" y="469"/>
                  </a:cubicBezTo>
                  <a:cubicBezTo>
                    <a:pt x="1235" y="469"/>
                    <a:pt x="1237" y="469"/>
                    <a:pt x="1239" y="469"/>
                  </a:cubicBezTo>
                  <a:cubicBezTo>
                    <a:pt x="1255" y="493"/>
                    <a:pt x="1281" y="511"/>
                    <a:pt x="1312" y="511"/>
                  </a:cubicBezTo>
                  <a:cubicBezTo>
                    <a:pt x="1326" y="511"/>
                    <a:pt x="1342" y="507"/>
                    <a:pt x="1357" y="497"/>
                  </a:cubicBezTo>
                  <a:cubicBezTo>
                    <a:pt x="1592" y="362"/>
                    <a:pt x="1917" y="239"/>
                    <a:pt x="2218" y="239"/>
                  </a:cubicBezTo>
                  <a:cubicBezTo>
                    <a:pt x="2488" y="239"/>
                    <a:pt x="2739" y="338"/>
                    <a:pt x="2888" y="616"/>
                  </a:cubicBezTo>
                  <a:cubicBezTo>
                    <a:pt x="3115" y="1041"/>
                    <a:pt x="2841" y="1547"/>
                    <a:pt x="2400" y="1643"/>
                  </a:cubicBezTo>
                  <a:cubicBezTo>
                    <a:pt x="2380" y="1647"/>
                    <a:pt x="2360" y="1649"/>
                    <a:pt x="2339" y="1649"/>
                  </a:cubicBezTo>
                  <a:cubicBezTo>
                    <a:pt x="2197" y="1649"/>
                    <a:pt x="2023" y="1568"/>
                    <a:pt x="1882" y="1560"/>
                  </a:cubicBezTo>
                  <a:cubicBezTo>
                    <a:pt x="1857" y="1559"/>
                    <a:pt x="1834" y="1558"/>
                    <a:pt x="1812" y="1558"/>
                  </a:cubicBezTo>
                  <a:cubicBezTo>
                    <a:pt x="1667" y="1558"/>
                    <a:pt x="1571" y="1591"/>
                    <a:pt x="1447" y="1693"/>
                  </a:cubicBezTo>
                  <a:cubicBezTo>
                    <a:pt x="1263" y="1844"/>
                    <a:pt x="1312" y="1932"/>
                    <a:pt x="1116" y="1932"/>
                  </a:cubicBezTo>
                  <a:cubicBezTo>
                    <a:pt x="1082" y="1932"/>
                    <a:pt x="1041" y="1929"/>
                    <a:pt x="990" y="1924"/>
                  </a:cubicBezTo>
                  <a:cubicBezTo>
                    <a:pt x="619" y="1886"/>
                    <a:pt x="498" y="1611"/>
                    <a:pt x="478" y="1286"/>
                  </a:cubicBezTo>
                  <a:cubicBezTo>
                    <a:pt x="523" y="1284"/>
                    <a:pt x="564" y="1237"/>
                    <a:pt x="536" y="1187"/>
                  </a:cubicBezTo>
                  <a:cubicBezTo>
                    <a:pt x="392" y="931"/>
                    <a:pt x="169" y="636"/>
                    <a:pt x="398" y="352"/>
                  </a:cubicBezTo>
                  <a:cubicBezTo>
                    <a:pt x="494" y="234"/>
                    <a:pt x="624" y="180"/>
                    <a:pt x="755" y="180"/>
                  </a:cubicBezTo>
                  <a:close/>
                  <a:moveTo>
                    <a:pt x="711" y="1"/>
                  </a:moveTo>
                  <a:cubicBezTo>
                    <a:pt x="588" y="1"/>
                    <a:pt x="462" y="43"/>
                    <a:pt x="349" y="138"/>
                  </a:cubicBezTo>
                  <a:cubicBezTo>
                    <a:pt x="0" y="431"/>
                    <a:pt x="106" y="914"/>
                    <a:pt x="384" y="1216"/>
                  </a:cubicBezTo>
                  <a:cubicBezTo>
                    <a:pt x="345" y="1629"/>
                    <a:pt x="549" y="2198"/>
                    <a:pt x="1026" y="2198"/>
                  </a:cubicBezTo>
                  <a:cubicBezTo>
                    <a:pt x="1038" y="2198"/>
                    <a:pt x="1051" y="2198"/>
                    <a:pt x="1063" y="2197"/>
                  </a:cubicBezTo>
                  <a:cubicBezTo>
                    <a:pt x="1384" y="2177"/>
                    <a:pt x="1496" y="1786"/>
                    <a:pt x="1811" y="1712"/>
                  </a:cubicBezTo>
                  <a:cubicBezTo>
                    <a:pt x="1852" y="1703"/>
                    <a:pt x="1893" y="1699"/>
                    <a:pt x="1933" y="1699"/>
                  </a:cubicBezTo>
                  <a:cubicBezTo>
                    <a:pt x="2122" y="1699"/>
                    <a:pt x="2296" y="1788"/>
                    <a:pt x="2481" y="1788"/>
                  </a:cubicBezTo>
                  <a:cubicBezTo>
                    <a:pt x="2570" y="1788"/>
                    <a:pt x="2661" y="1767"/>
                    <a:pt x="2757" y="1706"/>
                  </a:cubicBezTo>
                  <a:cubicBezTo>
                    <a:pt x="3172" y="1442"/>
                    <a:pt x="3262" y="775"/>
                    <a:pt x="2959" y="399"/>
                  </a:cubicBezTo>
                  <a:cubicBezTo>
                    <a:pt x="2754" y="145"/>
                    <a:pt x="2485" y="48"/>
                    <a:pt x="2203" y="48"/>
                  </a:cubicBezTo>
                  <a:cubicBezTo>
                    <a:pt x="1880" y="48"/>
                    <a:pt x="1540" y="175"/>
                    <a:pt x="1264" y="338"/>
                  </a:cubicBezTo>
                  <a:cubicBezTo>
                    <a:pt x="1260" y="340"/>
                    <a:pt x="1257" y="343"/>
                    <a:pt x="1255" y="346"/>
                  </a:cubicBezTo>
                  <a:cubicBezTo>
                    <a:pt x="1141" y="134"/>
                    <a:pt x="930" y="1"/>
                    <a:pt x="711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8142339" y="2353351"/>
              <a:ext cx="129648" cy="95213"/>
            </a:xfrm>
            <a:custGeom>
              <a:rect b="b" l="l" r="r" t="t"/>
              <a:pathLst>
                <a:path extrusionOk="0" h="2765" w="3765">
                  <a:moveTo>
                    <a:pt x="2266" y="1"/>
                  </a:moveTo>
                  <a:cubicBezTo>
                    <a:pt x="1903" y="1"/>
                    <a:pt x="1495" y="403"/>
                    <a:pt x="1610" y="777"/>
                  </a:cubicBezTo>
                  <a:cubicBezTo>
                    <a:pt x="1620" y="810"/>
                    <a:pt x="1648" y="826"/>
                    <a:pt x="1676" y="826"/>
                  </a:cubicBezTo>
                  <a:cubicBezTo>
                    <a:pt x="1704" y="826"/>
                    <a:pt x="1732" y="810"/>
                    <a:pt x="1742" y="777"/>
                  </a:cubicBezTo>
                  <a:cubicBezTo>
                    <a:pt x="1816" y="541"/>
                    <a:pt x="1868" y="288"/>
                    <a:pt x="2142" y="207"/>
                  </a:cubicBezTo>
                  <a:cubicBezTo>
                    <a:pt x="2181" y="195"/>
                    <a:pt x="2222" y="189"/>
                    <a:pt x="2262" y="189"/>
                  </a:cubicBezTo>
                  <a:cubicBezTo>
                    <a:pt x="2332" y="189"/>
                    <a:pt x="2400" y="208"/>
                    <a:pt x="2459" y="248"/>
                  </a:cubicBezTo>
                  <a:cubicBezTo>
                    <a:pt x="2600" y="342"/>
                    <a:pt x="2561" y="468"/>
                    <a:pt x="2580" y="609"/>
                  </a:cubicBezTo>
                  <a:cubicBezTo>
                    <a:pt x="2596" y="737"/>
                    <a:pt x="2664" y="852"/>
                    <a:pt x="2769" y="926"/>
                  </a:cubicBezTo>
                  <a:cubicBezTo>
                    <a:pt x="2771" y="946"/>
                    <a:pt x="2784" y="963"/>
                    <a:pt x="2802" y="970"/>
                  </a:cubicBezTo>
                  <a:cubicBezTo>
                    <a:pt x="2857" y="999"/>
                    <a:pt x="3136" y="1129"/>
                    <a:pt x="3142" y="1135"/>
                  </a:cubicBezTo>
                  <a:cubicBezTo>
                    <a:pt x="3498" y="1424"/>
                    <a:pt x="3216" y="2062"/>
                    <a:pt x="2827" y="2096"/>
                  </a:cubicBezTo>
                  <a:cubicBezTo>
                    <a:pt x="2811" y="2097"/>
                    <a:pt x="2795" y="2098"/>
                    <a:pt x="2780" y="2098"/>
                  </a:cubicBezTo>
                  <a:cubicBezTo>
                    <a:pt x="2487" y="2098"/>
                    <a:pt x="2334" y="1862"/>
                    <a:pt x="2080" y="1808"/>
                  </a:cubicBezTo>
                  <a:cubicBezTo>
                    <a:pt x="2044" y="1801"/>
                    <a:pt x="2011" y="1797"/>
                    <a:pt x="1979" y="1797"/>
                  </a:cubicBezTo>
                  <a:cubicBezTo>
                    <a:pt x="1513" y="1797"/>
                    <a:pt x="1458" y="2569"/>
                    <a:pt x="990" y="2590"/>
                  </a:cubicBezTo>
                  <a:cubicBezTo>
                    <a:pt x="988" y="2590"/>
                    <a:pt x="987" y="2592"/>
                    <a:pt x="985" y="2592"/>
                  </a:cubicBezTo>
                  <a:cubicBezTo>
                    <a:pt x="979" y="2592"/>
                    <a:pt x="974" y="2592"/>
                    <a:pt x="968" y="2592"/>
                  </a:cubicBezTo>
                  <a:cubicBezTo>
                    <a:pt x="709" y="2592"/>
                    <a:pt x="406" y="2495"/>
                    <a:pt x="538" y="2173"/>
                  </a:cubicBezTo>
                  <a:cubicBezTo>
                    <a:pt x="575" y="2084"/>
                    <a:pt x="642" y="2010"/>
                    <a:pt x="679" y="1920"/>
                  </a:cubicBezTo>
                  <a:cubicBezTo>
                    <a:pt x="729" y="1797"/>
                    <a:pt x="754" y="1680"/>
                    <a:pt x="685" y="1557"/>
                  </a:cubicBezTo>
                  <a:cubicBezTo>
                    <a:pt x="636" y="1472"/>
                    <a:pt x="570" y="1467"/>
                    <a:pt x="507" y="1404"/>
                  </a:cubicBezTo>
                  <a:cubicBezTo>
                    <a:pt x="328" y="1224"/>
                    <a:pt x="208" y="1046"/>
                    <a:pt x="436" y="816"/>
                  </a:cubicBezTo>
                  <a:cubicBezTo>
                    <a:pt x="563" y="689"/>
                    <a:pt x="722" y="636"/>
                    <a:pt x="886" y="636"/>
                  </a:cubicBezTo>
                  <a:cubicBezTo>
                    <a:pt x="1135" y="636"/>
                    <a:pt x="1395" y="759"/>
                    <a:pt x="1563" y="927"/>
                  </a:cubicBezTo>
                  <a:cubicBezTo>
                    <a:pt x="1572" y="936"/>
                    <a:pt x="1583" y="940"/>
                    <a:pt x="1594" y="940"/>
                  </a:cubicBezTo>
                  <a:cubicBezTo>
                    <a:pt x="1627" y="940"/>
                    <a:pt x="1659" y="904"/>
                    <a:pt x="1636" y="871"/>
                  </a:cubicBezTo>
                  <a:cubicBezTo>
                    <a:pt x="1470" y="615"/>
                    <a:pt x="1186" y="465"/>
                    <a:pt x="889" y="465"/>
                  </a:cubicBezTo>
                  <a:cubicBezTo>
                    <a:pt x="826" y="465"/>
                    <a:pt x="762" y="472"/>
                    <a:pt x="698" y="486"/>
                  </a:cubicBezTo>
                  <a:cubicBezTo>
                    <a:pt x="359" y="560"/>
                    <a:pt x="0" y="907"/>
                    <a:pt x="133" y="1282"/>
                  </a:cubicBezTo>
                  <a:cubicBezTo>
                    <a:pt x="208" y="1495"/>
                    <a:pt x="544" y="1550"/>
                    <a:pt x="535" y="1796"/>
                  </a:cubicBezTo>
                  <a:cubicBezTo>
                    <a:pt x="529" y="1988"/>
                    <a:pt x="298" y="2143"/>
                    <a:pt x="291" y="2354"/>
                  </a:cubicBezTo>
                  <a:cubicBezTo>
                    <a:pt x="281" y="2668"/>
                    <a:pt x="550" y="2765"/>
                    <a:pt x="812" y="2765"/>
                  </a:cubicBezTo>
                  <a:cubicBezTo>
                    <a:pt x="894" y="2765"/>
                    <a:pt x="975" y="2755"/>
                    <a:pt x="1046" y="2740"/>
                  </a:cubicBezTo>
                  <a:cubicBezTo>
                    <a:pt x="1080" y="2732"/>
                    <a:pt x="1094" y="2704"/>
                    <a:pt x="1096" y="2675"/>
                  </a:cubicBezTo>
                  <a:cubicBezTo>
                    <a:pt x="1209" y="2670"/>
                    <a:pt x="1301" y="2633"/>
                    <a:pt x="1404" y="2547"/>
                  </a:cubicBezTo>
                  <a:cubicBezTo>
                    <a:pt x="1467" y="2494"/>
                    <a:pt x="1508" y="2426"/>
                    <a:pt x="1560" y="2363"/>
                  </a:cubicBezTo>
                  <a:cubicBezTo>
                    <a:pt x="1703" y="2189"/>
                    <a:pt x="1810" y="2071"/>
                    <a:pt x="1992" y="2071"/>
                  </a:cubicBezTo>
                  <a:cubicBezTo>
                    <a:pt x="2055" y="2071"/>
                    <a:pt x="2128" y="2086"/>
                    <a:pt x="2214" y="2117"/>
                  </a:cubicBezTo>
                  <a:cubicBezTo>
                    <a:pt x="2365" y="2171"/>
                    <a:pt x="2426" y="2295"/>
                    <a:pt x="2608" y="2309"/>
                  </a:cubicBezTo>
                  <a:cubicBezTo>
                    <a:pt x="2624" y="2311"/>
                    <a:pt x="2640" y="2311"/>
                    <a:pt x="2656" y="2311"/>
                  </a:cubicBezTo>
                  <a:cubicBezTo>
                    <a:pt x="2804" y="2311"/>
                    <a:pt x="2951" y="2255"/>
                    <a:pt x="3076" y="2182"/>
                  </a:cubicBezTo>
                  <a:cubicBezTo>
                    <a:pt x="3764" y="1782"/>
                    <a:pt x="3647" y="1033"/>
                    <a:pt x="2906" y="858"/>
                  </a:cubicBezTo>
                  <a:cubicBezTo>
                    <a:pt x="2698" y="704"/>
                    <a:pt x="2843" y="433"/>
                    <a:pt x="2700" y="213"/>
                  </a:cubicBezTo>
                  <a:cubicBezTo>
                    <a:pt x="2609" y="73"/>
                    <a:pt x="2435" y="2"/>
                    <a:pt x="2273" y="1"/>
                  </a:cubicBezTo>
                  <a:cubicBezTo>
                    <a:pt x="2271" y="1"/>
                    <a:pt x="2268" y="1"/>
                    <a:pt x="2266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8254597" y="2226114"/>
              <a:ext cx="115495" cy="127651"/>
            </a:xfrm>
            <a:custGeom>
              <a:rect b="b" l="l" r="r" t="t"/>
              <a:pathLst>
                <a:path extrusionOk="0" h="3707" w="3354">
                  <a:moveTo>
                    <a:pt x="1852" y="172"/>
                  </a:moveTo>
                  <a:cubicBezTo>
                    <a:pt x="2026" y="172"/>
                    <a:pt x="2176" y="289"/>
                    <a:pt x="2259" y="453"/>
                  </a:cubicBezTo>
                  <a:cubicBezTo>
                    <a:pt x="2222" y="757"/>
                    <a:pt x="2232" y="1071"/>
                    <a:pt x="2426" y="1326"/>
                  </a:cubicBezTo>
                  <a:cubicBezTo>
                    <a:pt x="2541" y="1477"/>
                    <a:pt x="2722" y="1560"/>
                    <a:pt x="2842" y="1707"/>
                  </a:cubicBezTo>
                  <a:cubicBezTo>
                    <a:pt x="3354" y="2332"/>
                    <a:pt x="2490" y="2595"/>
                    <a:pt x="2066" y="2595"/>
                  </a:cubicBezTo>
                  <a:cubicBezTo>
                    <a:pt x="2064" y="2595"/>
                    <a:pt x="2063" y="2595"/>
                    <a:pt x="2061" y="2595"/>
                  </a:cubicBezTo>
                  <a:cubicBezTo>
                    <a:pt x="1985" y="2595"/>
                    <a:pt x="1961" y="2691"/>
                    <a:pt x="2008" y="2734"/>
                  </a:cubicBezTo>
                  <a:cubicBezTo>
                    <a:pt x="1979" y="2737"/>
                    <a:pt x="1950" y="2751"/>
                    <a:pt x="1941" y="2787"/>
                  </a:cubicBezTo>
                  <a:cubicBezTo>
                    <a:pt x="1865" y="3088"/>
                    <a:pt x="1708" y="3529"/>
                    <a:pt x="1378" y="3529"/>
                  </a:cubicBezTo>
                  <a:cubicBezTo>
                    <a:pt x="1302" y="3529"/>
                    <a:pt x="1217" y="3505"/>
                    <a:pt x="1121" y="3451"/>
                  </a:cubicBezTo>
                  <a:cubicBezTo>
                    <a:pt x="772" y="3252"/>
                    <a:pt x="906" y="2923"/>
                    <a:pt x="785" y="2623"/>
                  </a:cubicBezTo>
                  <a:cubicBezTo>
                    <a:pt x="732" y="2494"/>
                    <a:pt x="640" y="2398"/>
                    <a:pt x="531" y="2315"/>
                  </a:cubicBezTo>
                  <a:cubicBezTo>
                    <a:pt x="346" y="2174"/>
                    <a:pt x="362" y="2272"/>
                    <a:pt x="347" y="1944"/>
                  </a:cubicBezTo>
                  <a:cubicBezTo>
                    <a:pt x="255" y="1696"/>
                    <a:pt x="351" y="1560"/>
                    <a:pt x="637" y="1538"/>
                  </a:cubicBezTo>
                  <a:cubicBezTo>
                    <a:pt x="770" y="1517"/>
                    <a:pt x="904" y="1501"/>
                    <a:pt x="1039" y="1492"/>
                  </a:cubicBezTo>
                  <a:cubicBezTo>
                    <a:pt x="1068" y="1491"/>
                    <a:pt x="1091" y="1466"/>
                    <a:pt x="1089" y="1437"/>
                  </a:cubicBezTo>
                  <a:cubicBezTo>
                    <a:pt x="1255" y="1342"/>
                    <a:pt x="1338" y="1135"/>
                    <a:pt x="1365" y="937"/>
                  </a:cubicBezTo>
                  <a:cubicBezTo>
                    <a:pt x="1400" y="683"/>
                    <a:pt x="1369" y="386"/>
                    <a:pt x="1631" y="235"/>
                  </a:cubicBezTo>
                  <a:cubicBezTo>
                    <a:pt x="1706" y="192"/>
                    <a:pt x="1781" y="172"/>
                    <a:pt x="1852" y="172"/>
                  </a:cubicBezTo>
                  <a:close/>
                  <a:moveTo>
                    <a:pt x="1844" y="0"/>
                  </a:moveTo>
                  <a:cubicBezTo>
                    <a:pt x="1775" y="0"/>
                    <a:pt x="1704" y="13"/>
                    <a:pt x="1633" y="40"/>
                  </a:cubicBezTo>
                  <a:cubicBezTo>
                    <a:pt x="1466" y="102"/>
                    <a:pt x="1335" y="233"/>
                    <a:pt x="1271" y="399"/>
                  </a:cubicBezTo>
                  <a:cubicBezTo>
                    <a:pt x="1157" y="696"/>
                    <a:pt x="1321" y="1236"/>
                    <a:pt x="969" y="1384"/>
                  </a:cubicBezTo>
                  <a:cubicBezTo>
                    <a:pt x="934" y="1382"/>
                    <a:pt x="899" y="1381"/>
                    <a:pt x="863" y="1381"/>
                  </a:cubicBezTo>
                  <a:cubicBezTo>
                    <a:pt x="507" y="1381"/>
                    <a:pt x="105" y="1478"/>
                    <a:pt x="32" y="1878"/>
                  </a:cubicBezTo>
                  <a:cubicBezTo>
                    <a:pt x="1" y="2046"/>
                    <a:pt x="47" y="2177"/>
                    <a:pt x="165" y="2295"/>
                  </a:cubicBezTo>
                  <a:cubicBezTo>
                    <a:pt x="263" y="2393"/>
                    <a:pt x="407" y="2431"/>
                    <a:pt x="503" y="2533"/>
                  </a:cubicBezTo>
                  <a:cubicBezTo>
                    <a:pt x="672" y="2714"/>
                    <a:pt x="623" y="2868"/>
                    <a:pt x="658" y="3061"/>
                  </a:cubicBezTo>
                  <a:cubicBezTo>
                    <a:pt x="722" y="3419"/>
                    <a:pt x="1015" y="3707"/>
                    <a:pt x="1376" y="3707"/>
                  </a:cubicBezTo>
                  <a:cubicBezTo>
                    <a:pt x="1418" y="3707"/>
                    <a:pt x="1461" y="3703"/>
                    <a:pt x="1505" y="3695"/>
                  </a:cubicBezTo>
                  <a:cubicBezTo>
                    <a:pt x="1917" y="3617"/>
                    <a:pt x="2097" y="3191"/>
                    <a:pt x="2098" y="2808"/>
                  </a:cubicBezTo>
                  <a:cubicBezTo>
                    <a:pt x="2098" y="2791"/>
                    <a:pt x="2092" y="2774"/>
                    <a:pt x="2079" y="2761"/>
                  </a:cubicBezTo>
                  <a:lnTo>
                    <a:pt x="2079" y="2761"/>
                  </a:lnTo>
                  <a:cubicBezTo>
                    <a:pt x="2141" y="2771"/>
                    <a:pt x="2204" y="2777"/>
                    <a:pt x="2268" y="2777"/>
                  </a:cubicBezTo>
                  <a:cubicBezTo>
                    <a:pt x="2676" y="2777"/>
                    <a:pt x="3091" y="2558"/>
                    <a:pt x="3155" y="2115"/>
                  </a:cubicBezTo>
                  <a:cubicBezTo>
                    <a:pt x="3185" y="1905"/>
                    <a:pt x="3121" y="1740"/>
                    <a:pt x="2988" y="1579"/>
                  </a:cubicBezTo>
                  <a:cubicBezTo>
                    <a:pt x="2844" y="1404"/>
                    <a:pt x="2624" y="1327"/>
                    <a:pt x="2501" y="1121"/>
                  </a:cubicBezTo>
                  <a:cubicBezTo>
                    <a:pt x="2417" y="982"/>
                    <a:pt x="2387" y="821"/>
                    <a:pt x="2368" y="657"/>
                  </a:cubicBezTo>
                  <a:lnTo>
                    <a:pt x="2368" y="657"/>
                  </a:lnTo>
                  <a:cubicBezTo>
                    <a:pt x="2372" y="658"/>
                    <a:pt x="2377" y="658"/>
                    <a:pt x="2381" y="658"/>
                  </a:cubicBezTo>
                  <a:cubicBezTo>
                    <a:pt x="2415" y="658"/>
                    <a:pt x="2449" y="638"/>
                    <a:pt x="2447" y="598"/>
                  </a:cubicBezTo>
                  <a:cubicBezTo>
                    <a:pt x="2434" y="261"/>
                    <a:pt x="2160" y="0"/>
                    <a:pt x="1844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8025225" y="2239303"/>
              <a:ext cx="49104" cy="2858"/>
            </a:xfrm>
            <a:custGeom>
              <a:rect b="b" l="l" r="r" t="t"/>
              <a:pathLst>
                <a:path extrusionOk="0" h="83" w="1426">
                  <a:moveTo>
                    <a:pt x="1198" y="0"/>
                  </a:moveTo>
                  <a:cubicBezTo>
                    <a:pt x="813" y="0"/>
                    <a:pt x="429" y="3"/>
                    <a:pt x="45" y="7"/>
                  </a:cubicBezTo>
                  <a:cubicBezTo>
                    <a:pt x="0" y="7"/>
                    <a:pt x="0" y="75"/>
                    <a:pt x="45" y="76"/>
                  </a:cubicBezTo>
                  <a:cubicBezTo>
                    <a:pt x="429" y="80"/>
                    <a:pt x="814" y="83"/>
                    <a:pt x="1198" y="83"/>
                  </a:cubicBezTo>
                  <a:cubicBezTo>
                    <a:pt x="1256" y="83"/>
                    <a:pt x="1315" y="83"/>
                    <a:pt x="1373" y="83"/>
                  </a:cubicBezTo>
                  <a:cubicBezTo>
                    <a:pt x="1426" y="83"/>
                    <a:pt x="1426" y="0"/>
                    <a:pt x="1373" y="0"/>
                  </a:cubicBezTo>
                  <a:cubicBezTo>
                    <a:pt x="1315" y="0"/>
                    <a:pt x="1256" y="0"/>
                    <a:pt x="1198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18"/>
          <p:cNvGrpSpPr/>
          <p:nvPr/>
        </p:nvGrpSpPr>
        <p:grpSpPr>
          <a:xfrm>
            <a:off x="7092175" y="2037055"/>
            <a:ext cx="730500" cy="715783"/>
            <a:chOff x="7092175" y="2037055"/>
            <a:chExt cx="730500" cy="715783"/>
          </a:xfrm>
        </p:grpSpPr>
        <p:sp>
          <p:nvSpPr>
            <p:cNvPr id="509" name="Google Shape;509;p18"/>
            <p:cNvSpPr txBox="1"/>
            <p:nvPr/>
          </p:nvSpPr>
          <p:spPr>
            <a:xfrm>
              <a:off x="7092175" y="2498138"/>
              <a:ext cx="7305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Sports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7392903" y="2224347"/>
              <a:ext cx="60020" cy="3960"/>
            </a:xfrm>
            <a:custGeom>
              <a:rect b="b" l="l" r="r" t="t"/>
              <a:pathLst>
                <a:path extrusionOk="0" h="115" w="1743">
                  <a:moveTo>
                    <a:pt x="1117" y="0"/>
                  </a:moveTo>
                  <a:cubicBezTo>
                    <a:pt x="759" y="0"/>
                    <a:pt x="400" y="5"/>
                    <a:pt x="44" y="31"/>
                  </a:cubicBezTo>
                  <a:cubicBezTo>
                    <a:pt x="1" y="34"/>
                    <a:pt x="1" y="99"/>
                    <a:pt x="44" y="101"/>
                  </a:cubicBezTo>
                  <a:cubicBezTo>
                    <a:pt x="239" y="111"/>
                    <a:pt x="435" y="115"/>
                    <a:pt x="632" y="115"/>
                  </a:cubicBezTo>
                  <a:cubicBezTo>
                    <a:pt x="982" y="115"/>
                    <a:pt x="1333" y="103"/>
                    <a:pt x="1682" y="96"/>
                  </a:cubicBezTo>
                  <a:cubicBezTo>
                    <a:pt x="1742" y="94"/>
                    <a:pt x="1742" y="2"/>
                    <a:pt x="1682" y="2"/>
                  </a:cubicBezTo>
                  <a:cubicBezTo>
                    <a:pt x="1494" y="2"/>
                    <a:pt x="1306" y="0"/>
                    <a:pt x="11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7290562" y="2151276"/>
              <a:ext cx="50895" cy="3616"/>
            </a:xfrm>
            <a:custGeom>
              <a:rect b="b" l="l" r="r" t="t"/>
              <a:pathLst>
                <a:path extrusionOk="0" h="105" w="1478">
                  <a:moveTo>
                    <a:pt x="660" y="1"/>
                  </a:moveTo>
                  <a:cubicBezTo>
                    <a:pt x="456" y="1"/>
                    <a:pt x="253" y="4"/>
                    <a:pt x="50" y="15"/>
                  </a:cubicBezTo>
                  <a:cubicBezTo>
                    <a:pt x="1" y="15"/>
                    <a:pt x="1" y="90"/>
                    <a:pt x="50" y="90"/>
                  </a:cubicBezTo>
                  <a:cubicBezTo>
                    <a:pt x="260" y="100"/>
                    <a:pt x="470" y="104"/>
                    <a:pt x="680" y="104"/>
                  </a:cubicBezTo>
                  <a:cubicBezTo>
                    <a:pt x="928" y="104"/>
                    <a:pt x="1176" y="99"/>
                    <a:pt x="1423" y="95"/>
                  </a:cubicBezTo>
                  <a:cubicBezTo>
                    <a:pt x="1477" y="94"/>
                    <a:pt x="1477" y="12"/>
                    <a:pt x="1423" y="10"/>
                  </a:cubicBezTo>
                  <a:cubicBezTo>
                    <a:pt x="1169" y="6"/>
                    <a:pt x="914" y="1"/>
                    <a:pt x="66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7256135" y="2037055"/>
              <a:ext cx="402580" cy="410121"/>
            </a:xfrm>
            <a:custGeom>
              <a:rect b="b" l="l" r="r" t="t"/>
              <a:pathLst>
                <a:path extrusionOk="0" h="11910" w="11691">
                  <a:moveTo>
                    <a:pt x="3953" y="749"/>
                  </a:moveTo>
                  <a:cubicBezTo>
                    <a:pt x="3959" y="831"/>
                    <a:pt x="3968" y="914"/>
                    <a:pt x="3978" y="998"/>
                  </a:cubicBezTo>
                  <a:cubicBezTo>
                    <a:pt x="3976" y="997"/>
                    <a:pt x="3975" y="997"/>
                    <a:pt x="3973" y="997"/>
                  </a:cubicBezTo>
                  <a:cubicBezTo>
                    <a:pt x="3943" y="997"/>
                    <a:pt x="3931" y="1044"/>
                    <a:pt x="3964" y="1052"/>
                  </a:cubicBezTo>
                  <a:cubicBezTo>
                    <a:pt x="3970" y="1053"/>
                    <a:pt x="3978" y="1053"/>
                    <a:pt x="3983" y="1055"/>
                  </a:cubicBezTo>
                  <a:cubicBezTo>
                    <a:pt x="4000" y="1214"/>
                    <a:pt x="4027" y="1374"/>
                    <a:pt x="4062" y="1532"/>
                  </a:cubicBezTo>
                  <a:cubicBezTo>
                    <a:pt x="4066" y="1543"/>
                    <a:pt x="4074" y="1549"/>
                    <a:pt x="4080" y="1556"/>
                  </a:cubicBezTo>
                  <a:cubicBezTo>
                    <a:pt x="3558" y="1892"/>
                    <a:pt x="3048" y="2290"/>
                    <a:pt x="2632" y="2752"/>
                  </a:cubicBezTo>
                  <a:cubicBezTo>
                    <a:pt x="2255" y="2708"/>
                    <a:pt x="1893" y="2634"/>
                    <a:pt x="1524" y="2544"/>
                  </a:cubicBezTo>
                  <a:cubicBezTo>
                    <a:pt x="2145" y="1766"/>
                    <a:pt x="2976" y="1151"/>
                    <a:pt x="3953" y="750"/>
                  </a:cubicBezTo>
                  <a:lnTo>
                    <a:pt x="3953" y="749"/>
                  </a:lnTo>
                  <a:close/>
                  <a:moveTo>
                    <a:pt x="8067" y="574"/>
                  </a:moveTo>
                  <a:cubicBezTo>
                    <a:pt x="8605" y="803"/>
                    <a:pt x="9112" y="1156"/>
                    <a:pt x="9586" y="1653"/>
                  </a:cubicBezTo>
                  <a:cubicBezTo>
                    <a:pt x="9891" y="1973"/>
                    <a:pt x="10166" y="2319"/>
                    <a:pt x="10408" y="2688"/>
                  </a:cubicBezTo>
                  <a:cubicBezTo>
                    <a:pt x="10211" y="2741"/>
                    <a:pt x="10016" y="2831"/>
                    <a:pt x="9831" y="2910"/>
                  </a:cubicBezTo>
                  <a:cubicBezTo>
                    <a:pt x="9853" y="2885"/>
                    <a:pt x="9860" y="2847"/>
                    <a:pt x="9828" y="2821"/>
                  </a:cubicBezTo>
                  <a:cubicBezTo>
                    <a:pt x="9222" y="2303"/>
                    <a:pt x="8567" y="1823"/>
                    <a:pt x="7933" y="1335"/>
                  </a:cubicBezTo>
                  <a:cubicBezTo>
                    <a:pt x="7990" y="1083"/>
                    <a:pt x="8033" y="829"/>
                    <a:pt x="8067" y="574"/>
                  </a:cubicBezTo>
                  <a:close/>
                  <a:moveTo>
                    <a:pt x="4219" y="1643"/>
                  </a:moveTo>
                  <a:cubicBezTo>
                    <a:pt x="4751" y="1937"/>
                    <a:pt x="5427" y="2113"/>
                    <a:pt x="6006" y="2283"/>
                  </a:cubicBezTo>
                  <a:cubicBezTo>
                    <a:pt x="5851" y="2796"/>
                    <a:pt x="5824" y="3371"/>
                    <a:pt x="5880" y="3902"/>
                  </a:cubicBezTo>
                  <a:cubicBezTo>
                    <a:pt x="5205" y="4407"/>
                    <a:pt x="4521" y="4900"/>
                    <a:pt x="3804" y="5346"/>
                  </a:cubicBezTo>
                  <a:cubicBezTo>
                    <a:pt x="3786" y="5358"/>
                    <a:pt x="3775" y="5377"/>
                    <a:pt x="3773" y="5398"/>
                  </a:cubicBezTo>
                  <a:cubicBezTo>
                    <a:pt x="3662" y="5350"/>
                    <a:pt x="3533" y="5334"/>
                    <a:pt x="3416" y="5300"/>
                  </a:cubicBezTo>
                  <a:cubicBezTo>
                    <a:pt x="3249" y="5250"/>
                    <a:pt x="3085" y="5186"/>
                    <a:pt x="2929" y="5108"/>
                  </a:cubicBezTo>
                  <a:cubicBezTo>
                    <a:pt x="2922" y="5106"/>
                    <a:pt x="2915" y="5105"/>
                    <a:pt x="2909" y="5105"/>
                  </a:cubicBezTo>
                  <a:cubicBezTo>
                    <a:pt x="2905" y="5105"/>
                    <a:pt x="2901" y="5106"/>
                    <a:pt x="2898" y="5106"/>
                  </a:cubicBezTo>
                  <a:cubicBezTo>
                    <a:pt x="2852" y="4365"/>
                    <a:pt x="2792" y="3626"/>
                    <a:pt x="2763" y="2882"/>
                  </a:cubicBezTo>
                  <a:cubicBezTo>
                    <a:pt x="2762" y="2866"/>
                    <a:pt x="2756" y="2852"/>
                    <a:pt x="2747" y="2838"/>
                  </a:cubicBezTo>
                  <a:cubicBezTo>
                    <a:pt x="3207" y="2431"/>
                    <a:pt x="3668" y="2043"/>
                    <a:pt x="4181" y="1700"/>
                  </a:cubicBezTo>
                  <a:cubicBezTo>
                    <a:pt x="4201" y="1687"/>
                    <a:pt x="4215" y="1667"/>
                    <a:pt x="4219" y="1643"/>
                  </a:cubicBezTo>
                  <a:close/>
                  <a:moveTo>
                    <a:pt x="6391" y="245"/>
                  </a:moveTo>
                  <a:cubicBezTo>
                    <a:pt x="6919" y="245"/>
                    <a:pt x="7423" y="329"/>
                    <a:pt x="7902" y="509"/>
                  </a:cubicBezTo>
                  <a:cubicBezTo>
                    <a:pt x="7856" y="763"/>
                    <a:pt x="7821" y="1020"/>
                    <a:pt x="7799" y="1277"/>
                  </a:cubicBezTo>
                  <a:cubicBezTo>
                    <a:pt x="7756" y="1292"/>
                    <a:pt x="7728" y="1343"/>
                    <a:pt x="7773" y="1385"/>
                  </a:cubicBezTo>
                  <a:cubicBezTo>
                    <a:pt x="7782" y="1393"/>
                    <a:pt x="7792" y="1403"/>
                    <a:pt x="7801" y="1411"/>
                  </a:cubicBezTo>
                  <a:cubicBezTo>
                    <a:pt x="7806" y="1420"/>
                    <a:pt x="7814" y="1426"/>
                    <a:pt x="7822" y="1430"/>
                  </a:cubicBezTo>
                  <a:cubicBezTo>
                    <a:pt x="8406" y="1971"/>
                    <a:pt x="9067" y="2519"/>
                    <a:pt x="9746" y="2928"/>
                  </a:cubicBezTo>
                  <a:cubicBezTo>
                    <a:pt x="9755" y="2933"/>
                    <a:pt x="9765" y="2936"/>
                    <a:pt x="9775" y="2936"/>
                  </a:cubicBezTo>
                  <a:cubicBezTo>
                    <a:pt x="9780" y="2936"/>
                    <a:pt x="9785" y="2935"/>
                    <a:pt x="9790" y="2934"/>
                  </a:cubicBezTo>
                  <a:lnTo>
                    <a:pt x="9790" y="2934"/>
                  </a:lnTo>
                  <a:cubicBezTo>
                    <a:pt x="9779" y="2941"/>
                    <a:pt x="9769" y="2951"/>
                    <a:pt x="9763" y="2962"/>
                  </a:cubicBezTo>
                  <a:cubicBezTo>
                    <a:pt x="9739" y="2962"/>
                    <a:pt x="9714" y="2973"/>
                    <a:pt x="9707" y="3000"/>
                  </a:cubicBezTo>
                  <a:cubicBezTo>
                    <a:pt x="9570" y="3514"/>
                    <a:pt x="9471" y="4041"/>
                    <a:pt x="9390" y="4567"/>
                  </a:cubicBezTo>
                  <a:cubicBezTo>
                    <a:pt x="9374" y="4581"/>
                    <a:pt x="9371" y="4604"/>
                    <a:pt x="9381" y="4622"/>
                  </a:cubicBezTo>
                  <a:cubicBezTo>
                    <a:pt x="9378" y="4643"/>
                    <a:pt x="9375" y="4664"/>
                    <a:pt x="9372" y="4684"/>
                  </a:cubicBezTo>
                  <a:cubicBezTo>
                    <a:pt x="9371" y="4691"/>
                    <a:pt x="9375" y="4695"/>
                    <a:pt x="9375" y="4700"/>
                  </a:cubicBezTo>
                  <a:cubicBezTo>
                    <a:pt x="9343" y="4704"/>
                    <a:pt x="9317" y="4727"/>
                    <a:pt x="9306" y="4757"/>
                  </a:cubicBezTo>
                  <a:cubicBezTo>
                    <a:pt x="9121" y="4849"/>
                    <a:pt x="8949" y="4977"/>
                    <a:pt x="8770" y="5080"/>
                  </a:cubicBezTo>
                  <a:cubicBezTo>
                    <a:pt x="8545" y="5209"/>
                    <a:pt x="8313" y="5324"/>
                    <a:pt x="8081" y="5441"/>
                  </a:cubicBezTo>
                  <a:cubicBezTo>
                    <a:pt x="8077" y="5430"/>
                    <a:pt x="8073" y="5420"/>
                    <a:pt x="8068" y="5411"/>
                  </a:cubicBezTo>
                  <a:cubicBezTo>
                    <a:pt x="8054" y="5392"/>
                    <a:pt x="8033" y="5380"/>
                    <a:pt x="8009" y="5380"/>
                  </a:cubicBezTo>
                  <a:cubicBezTo>
                    <a:pt x="8008" y="5352"/>
                    <a:pt x="7994" y="5325"/>
                    <a:pt x="7969" y="5308"/>
                  </a:cubicBezTo>
                  <a:cubicBezTo>
                    <a:pt x="7327" y="4861"/>
                    <a:pt x="6712" y="4388"/>
                    <a:pt x="6102" y="3896"/>
                  </a:cubicBezTo>
                  <a:cubicBezTo>
                    <a:pt x="6087" y="3884"/>
                    <a:pt x="6068" y="3878"/>
                    <a:pt x="6049" y="3878"/>
                  </a:cubicBezTo>
                  <a:cubicBezTo>
                    <a:pt x="6034" y="3878"/>
                    <a:pt x="6019" y="3882"/>
                    <a:pt x="6005" y="3890"/>
                  </a:cubicBezTo>
                  <a:cubicBezTo>
                    <a:pt x="6005" y="3890"/>
                    <a:pt x="6003" y="3890"/>
                    <a:pt x="6003" y="3889"/>
                  </a:cubicBezTo>
                  <a:cubicBezTo>
                    <a:pt x="5989" y="3350"/>
                    <a:pt x="6047" y="2840"/>
                    <a:pt x="6126" y="2306"/>
                  </a:cubicBezTo>
                  <a:cubicBezTo>
                    <a:pt x="6133" y="2311"/>
                    <a:pt x="6142" y="2313"/>
                    <a:pt x="6151" y="2313"/>
                  </a:cubicBezTo>
                  <a:cubicBezTo>
                    <a:pt x="6157" y="2313"/>
                    <a:pt x="6163" y="2312"/>
                    <a:pt x="6169" y="2310"/>
                  </a:cubicBezTo>
                  <a:cubicBezTo>
                    <a:pt x="6708" y="2121"/>
                    <a:pt x="7351" y="1892"/>
                    <a:pt x="7789" y="1521"/>
                  </a:cubicBezTo>
                  <a:cubicBezTo>
                    <a:pt x="7842" y="1477"/>
                    <a:pt x="7797" y="1385"/>
                    <a:pt x="7735" y="1385"/>
                  </a:cubicBezTo>
                  <a:cubicBezTo>
                    <a:pt x="7728" y="1385"/>
                    <a:pt x="7720" y="1386"/>
                    <a:pt x="7712" y="1389"/>
                  </a:cubicBezTo>
                  <a:cubicBezTo>
                    <a:pt x="7449" y="1485"/>
                    <a:pt x="7210" y="1648"/>
                    <a:pt x="6961" y="1777"/>
                  </a:cubicBezTo>
                  <a:cubicBezTo>
                    <a:pt x="6684" y="1922"/>
                    <a:pt x="6401" y="2054"/>
                    <a:pt x="6117" y="2188"/>
                  </a:cubicBezTo>
                  <a:cubicBezTo>
                    <a:pt x="6110" y="2168"/>
                    <a:pt x="6093" y="2152"/>
                    <a:pt x="6073" y="2144"/>
                  </a:cubicBezTo>
                  <a:cubicBezTo>
                    <a:pt x="5819" y="2043"/>
                    <a:pt x="5548" y="1928"/>
                    <a:pt x="5273" y="1825"/>
                  </a:cubicBezTo>
                  <a:lnTo>
                    <a:pt x="5273" y="1825"/>
                  </a:lnTo>
                  <a:cubicBezTo>
                    <a:pt x="5545" y="1837"/>
                    <a:pt x="5815" y="1860"/>
                    <a:pt x="6086" y="1904"/>
                  </a:cubicBezTo>
                  <a:cubicBezTo>
                    <a:pt x="6088" y="1904"/>
                    <a:pt x="6090" y="1904"/>
                    <a:pt x="6093" y="1904"/>
                  </a:cubicBezTo>
                  <a:cubicBezTo>
                    <a:pt x="6137" y="1904"/>
                    <a:pt x="6155" y="1837"/>
                    <a:pt x="6107" y="1827"/>
                  </a:cubicBezTo>
                  <a:cubicBezTo>
                    <a:pt x="5840" y="1768"/>
                    <a:pt x="5572" y="1733"/>
                    <a:pt x="5300" y="1733"/>
                  </a:cubicBezTo>
                  <a:cubicBezTo>
                    <a:pt x="5241" y="1733"/>
                    <a:pt x="5182" y="1735"/>
                    <a:pt x="5122" y="1738"/>
                  </a:cubicBezTo>
                  <a:cubicBezTo>
                    <a:pt x="5110" y="1739"/>
                    <a:pt x="5098" y="1746"/>
                    <a:pt x="5093" y="1758"/>
                  </a:cubicBezTo>
                  <a:cubicBezTo>
                    <a:pt x="4798" y="1654"/>
                    <a:pt x="4500" y="1567"/>
                    <a:pt x="4214" y="1524"/>
                  </a:cubicBezTo>
                  <a:cubicBezTo>
                    <a:pt x="4214" y="1520"/>
                    <a:pt x="4218" y="1518"/>
                    <a:pt x="4217" y="1513"/>
                  </a:cubicBezTo>
                  <a:cubicBezTo>
                    <a:pt x="4216" y="1495"/>
                    <a:pt x="4213" y="1476"/>
                    <a:pt x="4212" y="1458"/>
                  </a:cubicBezTo>
                  <a:lnTo>
                    <a:pt x="4212" y="1458"/>
                  </a:lnTo>
                  <a:cubicBezTo>
                    <a:pt x="4795" y="1479"/>
                    <a:pt x="5379" y="1499"/>
                    <a:pt x="5964" y="1509"/>
                  </a:cubicBezTo>
                  <a:cubicBezTo>
                    <a:pt x="5964" y="1509"/>
                    <a:pt x="5965" y="1509"/>
                    <a:pt x="5965" y="1509"/>
                  </a:cubicBezTo>
                  <a:cubicBezTo>
                    <a:pt x="6024" y="1509"/>
                    <a:pt x="6023" y="1419"/>
                    <a:pt x="5964" y="1416"/>
                  </a:cubicBezTo>
                  <a:cubicBezTo>
                    <a:pt x="5377" y="1397"/>
                    <a:pt x="4790" y="1389"/>
                    <a:pt x="4203" y="1380"/>
                  </a:cubicBezTo>
                  <a:cubicBezTo>
                    <a:pt x="4192" y="1281"/>
                    <a:pt x="4177" y="1182"/>
                    <a:pt x="4159" y="1083"/>
                  </a:cubicBezTo>
                  <a:lnTo>
                    <a:pt x="4159" y="1083"/>
                  </a:lnTo>
                  <a:cubicBezTo>
                    <a:pt x="4256" y="1097"/>
                    <a:pt x="4353" y="1104"/>
                    <a:pt x="4451" y="1104"/>
                  </a:cubicBezTo>
                  <a:cubicBezTo>
                    <a:pt x="4498" y="1104"/>
                    <a:pt x="4545" y="1103"/>
                    <a:pt x="4591" y="1099"/>
                  </a:cubicBezTo>
                  <a:cubicBezTo>
                    <a:pt x="4631" y="1096"/>
                    <a:pt x="4632" y="1036"/>
                    <a:pt x="4593" y="1036"/>
                  </a:cubicBezTo>
                  <a:cubicBezTo>
                    <a:pt x="4593" y="1036"/>
                    <a:pt x="4592" y="1036"/>
                    <a:pt x="4591" y="1036"/>
                  </a:cubicBezTo>
                  <a:cubicBezTo>
                    <a:pt x="4541" y="1039"/>
                    <a:pt x="4491" y="1041"/>
                    <a:pt x="4441" y="1041"/>
                  </a:cubicBezTo>
                  <a:cubicBezTo>
                    <a:pt x="4343" y="1041"/>
                    <a:pt x="4244" y="1034"/>
                    <a:pt x="4146" y="1021"/>
                  </a:cubicBezTo>
                  <a:cubicBezTo>
                    <a:pt x="4125" y="914"/>
                    <a:pt x="4103" y="807"/>
                    <a:pt x="4078" y="703"/>
                  </a:cubicBezTo>
                  <a:cubicBezTo>
                    <a:pt x="4102" y="693"/>
                    <a:pt x="4126" y="686"/>
                    <a:pt x="4149" y="677"/>
                  </a:cubicBezTo>
                  <a:cubicBezTo>
                    <a:pt x="4513" y="729"/>
                    <a:pt x="4881" y="755"/>
                    <a:pt x="5248" y="755"/>
                  </a:cubicBezTo>
                  <a:cubicBezTo>
                    <a:pt x="5295" y="755"/>
                    <a:pt x="5342" y="754"/>
                    <a:pt x="5389" y="753"/>
                  </a:cubicBezTo>
                  <a:cubicBezTo>
                    <a:pt x="5439" y="752"/>
                    <a:pt x="5439" y="674"/>
                    <a:pt x="5389" y="674"/>
                  </a:cubicBezTo>
                  <a:cubicBezTo>
                    <a:pt x="5034" y="673"/>
                    <a:pt x="4681" y="650"/>
                    <a:pt x="4330" y="613"/>
                  </a:cubicBezTo>
                  <a:cubicBezTo>
                    <a:pt x="4513" y="548"/>
                    <a:pt x="4699" y="488"/>
                    <a:pt x="4892" y="440"/>
                  </a:cubicBezTo>
                  <a:cubicBezTo>
                    <a:pt x="4957" y="424"/>
                    <a:pt x="5022" y="412"/>
                    <a:pt x="5087" y="397"/>
                  </a:cubicBezTo>
                  <a:cubicBezTo>
                    <a:pt x="5342" y="400"/>
                    <a:pt x="5596" y="402"/>
                    <a:pt x="5850" y="402"/>
                  </a:cubicBezTo>
                  <a:cubicBezTo>
                    <a:pt x="6168" y="402"/>
                    <a:pt x="6487" y="399"/>
                    <a:pt x="6805" y="393"/>
                  </a:cubicBezTo>
                  <a:cubicBezTo>
                    <a:pt x="6847" y="392"/>
                    <a:pt x="6847" y="329"/>
                    <a:pt x="6806" y="329"/>
                  </a:cubicBezTo>
                  <a:cubicBezTo>
                    <a:pt x="6806" y="329"/>
                    <a:pt x="6805" y="329"/>
                    <a:pt x="6805" y="329"/>
                  </a:cubicBezTo>
                  <a:cubicBezTo>
                    <a:pt x="6425" y="321"/>
                    <a:pt x="6044" y="317"/>
                    <a:pt x="5664" y="317"/>
                  </a:cubicBezTo>
                  <a:cubicBezTo>
                    <a:pt x="5611" y="317"/>
                    <a:pt x="5559" y="317"/>
                    <a:pt x="5506" y="318"/>
                  </a:cubicBezTo>
                  <a:cubicBezTo>
                    <a:pt x="5808" y="270"/>
                    <a:pt x="6103" y="245"/>
                    <a:pt x="6391" y="245"/>
                  </a:cubicBezTo>
                  <a:close/>
                  <a:moveTo>
                    <a:pt x="10504" y="2837"/>
                  </a:moveTo>
                  <a:cubicBezTo>
                    <a:pt x="11072" y="3748"/>
                    <a:pt x="11436" y="4788"/>
                    <a:pt x="11460" y="5861"/>
                  </a:cubicBezTo>
                  <a:cubicBezTo>
                    <a:pt x="11462" y="5898"/>
                    <a:pt x="11461" y="5934"/>
                    <a:pt x="11461" y="5971"/>
                  </a:cubicBezTo>
                  <a:lnTo>
                    <a:pt x="11460" y="5970"/>
                  </a:lnTo>
                  <a:cubicBezTo>
                    <a:pt x="11221" y="6034"/>
                    <a:pt x="10982" y="6102"/>
                    <a:pt x="10749" y="6183"/>
                  </a:cubicBezTo>
                  <a:cubicBezTo>
                    <a:pt x="10583" y="5956"/>
                    <a:pt x="10395" y="5740"/>
                    <a:pt x="10202" y="5529"/>
                  </a:cubicBezTo>
                  <a:lnTo>
                    <a:pt x="10202" y="5529"/>
                  </a:lnTo>
                  <a:cubicBezTo>
                    <a:pt x="10206" y="5530"/>
                    <a:pt x="10208" y="5534"/>
                    <a:pt x="10212" y="5534"/>
                  </a:cubicBezTo>
                  <a:cubicBezTo>
                    <a:pt x="10409" y="5537"/>
                    <a:pt x="10605" y="5539"/>
                    <a:pt x="10801" y="5539"/>
                  </a:cubicBezTo>
                  <a:cubicBezTo>
                    <a:pt x="10915" y="5539"/>
                    <a:pt x="11028" y="5538"/>
                    <a:pt x="11142" y="5537"/>
                  </a:cubicBezTo>
                  <a:cubicBezTo>
                    <a:pt x="11198" y="5536"/>
                    <a:pt x="11198" y="5450"/>
                    <a:pt x="11142" y="5449"/>
                  </a:cubicBezTo>
                  <a:cubicBezTo>
                    <a:pt x="11026" y="5448"/>
                    <a:pt x="10910" y="5447"/>
                    <a:pt x="10794" y="5447"/>
                  </a:cubicBezTo>
                  <a:cubicBezTo>
                    <a:pt x="10600" y="5447"/>
                    <a:pt x="10407" y="5449"/>
                    <a:pt x="10212" y="5452"/>
                  </a:cubicBezTo>
                  <a:cubicBezTo>
                    <a:pt x="10183" y="5452"/>
                    <a:pt x="10172" y="5479"/>
                    <a:pt x="10175" y="5501"/>
                  </a:cubicBezTo>
                  <a:cubicBezTo>
                    <a:pt x="10077" y="5393"/>
                    <a:pt x="9977" y="5287"/>
                    <a:pt x="9875" y="5181"/>
                  </a:cubicBezTo>
                  <a:lnTo>
                    <a:pt x="9875" y="5181"/>
                  </a:lnTo>
                  <a:cubicBezTo>
                    <a:pt x="10239" y="5195"/>
                    <a:pt x="10604" y="5222"/>
                    <a:pt x="10965" y="5265"/>
                  </a:cubicBezTo>
                  <a:cubicBezTo>
                    <a:pt x="10967" y="5265"/>
                    <a:pt x="10968" y="5265"/>
                    <a:pt x="10970" y="5265"/>
                  </a:cubicBezTo>
                  <a:cubicBezTo>
                    <a:pt x="11007" y="5265"/>
                    <a:pt x="11016" y="5198"/>
                    <a:pt x="10975" y="5191"/>
                  </a:cubicBezTo>
                  <a:cubicBezTo>
                    <a:pt x="10593" y="5132"/>
                    <a:pt x="10207" y="5102"/>
                    <a:pt x="9820" y="5102"/>
                  </a:cubicBezTo>
                  <a:cubicBezTo>
                    <a:pt x="9813" y="5102"/>
                    <a:pt x="9807" y="5102"/>
                    <a:pt x="9800" y="5102"/>
                  </a:cubicBezTo>
                  <a:cubicBezTo>
                    <a:pt x="9689" y="4988"/>
                    <a:pt x="9577" y="4873"/>
                    <a:pt x="9468" y="4758"/>
                  </a:cubicBezTo>
                  <a:cubicBezTo>
                    <a:pt x="9468" y="4756"/>
                    <a:pt x="9467" y="4753"/>
                    <a:pt x="9467" y="4750"/>
                  </a:cubicBezTo>
                  <a:cubicBezTo>
                    <a:pt x="9478" y="4743"/>
                    <a:pt x="9488" y="4730"/>
                    <a:pt x="9491" y="4716"/>
                  </a:cubicBezTo>
                  <a:cubicBezTo>
                    <a:pt x="9496" y="4696"/>
                    <a:pt x="9500" y="4675"/>
                    <a:pt x="9504" y="4654"/>
                  </a:cubicBezTo>
                  <a:cubicBezTo>
                    <a:pt x="9873" y="4688"/>
                    <a:pt x="10242" y="4713"/>
                    <a:pt x="10611" y="4735"/>
                  </a:cubicBezTo>
                  <a:cubicBezTo>
                    <a:pt x="10612" y="4735"/>
                    <a:pt x="10613" y="4735"/>
                    <a:pt x="10614" y="4735"/>
                  </a:cubicBezTo>
                  <a:cubicBezTo>
                    <a:pt x="10667" y="4735"/>
                    <a:pt x="10665" y="4653"/>
                    <a:pt x="10611" y="4648"/>
                  </a:cubicBezTo>
                  <a:cubicBezTo>
                    <a:pt x="10249" y="4616"/>
                    <a:pt x="9887" y="4585"/>
                    <a:pt x="9525" y="4564"/>
                  </a:cubicBezTo>
                  <a:cubicBezTo>
                    <a:pt x="9549" y="4457"/>
                    <a:pt x="9575" y="4350"/>
                    <a:pt x="9596" y="4242"/>
                  </a:cubicBezTo>
                  <a:cubicBezTo>
                    <a:pt x="9727" y="4222"/>
                    <a:pt x="9859" y="4212"/>
                    <a:pt x="9991" y="4212"/>
                  </a:cubicBezTo>
                  <a:cubicBezTo>
                    <a:pt x="10150" y="4212"/>
                    <a:pt x="10309" y="4227"/>
                    <a:pt x="10465" y="4256"/>
                  </a:cubicBezTo>
                  <a:cubicBezTo>
                    <a:pt x="10468" y="4257"/>
                    <a:pt x="10472" y="4257"/>
                    <a:pt x="10475" y="4257"/>
                  </a:cubicBezTo>
                  <a:cubicBezTo>
                    <a:pt x="10527" y="4257"/>
                    <a:pt x="10547" y="4177"/>
                    <a:pt x="10491" y="4165"/>
                  </a:cubicBezTo>
                  <a:cubicBezTo>
                    <a:pt x="10343" y="4132"/>
                    <a:pt x="10196" y="4116"/>
                    <a:pt x="10049" y="4116"/>
                  </a:cubicBezTo>
                  <a:cubicBezTo>
                    <a:pt x="9904" y="4116"/>
                    <a:pt x="9758" y="4131"/>
                    <a:pt x="9613" y="4160"/>
                  </a:cubicBezTo>
                  <a:cubicBezTo>
                    <a:pt x="9634" y="4055"/>
                    <a:pt x="9655" y="3950"/>
                    <a:pt x="9674" y="3845"/>
                  </a:cubicBezTo>
                  <a:cubicBezTo>
                    <a:pt x="9912" y="3821"/>
                    <a:pt x="10151" y="3798"/>
                    <a:pt x="10389" y="3767"/>
                  </a:cubicBezTo>
                  <a:cubicBezTo>
                    <a:pt x="10441" y="3760"/>
                    <a:pt x="10446" y="3679"/>
                    <a:pt x="10394" y="3679"/>
                  </a:cubicBezTo>
                  <a:cubicBezTo>
                    <a:pt x="10392" y="3679"/>
                    <a:pt x="10391" y="3680"/>
                    <a:pt x="10389" y="3680"/>
                  </a:cubicBezTo>
                  <a:cubicBezTo>
                    <a:pt x="10155" y="3702"/>
                    <a:pt x="9923" y="3730"/>
                    <a:pt x="9690" y="3759"/>
                  </a:cubicBezTo>
                  <a:cubicBezTo>
                    <a:pt x="9706" y="3672"/>
                    <a:pt x="9724" y="3586"/>
                    <a:pt x="9739" y="3499"/>
                  </a:cubicBezTo>
                  <a:cubicBezTo>
                    <a:pt x="9870" y="3504"/>
                    <a:pt x="10003" y="3506"/>
                    <a:pt x="10135" y="3506"/>
                  </a:cubicBezTo>
                  <a:cubicBezTo>
                    <a:pt x="10235" y="3506"/>
                    <a:pt x="10334" y="3505"/>
                    <a:pt x="10433" y="3502"/>
                  </a:cubicBezTo>
                  <a:cubicBezTo>
                    <a:pt x="10492" y="3501"/>
                    <a:pt x="10492" y="3414"/>
                    <a:pt x="10433" y="3413"/>
                  </a:cubicBezTo>
                  <a:cubicBezTo>
                    <a:pt x="10336" y="3410"/>
                    <a:pt x="10239" y="3409"/>
                    <a:pt x="10142" y="3409"/>
                  </a:cubicBezTo>
                  <a:cubicBezTo>
                    <a:pt x="10012" y="3409"/>
                    <a:pt x="9882" y="3411"/>
                    <a:pt x="9752" y="3416"/>
                  </a:cubicBezTo>
                  <a:cubicBezTo>
                    <a:pt x="9771" y="3294"/>
                    <a:pt x="9797" y="3172"/>
                    <a:pt x="9813" y="3050"/>
                  </a:cubicBezTo>
                  <a:cubicBezTo>
                    <a:pt x="9819" y="3050"/>
                    <a:pt x="9824" y="3054"/>
                    <a:pt x="9831" y="3054"/>
                  </a:cubicBezTo>
                  <a:cubicBezTo>
                    <a:pt x="9833" y="3054"/>
                    <a:pt x="9835" y="3053"/>
                    <a:pt x="9837" y="3053"/>
                  </a:cubicBezTo>
                  <a:cubicBezTo>
                    <a:pt x="10056" y="2991"/>
                    <a:pt x="10296" y="2934"/>
                    <a:pt x="10504" y="2837"/>
                  </a:cubicBezTo>
                  <a:close/>
                  <a:moveTo>
                    <a:pt x="1407" y="2691"/>
                  </a:moveTo>
                  <a:cubicBezTo>
                    <a:pt x="1412" y="2695"/>
                    <a:pt x="1419" y="2698"/>
                    <a:pt x="1426" y="2701"/>
                  </a:cubicBezTo>
                  <a:cubicBezTo>
                    <a:pt x="1778" y="2832"/>
                    <a:pt x="2170" y="2889"/>
                    <a:pt x="2549" y="2889"/>
                  </a:cubicBezTo>
                  <a:cubicBezTo>
                    <a:pt x="2563" y="2889"/>
                    <a:pt x="2577" y="2889"/>
                    <a:pt x="2590" y="2889"/>
                  </a:cubicBezTo>
                  <a:cubicBezTo>
                    <a:pt x="2605" y="3649"/>
                    <a:pt x="2656" y="4410"/>
                    <a:pt x="2784" y="5161"/>
                  </a:cubicBezTo>
                  <a:cubicBezTo>
                    <a:pt x="2778" y="5161"/>
                    <a:pt x="2773" y="5159"/>
                    <a:pt x="2767" y="5159"/>
                  </a:cubicBezTo>
                  <a:cubicBezTo>
                    <a:pt x="2765" y="5159"/>
                    <a:pt x="2763" y="5159"/>
                    <a:pt x="2761" y="5160"/>
                  </a:cubicBezTo>
                  <a:cubicBezTo>
                    <a:pt x="2480" y="5253"/>
                    <a:pt x="2224" y="5466"/>
                    <a:pt x="1986" y="5638"/>
                  </a:cubicBezTo>
                  <a:cubicBezTo>
                    <a:pt x="1773" y="5793"/>
                    <a:pt x="1511" y="5950"/>
                    <a:pt x="1357" y="6168"/>
                  </a:cubicBezTo>
                  <a:cubicBezTo>
                    <a:pt x="1354" y="6173"/>
                    <a:pt x="1352" y="6180"/>
                    <a:pt x="1352" y="6186"/>
                  </a:cubicBezTo>
                  <a:cubicBezTo>
                    <a:pt x="1017" y="6074"/>
                    <a:pt x="694" y="5947"/>
                    <a:pt x="380" y="5783"/>
                  </a:cubicBezTo>
                  <a:cubicBezTo>
                    <a:pt x="369" y="5777"/>
                    <a:pt x="358" y="5774"/>
                    <a:pt x="346" y="5774"/>
                  </a:cubicBezTo>
                  <a:cubicBezTo>
                    <a:pt x="336" y="5774"/>
                    <a:pt x="327" y="5776"/>
                    <a:pt x="318" y="5780"/>
                  </a:cubicBezTo>
                  <a:cubicBezTo>
                    <a:pt x="321" y="5723"/>
                    <a:pt x="328" y="5667"/>
                    <a:pt x="332" y="5609"/>
                  </a:cubicBezTo>
                  <a:lnTo>
                    <a:pt x="332" y="5608"/>
                  </a:lnTo>
                  <a:cubicBezTo>
                    <a:pt x="689" y="5639"/>
                    <a:pt x="1047" y="5674"/>
                    <a:pt x="1405" y="5695"/>
                  </a:cubicBezTo>
                  <a:cubicBezTo>
                    <a:pt x="1405" y="5695"/>
                    <a:pt x="1406" y="5695"/>
                    <a:pt x="1407" y="5695"/>
                  </a:cubicBezTo>
                  <a:cubicBezTo>
                    <a:pt x="1443" y="5695"/>
                    <a:pt x="1441" y="5640"/>
                    <a:pt x="1405" y="5637"/>
                  </a:cubicBezTo>
                  <a:cubicBezTo>
                    <a:pt x="1049" y="5601"/>
                    <a:pt x="693" y="5577"/>
                    <a:pt x="337" y="5551"/>
                  </a:cubicBezTo>
                  <a:cubicBezTo>
                    <a:pt x="350" y="5396"/>
                    <a:pt x="370" y="5245"/>
                    <a:pt x="395" y="5096"/>
                  </a:cubicBezTo>
                  <a:cubicBezTo>
                    <a:pt x="746" y="5124"/>
                    <a:pt x="1097" y="5154"/>
                    <a:pt x="1449" y="5175"/>
                  </a:cubicBezTo>
                  <a:cubicBezTo>
                    <a:pt x="1450" y="5175"/>
                    <a:pt x="1451" y="5175"/>
                    <a:pt x="1452" y="5175"/>
                  </a:cubicBezTo>
                  <a:cubicBezTo>
                    <a:pt x="1498" y="5175"/>
                    <a:pt x="1496" y="5104"/>
                    <a:pt x="1449" y="5100"/>
                  </a:cubicBezTo>
                  <a:cubicBezTo>
                    <a:pt x="1103" y="5068"/>
                    <a:pt x="756" y="5043"/>
                    <a:pt x="410" y="5019"/>
                  </a:cubicBezTo>
                  <a:cubicBezTo>
                    <a:pt x="439" y="4855"/>
                    <a:pt x="476" y="4696"/>
                    <a:pt x="519" y="4538"/>
                  </a:cubicBezTo>
                  <a:cubicBezTo>
                    <a:pt x="917" y="4545"/>
                    <a:pt x="1316" y="4550"/>
                    <a:pt x="1715" y="4570"/>
                  </a:cubicBezTo>
                  <a:cubicBezTo>
                    <a:pt x="1716" y="4570"/>
                    <a:pt x="1717" y="4570"/>
                    <a:pt x="1718" y="4570"/>
                  </a:cubicBezTo>
                  <a:cubicBezTo>
                    <a:pt x="1772" y="4570"/>
                    <a:pt x="1771" y="4483"/>
                    <a:pt x="1715" y="4480"/>
                  </a:cubicBezTo>
                  <a:cubicBezTo>
                    <a:pt x="1438" y="4464"/>
                    <a:pt x="1161" y="4454"/>
                    <a:pt x="883" y="4454"/>
                  </a:cubicBezTo>
                  <a:cubicBezTo>
                    <a:pt x="768" y="4454"/>
                    <a:pt x="654" y="4455"/>
                    <a:pt x="540" y="4459"/>
                  </a:cubicBezTo>
                  <a:cubicBezTo>
                    <a:pt x="597" y="4263"/>
                    <a:pt x="664" y="4071"/>
                    <a:pt x="742" y="3883"/>
                  </a:cubicBezTo>
                  <a:cubicBezTo>
                    <a:pt x="919" y="3885"/>
                    <a:pt x="1095" y="3888"/>
                    <a:pt x="1272" y="3888"/>
                  </a:cubicBezTo>
                  <a:cubicBezTo>
                    <a:pt x="1331" y="3888"/>
                    <a:pt x="1390" y="3888"/>
                    <a:pt x="1449" y="3887"/>
                  </a:cubicBezTo>
                  <a:cubicBezTo>
                    <a:pt x="1490" y="3887"/>
                    <a:pt x="1490" y="3823"/>
                    <a:pt x="1449" y="3823"/>
                  </a:cubicBezTo>
                  <a:cubicBezTo>
                    <a:pt x="1383" y="3822"/>
                    <a:pt x="1316" y="3822"/>
                    <a:pt x="1249" y="3822"/>
                  </a:cubicBezTo>
                  <a:cubicBezTo>
                    <a:pt x="1088" y="3822"/>
                    <a:pt x="927" y="3825"/>
                    <a:pt x="766" y="3828"/>
                  </a:cubicBezTo>
                  <a:cubicBezTo>
                    <a:pt x="932" y="3424"/>
                    <a:pt x="1148" y="3042"/>
                    <a:pt x="1407" y="2691"/>
                  </a:cubicBezTo>
                  <a:close/>
                  <a:moveTo>
                    <a:pt x="6029" y="4040"/>
                  </a:moveTo>
                  <a:cubicBezTo>
                    <a:pt x="6595" y="4570"/>
                    <a:pt x="7224" y="5048"/>
                    <a:pt x="7879" y="5464"/>
                  </a:cubicBezTo>
                  <a:cubicBezTo>
                    <a:pt x="7893" y="5473"/>
                    <a:pt x="7909" y="5478"/>
                    <a:pt x="7927" y="5478"/>
                  </a:cubicBezTo>
                  <a:cubicBezTo>
                    <a:pt x="7928" y="5478"/>
                    <a:pt x="7930" y="5478"/>
                    <a:pt x="7932" y="5478"/>
                  </a:cubicBezTo>
                  <a:lnTo>
                    <a:pt x="7932" y="5478"/>
                  </a:lnTo>
                  <a:cubicBezTo>
                    <a:pt x="7988" y="5668"/>
                    <a:pt x="7722" y="6081"/>
                    <a:pt x="7646" y="6251"/>
                  </a:cubicBezTo>
                  <a:cubicBezTo>
                    <a:pt x="7573" y="6412"/>
                    <a:pt x="7501" y="6574"/>
                    <a:pt x="7429" y="6736"/>
                  </a:cubicBezTo>
                  <a:cubicBezTo>
                    <a:pt x="7287" y="7061"/>
                    <a:pt x="7150" y="7388"/>
                    <a:pt x="7020" y="7715"/>
                  </a:cubicBezTo>
                  <a:cubicBezTo>
                    <a:pt x="7008" y="7711"/>
                    <a:pt x="6997" y="7708"/>
                    <a:pt x="6986" y="7708"/>
                  </a:cubicBezTo>
                  <a:cubicBezTo>
                    <a:pt x="6985" y="7708"/>
                    <a:pt x="6983" y="7708"/>
                    <a:pt x="6981" y="7708"/>
                  </a:cubicBezTo>
                  <a:cubicBezTo>
                    <a:pt x="6657" y="7725"/>
                    <a:pt x="6334" y="7731"/>
                    <a:pt x="6010" y="7731"/>
                  </a:cubicBezTo>
                  <a:cubicBezTo>
                    <a:pt x="5597" y="7731"/>
                    <a:pt x="5184" y="7721"/>
                    <a:pt x="4770" y="7707"/>
                  </a:cubicBezTo>
                  <a:cubicBezTo>
                    <a:pt x="4759" y="7707"/>
                    <a:pt x="4755" y="7712"/>
                    <a:pt x="4748" y="7715"/>
                  </a:cubicBezTo>
                  <a:cubicBezTo>
                    <a:pt x="4730" y="7636"/>
                    <a:pt x="4706" y="7559"/>
                    <a:pt x="4685" y="7481"/>
                  </a:cubicBezTo>
                  <a:lnTo>
                    <a:pt x="4685" y="7481"/>
                  </a:lnTo>
                  <a:cubicBezTo>
                    <a:pt x="5038" y="7525"/>
                    <a:pt x="5392" y="7545"/>
                    <a:pt x="5748" y="7545"/>
                  </a:cubicBezTo>
                  <a:cubicBezTo>
                    <a:pt x="5849" y="7545"/>
                    <a:pt x="5951" y="7543"/>
                    <a:pt x="6053" y="7540"/>
                  </a:cubicBezTo>
                  <a:cubicBezTo>
                    <a:pt x="6111" y="7539"/>
                    <a:pt x="6112" y="7448"/>
                    <a:pt x="6053" y="7448"/>
                  </a:cubicBezTo>
                  <a:cubicBezTo>
                    <a:pt x="6009" y="7448"/>
                    <a:pt x="5964" y="7449"/>
                    <a:pt x="5920" y="7449"/>
                  </a:cubicBezTo>
                  <a:cubicBezTo>
                    <a:pt x="5500" y="7449"/>
                    <a:pt x="5082" y="7427"/>
                    <a:pt x="4663" y="7396"/>
                  </a:cubicBezTo>
                  <a:cubicBezTo>
                    <a:pt x="4618" y="7228"/>
                    <a:pt x="4568" y="7062"/>
                    <a:pt x="4513" y="6897"/>
                  </a:cubicBezTo>
                  <a:lnTo>
                    <a:pt x="4513" y="6897"/>
                  </a:lnTo>
                  <a:cubicBezTo>
                    <a:pt x="4807" y="6903"/>
                    <a:pt x="5096" y="6905"/>
                    <a:pt x="5389" y="6944"/>
                  </a:cubicBezTo>
                  <a:cubicBezTo>
                    <a:pt x="5390" y="6945"/>
                    <a:pt x="5392" y="6945"/>
                    <a:pt x="5393" y="6945"/>
                  </a:cubicBezTo>
                  <a:cubicBezTo>
                    <a:pt x="5431" y="6945"/>
                    <a:pt x="5439" y="6878"/>
                    <a:pt x="5398" y="6871"/>
                  </a:cubicBezTo>
                  <a:cubicBezTo>
                    <a:pt x="5201" y="6839"/>
                    <a:pt x="5000" y="6817"/>
                    <a:pt x="4799" y="6817"/>
                  </a:cubicBezTo>
                  <a:cubicBezTo>
                    <a:pt x="4696" y="6817"/>
                    <a:pt x="4593" y="6823"/>
                    <a:pt x="4491" y="6836"/>
                  </a:cubicBezTo>
                  <a:cubicBezTo>
                    <a:pt x="4437" y="6676"/>
                    <a:pt x="4373" y="6519"/>
                    <a:pt x="4312" y="6363"/>
                  </a:cubicBezTo>
                  <a:cubicBezTo>
                    <a:pt x="4658" y="6345"/>
                    <a:pt x="5003" y="6337"/>
                    <a:pt x="5349" y="6337"/>
                  </a:cubicBezTo>
                  <a:cubicBezTo>
                    <a:pt x="5761" y="6337"/>
                    <a:pt x="6173" y="6349"/>
                    <a:pt x="6584" y="6374"/>
                  </a:cubicBezTo>
                  <a:cubicBezTo>
                    <a:pt x="6585" y="6374"/>
                    <a:pt x="6586" y="6374"/>
                    <a:pt x="6587" y="6374"/>
                  </a:cubicBezTo>
                  <a:cubicBezTo>
                    <a:pt x="6640" y="6374"/>
                    <a:pt x="6638" y="6292"/>
                    <a:pt x="6584" y="6287"/>
                  </a:cubicBezTo>
                  <a:cubicBezTo>
                    <a:pt x="6195" y="6249"/>
                    <a:pt x="5807" y="6231"/>
                    <a:pt x="5419" y="6231"/>
                  </a:cubicBezTo>
                  <a:cubicBezTo>
                    <a:pt x="5040" y="6231"/>
                    <a:pt x="4660" y="6248"/>
                    <a:pt x="4280" y="6280"/>
                  </a:cubicBezTo>
                  <a:cubicBezTo>
                    <a:pt x="4168" y="6001"/>
                    <a:pt x="4048" y="5725"/>
                    <a:pt x="3912" y="5454"/>
                  </a:cubicBezTo>
                  <a:cubicBezTo>
                    <a:pt x="4201" y="5295"/>
                    <a:pt x="4483" y="5124"/>
                    <a:pt x="4761" y="4948"/>
                  </a:cubicBezTo>
                  <a:cubicBezTo>
                    <a:pt x="4940" y="4927"/>
                    <a:pt x="5119" y="4917"/>
                    <a:pt x="5299" y="4917"/>
                  </a:cubicBezTo>
                  <a:cubicBezTo>
                    <a:pt x="5593" y="4917"/>
                    <a:pt x="5886" y="4944"/>
                    <a:pt x="6175" y="5000"/>
                  </a:cubicBezTo>
                  <a:cubicBezTo>
                    <a:pt x="6177" y="5000"/>
                    <a:pt x="6180" y="5000"/>
                    <a:pt x="6182" y="5000"/>
                  </a:cubicBezTo>
                  <a:cubicBezTo>
                    <a:pt x="6223" y="5000"/>
                    <a:pt x="6239" y="4938"/>
                    <a:pt x="6195" y="4928"/>
                  </a:cubicBezTo>
                  <a:cubicBezTo>
                    <a:pt x="5912" y="4864"/>
                    <a:pt x="5631" y="4834"/>
                    <a:pt x="5349" y="4834"/>
                  </a:cubicBezTo>
                  <a:cubicBezTo>
                    <a:pt x="5201" y="4834"/>
                    <a:pt x="5053" y="4842"/>
                    <a:pt x="4903" y="4858"/>
                  </a:cubicBezTo>
                  <a:cubicBezTo>
                    <a:pt x="5100" y="4730"/>
                    <a:pt x="5294" y="4597"/>
                    <a:pt x="5484" y="4459"/>
                  </a:cubicBezTo>
                  <a:cubicBezTo>
                    <a:pt x="5869" y="4477"/>
                    <a:pt x="6242" y="4546"/>
                    <a:pt x="6616" y="4651"/>
                  </a:cubicBezTo>
                  <a:cubicBezTo>
                    <a:pt x="6619" y="4652"/>
                    <a:pt x="6623" y="4652"/>
                    <a:pt x="6627" y="4652"/>
                  </a:cubicBezTo>
                  <a:cubicBezTo>
                    <a:pt x="6667" y="4652"/>
                    <a:pt x="6678" y="4591"/>
                    <a:pt x="6636" y="4575"/>
                  </a:cubicBezTo>
                  <a:cubicBezTo>
                    <a:pt x="6295" y="4452"/>
                    <a:pt x="5939" y="4397"/>
                    <a:pt x="5578" y="4387"/>
                  </a:cubicBezTo>
                  <a:cubicBezTo>
                    <a:pt x="5729" y="4276"/>
                    <a:pt x="5879" y="4164"/>
                    <a:pt x="6024" y="4045"/>
                  </a:cubicBezTo>
                  <a:cubicBezTo>
                    <a:pt x="6026" y="4043"/>
                    <a:pt x="6026" y="4041"/>
                    <a:pt x="6029" y="4040"/>
                  </a:cubicBezTo>
                  <a:close/>
                  <a:moveTo>
                    <a:pt x="11460" y="6103"/>
                  </a:moveTo>
                  <a:lnTo>
                    <a:pt x="11460" y="6103"/>
                  </a:lnTo>
                  <a:cubicBezTo>
                    <a:pt x="11444" y="6947"/>
                    <a:pt x="11254" y="7721"/>
                    <a:pt x="10925" y="8409"/>
                  </a:cubicBezTo>
                  <a:lnTo>
                    <a:pt x="10924" y="8408"/>
                  </a:lnTo>
                  <a:cubicBezTo>
                    <a:pt x="10921" y="8404"/>
                    <a:pt x="10917" y="8401"/>
                    <a:pt x="10912" y="8397"/>
                  </a:cubicBezTo>
                  <a:cubicBezTo>
                    <a:pt x="10689" y="8262"/>
                    <a:pt x="10449" y="8159"/>
                    <a:pt x="10199" y="8087"/>
                  </a:cubicBezTo>
                  <a:cubicBezTo>
                    <a:pt x="10214" y="8081"/>
                    <a:pt x="10228" y="8070"/>
                    <a:pt x="10236" y="8054"/>
                  </a:cubicBezTo>
                  <a:cubicBezTo>
                    <a:pt x="10470" y="7503"/>
                    <a:pt x="10642" y="6938"/>
                    <a:pt x="10775" y="6354"/>
                  </a:cubicBezTo>
                  <a:cubicBezTo>
                    <a:pt x="11007" y="6282"/>
                    <a:pt x="11234" y="6195"/>
                    <a:pt x="11460" y="6103"/>
                  </a:cubicBezTo>
                  <a:close/>
                  <a:moveTo>
                    <a:pt x="2880" y="5223"/>
                  </a:moveTo>
                  <a:cubicBezTo>
                    <a:pt x="3111" y="5358"/>
                    <a:pt x="3444" y="5549"/>
                    <a:pt x="3727" y="5549"/>
                  </a:cubicBezTo>
                  <a:cubicBezTo>
                    <a:pt x="3740" y="5549"/>
                    <a:pt x="3753" y="5548"/>
                    <a:pt x="3766" y="5547"/>
                  </a:cubicBezTo>
                  <a:cubicBezTo>
                    <a:pt x="4112" y="6287"/>
                    <a:pt x="4390" y="7044"/>
                    <a:pt x="4660" y="7813"/>
                  </a:cubicBezTo>
                  <a:cubicBezTo>
                    <a:pt x="4669" y="7837"/>
                    <a:pt x="4686" y="7846"/>
                    <a:pt x="4705" y="7846"/>
                  </a:cubicBezTo>
                  <a:cubicBezTo>
                    <a:pt x="4713" y="7846"/>
                    <a:pt x="4722" y="7844"/>
                    <a:pt x="4730" y="7841"/>
                  </a:cubicBezTo>
                  <a:lnTo>
                    <a:pt x="4730" y="7841"/>
                  </a:lnTo>
                  <a:cubicBezTo>
                    <a:pt x="4537" y="8087"/>
                    <a:pt x="4358" y="8344"/>
                    <a:pt x="4194" y="8610"/>
                  </a:cubicBezTo>
                  <a:cubicBezTo>
                    <a:pt x="4184" y="8623"/>
                    <a:pt x="4182" y="8640"/>
                    <a:pt x="4186" y="8656"/>
                  </a:cubicBezTo>
                  <a:cubicBezTo>
                    <a:pt x="4183" y="8650"/>
                    <a:pt x="4178" y="8647"/>
                    <a:pt x="4171" y="8645"/>
                  </a:cubicBezTo>
                  <a:cubicBezTo>
                    <a:pt x="3451" y="8521"/>
                    <a:pt x="2725" y="8417"/>
                    <a:pt x="2002" y="8301"/>
                  </a:cubicBezTo>
                  <a:cubicBezTo>
                    <a:pt x="1999" y="8281"/>
                    <a:pt x="1985" y="8264"/>
                    <a:pt x="1966" y="8259"/>
                  </a:cubicBezTo>
                  <a:lnTo>
                    <a:pt x="1952" y="8255"/>
                  </a:lnTo>
                  <a:cubicBezTo>
                    <a:pt x="1948" y="8254"/>
                    <a:pt x="1945" y="8254"/>
                    <a:pt x="1941" y="8254"/>
                  </a:cubicBezTo>
                  <a:cubicBezTo>
                    <a:pt x="1935" y="8254"/>
                    <a:pt x="1930" y="8255"/>
                    <a:pt x="1924" y="8257"/>
                  </a:cubicBezTo>
                  <a:cubicBezTo>
                    <a:pt x="1928" y="8167"/>
                    <a:pt x="1909" y="8077"/>
                    <a:pt x="1868" y="7998"/>
                  </a:cubicBezTo>
                  <a:cubicBezTo>
                    <a:pt x="1836" y="7905"/>
                    <a:pt x="1806" y="7811"/>
                    <a:pt x="1777" y="7716"/>
                  </a:cubicBezTo>
                  <a:cubicBezTo>
                    <a:pt x="1734" y="7575"/>
                    <a:pt x="1692" y="7432"/>
                    <a:pt x="1655" y="7289"/>
                  </a:cubicBezTo>
                  <a:cubicBezTo>
                    <a:pt x="1572" y="6963"/>
                    <a:pt x="1508" y="6634"/>
                    <a:pt x="1442" y="6304"/>
                  </a:cubicBezTo>
                  <a:cubicBezTo>
                    <a:pt x="1447" y="6279"/>
                    <a:pt x="1443" y="6253"/>
                    <a:pt x="1429" y="6233"/>
                  </a:cubicBezTo>
                  <a:cubicBezTo>
                    <a:pt x="1680" y="6128"/>
                    <a:pt x="1899" y="5926"/>
                    <a:pt x="2123" y="5775"/>
                  </a:cubicBezTo>
                  <a:cubicBezTo>
                    <a:pt x="2357" y="5619"/>
                    <a:pt x="2634" y="5485"/>
                    <a:pt x="2835" y="5288"/>
                  </a:cubicBezTo>
                  <a:cubicBezTo>
                    <a:pt x="2848" y="5275"/>
                    <a:pt x="2856" y="5255"/>
                    <a:pt x="2854" y="5235"/>
                  </a:cubicBezTo>
                  <a:cubicBezTo>
                    <a:pt x="2863" y="5233"/>
                    <a:pt x="2873" y="5229"/>
                    <a:pt x="2880" y="5223"/>
                  </a:cubicBezTo>
                  <a:close/>
                  <a:moveTo>
                    <a:pt x="9376" y="4898"/>
                  </a:moveTo>
                  <a:cubicBezTo>
                    <a:pt x="9779" y="5351"/>
                    <a:pt x="10182" y="5835"/>
                    <a:pt x="10639" y="6234"/>
                  </a:cubicBezTo>
                  <a:cubicBezTo>
                    <a:pt x="10618" y="6261"/>
                    <a:pt x="10614" y="6297"/>
                    <a:pt x="10628" y="6329"/>
                  </a:cubicBezTo>
                  <a:cubicBezTo>
                    <a:pt x="10489" y="6896"/>
                    <a:pt x="10305" y="7450"/>
                    <a:pt x="10099" y="7997"/>
                  </a:cubicBezTo>
                  <a:cubicBezTo>
                    <a:pt x="10088" y="8027"/>
                    <a:pt x="10104" y="8053"/>
                    <a:pt x="10129" y="8070"/>
                  </a:cubicBezTo>
                  <a:cubicBezTo>
                    <a:pt x="10090" y="8070"/>
                    <a:pt x="10066" y="8102"/>
                    <a:pt x="10067" y="8135"/>
                  </a:cubicBezTo>
                  <a:lnTo>
                    <a:pt x="10067" y="8135"/>
                  </a:lnTo>
                  <a:cubicBezTo>
                    <a:pt x="10054" y="8106"/>
                    <a:pt x="10023" y="8082"/>
                    <a:pt x="9988" y="8082"/>
                  </a:cubicBezTo>
                  <a:cubicBezTo>
                    <a:pt x="9984" y="8082"/>
                    <a:pt x="9979" y="8083"/>
                    <a:pt x="9974" y="8083"/>
                  </a:cubicBezTo>
                  <a:cubicBezTo>
                    <a:pt x="9378" y="8190"/>
                    <a:pt x="8715" y="8427"/>
                    <a:pt x="8151" y="8677"/>
                  </a:cubicBezTo>
                  <a:cubicBezTo>
                    <a:pt x="7832" y="8357"/>
                    <a:pt x="7490" y="8058"/>
                    <a:pt x="7154" y="7757"/>
                  </a:cubicBezTo>
                  <a:cubicBezTo>
                    <a:pt x="7398" y="7267"/>
                    <a:pt x="7628" y="6769"/>
                    <a:pt x="7849" y="6268"/>
                  </a:cubicBezTo>
                  <a:cubicBezTo>
                    <a:pt x="7939" y="6063"/>
                    <a:pt x="8146" y="5779"/>
                    <a:pt x="8113" y="5542"/>
                  </a:cubicBezTo>
                  <a:cubicBezTo>
                    <a:pt x="8527" y="5402"/>
                    <a:pt x="9041" y="5200"/>
                    <a:pt x="9376" y="4898"/>
                  </a:cubicBezTo>
                  <a:close/>
                  <a:moveTo>
                    <a:pt x="317" y="5916"/>
                  </a:moveTo>
                  <a:cubicBezTo>
                    <a:pt x="634" y="6111"/>
                    <a:pt x="979" y="6270"/>
                    <a:pt x="1338" y="6371"/>
                  </a:cubicBezTo>
                  <a:lnTo>
                    <a:pt x="1342" y="6371"/>
                  </a:lnTo>
                  <a:cubicBezTo>
                    <a:pt x="1390" y="6767"/>
                    <a:pt x="1477" y="7156"/>
                    <a:pt x="1585" y="7539"/>
                  </a:cubicBezTo>
                  <a:cubicBezTo>
                    <a:pt x="1646" y="7757"/>
                    <a:pt x="1691" y="8126"/>
                    <a:pt x="1849" y="8318"/>
                  </a:cubicBezTo>
                  <a:cubicBezTo>
                    <a:pt x="1847" y="8318"/>
                    <a:pt x="1844" y="8318"/>
                    <a:pt x="1842" y="8318"/>
                  </a:cubicBezTo>
                  <a:cubicBezTo>
                    <a:pt x="1835" y="8318"/>
                    <a:pt x="1828" y="8319"/>
                    <a:pt x="1821" y="8321"/>
                  </a:cubicBezTo>
                  <a:cubicBezTo>
                    <a:pt x="1661" y="8392"/>
                    <a:pt x="1527" y="8552"/>
                    <a:pt x="1398" y="8670"/>
                  </a:cubicBezTo>
                  <a:lnTo>
                    <a:pt x="1334" y="8731"/>
                  </a:lnTo>
                  <a:cubicBezTo>
                    <a:pt x="1328" y="8732"/>
                    <a:pt x="1322" y="8732"/>
                    <a:pt x="1317" y="8733"/>
                  </a:cubicBezTo>
                  <a:cubicBezTo>
                    <a:pt x="1297" y="8735"/>
                    <a:pt x="1283" y="8754"/>
                    <a:pt x="1287" y="8774"/>
                  </a:cubicBezTo>
                  <a:cubicBezTo>
                    <a:pt x="1217" y="8840"/>
                    <a:pt x="1145" y="8906"/>
                    <a:pt x="1074" y="8973"/>
                  </a:cubicBezTo>
                  <a:cubicBezTo>
                    <a:pt x="631" y="8218"/>
                    <a:pt x="361" y="7333"/>
                    <a:pt x="317" y="6346"/>
                  </a:cubicBezTo>
                  <a:lnTo>
                    <a:pt x="317" y="6345"/>
                  </a:lnTo>
                  <a:cubicBezTo>
                    <a:pt x="310" y="6200"/>
                    <a:pt x="312" y="6058"/>
                    <a:pt x="317" y="5916"/>
                  </a:cubicBezTo>
                  <a:close/>
                  <a:moveTo>
                    <a:pt x="7060" y="7816"/>
                  </a:moveTo>
                  <a:cubicBezTo>
                    <a:pt x="7063" y="7824"/>
                    <a:pt x="7062" y="7832"/>
                    <a:pt x="7069" y="7839"/>
                  </a:cubicBezTo>
                  <a:cubicBezTo>
                    <a:pt x="7386" y="8157"/>
                    <a:pt x="7701" y="8482"/>
                    <a:pt x="8034" y="8784"/>
                  </a:cubicBezTo>
                  <a:cubicBezTo>
                    <a:pt x="8024" y="8791"/>
                    <a:pt x="8017" y="8801"/>
                    <a:pt x="8013" y="8811"/>
                  </a:cubicBezTo>
                  <a:cubicBezTo>
                    <a:pt x="7899" y="9075"/>
                    <a:pt x="7787" y="9341"/>
                    <a:pt x="7675" y="9606"/>
                  </a:cubicBezTo>
                  <a:cubicBezTo>
                    <a:pt x="7666" y="9606"/>
                    <a:pt x="7655" y="9604"/>
                    <a:pt x="7645" y="9604"/>
                  </a:cubicBezTo>
                  <a:cubicBezTo>
                    <a:pt x="7644" y="9604"/>
                    <a:pt x="7644" y="9604"/>
                    <a:pt x="7643" y="9604"/>
                  </a:cubicBezTo>
                  <a:cubicBezTo>
                    <a:pt x="7594" y="9604"/>
                    <a:pt x="7595" y="9677"/>
                    <a:pt x="7642" y="9688"/>
                  </a:cubicBezTo>
                  <a:cubicBezTo>
                    <a:pt x="7517" y="9987"/>
                    <a:pt x="7389" y="10286"/>
                    <a:pt x="7256" y="10584"/>
                  </a:cubicBezTo>
                  <a:cubicBezTo>
                    <a:pt x="7254" y="10589"/>
                    <a:pt x="7257" y="10593"/>
                    <a:pt x="7256" y="10597"/>
                  </a:cubicBezTo>
                  <a:cubicBezTo>
                    <a:pt x="7241" y="10605"/>
                    <a:pt x="7228" y="10617"/>
                    <a:pt x="7220" y="10633"/>
                  </a:cubicBezTo>
                  <a:cubicBezTo>
                    <a:pt x="6924" y="10649"/>
                    <a:pt x="6628" y="10657"/>
                    <a:pt x="6333" y="10657"/>
                  </a:cubicBezTo>
                  <a:cubicBezTo>
                    <a:pt x="5750" y="10657"/>
                    <a:pt x="5169" y="10628"/>
                    <a:pt x="4584" y="10583"/>
                  </a:cubicBezTo>
                  <a:cubicBezTo>
                    <a:pt x="4588" y="10573"/>
                    <a:pt x="4594" y="10562"/>
                    <a:pt x="4599" y="10552"/>
                  </a:cubicBezTo>
                  <a:cubicBezTo>
                    <a:pt x="4617" y="10509"/>
                    <a:pt x="4581" y="10485"/>
                    <a:pt x="4545" y="10485"/>
                  </a:cubicBezTo>
                  <a:cubicBezTo>
                    <a:pt x="4543" y="10485"/>
                    <a:pt x="4541" y="10485"/>
                    <a:pt x="4538" y="10485"/>
                  </a:cubicBezTo>
                  <a:cubicBezTo>
                    <a:pt x="4410" y="9903"/>
                    <a:pt x="4318" y="9321"/>
                    <a:pt x="4279" y="8724"/>
                  </a:cubicBezTo>
                  <a:cubicBezTo>
                    <a:pt x="4278" y="8712"/>
                    <a:pt x="4274" y="8699"/>
                    <a:pt x="4267" y="8688"/>
                  </a:cubicBezTo>
                  <a:cubicBezTo>
                    <a:pt x="4278" y="8685"/>
                    <a:pt x="4288" y="8679"/>
                    <a:pt x="4295" y="8669"/>
                  </a:cubicBezTo>
                  <a:cubicBezTo>
                    <a:pt x="4481" y="8390"/>
                    <a:pt x="4681" y="8122"/>
                    <a:pt x="4892" y="7861"/>
                  </a:cubicBezTo>
                  <a:cubicBezTo>
                    <a:pt x="5236" y="7894"/>
                    <a:pt x="5581" y="7909"/>
                    <a:pt x="5927" y="7909"/>
                  </a:cubicBezTo>
                  <a:cubicBezTo>
                    <a:pt x="6278" y="7909"/>
                    <a:pt x="6629" y="7894"/>
                    <a:pt x="6980" y="7869"/>
                  </a:cubicBezTo>
                  <a:cubicBezTo>
                    <a:pt x="7013" y="7868"/>
                    <a:pt x="7041" y="7847"/>
                    <a:pt x="7052" y="7816"/>
                  </a:cubicBezTo>
                  <a:cubicBezTo>
                    <a:pt x="7053" y="7816"/>
                    <a:pt x="7054" y="7816"/>
                    <a:pt x="7055" y="7816"/>
                  </a:cubicBezTo>
                  <a:cubicBezTo>
                    <a:pt x="7056" y="7816"/>
                    <a:pt x="7058" y="7816"/>
                    <a:pt x="7060" y="7816"/>
                  </a:cubicBezTo>
                  <a:close/>
                  <a:moveTo>
                    <a:pt x="10075" y="8164"/>
                  </a:moveTo>
                  <a:cubicBezTo>
                    <a:pt x="10082" y="8176"/>
                    <a:pt x="10094" y="8188"/>
                    <a:pt x="10111" y="8195"/>
                  </a:cubicBezTo>
                  <a:cubicBezTo>
                    <a:pt x="10357" y="8295"/>
                    <a:pt x="10595" y="8412"/>
                    <a:pt x="10825" y="8545"/>
                  </a:cubicBezTo>
                  <a:cubicBezTo>
                    <a:pt x="10833" y="8549"/>
                    <a:pt x="10843" y="8552"/>
                    <a:pt x="10851" y="8553"/>
                  </a:cubicBezTo>
                  <a:cubicBezTo>
                    <a:pt x="10203" y="9816"/>
                    <a:pt x="9083" y="10774"/>
                    <a:pt x="7730" y="11312"/>
                  </a:cubicBezTo>
                  <a:lnTo>
                    <a:pt x="7729" y="11311"/>
                  </a:lnTo>
                  <a:cubicBezTo>
                    <a:pt x="7651" y="11192"/>
                    <a:pt x="7581" y="11067"/>
                    <a:pt x="7519" y="10938"/>
                  </a:cubicBezTo>
                  <a:lnTo>
                    <a:pt x="7519" y="10938"/>
                  </a:lnTo>
                  <a:cubicBezTo>
                    <a:pt x="7797" y="10964"/>
                    <a:pt x="8075" y="10976"/>
                    <a:pt x="8354" y="10983"/>
                  </a:cubicBezTo>
                  <a:cubicBezTo>
                    <a:pt x="8355" y="10983"/>
                    <a:pt x="8356" y="10983"/>
                    <a:pt x="8356" y="10983"/>
                  </a:cubicBezTo>
                  <a:cubicBezTo>
                    <a:pt x="8415" y="10983"/>
                    <a:pt x="8413" y="10893"/>
                    <a:pt x="8354" y="10889"/>
                  </a:cubicBezTo>
                  <a:cubicBezTo>
                    <a:pt x="8063" y="10868"/>
                    <a:pt x="7771" y="10849"/>
                    <a:pt x="7479" y="10849"/>
                  </a:cubicBezTo>
                  <a:cubicBezTo>
                    <a:pt x="7448" y="10781"/>
                    <a:pt x="7415" y="10715"/>
                    <a:pt x="7386" y="10644"/>
                  </a:cubicBezTo>
                  <a:cubicBezTo>
                    <a:pt x="7385" y="10642"/>
                    <a:pt x="7383" y="10641"/>
                    <a:pt x="7383" y="10639"/>
                  </a:cubicBezTo>
                  <a:cubicBezTo>
                    <a:pt x="7433" y="10541"/>
                    <a:pt x="7481" y="10443"/>
                    <a:pt x="7529" y="10346"/>
                  </a:cubicBezTo>
                  <a:cubicBezTo>
                    <a:pt x="7534" y="10351"/>
                    <a:pt x="7540" y="10355"/>
                    <a:pt x="7546" y="10356"/>
                  </a:cubicBezTo>
                  <a:cubicBezTo>
                    <a:pt x="7810" y="10394"/>
                    <a:pt x="8072" y="10417"/>
                    <a:pt x="8336" y="10417"/>
                  </a:cubicBezTo>
                  <a:cubicBezTo>
                    <a:pt x="8460" y="10417"/>
                    <a:pt x="8584" y="10412"/>
                    <a:pt x="8708" y="10401"/>
                  </a:cubicBezTo>
                  <a:cubicBezTo>
                    <a:pt x="8757" y="10395"/>
                    <a:pt x="8759" y="10322"/>
                    <a:pt x="8710" y="10322"/>
                  </a:cubicBezTo>
                  <a:cubicBezTo>
                    <a:pt x="8709" y="10322"/>
                    <a:pt x="8709" y="10322"/>
                    <a:pt x="8708" y="10322"/>
                  </a:cubicBezTo>
                  <a:cubicBezTo>
                    <a:pt x="8326" y="10322"/>
                    <a:pt x="7944" y="10317"/>
                    <a:pt x="7564" y="10276"/>
                  </a:cubicBezTo>
                  <a:cubicBezTo>
                    <a:pt x="7656" y="10088"/>
                    <a:pt x="7745" y="9897"/>
                    <a:pt x="7833" y="9706"/>
                  </a:cubicBezTo>
                  <a:cubicBezTo>
                    <a:pt x="8358" y="9762"/>
                    <a:pt x="8887" y="9803"/>
                    <a:pt x="9416" y="9826"/>
                  </a:cubicBezTo>
                  <a:cubicBezTo>
                    <a:pt x="9417" y="9826"/>
                    <a:pt x="9417" y="9826"/>
                    <a:pt x="9418" y="9826"/>
                  </a:cubicBezTo>
                  <a:cubicBezTo>
                    <a:pt x="9459" y="9826"/>
                    <a:pt x="9457" y="9765"/>
                    <a:pt x="9416" y="9760"/>
                  </a:cubicBezTo>
                  <a:cubicBezTo>
                    <a:pt x="8903" y="9697"/>
                    <a:pt x="8388" y="9652"/>
                    <a:pt x="7873" y="9620"/>
                  </a:cubicBezTo>
                  <a:cubicBezTo>
                    <a:pt x="7973" y="9396"/>
                    <a:pt x="8070" y="9169"/>
                    <a:pt x="8160" y="8940"/>
                  </a:cubicBezTo>
                  <a:cubicBezTo>
                    <a:pt x="8165" y="8943"/>
                    <a:pt x="8169" y="8948"/>
                    <a:pt x="8177" y="8949"/>
                  </a:cubicBezTo>
                  <a:cubicBezTo>
                    <a:pt x="8566" y="8985"/>
                    <a:pt x="8957" y="9004"/>
                    <a:pt x="9348" y="9004"/>
                  </a:cubicBezTo>
                  <a:cubicBezTo>
                    <a:pt x="9577" y="9004"/>
                    <a:pt x="9807" y="8997"/>
                    <a:pt x="10036" y="8985"/>
                  </a:cubicBezTo>
                  <a:cubicBezTo>
                    <a:pt x="10089" y="8981"/>
                    <a:pt x="10090" y="8901"/>
                    <a:pt x="10036" y="8901"/>
                  </a:cubicBezTo>
                  <a:cubicBezTo>
                    <a:pt x="9434" y="8901"/>
                    <a:pt x="8832" y="8890"/>
                    <a:pt x="8233" y="8862"/>
                  </a:cubicBezTo>
                  <a:cubicBezTo>
                    <a:pt x="8254" y="8842"/>
                    <a:pt x="8262" y="8812"/>
                    <a:pt x="8252" y="8785"/>
                  </a:cubicBezTo>
                  <a:cubicBezTo>
                    <a:pt x="8594" y="8714"/>
                    <a:pt x="8932" y="8626"/>
                    <a:pt x="9264" y="8520"/>
                  </a:cubicBezTo>
                  <a:cubicBezTo>
                    <a:pt x="9665" y="8592"/>
                    <a:pt x="10064" y="8664"/>
                    <a:pt x="10467" y="8719"/>
                  </a:cubicBezTo>
                  <a:cubicBezTo>
                    <a:pt x="10470" y="8719"/>
                    <a:pt x="10472" y="8720"/>
                    <a:pt x="10475" y="8720"/>
                  </a:cubicBezTo>
                  <a:cubicBezTo>
                    <a:pt x="10527" y="8720"/>
                    <a:pt x="10549" y="8640"/>
                    <a:pt x="10492" y="8629"/>
                  </a:cubicBezTo>
                  <a:cubicBezTo>
                    <a:pt x="10150" y="8561"/>
                    <a:pt x="9806" y="8507"/>
                    <a:pt x="9463" y="8454"/>
                  </a:cubicBezTo>
                  <a:cubicBezTo>
                    <a:pt x="9657" y="8387"/>
                    <a:pt x="9849" y="8312"/>
                    <a:pt x="10035" y="8227"/>
                  </a:cubicBezTo>
                  <a:cubicBezTo>
                    <a:pt x="10065" y="8213"/>
                    <a:pt x="10077" y="8188"/>
                    <a:pt x="10075" y="8164"/>
                  </a:cubicBezTo>
                  <a:close/>
                  <a:moveTo>
                    <a:pt x="1909" y="8404"/>
                  </a:moveTo>
                  <a:cubicBezTo>
                    <a:pt x="1911" y="8405"/>
                    <a:pt x="1911" y="8407"/>
                    <a:pt x="1915" y="8408"/>
                  </a:cubicBezTo>
                  <a:cubicBezTo>
                    <a:pt x="2628" y="8622"/>
                    <a:pt x="3391" y="8770"/>
                    <a:pt x="4137" y="8810"/>
                  </a:cubicBezTo>
                  <a:cubicBezTo>
                    <a:pt x="4150" y="9402"/>
                    <a:pt x="4220" y="9989"/>
                    <a:pt x="4367" y="10564"/>
                  </a:cubicBezTo>
                  <a:cubicBezTo>
                    <a:pt x="4372" y="10589"/>
                    <a:pt x="4388" y="10609"/>
                    <a:pt x="4412" y="10621"/>
                  </a:cubicBezTo>
                  <a:cubicBezTo>
                    <a:pt x="4241" y="10854"/>
                    <a:pt x="4089" y="11100"/>
                    <a:pt x="3955" y="11356"/>
                  </a:cubicBezTo>
                  <a:lnTo>
                    <a:pt x="3955" y="11355"/>
                  </a:lnTo>
                  <a:cubicBezTo>
                    <a:pt x="3771" y="11285"/>
                    <a:pt x="3590" y="11204"/>
                    <a:pt x="3414" y="11115"/>
                  </a:cubicBezTo>
                  <a:cubicBezTo>
                    <a:pt x="3589" y="11085"/>
                    <a:pt x="3764" y="11056"/>
                    <a:pt x="3938" y="11021"/>
                  </a:cubicBezTo>
                  <a:cubicBezTo>
                    <a:pt x="3981" y="11012"/>
                    <a:pt x="3965" y="10952"/>
                    <a:pt x="3926" y="10952"/>
                  </a:cubicBezTo>
                  <a:cubicBezTo>
                    <a:pt x="3924" y="10952"/>
                    <a:pt x="3922" y="10952"/>
                    <a:pt x="3920" y="10953"/>
                  </a:cubicBezTo>
                  <a:cubicBezTo>
                    <a:pt x="3713" y="10983"/>
                    <a:pt x="3508" y="11021"/>
                    <a:pt x="3304" y="11058"/>
                  </a:cubicBezTo>
                  <a:cubicBezTo>
                    <a:pt x="3130" y="10965"/>
                    <a:pt x="2960" y="10865"/>
                    <a:pt x="2798" y="10757"/>
                  </a:cubicBezTo>
                  <a:lnTo>
                    <a:pt x="2798" y="10757"/>
                  </a:lnTo>
                  <a:cubicBezTo>
                    <a:pt x="3074" y="10760"/>
                    <a:pt x="3351" y="10763"/>
                    <a:pt x="3628" y="10763"/>
                  </a:cubicBezTo>
                  <a:cubicBezTo>
                    <a:pt x="3742" y="10763"/>
                    <a:pt x="3857" y="10763"/>
                    <a:pt x="3972" y="10761"/>
                  </a:cubicBezTo>
                  <a:cubicBezTo>
                    <a:pt x="4031" y="10761"/>
                    <a:pt x="4031" y="10671"/>
                    <a:pt x="3972" y="10670"/>
                  </a:cubicBezTo>
                  <a:cubicBezTo>
                    <a:pt x="3834" y="10669"/>
                    <a:pt x="3695" y="10668"/>
                    <a:pt x="3557" y="10668"/>
                  </a:cubicBezTo>
                  <a:cubicBezTo>
                    <a:pt x="3268" y="10668"/>
                    <a:pt x="2978" y="10671"/>
                    <a:pt x="2689" y="10675"/>
                  </a:cubicBezTo>
                  <a:cubicBezTo>
                    <a:pt x="2683" y="10675"/>
                    <a:pt x="2681" y="10678"/>
                    <a:pt x="2678" y="10680"/>
                  </a:cubicBezTo>
                  <a:cubicBezTo>
                    <a:pt x="2535" y="10579"/>
                    <a:pt x="2396" y="10474"/>
                    <a:pt x="2264" y="10362"/>
                  </a:cubicBezTo>
                  <a:lnTo>
                    <a:pt x="2264" y="10362"/>
                  </a:lnTo>
                  <a:cubicBezTo>
                    <a:pt x="2364" y="10362"/>
                    <a:pt x="2464" y="10362"/>
                    <a:pt x="2564" y="10362"/>
                  </a:cubicBezTo>
                  <a:cubicBezTo>
                    <a:pt x="2709" y="10362"/>
                    <a:pt x="2853" y="10361"/>
                    <a:pt x="2999" y="10358"/>
                  </a:cubicBezTo>
                  <a:cubicBezTo>
                    <a:pt x="3051" y="10357"/>
                    <a:pt x="3051" y="10278"/>
                    <a:pt x="2999" y="10277"/>
                  </a:cubicBezTo>
                  <a:cubicBezTo>
                    <a:pt x="2824" y="10273"/>
                    <a:pt x="2650" y="10272"/>
                    <a:pt x="2477" y="10272"/>
                  </a:cubicBezTo>
                  <a:cubicBezTo>
                    <a:pt x="2371" y="10272"/>
                    <a:pt x="2265" y="10272"/>
                    <a:pt x="2160" y="10273"/>
                  </a:cubicBezTo>
                  <a:cubicBezTo>
                    <a:pt x="1973" y="10108"/>
                    <a:pt x="1798" y="9930"/>
                    <a:pt x="1636" y="9741"/>
                  </a:cubicBezTo>
                  <a:lnTo>
                    <a:pt x="1636" y="9741"/>
                  </a:lnTo>
                  <a:cubicBezTo>
                    <a:pt x="2086" y="9783"/>
                    <a:pt x="2548" y="9777"/>
                    <a:pt x="2999" y="9783"/>
                  </a:cubicBezTo>
                  <a:cubicBezTo>
                    <a:pt x="2999" y="9783"/>
                    <a:pt x="2999" y="9783"/>
                    <a:pt x="3000" y="9783"/>
                  </a:cubicBezTo>
                  <a:cubicBezTo>
                    <a:pt x="3051" y="9783"/>
                    <a:pt x="3051" y="9704"/>
                    <a:pt x="2999" y="9702"/>
                  </a:cubicBezTo>
                  <a:cubicBezTo>
                    <a:pt x="2631" y="9685"/>
                    <a:pt x="2256" y="9658"/>
                    <a:pt x="1885" y="9658"/>
                  </a:cubicBezTo>
                  <a:cubicBezTo>
                    <a:pt x="1780" y="9658"/>
                    <a:pt x="1675" y="9660"/>
                    <a:pt x="1571" y="9666"/>
                  </a:cubicBezTo>
                  <a:cubicBezTo>
                    <a:pt x="1462" y="9533"/>
                    <a:pt x="1357" y="9397"/>
                    <a:pt x="1260" y="9253"/>
                  </a:cubicBezTo>
                  <a:lnTo>
                    <a:pt x="1260" y="9253"/>
                  </a:lnTo>
                  <a:cubicBezTo>
                    <a:pt x="1336" y="9257"/>
                    <a:pt x="1412" y="9259"/>
                    <a:pt x="1489" y="9259"/>
                  </a:cubicBezTo>
                  <a:cubicBezTo>
                    <a:pt x="1716" y="9259"/>
                    <a:pt x="1943" y="9242"/>
                    <a:pt x="2168" y="9210"/>
                  </a:cubicBezTo>
                  <a:cubicBezTo>
                    <a:pt x="2212" y="9204"/>
                    <a:pt x="2205" y="9129"/>
                    <a:pt x="2163" y="9129"/>
                  </a:cubicBezTo>
                  <a:cubicBezTo>
                    <a:pt x="2161" y="9129"/>
                    <a:pt x="2160" y="9129"/>
                    <a:pt x="2158" y="9129"/>
                  </a:cubicBezTo>
                  <a:cubicBezTo>
                    <a:pt x="1923" y="9158"/>
                    <a:pt x="1687" y="9173"/>
                    <a:pt x="1451" y="9173"/>
                  </a:cubicBezTo>
                  <a:cubicBezTo>
                    <a:pt x="1368" y="9173"/>
                    <a:pt x="1285" y="9171"/>
                    <a:pt x="1202" y="9167"/>
                  </a:cubicBezTo>
                  <a:cubicBezTo>
                    <a:pt x="1183" y="9138"/>
                    <a:pt x="1160" y="9110"/>
                    <a:pt x="1142" y="9080"/>
                  </a:cubicBezTo>
                  <a:cubicBezTo>
                    <a:pt x="1263" y="8981"/>
                    <a:pt x="1385" y="8882"/>
                    <a:pt x="1505" y="8783"/>
                  </a:cubicBezTo>
                  <a:cubicBezTo>
                    <a:pt x="1719" y="8762"/>
                    <a:pt x="1933" y="8751"/>
                    <a:pt x="2147" y="8751"/>
                  </a:cubicBezTo>
                  <a:cubicBezTo>
                    <a:pt x="2239" y="8751"/>
                    <a:pt x="2331" y="8753"/>
                    <a:pt x="2423" y="8757"/>
                  </a:cubicBezTo>
                  <a:cubicBezTo>
                    <a:pt x="2424" y="8757"/>
                    <a:pt x="2424" y="8757"/>
                    <a:pt x="2424" y="8757"/>
                  </a:cubicBezTo>
                  <a:cubicBezTo>
                    <a:pt x="2462" y="8757"/>
                    <a:pt x="2462" y="8697"/>
                    <a:pt x="2423" y="8695"/>
                  </a:cubicBezTo>
                  <a:cubicBezTo>
                    <a:pt x="2326" y="8688"/>
                    <a:pt x="2229" y="8686"/>
                    <a:pt x="2133" y="8686"/>
                  </a:cubicBezTo>
                  <a:cubicBezTo>
                    <a:pt x="1954" y="8686"/>
                    <a:pt x="1776" y="8695"/>
                    <a:pt x="1598" y="8710"/>
                  </a:cubicBezTo>
                  <a:cubicBezTo>
                    <a:pt x="1714" y="8621"/>
                    <a:pt x="1835" y="8529"/>
                    <a:pt x="1908" y="8409"/>
                  </a:cubicBezTo>
                  <a:cubicBezTo>
                    <a:pt x="1909" y="8407"/>
                    <a:pt x="1908" y="8406"/>
                    <a:pt x="1909" y="8404"/>
                  </a:cubicBezTo>
                  <a:close/>
                  <a:moveTo>
                    <a:pt x="4534" y="10687"/>
                  </a:moveTo>
                  <a:cubicBezTo>
                    <a:pt x="5122" y="10799"/>
                    <a:pt x="5717" y="10850"/>
                    <a:pt x="6314" y="10850"/>
                  </a:cubicBezTo>
                  <a:cubicBezTo>
                    <a:pt x="6625" y="10850"/>
                    <a:pt x="6936" y="10836"/>
                    <a:pt x="7247" y="10810"/>
                  </a:cubicBezTo>
                  <a:cubicBezTo>
                    <a:pt x="7252" y="10809"/>
                    <a:pt x="7257" y="10807"/>
                    <a:pt x="7263" y="10806"/>
                  </a:cubicBezTo>
                  <a:cubicBezTo>
                    <a:pt x="7346" y="11007"/>
                    <a:pt x="7459" y="11194"/>
                    <a:pt x="7599" y="11362"/>
                  </a:cubicBezTo>
                  <a:cubicBezTo>
                    <a:pt x="7052" y="11566"/>
                    <a:pt x="6483" y="11700"/>
                    <a:pt x="5904" y="11762"/>
                  </a:cubicBezTo>
                  <a:lnTo>
                    <a:pt x="5904" y="11761"/>
                  </a:lnTo>
                  <a:cubicBezTo>
                    <a:pt x="5304" y="11729"/>
                    <a:pt x="4713" y="11616"/>
                    <a:pt x="4145" y="11424"/>
                  </a:cubicBezTo>
                  <a:cubicBezTo>
                    <a:pt x="4291" y="11187"/>
                    <a:pt x="4421" y="10942"/>
                    <a:pt x="4534" y="10687"/>
                  </a:cubicBezTo>
                  <a:close/>
                  <a:moveTo>
                    <a:pt x="6356" y="0"/>
                  </a:moveTo>
                  <a:cubicBezTo>
                    <a:pt x="6139" y="0"/>
                    <a:pt x="5919" y="17"/>
                    <a:pt x="5695" y="51"/>
                  </a:cubicBezTo>
                  <a:cubicBezTo>
                    <a:pt x="5294" y="113"/>
                    <a:pt x="4897" y="207"/>
                    <a:pt x="4510" y="330"/>
                  </a:cubicBezTo>
                  <a:lnTo>
                    <a:pt x="4458" y="330"/>
                  </a:lnTo>
                  <a:cubicBezTo>
                    <a:pt x="4443" y="330"/>
                    <a:pt x="4432" y="342"/>
                    <a:pt x="4432" y="357"/>
                  </a:cubicBezTo>
                  <a:cubicBezTo>
                    <a:pt x="1847" y="1217"/>
                    <a:pt x="0" y="3404"/>
                    <a:pt x="129" y="6346"/>
                  </a:cubicBezTo>
                  <a:cubicBezTo>
                    <a:pt x="173" y="7328"/>
                    <a:pt x="466" y="8277"/>
                    <a:pt x="949" y="9104"/>
                  </a:cubicBezTo>
                  <a:cubicBezTo>
                    <a:pt x="942" y="9133"/>
                    <a:pt x="958" y="9161"/>
                    <a:pt x="986" y="9169"/>
                  </a:cubicBezTo>
                  <a:cubicBezTo>
                    <a:pt x="1654" y="10283"/>
                    <a:pt x="2671" y="11167"/>
                    <a:pt x="3886" y="11602"/>
                  </a:cubicBezTo>
                  <a:cubicBezTo>
                    <a:pt x="3904" y="11626"/>
                    <a:pt x="3931" y="11638"/>
                    <a:pt x="3960" y="11638"/>
                  </a:cubicBezTo>
                  <a:cubicBezTo>
                    <a:pt x="3967" y="11638"/>
                    <a:pt x="3975" y="11638"/>
                    <a:pt x="3982" y="11636"/>
                  </a:cubicBezTo>
                  <a:cubicBezTo>
                    <a:pt x="4496" y="11808"/>
                    <a:pt x="5034" y="11896"/>
                    <a:pt x="5575" y="11896"/>
                  </a:cubicBezTo>
                  <a:cubicBezTo>
                    <a:pt x="5631" y="11896"/>
                    <a:pt x="5688" y="11895"/>
                    <a:pt x="5744" y="11893"/>
                  </a:cubicBezTo>
                  <a:cubicBezTo>
                    <a:pt x="5756" y="11903"/>
                    <a:pt x="5771" y="11910"/>
                    <a:pt x="5786" y="11910"/>
                  </a:cubicBezTo>
                  <a:cubicBezTo>
                    <a:pt x="8994" y="11879"/>
                    <a:pt x="11614" y="9225"/>
                    <a:pt x="11641" y="6032"/>
                  </a:cubicBezTo>
                  <a:lnTo>
                    <a:pt x="11642" y="6032"/>
                  </a:lnTo>
                  <a:cubicBezTo>
                    <a:pt x="11691" y="6016"/>
                    <a:pt x="11690" y="5948"/>
                    <a:pt x="11642" y="5933"/>
                  </a:cubicBezTo>
                  <a:cubicBezTo>
                    <a:pt x="11642" y="5909"/>
                    <a:pt x="11643" y="5886"/>
                    <a:pt x="11642" y="5861"/>
                  </a:cubicBezTo>
                  <a:cubicBezTo>
                    <a:pt x="11597" y="3609"/>
                    <a:pt x="10151" y="1250"/>
                    <a:pt x="8094" y="365"/>
                  </a:cubicBezTo>
                  <a:lnTo>
                    <a:pt x="8094" y="361"/>
                  </a:lnTo>
                  <a:cubicBezTo>
                    <a:pt x="8100" y="309"/>
                    <a:pt x="8055" y="280"/>
                    <a:pt x="8010" y="280"/>
                  </a:cubicBezTo>
                  <a:cubicBezTo>
                    <a:pt x="7986" y="280"/>
                    <a:pt x="7963" y="288"/>
                    <a:pt x="7947" y="305"/>
                  </a:cubicBezTo>
                  <a:cubicBezTo>
                    <a:pt x="7447" y="109"/>
                    <a:pt x="6913" y="0"/>
                    <a:pt x="635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3" name="Google Shape;513;p18"/>
          <p:cNvGrpSpPr/>
          <p:nvPr/>
        </p:nvGrpSpPr>
        <p:grpSpPr>
          <a:xfrm>
            <a:off x="961475" y="3614625"/>
            <a:ext cx="1888034" cy="254700"/>
            <a:chOff x="961475" y="3614625"/>
            <a:chExt cx="1888034" cy="254700"/>
          </a:xfrm>
        </p:grpSpPr>
        <p:sp>
          <p:nvSpPr>
            <p:cNvPr id="514" name="Google Shape;514;p18"/>
            <p:cNvSpPr/>
            <p:nvPr/>
          </p:nvSpPr>
          <p:spPr>
            <a:xfrm>
              <a:off x="961475" y="3696512"/>
              <a:ext cx="115625" cy="90927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8"/>
            <p:cNvSpPr txBox="1"/>
            <p:nvPr/>
          </p:nvSpPr>
          <p:spPr>
            <a:xfrm>
              <a:off x="1097509" y="3614625"/>
              <a:ext cx="17520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has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6" name="Google Shape;516;p18"/>
          <p:cNvGrpSpPr/>
          <p:nvPr/>
        </p:nvGrpSpPr>
        <p:grpSpPr>
          <a:xfrm>
            <a:off x="961476" y="3879175"/>
            <a:ext cx="1888039" cy="254700"/>
            <a:chOff x="961476" y="3879175"/>
            <a:chExt cx="1888039" cy="254700"/>
          </a:xfrm>
        </p:grpSpPr>
        <p:sp>
          <p:nvSpPr>
            <p:cNvPr id="517" name="Google Shape;517;p18"/>
            <p:cNvSpPr/>
            <p:nvPr/>
          </p:nvSpPr>
          <p:spPr>
            <a:xfrm rot="10800000">
              <a:off x="961476" y="3961071"/>
              <a:ext cx="115629" cy="90927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8"/>
            <p:cNvSpPr txBox="1"/>
            <p:nvPr/>
          </p:nvSpPr>
          <p:spPr>
            <a:xfrm>
              <a:off x="1097515" y="3879175"/>
              <a:ext cx="17520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Earth is the blue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9" name="Google Shape;519;p18"/>
          <p:cNvGrpSpPr/>
          <p:nvPr/>
        </p:nvGrpSpPr>
        <p:grpSpPr>
          <a:xfrm>
            <a:off x="961475" y="4143725"/>
            <a:ext cx="1888075" cy="254700"/>
            <a:chOff x="961475" y="4143725"/>
            <a:chExt cx="1888075" cy="254700"/>
          </a:xfrm>
        </p:grpSpPr>
        <p:sp>
          <p:nvSpPr>
            <p:cNvPr id="520" name="Google Shape;520;p18"/>
            <p:cNvSpPr/>
            <p:nvPr/>
          </p:nvSpPr>
          <p:spPr>
            <a:xfrm>
              <a:off x="961475" y="4225606"/>
              <a:ext cx="124500" cy="90927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8"/>
            <p:cNvSpPr txBox="1"/>
            <p:nvPr/>
          </p:nvSpPr>
          <p:spPr>
            <a:xfrm>
              <a:off x="1097550" y="4143725"/>
              <a:ext cx="17520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place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9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527" name="Google Shape;527;p19"/>
          <p:cNvGrpSpPr/>
          <p:nvPr/>
        </p:nvGrpSpPr>
        <p:grpSpPr>
          <a:xfrm>
            <a:off x="671248" y="1030500"/>
            <a:ext cx="1930004" cy="3310234"/>
            <a:chOff x="671248" y="1030500"/>
            <a:chExt cx="1930004" cy="3310234"/>
          </a:xfrm>
        </p:grpSpPr>
        <p:sp>
          <p:nvSpPr>
            <p:cNvPr id="528" name="Google Shape;528;p19"/>
            <p:cNvSpPr txBox="1"/>
            <p:nvPr/>
          </p:nvSpPr>
          <p:spPr>
            <a:xfrm>
              <a:off x="671248" y="3343275"/>
              <a:ext cx="1842900" cy="5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1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Lisa Smith</a:t>
              </a:r>
              <a:endParaRPr b="1" sz="21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529" name="Google Shape;529;p19"/>
            <p:cNvGrpSpPr/>
            <p:nvPr/>
          </p:nvGrpSpPr>
          <p:grpSpPr>
            <a:xfrm>
              <a:off x="671250" y="1030500"/>
              <a:ext cx="1930001" cy="2266576"/>
              <a:chOff x="671250" y="1030500"/>
              <a:chExt cx="1930001" cy="2266576"/>
            </a:xfrm>
          </p:grpSpPr>
          <p:sp>
            <p:nvSpPr>
              <p:cNvPr id="530" name="Google Shape;530;p19"/>
              <p:cNvSpPr/>
              <p:nvPr/>
            </p:nvSpPr>
            <p:spPr>
              <a:xfrm>
                <a:off x="918147" y="1332032"/>
                <a:ext cx="1349112" cy="1769781"/>
              </a:xfrm>
              <a:custGeom>
                <a:rect b="b" l="l" r="r" t="t"/>
                <a:pathLst>
                  <a:path extrusionOk="0" h="22512" w="17161">
                    <a:moveTo>
                      <a:pt x="11782" y="303"/>
                    </a:moveTo>
                    <a:cubicBezTo>
                      <a:pt x="12456" y="303"/>
                      <a:pt x="13096" y="533"/>
                      <a:pt x="13494" y="920"/>
                    </a:cubicBezTo>
                    <a:cubicBezTo>
                      <a:pt x="14233" y="1633"/>
                      <a:pt x="14708" y="2299"/>
                      <a:pt x="14991" y="3019"/>
                    </a:cubicBezTo>
                    <a:cubicBezTo>
                      <a:pt x="15336" y="3901"/>
                      <a:pt x="15490" y="4866"/>
                      <a:pt x="15451" y="5892"/>
                    </a:cubicBezTo>
                    <a:cubicBezTo>
                      <a:pt x="15440" y="6264"/>
                      <a:pt x="15421" y="6636"/>
                      <a:pt x="15402" y="7008"/>
                    </a:cubicBezTo>
                    <a:cubicBezTo>
                      <a:pt x="15368" y="7639"/>
                      <a:pt x="15336" y="8291"/>
                      <a:pt x="15329" y="8935"/>
                    </a:cubicBezTo>
                    <a:cubicBezTo>
                      <a:pt x="15325" y="9521"/>
                      <a:pt x="15371" y="10145"/>
                      <a:pt x="15471" y="10792"/>
                    </a:cubicBezTo>
                    <a:cubicBezTo>
                      <a:pt x="15513" y="11057"/>
                      <a:pt x="15612" y="11314"/>
                      <a:pt x="15716" y="11589"/>
                    </a:cubicBezTo>
                    <a:cubicBezTo>
                      <a:pt x="15762" y="11708"/>
                      <a:pt x="15812" y="11835"/>
                      <a:pt x="15854" y="11965"/>
                    </a:cubicBezTo>
                    <a:lnTo>
                      <a:pt x="15230" y="12433"/>
                    </a:lnTo>
                    <a:lnTo>
                      <a:pt x="15494" y="12643"/>
                    </a:lnTo>
                    <a:cubicBezTo>
                      <a:pt x="15620" y="12742"/>
                      <a:pt x="15723" y="12823"/>
                      <a:pt x="15827" y="12912"/>
                    </a:cubicBezTo>
                    <a:cubicBezTo>
                      <a:pt x="15946" y="13011"/>
                      <a:pt x="16007" y="13107"/>
                      <a:pt x="15999" y="13191"/>
                    </a:cubicBezTo>
                    <a:cubicBezTo>
                      <a:pt x="15992" y="13264"/>
                      <a:pt x="15939" y="13329"/>
                      <a:pt x="15835" y="13394"/>
                    </a:cubicBezTo>
                    <a:cubicBezTo>
                      <a:pt x="15410" y="13643"/>
                      <a:pt x="15011" y="13762"/>
                      <a:pt x="14620" y="13762"/>
                    </a:cubicBezTo>
                    <a:cubicBezTo>
                      <a:pt x="14329" y="13762"/>
                      <a:pt x="14038" y="13693"/>
                      <a:pt x="13750" y="13555"/>
                    </a:cubicBezTo>
                    <a:cubicBezTo>
                      <a:pt x="13448" y="13409"/>
                      <a:pt x="13283" y="13145"/>
                      <a:pt x="13138" y="12889"/>
                    </a:cubicBezTo>
                    <a:cubicBezTo>
                      <a:pt x="13046" y="12728"/>
                      <a:pt x="13111" y="12582"/>
                      <a:pt x="13210" y="12406"/>
                    </a:cubicBezTo>
                    <a:cubicBezTo>
                      <a:pt x="13509" y="11869"/>
                      <a:pt x="13796" y="11340"/>
                      <a:pt x="14045" y="10801"/>
                    </a:cubicBezTo>
                    <a:cubicBezTo>
                      <a:pt x="14318" y="10207"/>
                      <a:pt x="14348" y="9559"/>
                      <a:pt x="14375" y="8930"/>
                    </a:cubicBezTo>
                    <a:cubicBezTo>
                      <a:pt x="14379" y="8847"/>
                      <a:pt x="14383" y="8762"/>
                      <a:pt x="14386" y="8674"/>
                    </a:cubicBezTo>
                    <a:cubicBezTo>
                      <a:pt x="14429" y="7881"/>
                      <a:pt x="14417" y="7068"/>
                      <a:pt x="14402" y="6283"/>
                    </a:cubicBezTo>
                    <a:lnTo>
                      <a:pt x="14402" y="6249"/>
                    </a:lnTo>
                    <a:cubicBezTo>
                      <a:pt x="14390" y="5709"/>
                      <a:pt x="14352" y="5666"/>
                      <a:pt x="13815" y="5613"/>
                    </a:cubicBezTo>
                    <a:cubicBezTo>
                      <a:pt x="12628" y="5487"/>
                      <a:pt x="11145" y="4398"/>
                      <a:pt x="10915" y="3035"/>
                    </a:cubicBezTo>
                    <a:cubicBezTo>
                      <a:pt x="10896" y="2931"/>
                      <a:pt x="10866" y="2740"/>
                      <a:pt x="10636" y="2736"/>
                    </a:cubicBezTo>
                    <a:cubicBezTo>
                      <a:pt x="10425" y="2736"/>
                      <a:pt x="10402" y="2897"/>
                      <a:pt x="10383" y="3015"/>
                    </a:cubicBezTo>
                    <a:cubicBezTo>
                      <a:pt x="10379" y="3038"/>
                      <a:pt x="10376" y="3058"/>
                      <a:pt x="10371" y="3081"/>
                    </a:cubicBezTo>
                    <a:lnTo>
                      <a:pt x="10333" y="3276"/>
                    </a:lnTo>
                    <a:cubicBezTo>
                      <a:pt x="10272" y="3579"/>
                      <a:pt x="10210" y="3889"/>
                      <a:pt x="10123" y="4191"/>
                    </a:cubicBezTo>
                    <a:cubicBezTo>
                      <a:pt x="9996" y="4640"/>
                      <a:pt x="9747" y="5031"/>
                      <a:pt x="9387" y="5356"/>
                    </a:cubicBezTo>
                    <a:cubicBezTo>
                      <a:pt x="8537" y="6115"/>
                      <a:pt x="7617" y="6486"/>
                      <a:pt x="6575" y="6486"/>
                    </a:cubicBezTo>
                    <a:cubicBezTo>
                      <a:pt x="6544" y="6486"/>
                      <a:pt x="6417" y="6483"/>
                      <a:pt x="6387" y="6483"/>
                    </a:cubicBezTo>
                    <a:cubicBezTo>
                      <a:pt x="6019" y="6483"/>
                      <a:pt x="5652" y="6529"/>
                      <a:pt x="5284" y="6575"/>
                    </a:cubicBezTo>
                    <a:cubicBezTo>
                      <a:pt x="5146" y="6590"/>
                      <a:pt x="5012" y="6636"/>
                      <a:pt x="4870" y="6682"/>
                    </a:cubicBezTo>
                    <a:cubicBezTo>
                      <a:pt x="4805" y="6701"/>
                      <a:pt x="4736" y="6724"/>
                      <a:pt x="4663" y="6747"/>
                    </a:cubicBezTo>
                    <a:lnTo>
                      <a:pt x="4629" y="6755"/>
                    </a:lnTo>
                    <a:lnTo>
                      <a:pt x="4629" y="8555"/>
                    </a:lnTo>
                    <a:cubicBezTo>
                      <a:pt x="4529" y="8575"/>
                      <a:pt x="4430" y="8590"/>
                      <a:pt x="4338" y="8605"/>
                    </a:cubicBezTo>
                    <a:cubicBezTo>
                      <a:pt x="4100" y="8643"/>
                      <a:pt x="3882" y="8682"/>
                      <a:pt x="3659" y="8723"/>
                    </a:cubicBezTo>
                    <a:cubicBezTo>
                      <a:pt x="3395" y="8778"/>
                      <a:pt x="3204" y="8930"/>
                      <a:pt x="3119" y="9157"/>
                    </a:cubicBezTo>
                    <a:cubicBezTo>
                      <a:pt x="2932" y="9674"/>
                      <a:pt x="2943" y="10172"/>
                      <a:pt x="3158" y="10631"/>
                    </a:cubicBezTo>
                    <a:cubicBezTo>
                      <a:pt x="3311" y="10961"/>
                      <a:pt x="3602" y="11153"/>
                      <a:pt x="4000" y="11188"/>
                    </a:cubicBezTo>
                    <a:cubicBezTo>
                      <a:pt x="4085" y="11191"/>
                      <a:pt x="4169" y="11195"/>
                      <a:pt x="4257" y="11195"/>
                    </a:cubicBezTo>
                    <a:cubicBezTo>
                      <a:pt x="4326" y="11195"/>
                      <a:pt x="4395" y="11195"/>
                      <a:pt x="4468" y="11191"/>
                    </a:cubicBezTo>
                    <a:lnTo>
                      <a:pt x="4682" y="11191"/>
                    </a:lnTo>
                    <a:lnTo>
                      <a:pt x="4725" y="11367"/>
                    </a:lnTo>
                    <a:cubicBezTo>
                      <a:pt x="4755" y="11524"/>
                      <a:pt x="4790" y="11678"/>
                      <a:pt x="4828" y="11827"/>
                    </a:cubicBezTo>
                    <a:cubicBezTo>
                      <a:pt x="4851" y="11911"/>
                      <a:pt x="4870" y="11992"/>
                      <a:pt x="4889" y="12076"/>
                    </a:cubicBezTo>
                    <a:cubicBezTo>
                      <a:pt x="4943" y="12314"/>
                      <a:pt x="5001" y="12559"/>
                      <a:pt x="5089" y="12788"/>
                    </a:cubicBezTo>
                    <a:cubicBezTo>
                      <a:pt x="5337" y="13448"/>
                      <a:pt x="5241" y="13842"/>
                      <a:pt x="4716" y="14298"/>
                    </a:cubicBezTo>
                    <a:lnTo>
                      <a:pt x="4667" y="14341"/>
                    </a:lnTo>
                    <a:cubicBezTo>
                      <a:pt x="4433" y="14547"/>
                      <a:pt x="4207" y="14742"/>
                      <a:pt x="3894" y="14785"/>
                    </a:cubicBezTo>
                    <a:cubicBezTo>
                      <a:pt x="3809" y="14797"/>
                      <a:pt x="3756" y="14800"/>
                      <a:pt x="3710" y="14800"/>
                    </a:cubicBezTo>
                    <a:cubicBezTo>
                      <a:pt x="3563" y="14800"/>
                      <a:pt x="3526" y="14754"/>
                      <a:pt x="3445" y="14498"/>
                    </a:cubicBezTo>
                    <a:cubicBezTo>
                      <a:pt x="3422" y="14417"/>
                      <a:pt x="3391" y="14337"/>
                      <a:pt x="3360" y="14249"/>
                    </a:cubicBezTo>
                    <a:cubicBezTo>
                      <a:pt x="3342" y="14206"/>
                      <a:pt x="3291" y="14068"/>
                      <a:pt x="3291" y="14068"/>
                    </a:cubicBezTo>
                    <a:lnTo>
                      <a:pt x="3245" y="14079"/>
                    </a:lnTo>
                    <a:cubicBezTo>
                      <a:pt x="3047" y="14141"/>
                      <a:pt x="2863" y="14240"/>
                      <a:pt x="2686" y="14344"/>
                    </a:cubicBezTo>
                    <a:cubicBezTo>
                      <a:pt x="2418" y="14493"/>
                      <a:pt x="2165" y="14636"/>
                      <a:pt x="1855" y="14636"/>
                    </a:cubicBezTo>
                    <a:lnTo>
                      <a:pt x="1809" y="14636"/>
                    </a:lnTo>
                    <a:cubicBezTo>
                      <a:pt x="1809" y="14524"/>
                      <a:pt x="1866" y="14421"/>
                      <a:pt x="1924" y="14318"/>
                    </a:cubicBezTo>
                    <a:cubicBezTo>
                      <a:pt x="2016" y="14153"/>
                      <a:pt x="2115" y="13969"/>
                      <a:pt x="1993" y="13731"/>
                    </a:cubicBezTo>
                    <a:lnTo>
                      <a:pt x="1977" y="13704"/>
                    </a:lnTo>
                    <a:lnTo>
                      <a:pt x="1908" y="13704"/>
                    </a:lnTo>
                    <a:cubicBezTo>
                      <a:pt x="1790" y="13704"/>
                      <a:pt x="1675" y="13727"/>
                      <a:pt x="1560" y="13754"/>
                    </a:cubicBezTo>
                    <a:cubicBezTo>
                      <a:pt x="1449" y="13777"/>
                      <a:pt x="1330" y="13800"/>
                      <a:pt x="1222" y="13800"/>
                    </a:cubicBezTo>
                    <a:cubicBezTo>
                      <a:pt x="1077" y="13800"/>
                      <a:pt x="962" y="13758"/>
                      <a:pt x="855" y="13670"/>
                    </a:cubicBezTo>
                    <a:cubicBezTo>
                      <a:pt x="663" y="13509"/>
                      <a:pt x="529" y="13298"/>
                      <a:pt x="453" y="13034"/>
                    </a:cubicBezTo>
                    <a:lnTo>
                      <a:pt x="709" y="12861"/>
                    </a:lnTo>
                    <a:cubicBezTo>
                      <a:pt x="928" y="12719"/>
                      <a:pt x="1139" y="12585"/>
                      <a:pt x="1342" y="12447"/>
                    </a:cubicBezTo>
                    <a:cubicBezTo>
                      <a:pt x="1667" y="12226"/>
                      <a:pt x="1813" y="11908"/>
                      <a:pt x="1770" y="11498"/>
                    </a:cubicBezTo>
                    <a:cubicBezTo>
                      <a:pt x="1740" y="11191"/>
                      <a:pt x="1717" y="10884"/>
                      <a:pt x="1690" y="10578"/>
                    </a:cubicBezTo>
                    <a:cubicBezTo>
                      <a:pt x="1645" y="10007"/>
                      <a:pt x="1599" y="9418"/>
                      <a:pt x="1518" y="8843"/>
                    </a:cubicBezTo>
                    <a:cubicBezTo>
                      <a:pt x="1418" y="8134"/>
                      <a:pt x="1452" y="7513"/>
                      <a:pt x="1633" y="6893"/>
                    </a:cubicBezTo>
                    <a:cubicBezTo>
                      <a:pt x="1947" y="5797"/>
                      <a:pt x="2295" y="4820"/>
                      <a:pt x="2698" y="3901"/>
                    </a:cubicBezTo>
                    <a:cubicBezTo>
                      <a:pt x="3380" y="2333"/>
                      <a:pt x="4548" y="1284"/>
                      <a:pt x="6276" y="697"/>
                    </a:cubicBezTo>
                    <a:cubicBezTo>
                      <a:pt x="6824" y="510"/>
                      <a:pt x="7410" y="418"/>
                      <a:pt x="8069" y="418"/>
                    </a:cubicBezTo>
                    <a:cubicBezTo>
                      <a:pt x="8498" y="418"/>
                      <a:pt x="8965" y="457"/>
                      <a:pt x="9548" y="537"/>
                    </a:cubicBezTo>
                    <a:cubicBezTo>
                      <a:pt x="9621" y="548"/>
                      <a:pt x="9724" y="571"/>
                      <a:pt x="9789" y="625"/>
                    </a:cubicBezTo>
                    <a:cubicBezTo>
                      <a:pt x="9911" y="717"/>
                      <a:pt x="10031" y="763"/>
                      <a:pt x="10153" y="763"/>
                    </a:cubicBezTo>
                    <a:cubicBezTo>
                      <a:pt x="10279" y="763"/>
                      <a:pt x="10413" y="717"/>
                      <a:pt x="10583" y="609"/>
                    </a:cubicBezTo>
                    <a:cubicBezTo>
                      <a:pt x="10900" y="411"/>
                      <a:pt x="11329" y="303"/>
                      <a:pt x="11782" y="303"/>
                    </a:cubicBezTo>
                    <a:close/>
                    <a:moveTo>
                      <a:pt x="10716" y="3671"/>
                    </a:moveTo>
                    <a:cubicBezTo>
                      <a:pt x="10721" y="3671"/>
                      <a:pt x="10721" y="3675"/>
                      <a:pt x="10724" y="3675"/>
                    </a:cubicBezTo>
                    <a:cubicBezTo>
                      <a:pt x="10747" y="3689"/>
                      <a:pt x="10767" y="3705"/>
                      <a:pt x="10774" y="3712"/>
                    </a:cubicBezTo>
                    <a:cubicBezTo>
                      <a:pt x="11356" y="4858"/>
                      <a:pt x="12314" y="5590"/>
                      <a:pt x="13612" y="5889"/>
                    </a:cubicBezTo>
                    <a:cubicBezTo>
                      <a:pt x="14049" y="5988"/>
                      <a:pt x="14049" y="5988"/>
                      <a:pt x="14057" y="6394"/>
                    </a:cubicBezTo>
                    <a:cubicBezTo>
                      <a:pt x="14061" y="6713"/>
                      <a:pt x="14049" y="7034"/>
                      <a:pt x="14038" y="7344"/>
                    </a:cubicBezTo>
                    <a:cubicBezTo>
                      <a:pt x="14031" y="7521"/>
                      <a:pt x="14022" y="7694"/>
                      <a:pt x="14019" y="7866"/>
                    </a:cubicBezTo>
                    <a:cubicBezTo>
                      <a:pt x="14011" y="8260"/>
                      <a:pt x="14003" y="8659"/>
                      <a:pt x="14003" y="9054"/>
                    </a:cubicBezTo>
                    <a:cubicBezTo>
                      <a:pt x="13999" y="9927"/>
                      <a:pt x="13747" y="10792"/>
                      <a:pt x="13203" y="11781"/>
                    </a:cubicBezTo>
                    <a:cubicBezTo>
                      <a:pt x="12800" y="12509"/>
                      <a:pt x="12310" y="13225"/>
                      <a:pt x="11704" y="13964"/>
                    </a:cubicBezTo>
                    <a:cubicBezTo>
                      <a:pt x="11142" y="14650"/>
                      <a:pt x="10433" y="14999"/>
                      <a:pt x="9602" y="14999"/>
                    </a:cubicBezTo>
                    <a:cubicBezTo>
                      <a:pt x="9406" y="14999"/>
                      <a:pt x="9203" y="14980"/>
                      <a:pt x="8992" y="14946"/>
                    </a:cubicBezTo>
                    <a:cubicBezTo>
                      <a:pt x="8279" y="14815"/>
                      <a:pt x="7567" y="14567"/>
                      <a:pt x="6954" y="14344"/>
                    </a:cubicBezTo>
                    <a:cubicBezTo>
                      <a:pt x="6035" y="14007"/>
                      <a:pt x="5471" y="13279"/>
                      <a:pt x="5188" y="12049"/>
                    </a:cubicBezTo>
                    <a:cubicBezTo>
                      <a:pt x="5123" y="11777"/>
                      <a:pt x="5081" y="11505"/>
                      <a:pt x="5038" y="11214"/>
                    </a:cubicBezTo>
                    <a:cubicBezTo>
                      <a:pt x="5015" y="11076"/>
                      <a:pt x="4997" y="10935"/>
                      <a:pt x="4969" y="10789"/>
                    </a:cubicBezTo>
                    <a:lnTo>
                      <a:pt x="4962" y="10739"/>
                    </a:lnTo>
                    <a:lnTo>
                      <a:pt x="4797" y="10766"/>
                    </a:lnTo>
                    <a:cubicBezTo>
                      <a:pt x="4713" y="10778"/>
                      <a:pt x="4636" y="10792"/>
                      <a:pt x="4556" y="10804"/>
                    </a:cubicBezTo>
                    <a:cubicBezTo>
                      <a:pt x="4491" y="10812"/>
                      <a:pt x="4426" y="10824"/>
                      <a:pt x="4361" y="10835"/>
                    </a:cubicBezTo>
                    <a:cubicBezTo>
                      <a:pt x="4230" y="10861"/>
                      <a:pt x="4092" y="10884"/>
                      <a:pt x="3958" y="10884"/>
                    </a:cubicBezTo>
                    <a:lnTo>
                      <a:pt x="3912" y="10884"/>
                    </a:lnTo>
                    <a:cubicBezTo>
                      <a:pt x="3537" y="10866"/>
                      <a:pt x="3326" y="10659"/>
                      <a:pt x="3291" y="10272"/>
                    </a:cubicBezTo>
                    <a:cubicBezTo>
                      <a:pt x="3284" y="10172"/>
                      <a:pt x="3291" y="10072"/>
                      <a:pt x="3300" y="9965"/>
                    </a:cubicBezTo>
                    <a:cubicBezTo>
                      <a:pt x="3303" y="9911"/>
                      <a:pt x="3307" y="9858"/>
                      <a:pt x="3307" y="9804"/>
                    </a:cubicBezTo>
                    <a:cubicBezTo>
                      <a:pt x="3323" y="9195"/>
                      <a:pt x="3728" y="8981"/>
                      <a:pt x="4069" y="8981"/>
                    </a:cubicBezTo>
                    <a:cubicBezTo>
                      <a:pt x="4280" y="8981"/>
                      <a:pt x="4499" y="9057"/>
                      <a:pt x="4686" y="9195"/>
                    </a:cubicBezTo>
                    <a:cubicBezTo>
                      <a:pt x="4709" y="9214"/>
                      <a:pt x="4732" y="9226"/>
                      <a:pt x="4778" y="9257"/>
                    </a:cubicBezTo>
                    <a:cubicBezTo>
                      <a:pt x="4808" y="9271"/>
                      <a:pt x="4978" y="9372"/>
                      <a:pt x="4978" y="9372"/>
                    </a:cubicBezTo>
                    <a:lnTo>
                      <a:pt x="4978" y="7038"/>
                    </a:lnTo>
                    <a:cubicBezTo>
                      <a:pt x="5038" y="7027"/>
                      <a:pt x="5100" y="7015"/>
                      <a:pt x="5158" y="6999"/>
                    </a:cubicBezTo>
                    <a:cubicBezTo>
                      <a:pt x="5307" y="6969"/>
                      <a:pt x="5452" y="6939"/>
                      <a:pt x="5595" y="6923"/>
                    </a:cubicBezTo>
                    <a:cubicBezTo>
                      <a:pt x="5809" y="6896"/>
                      <a:pt x="6027" y="6881"/>
                      <a:pt x="6246" y="6862"/>
                    </a:cubicBezTo>
                    <a:cubicBezTo>
                      <a:pt x="6621" y="6831"/>
                      <a:pt x="7011" y="6801"/>
                      <a:pt x="7387" y="6732"/>
                    </a:cubicBezTo>
                    <a:cubicBezTo>
                      <a:pt x="8988" y="6448"/>
                      <a:pt x="10054" y="5567"/>
                      <a:pt x="10555" y="4111"/>
                    </a:cubicBezTo>
                    <a:cubicBezTo>
                      <a:pt x="10594" y="4000"/>
                      <a:pt x="10636" y="3889"/>
                      <a:pt x="10678" y="3774"/>
                    </a:cubicBezTo>
                    <a:lnTo>
                      <a:pt x="10716" y="3671"/>
                    </a:lnTo>
                    <a:close/>
                    <a:moveTo>
                      <a:pt x="11391" y="14873"/>
                    </a:moveTo>
                    <a:lnTo>
                      <a:pt x="11391" y="14873"/>
                    </a:lnTo>
                    <a:cubicBezTo>
                      <a:pt x="11437" y="15325"/>
                      <a:pt x="11337" y="15734"/>
                      <a:pt x="11073" y="16187"/>
                    </a:cubicBezTo>
                    <a:cubicBezTo>
                      <a:pt x="10767" y="16708"/>
                      <a:pt x="10471" y="16915"/>
                      <a:pt x="10023" y="16915"/>
                    </a:cubicBezTo>
                    <a:cubicBezTo>
                      <a:pt x="9881" y="16915"/>
                      <a:pt x="9724" y="16892"/>
                      <a:pt x="9533" y="16853"/>
                    </a:cubicBezTo>
                    <a:cubicBezTo>
                      <a:pt x="9004" y="16742"/>
                      <a:pt x="8552" y="16501"/>
                      <a:pt x="8187" y="16141"/>
                    </a:cubicBezTo>
                    <a:cubicBezTo>
                      <a:pt x="7931" y="15888"/>
                      <a:pt x="7805" y="15593"/>
                      <a:pt x="7782" y="15202"/>
                    </a:cubicBezTo>
                    <a:lnTo>
                      <a:pt x="7782" y="15202"/>
                    </a:lnTo>
                    <a:cubicBezTo>
                      <a:pt x="8380" y="15287"/>
                      <a:pt x="8882" y="15352"/>
                      <a:pt x="9398" y="15352"/>
                    </a:cubicBezTo>
                    <a:cubicBezTo>
                      <a:pt x="10169" y="15352"/>
                      <a:pt x="10801" y="15198"/>
                      <a:pt x="11391" y="14873"/>
                    </a:cubicBezTo>
                    <a:close/>
                    <a:moveTo>
                      <a:pt x="12100" y="14268"/>
                    </a:moveTo>
                    <a:cubicBezTo>
                      <a:pt x="12402" y="14337"/>
                      <a:pt x="12555" y="14501"/>
                      <a:pt x="12574" y="14777"/>
                    </a:cubicBezTo>
                    <a:cubicBezTo>
                      <a:pt x="12601" y="15156"/>
                      <a:pt x="12452" y="15390"/>
                      <a:pt x="12103" y="15509"/>
                    </a:cubicBezTo>
                    <a:lnTo>
                      <a:pt x="12046" y="15528"/>
                    </a:lnTo>
                    <a:lnTo>
                      <a:pt x="12072" y="15578"/>
                    </a:lnTo>
                    <a:cubicBezTo>
                      <a:pt x="12114" y="15677"/>
                      <a:pt x="12187" y="15754"/>
                      <a:pt x="12256" y="15831"/>
                    </a:cubicBezTo>
                    <a:cubicBezTo>
                      <a:pt x="12383" y="15973"/>
                      <a:pt x="12486" y="16084"/>
                      <a:pt x="12413" y="16279"/>
                    </a:cubicBezTo>
                    <a:cubicBezTo>
                      <a:pt x="12325" y="16516"/>
                      <a:pt x="12141" y="16673"/>
                      <a:pt x="11835" y="16773"/>
                    </a:cubicBezTo>
                    <a:lnTo>
                      <a:pt x="11789" y="16792"/>
                    </a:lnTo>
                    <a:lnTo>
                      <a:pt x="11805" y="16838"/>
                    </a:lnTo>
                    <a:cubicBezTo>
                      <a:pt x="11904" y="17187"/>
                      <a:pt x="11888" y="17463"/>
                      <a:pt x="11762" y="17631"/>
                    </a:cubicBezTo>
                    <a:cubicBezTo>
                      <a:pt x="11658" y="17769"/>
                      <a:pt x="11486" y="17838"/>
                      <a:pt x="11245" y="17838"/>
                    </a:cubicBezTo>
                    <a:cubicBezTo>
                      <a:pt x="11122" y="17838"/>
                      <a:pt x="10981" y="17819"/>
                      <a:pt x="10824" y="17780"/>
                    </a:cubicBezTo>
                    <a:lnTo>
                      <a:pt x="10793" y="17773"/>
                    </a:lnTo>
                    <a:lnTo>
                      <a:pt x="10774" y="17796"/>
                    </a:lnTo>
                    <a:cubicBezTo>
                      <a:pt x="10716" y="17854"/>
                      <a:pt x="10666" y="17918"/>
                      <a:pt x="10617" y="17980"/>
                    </a:cubicBezTo>
                    <a:cubicBezTo>
                      <a:pt x="10505" y="18114"/>
                      <a:pt x="10402" y="18240"/>
                      <a:pt x="10272" y="18332"/>
                    </a:cubicBezTo>
                    <a:cubicBezTo>
                      <a:pt x="10173" y="18406"/>
                      <a:pt x="10069" y="18440"/>
                      <a:pt x="9962" y="18440"/>
                    </a:cubicBezTo>
                    <a:cubicBezTo>
                      <a:pt x="9766" y="18440"/>
                      <a:pt x="9594" y="18321"/>
                      <a:pt x="9479" y="18110"/>
                    </a:cubicBezTo>
                    <a:cubicBezTo>
                      <a:pt x="9471" y="18091"/>
                      <a:pt x="9464" y="18072"/>
                      <a:pt x="9456" y="18052"/>
                    </a:cubicBezTo>
                    <a:cubicBezTo>
                      <a:pt x="9448" y="18026"/>
                      <a:pt x="9441" y="17999"/>
                      <a:pt x="9425" y="17976"/>
                    </a:cubicBezTo>
                    <a:cubicBezTo>
                      <a:pt x="9345" y="17823"/>
                      <a:pt x="9280" y="17743"/>
                      <a:pt x="9165" y="17743"/>
                    </a:cubicBezTo>
                    <a:cubicBezTo>
                      <a:pt x="9096" y="17743"/>
                      <a:pt x="9020" y="17777"/>
                      <a:pt x="8905" y="17838"/>
                    </a:cubicBezTo>
                    <a:cubicBezTo>
                      <a:pt x="8774" y="17907"/>
                      <a:pt x="8636" y="17983"/>
                      <a:pt x="8498" y="18003"/>
                    </a:cubicBezTo>
                    <a:cubicBezTo>
                      <a:pt x="8456" y="18010"/>
                      <a:pt x="8410" y="18015"/>
                      <a:pt x="8371" y="18015"/>
                    </a:cubicBezTo>
                    <a:cubicBezTo>
                      <a:pt x="8118" y="18015"/>
                      <a:pt x="7977" y="17869"/>
                      <a:pt x="7939" y="17570"/>
                    </a:cubicBezTo>
                    <a:lnTo>
                      <a:pt x="7939" y="17516"/>
                    </a:lnTo>
                    <a:cubicBezTo>
                      <a:pt x="7939" y="17504"/>
                      <a:pt x="7939" y="17493"/>
                      <a:pt x="7935" y="17478"/>
                    </a:cubicBezTo>
                    <a:cubicBezTo>
                      <a:pt x="7920" y="17137"/>
                      <a:pt x="7908" y="16980"/>
                      <a:pt x="7743" y="16980"/>
                    </a:cubicBezTo>
                    <a:cubicBezTo>
                      <a:pt x="7663" y="16980"/>
                      <a:pt x="7556" y="17026"/>
                      <a:pt x="7376" y="17095"/>
                    </a:cubicBezTo>
                    <a:cubicBezTo>
                      <a:pt x="7307" y="17122"/>
                      <a:pt x="7238" y="17137"/>
                      <a:pt x="7172" y="17137"/>
                    </a:cubicBezTo>
                    <a:cubicBezTo>
                      <a:pt x="7061" y="17137"/>
                      <a:pt x="6962" y="17095"/>
                      <a:pt x="6893" y="17018"/>
                    </a:cubicBezTo>
                    <a:cubicBezTo>
                      <a:pt x="6820" y="16934"/>
                      <a:pt x="6790" y="16811"/>
                      <a:pt x="6808" y="16673"/>
                    </a:cubicBezTo>
                    <a:cubicBezTo>
                      <a:pt x="6831" y="16532"/>
                      <a:pt x="6877" y="16390"/>
                      <a:pt x="6928" y="16240"/>
                    </a:cubicBezTo>
                    <a:cubicBezTo>
                      <a:pt x="6951" y="16171"/>
                      <a:pt x="6974" y="16099"/>
                      <a:pt x="6997" y="16026"/>
                    </a:cubicBezTo>
                    <a:lnTo>
                      <a:pt x="7008" y="15980"/>
                    </a:lnTo>
                    <a:lnTo>
                      <a:pt x="6965" y="15961"/>
                    </a:lnTo>
                    <a:cubicBezTo>
                      <a:pt x="6716" y="15858"/>
                      <a:pt x="6587" y="15757"/>
                      <a:pt x="6548" y="15647"/>
                    </a:cubicBezTo>
                    <a:cubicBezTo>
                      <a:pt x="6514" y="15555"/>
                      <a:pt x="6537" y="15436"/>
                      <a:pt x="6624" y="15267"/>
                    </a:cubicBezTo>
                    <a:cubicBezTo>
                      <a:pt x="6716" y="15091"/>
                      <a:pt x="6859" y="15007"/>
                      <a:pt x="7080" y="15007"/>
                    </a:cubicBezTo>
                    <a:cubicBezTo>
                      <a:pt x="7273" y="15011"/>
                      <a:pt x="7383" y="15110"/>
                      <a:pt x="7418" y="15313"/>
                    </a:cubicBezTo>
                    <a:cubicBezTo>
                      <a:pt x="7556" y="16118"/>
                      <a:pt x="8157" y="16535"/>
                      <a:pt x="8709" y="16861"/>
                    </a:cubicBezTo>
                    <a:cubicBezTo>
                      <a:pt x="9100" y="17095"/>
                      <a:pt x="9559" y="17206"/>
                      <a:pt x="10153" y="17206"/>
                    </a:cubicBezTo>
                    <a:cubicBezTo>
                      <a:pt x="10961" y="17206"/>
                      <a:pt x="11318" y="16578"/>
                      <a:pt x="11513" y="16111"/>
                    </a:cubicBezTo>
                    <a:cubicBezTo>
                      <a:pt x="11651" y="15777"/>
                      <a:pt x="11697" y="15409"/>
                      <a:pt x="11743" y="15049"/>
                    </a:cubicBezTo>
                    <a:lnTo>
                      <a:pt x="11766" y="14889"/>
                    </a:lnTo>
                    <a:cubicBezTo>
                      <a:pt x="11812" y="14544"/>
                      <a:pt x="11819" y="14501"/>
                      <a:pt x="12100" y="14268"/>
                    </a:cubicBezTo>
                    <a:close/>
                    <a:moveTo>
                      <a:pt x="12896" y="13153"/>
                    </a:moveTo>
                    <a:cubicBezTo>
                      <a:pt x="12908" y="13179"/>
                      <a:pt x="12923" y="13206"/>
                      <a:pt x="12931" y="13233"/>
                    </a:cubicBezTo>
                    <a:cubicBezTo>
                      <a:pt x="12973" y="13321"/>
                      <a:pt x="13000" y="13386"/>
                      <a:pt x="13057" y="13425"/>
                    </a:cubicBezTo>
                    <a:cubicBezTo>
                      <a:pt x="13115" y="13467"/>
                      <a:pt x="13176" y="13513"/>
                      <a:pt x="13233" y="13559"/>
                    </a:cubicBezTo>
                    <a:cubicBezTo>
                      <a:pt x="13425" y="13708"/>
                      <a:pt x="13621" y="13858"/>
                      <a:pt x="13835" y="13888"/>
                    </a:cubicBezTo>
                    <a:cubicBezTo>
                      <a:pt x="14494" y="13980"/>
                      <a:pt x="14946" y="14360"/>
                      <a:pt x="15428" y="14804"/>
                    </a:cubicBezTo>
                    <a:cubicBezTo>
                      <a:pt x="16406" y="15708"/>
                      <a:pt x="16865" y="16892"/>
                      <a:pt x="16796" y="18317"/>
                    </a:cubicBezTo>
                    <a:cubicBezTo>
                      <a:pt x="16789" y="18420"/>
                      <a:pt x="16789" y="18520"/>
                      <a:pt x="16789" y="18623"/>
                    </a:cubicBezTo>
                    <a:cubicBezTo>
                      <a:pt x="16789" y="18773"/>
                      <a:pt x="16789" y="18926"/>
                      <a:pt x="16773" y="19076"/>
                    </a:cubicBezTo>
                    <a:cubicBezTo>
                      <a:pt x="16743" y="19363"/>
                      <a:pt x="16692" y="19616"/>
                      <a:pt x="16628" y="19849"/>
                    </a:cubicBezTo>
                    <a:cubicBezTo>
                      <a:pt x="16275" y="21087"/>
                      <a:pt x="15379" y="21776"/>
                      <a:pt x="13804" y="22022"/>
                    </a:cubicBezTo>
                    <a:cubicBezTo>
                      <a:pt x="13065" y="22137"/>
                      <a:pt x="12333" y="22225"/>
                      <a:pt x="11632" y="22278"/>
                    </a:cubicBezTo>
                    <a:cubicBezTo>
                      <a:pt x="11452" y="22294"/>
                      <a:pt x="11253" y="22301"/>
                      <a:pt x="10996" y="22301"/>
                    </a:cubicBezTo>
                    <a:cubicBezTo>
                      <a:pt x="10889" y="22301"/>
                      <a:pt x="10778" y="22298"/>
                      <a:pt x="10670" y="22298"/>
                    </a:cubicBezTo>
                    <a:cubicBezTo>
                      <a:pt x="10560" y="22298"/>
                      <a:pt x="10448" y="22294"/>
                      <a:pt x="10341" y="22294"/>
                    </a:cubicBezTo>
                    <a:cubicBezTo>
                      <a:pt x="10249" y="22294"/>
                      <a:pt x="10157" y="22298"/>
                      <a:pt x="10065" y="22298"/>
                    </a:cubicBezTo>
                    <a:cubicBezTo>
                      <a:pt x="9831" y="22305"/>
                      <a:pt x="9594" y="22305"/>
                      <a:pt x="9360" y="22305"/>
                    </a:cubicBezTo>
                    <a:cubicBezTo>
                      <a:pt x="7422" y="22305"/>
                      <a:pt x="5728" y="22106"/>
                      <a:pt x="4180" y="21693"/>
                    </a:cubicBezTo>
                    <a:cubicBezTo>
                      <a:pt x="2843" y="21336"/>
                      <a:pt x="2000" y="20485"/>
                      <a:pt x="1675" y="19164"/>
                    </a:cubicBezTo>
                    <a:cubicBezTo>
                      <a:pt x="1452" y="18256"/>
                      <a:pt x="1388" y="17237"/>
                      <a:pt x="1484" y="16053"/>
                    </a:cubicBezTo>
                    <a:cubicBezTo>
                      <a:pt x="1503" y="15792"/>
                      <a:pt x="1606" y="15532"/>
                      <a:pt x="1694" y="15302"/>
                    </a:cubicBezTo>
                    <a:cubicBezTo>
                      <a:pt x="1733" y="15210"/>
                      <a:pt x="1767" y="15122"/>
                      <a:pt x="1793" y="15041"/>
                    </a:cubicBezTo>
                    <a:lnTo>
                      <a:pt x="3001" y="14601"/>
                    </a:lnTo>
                    <a:cubicBezTo>
                      <a:pt x="3008" y="14613"/>
                      <a:pt x="3015" y="14624"/>
                      <a:pt x="3020" y="14636"/>
                    </a:cubicBezTo>
                    <a:cubicBezTo>
                      <a:pt x="3050" y="14689"/>
                      <a:pt x="3081" y="14742"/>
                      <a:pt x="3100" y="14797"/>
                    </a:cubicBezTo>
                    <a:cubicBezTo>
                      <a:pt x="3181" y="14995"/>
                      <a:pt x="3342" y="15118"/>
                      <a:pt x="3537" y="15118"/>
                    </a:cubicBezTo>
                    <a:cubicBezTo>
                      <a:pt x="3560" y="15118"/>
                      <a:pt x="3583" y="15114"/>
                      <a:pt x="3602" y="15110"/>
                    </a:cubicBezTo>
                    <a:cubicBezTo>
                      <a:pt x="3894" y="15072"/>
                      <a:pt x="4219" y="15026"/>
                      <a:pt x="4479" y="14880"/>
                    </a:cubicBezTo>
                    <a:cubicBezTo>
                      <a:pt x="4870" y="14659"/>
                      <a:pt x="5307" y="14378"/>
                      <a:pt x="5510" y="13881"/>
                    </a:cubicBezTo>
                    <a:cubicBezTo>
                      <a:pt x="5514" y="13873"/>
                      <a:pt x="5540" y="13861"/>
                      <a:pt x="5560" y="13850"/>
                    </a:cubicBezTo>
                    <a:cubicBezTo>
                      <a:pt x="5567" y="13846"/>
                      <a:pt x="5575" y="13842"/>
                      <a:pt x="5586" y="13838"/>
                    </a:cubicBezTo>
                    <a:lnTo>
                      <a:pt x="6587" y="14708"/>
                    </a:lnTo>
                    <a:cubicBezTo>
                      <a:pt x="6552" y="14774"/>
                      <a:pt x="6514" y="14838"/>
                      <a:pt x="6479" y="14903"/>
                    </a:cubicBezTo>
                    <a:cubicBezTo>
                      <a:pt x="6380" y="15076"/>
                      <a:pt x="6276" y="15252"/>
                      <a:pt x="6200" y="15440"/>
                    </a:cubicBezTo>
                    <a:cubicBezTo>
                      <a:pt x="6123" y="15639"/>
                      <a:pt x="6115" y="15923"/>
                      <a:pt x="6518" y="16164"/>
                    </a:cubicBezTo>
                    <a:cubicBezTo>
                      <a:pt x="6394" y="16666"/>
                      <a:pt x="6360" y="16976"/>
                      <a:pt x="6521" y="17183"/>
                    </a:cubicBezTo>
                    <a:cubicBezTo>
                      <a:pt x="6659" y="17363"/>
                      <a:pt x="6946" y="17444"/>
                      <a:pt x="7452" y="17444"/>
                    </a:cubicBezTo>
                    <a:lnTo>
                      <a:pt x="7483" y="17444"/>
                    </a:lnTo>
                    <a:cubicBezTo>
                      <a:pt x="7494" y="17470"/>
                      <a:pt x="7502" y="17497"/>
                      <a:pt x="7510" y="17524"/>
                    </a:cubicBezTo>
                    <a:cubicBezTo>
                      <a:pt x="7594" y="17815"/>
                      <a:pt x="7682" y="18118"/>
                      <a:pt x="8027" y="18271"/>
                    </a:cubicBezTo>
                    <a:cubicBezTo>
                      <a:pt x="8130" y="18317"/>
                      <a:pt x="8242" y="18340"/>
                      <a:pt x="8357" y="18340"/>
                    </a:cubicBezTo>
                    <a:cubicBezTo>
                      <a:pt x="8537" y="18340"/>
                      <a:pt x="8709" y="18286"/>
                      <a:pt x="8873" y="18236"/>
                    </a:cubicBezTo>
                    <a:cubicBezTo>
                      <a:pt x="8935" y="18217"/>
                      <a:pt x="8992" y="18199"/>
                      <a:pt x="9050" y="18183"/>
                    </a:cubicBezTo>
                    <a:lnTo>
                      <a:pt x="9089" y="18236"/>
                    </a:lnTo>
                    <a:cubicBezTo>
                      <a:pt x="9130" y="18291"/>
                      <a:pt x="9165" y="18340"/>
                      <a:pt x="9203" y="18390"/>
                    </a:cubicBezTo>
                    <a:cubicBezTo>
                      <a:pt x="9421" y="18658"/>
                      <a:pt x="9682" y="18800"/>
                      <a:pt x="9962" y="18800"/>
                    </a:cubicBezTo>
                    <a:cubicBezTo>
                      <a:pt x="10226" y="18800"/>
                      <a:pt x="10502" y="18669"/>
                      <a:pt x="10758" y="18420"/>
                    </a:cubicBezTo>
                    <a:cubicBezTo>
                      <a:pt x="10931" y="18248"/>
                      <a:pt x="11076" y="18183"/>
                      <a:pt x="11299" y="18176"/>
                    </a:cubicBezTo>
                    <a:cubicBezTo>
                      <a:pt x="11831" y="18156"/>
                      <a:pt x="12183" y="17812"/>
                      <a:pt x="12261" y="17225"/>
                    </a:cubicBezTo>
                    <a:cubicBezTo>
                      <a:pt x="12279" y="17103"/>
                      <a:pt x="12344" y="16968"/>
                      <a:pt x="12422" y="16896"/>
                    </a:cubicBezTo>
                    <a:cubicBezTo>
                      <a:pt x="12735" y="16613"/>
                      <a:pt x="12827" y="16271"/>
                      <a:pt x="12712" y="15858"/>
                    </a:cubicBezTo>
                    <a:cubicBezTo>
                      <a:pt x="12685" y="15757"/>
                      <a:pt x="12693" y="15631"/>
                      <a:pt x="12739" y="15547"/>
                    </a:cubicBezTo>
                    <a:cubicBezTo>
                      <a:pt x="13099" y="14850"/>
                      <a:pt x="13050" y="14581"/>
                      <a:pt x="12463" y="14038"/>
                    </a:cubicBezTo>
                    <a:cubicBezTo>
                      <a:pt x="12445" y="14022"/>
                      <a:pt x="12429" y="13999"/>
                      <a:pt x="12406" y="13964"/>
                    </a:cubicBezTo>
                    <a:cubicBezTo>
                      <a:pt x="12394" y="13950"/>
                      <a:pt x="12383" y="13934"/>
                      <a:pt x="12367" y="13911"/>
                    </a:cubicBezTo>
                    <a:lnTo>
                      <a:pt x="12896" y="13153"/>
                    </a:lnTo>
                    <a:close/>
                    <a:moveTo>
                      <a:pt x="11839" y="0"/>
                    </a:moveTo>
                    <a:cubicBezTo>
                      <a:pt x="11402" y="0"/>
                      <a:pt x="10958" y="85"/>
                      <a:pt x="10555" y="250"/>
                    </a:cubicBezTo>
                    <a:cubicBezTo>
                      <a:pt x="10436" y="299"/>
                      <a:pt x="10333" y="322"/>
                      <a:pt x="10226" y="322"/>
                    </a:cubicBezTo>
                    <a:cubicBezTo>
                      <a:pt x="10153" y="322"/>
                      <a:pt x="10077" y="310"/>
                      <a:pt x="9992" y="292"/>
                    </a:cubicBezTo>
                    <a:cubicBezTo>
                      <a:pt x="9364" y="135"/>
                      <a:pt x="8744" y="57"/>
                      <a:pt x="8150" y="57"/>
                    </a:cubicBezTo>
                    <a:cubicBezTo>
                      <a:pt x="7057" y="57"/>
                      <a:pt x="6000" y="322"/>
                      <a:pt x="5008" y="839"/>
                    </a:cubicBezTo>
                    <a:cubicBezTo>
                      <a:pt x="4920" y="885"/>
                      <a:pt x="4824" y="924"/>
                      <a:pt x="4728" y="962"/>
                    </a:cubicBezTo>
                    <a:cubicBezTo>
                      <a:pt x="4552" y="1031"/>
                      <a:pt x="4372" y="1100"/>
                      <a:pt x="4238" y="1226"/>
                    </a:cubicBezTo>
                    <a:cubicBezTo>
                      <a:pt x="3728" y="1709"/>
                      <a:pt x="3357" y="2126"/>
                      <a:pt x="3058" y="2545"/>
                    </a:cubicBezTo>
                    <a:cubicBezTo>
                      <a:pt x="2073" y="3928"/>
                      <a:pt x="1595" y="5514"/>
                      <a:pt x="1254" y="6881"/>
                    </a:cubicBezTo>
                    <a:cubicBezTo>
                      <a:pt x="1074" y="7602"/>
                      <a:pt x="1051" y="8241"/>
                      <a:pt x="1185" y="8838"/>
                    </a:cubicBezTo>
                    <a:cubicBezTo>
                      <a:pt x="1383" y="9720"/>
                      <a:pt x="1461" y="10620"/>
                      <a:pt x="1415" y="11521"/>
                    </a:cubicBezTo>
                    <a:cubicBezTo>
                      <a:pt x="1392" y="11950"/>
                      <a:pt x="1242" y="12210"/>
                      <a:pt x="920" y="12367"/>
                    </a:cubicBezTo>
                    <a:cubicBezTo>
                      <a:pt x="713" y="12467"/>
                      <a:pt x="514" y="12574"/>
                      <a:pt x="308" y="12685"/>
                    </a:cubicBezTo>
                    <a:cubicBezTo>
                      <a:pt x="216" y="12735"/>
                      <a:pt x="0" y="12846"/>
                      <a:pt x="0" y="12846"/>
                    </a:cubicBezTo>
                    <a:lnTo>
                      <a:pt x="9" y="12884"/>
                    </a:lnTo>
                    <a:cubicBezTo>
                      <a:pt x="173" y="13693"/>
                      <a:pt x="690" y="14111"/>
                      <a:pt x="1590" y="14160"/>
                    </a:cubicBezTo>
                    <a:lnTo>
                      <a:pt x="1127" y="14751"/>
                    </a:lnTo>
                    <a:lnTo>
                      <a:pt x="1176" y="14781"/>
                    </a:lnTo>
                    <a:cubicBezTo>
                      <a:pt x="1376" y="14907"/>
                      <a:pt x="1357" y="15049"/>
                      <a:pt x="1296" y="15271"/>
                    </a:cubicBezTo>
                    <a:cubicBezTo>
                      <a:pt x="1215" y="15574"/>
                      <a:pt x="1119" y="15923"/>
                      <a:pt x="1119" y="16256"/>
                    </a:cubicBezTo>
                    <a:lnTo>
                      <a:pt x="1119" y="16567"/>
                    </a:lnTo>
                    <a:cubicBezTo>
                      <a:pt x="1116" y="17386"/>
                      <a:pt x="1112" y="18236"/>
                      <a:pt x="1291" y="19064"/>
                    </a:cubicBezTo>
                    <a:cubicBezTo>
                      <a:pt x="1445" y="19780"/>
                      <a:pt x="1744" y="20359"/>
                      <a:pt x="2207" y="20837"/>
                    </a:cubicBezTo>
                    <a:cubicBezTo>
                      <a:pt x="2794" y="21443"/>
                      <a:pt x="3517" y="21826"/>
                      <a:pt x="4422" y="22010"/>
                    </a:cubicBezTo>
                    <a:cubicBezTo>
                      <a:pt x="5583" y="22244"/>
                      <a:pt x="6725" y="22459"/>
                      <a:pt x="7916" y="22482"/>
                    </a:cubicBezTo>
                    <a:cubicBezTo>
                      <a:pt x="8065" y="22485"/>
                      <a:pt x="8219" y="22489"/>
                      <a:pt x="8371" y="22497"/>
                    </a:cubicBezTo>
                    <a:cubicBezTo>
                      <a:pt x="8670" y="22504"/>
                      <a:pt x="8981" y="22512"/>
                      <a:pt x="9287" y="22512"/>
                    </a:cubicBezTo>
                    <a:lnTo>
                      <a:pt x="9785" y="22512"/>
                    </a:lnTo>
                    <a:cubicBezTo>
                      <a:pt x="10433" y="22512"/>
                      <a:pt x="11099" y="22512"/>
                      <a:pt x="11755" y="22478"/>
                    </a:cubicBezTo>
                    <a:cubicBezTo>
                      <a:pt x="12272" y="22447"/>
                      <a:pt x="12797" y="22386"/>
                      <a:pt x="13302" y="22324"/>
                    </a:cubicBezTo>
                    <a:lnTo>
                      <a:pt x="13888" y="22255"/>
                    </a:lnTo>
                    <a:cubicBezTo>
                      <a:pt x="14467" y="22194"/>
                      <a:pt x="15019" y="22014"/>
                      <a:pt x="15528" y="21723"/>
                    </a:cubicBezTo>
                    <a:cubicBezTo>
                      <a:pt x="16229" y="21325"/>
                      <a:pt x="16689" y="20800"/>
                      <a:pt x="16927" y="20121"/>
                    </a:cubicBezTo>
                    <a:cubicBezTo>
                      <a:pt x="17152" y="19486"/>
                      <a:pt x="17161" y="18838"/>
                      <a:pt x="17152" y="18176"/>
                    </a:cubicBezTo>
                    <a:cubicBezTo>
                      <a:pt x="17122" y="16409"/>
                      <a:pt x="16563" y="15195"/>
                      <a:pt x="15394" y="14355"/>
                    </a:cubicBezTo>
                    <a:cubicBezTo>
                      <a:pt x="15310" y="14298"/>
                      <a:pt x="15241" y="14217"/>
                      <a:pt x="15157" y="14125"/>
                    </a:cubicBezTo>
                    <a:cubicBezTo>
                      <a:pt x="15134" y="14095"/>
                      <a:pt x="15106" y="14065"/>
                      <a:pt x="15076" y="14033"/>
                    </a:cubicBezTo>
                    <a:cubicBezTo>
                      <a:pt x="15168" y="13999"/>
                      <a:pt x="15256" y="13969"/>
                      <a:pt x="15341" y="13938"/>
                    </a:cubicBezTo>
                    <a:cubicBezTo>
                      <a:pt x="15571" y="13858"/>
                      <a:pt x="15766" y="13789"/>
                      <a:pt x="15962" y="13704"/>
                    </a:cubicBezTo>
                    <a:cubicBezTo>
                      <a:pt x="16210" y="13597"/>
                      <a:pt x="16367" y="13432"/>
                      <a:pt x="16394" y="13245"/>
                    </a:cubicBezTo>
                    <a:cubicBezTo>
                      <a:pt x="16425" y="13057"/>
                      <a:pt x="16329" y="12854"/>
                      <a:pt x="16122" y="12674"/>
                    </a:cubicBezTo>
                    <a:cubicBezTo>
                      <a:pt x="16053" y="12617"/>
                      <a:pt x="15996" y="12551"/>
                      <a:pt x="15927" y="12479"/>
                    </a:cubicBezTo>
                    <a:lnTo>
                      <a:pt x="15854" y="12406"/>
                    </a:lnTo>
                    <a:lnTo>
                      <a:pt x="15919" y="12352"/>
                    </a:lnTo>
                    <a:cubicBezTo>
                      <a:pt x="15973" y="12302"/>
                      <a:pt x="16019" y="12260"/>
                      <a:pt x="16064" y="12222"/>
                    </a:cubicBezTo>
                    <a:cubicBezTo>
                      <a:pt x="16360" y="11965"/>
                      <a:pt x="16367" y="11931"/>
                      <a:pt x="16187" y="11605"/>
                    </a:cubicBezTo>
                    <a:lnTo>
                      <a:pt x="16145" y="11528"/>
                    </a:lnTo>
                    <a:cubicBezTo>
                      <a:pt x="15999" y="11271"/>
                      <a:pt x="15850" y="10999"/>
                      <a:pt x="15815" y="10728"/>
                    </a:cubicBezTo>
                    <a:cubicBezTo>
                      <a:pt x="15732" y="10084"/>
                      <a:pt x="15693" y="9413"/>
                      <a:pt x="15697" y="8743"/>
                    </a:cubicBezTo>
                    <a:cubicBezTo>
                      <a:pt x="15700" y="8134"/>
                      <a:pt x="15720" y="7513"/>
                      <a:pt x="15743" y="6912"/>
                    </a:cubicBezTo>
                    <a:cubicBezTo>
                      <a:pt x="15758" y="6371"/>
                      <a:pt x="15778" y="5816"/>
                      <a:pt x="15785" y="5268"/>
                    </a:cubicBezTo>
                    <a:cubicBezTo>
                      <a:pt x="15792" y="4391"/>
                      <a:pt x="15597" y="3525"/>
                      <a:pt x="15187" y="2621"/>
                    </a:cubicBezTo>
                    <a:cubicBezTo>
                      <a:pt x="15003" y="2218"/>
                      <a:pt x="14731" y="1873"/>
                      <a:pt x="14475" y="1541"/>
                    </a:cubicBezTo>
                    <a:cubicBezTo>
                      <a:pt x="14367" y="1406"/>
                      <a:pt x="14264" y="1268"/>
                      <a:pt x="14164" y="1130"/>
                    </a:cubicBezTo>
                    <a:cubicBezTo>
                      <a:pt x="13647" y="411"/>
                      <a:pt x="12800" y="0"/>
                      <a:pt x="118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9"/>
              <p:cNvSpPr/>
              <p:nvPr/>
            </p:nvSpPr>
            <p:spPr>
              <a:xfrm>
                <a:off x="1437075" y="1720856"/>
                <a:ext cx="184116" cy="83489"/>
              </a:xfrm>
              <a:custGeom>
                <a:rect b="b" l="l" r="r" t="t"/>
                <a:pathLst>
                  <a:path extrusionOk="0" h="1062" w="2342">
                    <a:moveTo>
                      <a:pt x="2081" y="0"/>
                    </a:moveTo>
                    <a:cubicBezTo>
                      <a:pt x="1997" y="0"/>
                      <a:pt x="1931" y="54"/>
                      <a:pt x="1855" y="119"/>
                    </a:cubicBezTo>
                    <a:cubicBezTo>
                      <a:pt x="1357" y="552"/>
                      <a:pt x="824" y="794"/>
                      <a:pt x="235" y="854"/>
                    </a:cubicBezTo>
                    <a:cubicBezTo>
                      <a:pt x="181" y="863"/>
                      <a:pt x="127" y="874"/>
                      <a:pt x="74" y="886"/>
                    </a:cubicBezTo>
                    <a:cubicBezTo>
                      <a:pt x="51" y="893"/>
                      <a:pt x="28" y="897"/>
                      <a:pt x="5" y="904"/>
                    </a:cubicBezTo>
                    <a:lnTo>
                      <a:pt x="0" y="1004"/>
                    </a:lnTo>
                    <a:cubicBezTo>
                      <a:pt x="161" y="1042"/>
                      <a:pt x="318" y="1061"/>
                      <a:pt x="476" y="1061"/>
                    </a:cubicBezTo>
                    <a:cubicBezTo>
                      <a:pt x="1181" y="1061"/>
                      <a:pt x="1740" y="663"/>
                      <a:pt x="2299" y="219"/>
                    </a:cubicBezTo>
                    <a:lnTo>
                      <a:pt x="2341" y="184"/>
                    </a:lnTo>
                    <a:lnTo>
                      <a:pt x="2307" y="142"/>
                    </a:lnTo>
                    <a:cubicBezTo>
                      <a:pt x="2230" y="46"/>
                      <a:pt x="2157" y="0"/>
                      <a:pt x="20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9"/>
              <p:cNvSpPr/>
              <p:nvPr/>
            </p:nvSpPr>
            <p:spPr>
              <a:xfrm>
                <a:off x="1962370" y="2203074"/>
                <a:ext cx="80816" cy="124762"/>
              </a:xfrm>
              <a:custGeom>
                <a:rect b="b" l="l" r="r" t="t"/>
                <a:pathLst>
                  <a:path extrusionOk="0" h="1587" w="1028">
                    <a:moveTo>
                      <a:pt x="877" y="0"/>
                    </a:moveTo>
                    <a:cubicBezTo>
                      <a:pt x="759" y="0"/>
                      <a:pt x="679" y="57"/>
                      <a:pt x="624" y="184"/>
                    </a:cubicBezTo>
                    <a:cubicBezTo>
                      <a:pt x="498" y="483"/>
                      <a:pt x="364" y="774"/>
                      <a:pt x="223" y="1088"/>
                    </a:cubicBezTo>
                    <a:lnTo>
                      <a:pt x="0" y="1586"/>
                    </a:lnTo>
                    <a:lnTo>
                      <a:pt x="115" y="1548"/>
                    </a:lnTo>
                    <a:cubicBezTo>
                      <a:pt x="529" y="1399"/>
                      <a:pt x="920" y="762"/>
                      <a:pt x="1019" y="69"/>
                    </a:cubicBezTo>
                    <a:lnTo>
                      <a:pt x="1027" y="19"/>
                    </a:lnTo>
                    <a:lnTo>
                      <a:pt x="981" y="11"/>
                    </a:lnTo>
                    <a:cubicBezTo>
                      <a:pt x="943" y="4"/>
                      <a:pt x="909" y="0"/>
                      <a:pt x="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9"/>
              <p:cNvSpPr/>
              <p:nvPr/>
            </p:nvSpPr>
            <p:spPr>
              <a:xfrm>
                <a:off x="1243686" y="2385537"/>
                <a:ext cx="56131" cy="50156"/>
              </a:xfrm>
              <a:custGeom>
                <a:rect b="b" l="l" r="r" t="t"/>
                <a:pathLst>
                  <a:path extrusionOk="0" h="638" w="714">
                    <a:moveTo>
                      <a:pt x="713" y="1"/>
                    </a:moveTo>
                    <a:lnTo>
                      <a:pt x="644" y="16"/>
                    </a:lnTo>
                    <a:cubicBezTo>
                      <a:pt x="438" y="58"/>
                      <a:pt x="354" y="196"/>
                      <a:pt x="269" y="334"/>
                    </a:cubicBezTo>
                    <a:cubicBezTo>
                      <a:pt x="223" y="415"/>
                      <a:pt x="177" y="487"/>
                      <a:pt x="108" y="549"/>
                    </a:cubicBezTo>
                    <a:lnTo>
                      <a:pt x="1" y="637"/>
                    </a:lnTo>
                    <a:lnTo>
                      <a:pt x="143" y="637"/>
                    </a:lnTo>
                    <a:cubicBezTo>
                      <a:pt x="515" y="637"/>
                      <a:pt x="664" y="491"/>
                      <a:pt x="706" y="70"/>
                    </a:cubicBez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9"/>
              <p:cNvSpPr/>
              <p:nvPr/>
            </p:nvSpPr>
            <p:spPr>
              <a:xfrm>
                <a:off x="1251861" y="2272962"/>
                <a:ext cx="37499" cy="72326"/>
              </a:xfrm>
              <a:custGeom>
                <a:rect b="b" l="l" r="r" t="t"/>
                <a:pathLst>
                  <a:path extrusionOk="0" h="920" w="477">
                    <a:moveTo>
                      <a:pt x="58" y="0"/>
                    </a:moveTo>
                    <a:lnTo>
                      <a:pt x="47" y="96"/>
                    </a:lnTo>
                    <a:cubicBezTo>
                      <a:pt x="1" y="444"/>
                      <a:pt x="27" y="674"/>
                      <a:pt x="303" y="874"/>
                    </a:cubicBezTo>
                    <a:lnTo>
                      <a:pt x="365" y="920"/>
                    </a:lnTo>
                    <a:lnTo>
                      <a:pt x="384" y="846"/>
                    </a:lnTo>
                    <a:cubicBezTo>
                      <a:pt x="476" y="517"/>
                      <a:pt x="402" y="294"/>
                      <a:pt x="131" y="61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9"/>
              <p:cNvSpPr/>
              <p:nvPr/>
            </p:nvSpPr>
            <p:spPr>
              <a:xfrm>
                <a:off x="1625668" y="1649790"/>
                <a:ext cx="41587" cy="55188"/>
              </a:xfrm>
              <a:custGeom>
                <a:rect b="b" l="l" r="r" t="t"/>
                <a:pathLst>
                  <a:path extrusionOk="0" h="702" w="529">
                    <a:moveTo>
                      <a:pt x="425" y="0"/>
                    </a:moveTo>
                    <a:lnTo>
                      <a:pt x="0" y="701"/>
                    </a:lnTo>
                    <a:lnTo>
                      <a:pt x="0" y="701"/>
                    </a:lnTo>
                    <a:lnTo>
                      <a:pt x="130" y="663"/>
                    </a:lnTo>
                    <a:cubicBezTo>
                      <a:pt x="341" y="602"/>
                      <a:pt x="441" y="559"/>
                      <a:pt x="487" y="475"/>
                    </a:cubicBezTo>
                    <a:cubicBezTo>
                      <a:pt x="529" y="391"/>
                      <a:pt x="513" y="291"/>
                      <a:pt x="456" y="112"/>
                    </a:cubicBezTo>
                    <a:lnTo>
                      <a:pt x="4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9"/>
              <p:cNvSpPr/>
              <p:nvPr/>
            </p:nvSpPr>
            <p:spPr>
              <a:xfrm>
                <a:off x="2042792" y="2140104"/>
                <a:ext cx="35534" cy="28694"/>
              </a:xfrm>
              <a:custGeom>
                <a:rect b="b" l="l" r="r" t="t"/>
                <a:pathLst>
                  <a:path extrusionOk="0" h="365" w="452">
                    <a:moveTo>
                      <a:pt x="207" y="0"/>
                    </a:moveTo>
                    <a:lnTo>
                      <a:pt x="192" y="4"/>
                    </a:lnTo>
                    <a:lnTo>
                      <a:pt x="184" y="4"/>
                    </a:lnTo>
                    <a:cubicBezTo>
                      <a:pt x="115" y="31"/>
                      <a:pt x="42" y="100"/>
                      <a:pt x="12" y="168"/>
                    </a:cubicBezTo>
                    <a:cubicBezTo>
                      <a:pt x="0" y="203"/>
                      <a:pt x="19" y="237"/>
                      <a:pt x="34" y="265"/>
                    </a:cubicBezTo>
                    <a:cubicBezTo>
                      <a:pt x="42" y="272"/>
                      <a:pt x="103" y="364"/>
                      <a:pt x="161" y="364"/>
                    </a:cubicBezTo>
                    <a:lnTo>
                      <a:pt x="176" y="361"/>
                    </a:lnTo>
                    <a:cubicBezTo>
                      <a:pt x="230" y="349"/>
                      <a:pt x="272" y="315"/>
                      <a:pt x="326" y="272"/>
                    </a:cubicBezTo>
                    <a:cubicBezTo>
                      <a:pt x="345" y="253"/>
                      <a:pt x="368" y="234"/>
                      <a:pt x="395" y="214"/>
                    </a:cubicBezTo>
                    <a:lnTo>
                      <a:pt x="452" y="177"/>
                    </a:lnTo>
                    <a:lnTo>
                      <a:pt x="395" y="134"/>
                    </a:lnTo>
                    <a:cubicBezTo>
                      <a:pt x="372" y="115"/>
                      <a:pt x="349" y="92"/>
                      <a:pt x="326" y="73"/>
                    </a:cubicBezTo>
                    <a:cubicBezTo>
                      <a:pt x="280" y="31"/>
                      <a:pt x="245" y="0"/>
                      <a:pt x="2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9"/>
              <p:cNvSpPr/>
              <p:nvPr/>
            </p:nvSpPr>
            <p:spPr>
              <a:xfrm>
                <a:off x="1601849" y="2275006"/>
                <a:ext cx="208801" cy="143472"/>
              </a:xfrm>
              <a:custGeom>
                <a:rect b="b" l="l" r="r" t="t"/>
                <a:pathLst>
                  <a:path extrusionOk="0" h="1825" w="2656">
                    <a:moveTo>
                      <a:pt x="1966" y="369"/>
                    </a:moveTo>
                    <a:cubicBezTo>
                      <a:pt x="2038" y="369"/>
                      <a:pt x="2093" y="457"/>
                      <a:pt x="2165" y="694"/>
                    </a:cubicBezTo>
                    <a:cubicBezTo>
                      <a:pt x="2027" y="756"/>
                      <a:pt x="1881" y="786"/>
                      <a:pt x="1725" y="786"/>
                    </a:cubicBezTo>
                    <a:cubicBezTo>
                      <a:pt x="1483" y="786"/>
                      <a:pt x="1242" y="713"/>
                      <a:pt x="1004" y="641"/>
                    </a:cubicBezTo>
                    <a:cubicBezTo>
                      <a:pt x="924" y="613"/>
                      <a:pt x="843" y="590"/>
                      <a:pt x="763" y="567"/>
                    </a:cubicBezTo>
                    <a:cubicBezTo>
                      <a:pt x="832" y="487"/>
                      <a:pt x="905" y="418"/>
                      <a:pt x="981" y="418"/>
                    </a:cubicBezTo>
                    <a:cubicBezTo>
                      <a:pt x="1027" y="418"/>
                      <a:pt x="1077" y="445"/>
                      <a:pt x="1134" y="507"/>
                    </a:cubicBezTo>
                    <a:cubicBezTo>
                      <a:pt x="1214" y="595"/>
                      <a:pt x="1295" y="636"/>
                      <a:pt x="1384" y="636"/>
                    </a:cubicBezTo>
                    <a:cubicBezTo>
                      <a:pt x="1495" y="636"/>
                      <a:pt x="1590" y="572"/>
                      <a:pt x="1693" y="503"/>
                    </a:cubicBezTo>
                    <a:cubicBezTo>
                      <a:pt x="1789" y="438"/>
                      <a:pt x="1897" y="369"/>
                      <a:pt x="1966" y="369"/>
                    </a:cubicBezTo>
                    <a:close/>
                    <a:moveTo>
                      <a:pt x="740" y="901"/>
                    </a:moveTo>
                    <a:cubicBezTo>
                      <a:pt x="843" y="901"/>
                      <a:pt x="943" y="931"/>
                      <a:pt x="1050" y="966"/>
                    </a:cubicBezTo>
                    <a:cubicBezTo>
                      <a:pt x="1145" y="997"/>
                      <a:pt x="1242" y="1032"/>
                      <a:pt x="1345" y="1035"/>
                    </a:cubicBezTo>
                    <a:cubicBezTo>
                      <a:pt x="1525" y="1046"/>
                      <a:pt x="1709" y="1069"/>
                      <a:pt x="1900" y="1092"/>
                    </a:cubicBezTo>
                    <a:cubicBezTo>
                      <a:pt x="1962" y="1101"/>
                      <a:pt x="2019" y="1108"/>
                      <a:pt x="2081" y="1115"/>
                    </a:cubicBezTo>
                    <a:cubicBezTo>
                      <a:pt x="1843" y="1357"/>
                      <a:pt x="1579" y="1487"/>
                      <a:pt x="1338" y="1487"/>
                    </a:cubicBezTo>
                    <a:cubicBezTo>
                      <a:pt x="1031" y="1487"/>
                      <a:pt x="770" y="1288"/>
                      <a:pt x="598" y="924"/>
                    </a:cubicBezTo>
                    <a:cubicBezTo>
                      <a:pt x="644" y="908"/>
                      <a:pt x="690" y="901"/>
                      <a:pt x="740" y="901"/>
                    </a:cubicBezTo>
                    <a:close/>
                    <a:moveTo>
                      <a:pt x="1042" y="1"/>
                    </a:moveTo>
                    <a:cubicBezTo>
                      <a:pt x="989" y="1"/>
                      <a:pt x="935" y="12"/>
                      <a:pt x="878" y="43"/>
                    </a:cubicBezTo>
                    <a:cubicBezTo>
                      <a:pt x="686" y="146"/>
                      <a:pt x="494" y="254"/>
                      <a:pt x="295" y="365"/>
                    </a:cubicBezTo>
                    <a:lnTo>
                      <a:pt x="1" y="530"/>
                    </a:lnTo>
                    <a:lnTo>
                      <a:pt x="58" y="679"/>
                    </a:lnTo>
                    <a:cubicBezTo>
                      <a:pt x="88" y="759"/>
                      <a:pt x="119" y="836"/>
                      <a:pt x="146" y="917"/>
                    </a:cubicBezTo>
                    <a:cubicBezTo>
                      <a:pt x="314" y="1414"/>
                      <a:pt x="659" y="1713"/>
                      <a:pt x="1173" y="1801"/>
                    </a:cubicBezTo>
                    <a:cubicBezTo>
                      <a:pt x="1257" y="1817"/>
                      <a:pt x="1338" y="1824"/>
                      <a:pt x="1418" y="1824"/>
                    </a:cubicBezTo>
                    <a:cubicBezTo>
                      <a:pt x="1820" y="1824"/>
                      <a:pt x="2176" y="1640"/>
                      <a:pt x="2479" y="1280"/>
                    </a:cubicBezTo>
                    <a:cubicBezTo>
                      <a:pt x="2625" y="1112"/>
                      <a:pt x="2655" y="836"/>
                      <a:pt x="2567" y="564"/>
                    </a:cubicBezTo>
                    <a:cubicBezTo>
                      <a:pt x="2471" y="284"/>
                      <a:pt x="2276" y="77"/>
                      <a:pt x="2050" y="28"/>
                    </a:cubicBezTo>
                    <a:cubicBezTo>
                      <a:pt x="2027" y="20"/>
                      <a:pt x="2001" y="20"/>
                      <a:pt x="1969" y="20"/>
                    </a:cubicBezTo>
                    <a:cubicBezTo>
                      <a:pt x="1874" y="20"/>
                      <a:pt x="1771" y="51"/>
                      <a:pt x="1667" y="89"/>
                    </a:cubicBezTo>
                    <a:cubicBezTo>
                      <a:pt x="1602" y="112"/>
                      <a:pt x="1548" y="154"/>
                      <a:pt x="1490" y="199"/>
                    </a:cubicBezTo>
                    <a:cubicBezTo>
                      <a:pt x="1476" y="215"/>
                      <a:pt x="1460" y="227"/>
                      <a:pt x="1441" y="242"/>
                    </a:cubicBezTo>
                    <a:cubicBezTo>
                      <a:pt x="1414" y="219"/>
                      <a:pt x="1387" y="192"/>
                      <a:pt x="1361" y="169"/>
                    </a:cubicBezTo>
                    <a:cubicBezTo>
                      <a:pt x="1269" y="85"/>
                      <a:pt x="1173" y="1"/>
                      <a:pt x="10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9"/>
              <p:cNvSpPr/>
              <p:nvPr/>
            </p:nvSpPr>
            <p:spPr>
              <a:xfrm>
                <a:off x="1725350" y="2021790"/>
                <a:ext cx="151884" cy="170201"/>
              </a:xfrm>
              <a:custGeom>
                <a:rect b="b" l="l" r="r" t="t"/>
                <a:pathLst>
                  <a:path extrusionOk="0" h="2165" w="1932">
                    <a:moveTo>
                      <a:pt x="1307" y="0"/>
                    </a:moveTo>
                    <a:cubicBezTo>
                      <a:pt x="1280" y="0"/>
                      <a:pt x="1249" y="0"/>
                      <a:pt x="1215" y="4"/>
                    </a:cubicBezTo>
                    <a:cubicBezTo>
                      <a:pt x="1176" y="7"/>
                      <a:pt x="1134" y="11"/>
                      <a:pt x="1088" y="11"/>
                    </a:cubicBezTo>
                    <a:lnTo>
                      <a:pt x="1004" y="11"/>
                    </a:lnTo>
                    <a:lnTo>
                      <a:pt x="1130" y="253"/>
                    </a:lnTo>
                    <a:cubicBezTo>
                      <a:pt x="1184" y="352"/>
                      <a:pt x="1226" y="432"/>
                      <a:pt x="1272" y="513"/>
                    </a:cubicBezTo>
                    <a:cubicBezTo>
                      <a:pt x="1406" y="754"/>
                      <a:pt x="1456" y="1019"/>
                      <a:pt x="1413" y="1310"/>
                    </a:cubicBezTo>
                    <a:cubicBezTo>
                      <a:pt x="1387" y="1509"/>
                      <a:pt x="1287" y="1639"/>
                      <a:pt x="1119" y="1696"/>
                    </a:cubicBezTo>
                    <a:cubicBezTo>
                      <a:pt x="1084" y="1712"/>
                      <a:pt x="1050" y="1716"/>
                      <a:pt x="1015" y="1716"/>
                    </a:cubicBezTo>
                    <a:cubicBezTo>
                      <a:pt x="885" y="1716"/>
                      <a:pt x="785" y="1624"/>
                      <a:pt x="674" y="1513"/>
                    </a:cubicBezTo>
                    <a:cubicBezTo>
                      <a:pt x="636" y="1471"/>
                      <a:pt x="609" y="1417"/>
                      <a:pt x="579" y="1364"/>
                    </a:cubicBezTo>
                    <a:cubicBezTo>
                      <a:pt x="556" y="1321"/>
                      <a:pt x="533" y="1275"/>
                      <a:pt x="506" y="1237"/>
                    </a:cubicBezTo>
                    <a:cubicBezTo>
                      <a:pt x="444" y="1149"/>
                      <a:pt x="368" y="1057"/>
                      <a:pt x="237" y="1057"/>
                    </a:cubicBezTo>
                    <a:cubicBezTo>
                      <a:pt x="177" y="1057"/>
                      <a:pt x="111" y="1076"/>
                      <a:pt x="39" y="1118"/>
                    </a:cubicBezTo>
                    <a:lnTo>
                      <a:pt x="0" y="1141"/>
                    </a:lnTo>
                    <a:lnTo>
                      <a:pt x="19" y="1183"/>
                    </a:lnTo>
                    <a:cubicBezTo>
                      <a:pt x="31" y="1218"/>
                      <a:pt x="46" y="1252"/>
                      <a:pt x="62" y="1287"/>
                    </a:cubicBezTo>
                    <a:cubicBezTo>
                      <a:pt x="92" y="1344"/>
                      <a:pt x="115" y="1398"/>
                      <a:pt x="119" y="1448"/>
                    </a:cubicBezTo>
                    <a:cubicBezTo>
                      <a:pt x="172" y="1915"/>
                      <a:pt x="522" y="2046"/>
                      <a:pt x="874" y="2138"/>
                    </a:cubicBezTo>
                    <a:cubicBezTo>
                      <a:pt x="939" y="2156"/>
                      <a:pt x="1000" y="2164"/>
                      <a:pt x="1061" y="2164"/>
                    </a:cubicBezTo>
                    <a:cubicBezTo>
                      <a:pt x="1252" y="2164"/>
                      <a:pt x="1418" y="2073"/>
                      <a:pt x="1556" y="1896"/>
                    </a:cubicBezTo>
                    <a:cubicBezTo>
                      <a:pt x="1931" y="1406"/>
                      <a:pt x="1855" y="414"/>
                      <a:pt x="1413" y="30"/>
                    </a:cubicBezTo>
                    <a:cubicBezTo>
                      <a:pt x="1383" y="4"/>
                      <a:pt x="1337" y="0"/>
                      <a:pt x="13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9"/>
              <p:cNvSpPr/>
              <p:nvPr/>
            </p:nvSpPr>
            <p:spPr>
              <a:xfrm>
                <a:off x="1190464" y="2066600"/>
                <a:ext cx="95517" cy="88599"/>
              </a:xfrm>
              <a:custGeom>
                <a:rect b="b" l="l" r="r" t="t"/>
                <a:pathLst>
                  <a:path extrusionOk="0" h="1127" w="1215">
                    <a:moveTo>
                      <a:pt x="548" y="0"/>
                    </a:moveTo>
                    <a:cubicBezTo>
                      <a:pt x="264" y="0"/>
                      <a:pt x="42" y="219"/>
                      <a:pt x="16" y="521"/>
                    </a:cubicBezTo>
                    <a:cubicBezTo>
                      <a:pt x="0" y="740"/>
                      <a:pt x="34" y="889"/>
                      <a:pt x="126" y="989"/>
                    </a:cubicBezTo>
                    <a:cubicBezTo>
                      <a:pt x="211" y="1080"/>
                      <a:pt x="345" y="1126"/>
                      <a:pt x="536" y="1126"/>
                    </a:cubicBezTo>
                    <a:lnTo>
                      <a:pt x="578" y="1126"/>
                    </a:lnTo>
                    <a:cubicBezTo>
                      <a:pt x="713" y="1123"/>
                      <a:pt x="843" y="1077"/>
                      <a:pt x="981" y="1031"/>
                    </a:cubicBezTo>
                    <a:cubicBezTo>
                      <a:pt x="1042" y="1008"/>
                      <a:pt x="1103" y="989"/>
                      <a:pt x="1169" y="970"/>
                    </a:cubicBezTo>
                    <a:lnTo>
                      <a:pt x="1215" y="958"/>
                    </a:lnTo>
                    <a:lnTo>
                      <a:pt x="1203" y="909"/>
                    </a:lnTo>
                    <a:cubicBezTo>
                      <a:pt x="1183" y="824"/>
                      <a:pt x="1169" y="748"/>
                      <a:pt x="1157" y="682"/>
                    </a:cubicBezTo>
                    <a:cubicBezTo>
                      <a:pt x="1130" y="541"/>
                      <a:pt x="1111" y="433"/>
                      <a:pt x="1058" y="338"/>
                    </a:cubicBezTo>
                    <a:cubicBezTo>
                      <a:pt x="989" y="215"/>
                      <a:pt x="851" y="58"/>
                      <a:pt x="701" y="19"/>
                    </a:cubicBezTo>
                    <a:cubicBezTo>
                      <a:pt x="651" y="5"/>
                      <a:pt x="59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9"/>
              <p:cNvSpPr/>
              <p:nvPr/>
            </p:nvSpPr>
            <p:spPr>
              <a:xfrm>
                <a:off x="1537095" y="1956305"/>
                <a:ext cx="53380" cy="57389"/>
              </a:xfrm>
              <a:custGeom>
                <a:rect b="b" l="l" r="r" t="t"/>
                <a:pathLst>
                  <a:path extrusionOk="0" h="730" w="679">
                    <a:moveTo>
                      <a:pt x="337" y="1"/>
                    </a:moveTo>
                    <a:cubicBezTo>
                      <a:pt x="219" y="1"/>
                      <a:pt x="119" y="36"/>
                      <a:pt x="61" y="101"/>
                    </a:cubicBezTo>
                    <a:cubicBezTo>
                      <a:pt x="19" y="151"/>
                      <a:pt x="1" y="216"/>
                      <a:pt x="8" y="289"/>
                    </a:cubicBezTo>
                    <a:cubicBezTo>
                      <a:pt x="19" y="373"/>
                      <a:pt x="77" y="446"/>
                      <a:pt x="150" y="534"/>
                    </a:cubicBezTo>
                    <a:cubicBezTo>
                      <a:pt x="188" y="576"/>
                      <a:pt x="226" y="622"/>
                      <a:pt x="265" y="676"/>
                    </a:cubicBezTo>
                    <a:lnTo>
                      <a:pt x="303" y="729"/>
                    </a:lnTo>
                    <a:lnTo>
                      <a:pt x="346" y="679"/>
                    </a:lnTo>
                    <a:cubicBezTo>
                      <a:pt x="392" y="626"/>
                      <a:pt x="438" y="584"/>
                      <a:pt x="479" y="542"/>
                    </a:cubicBezTo>
                    <a:cubicBezTo>
                      <a:pt x="567" y="461"/>
                      <a:pt x="632" y="392"/>
                      <a:pt x="655" y="308"/>
                    </a:cubicBezTo>
                    <a:cubicBezTo>
                      <a:pt x="678" y="208"/>
                      <a:pt x="648" y="143"/>
                      <a:pt x="617" y="109"/>
                    </a:cubicBezTo>
                    <a:cubicBezTo>
                      <a:pt x="567" y="40"/>
                      <a:pt x="468" y="1"/>
                      <a:pt x="3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9"/>
              <p:cNvSpPr/>
              <p:nvPr/>
            </p:nvSpPr>
            <p:spPr>
              <a:xfrm>
                <a:off x="1921098" y="1952138"/>
                <a:ext cx="63914" cy="44968"/>
              </a:xfrm>
              <a:custGeom>
                <a:rect b="b" l="l" r="r" t="t"/>
                <a:pathLst>
                  <a:path extrusionOk="0" h="572" w="813">
                    <a:moveTo>
                      <a:pt x="249" y="1"/>
                    </a:moveTo>
                    <a:cubicBezTo>
                      <a:pt x="177" y="1"/>
                      <a:pt x="115" y="27"/>
                      <a:pt x="69" y="77"/>
                    </a:cubicBezTo>
                    <a:cubicBezTo>
                      <a:pt x="23" y="131"/>
                      <a:pt x="0" y="211"/>
                      <a:pt x="12" y="299"/>
                    </a:cubicBezTo>
                    <a:cubicBezTo>
                      <a:pt x="31" y="464"/>
                      <a:pt x="146" y="572"/>
                      <a:pt x="303" y="572"/>
                    </a:cubicBezTo>
                    <a:cubicBezTo>
                      <a:pt x="326" y="572"/>
                      <a:pt x="349" y="568"/>
                      <a:pt x="376" y="564"/>
                    </a:cubicBezTo>
                    <a:cubicBezTo>
                      <a:pt x="449" y="549"/>
                      <a:pt x="509" y="495"/>
                      <a:pt x="594" y="422"/>
                    </a:cubicBezTo>
                    <a:cubicBezTo>
                      <a:pt x="636" y="384"/>
                      <a:pt x="686" y="338"/>
                      <a:pt x="744" y="292"/>
                    </a:cubicBezTo>
                    <a:lnTo>
                      <a:pt x="813" y="242"/>
                    </a:lnTo>
                    <a:lnTo>
                      <a:pt x="736" y="204"/>
                    </a:lnTo>
                    <a:cubicBezTo>
                      <a:pt x="663" y="169"/>
                      <a:pt x="601" y="139"/>
                      <a:pt x="548" y="108"/>
                    </a:cubicBezTo>
                    <a:cubicBezTo>
                      <a:pt x="445" y="50"/>
                      <a:pt x="368" y="13"/>
                      <a:pt x="2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9"/>
              <p:cNvSpPr/>
              <p:nvPr/>
            </p:nvSpPr>
            <p:spPr>
              <a:xfrm>
                <a:off x="1562149" y="2681361"/>
                <a:ext cx="44024" cy="37028"/>
              </a:xfrm>
              <a:custGeom>
                <a:rect b="b" l="l" r="r" t="t"/>
                <a:pathLst>
                  <a:path extrusionOk="0" h="471" w="560">
                    <a:moveTo>
                      <a:pt x="559" y="0"/>
                    </a:moveTo>
                    <a:lnTo>
                      <a:pt x="0" y="207"/>
                    </a:lnTo>
                    <a:lnTo>
                      <a:pt x="23" y="260"/>
                    </a:lnTo>
                    <a:cubicBezTo>
                      <a:pt x="27" y="271"/>
                      <a:pt x="34" y="291"/>
                      <a:pt x="38" y="306"/>
                    </a:cubicBezTo>
                    <a:cubicBezTo>
                      <a:pt x="53" y="356"/>
                      <a:pt x="73" y="414"/>
                      <a:pt x="119" y="437"/>
                    </a:cubicBezTo>
                    <a:cubicBezTo>
                      <a:pt x="165" y="460"/>
                      <a:pt x="207" y="471"/>
                      <a:pt x="248" y="471"/>
                    </a:cubicBezTo>
                    <a:cubicBezTo>
                      <a:pt x="406" y="471"/>
                      <a:pt x="478" y="291"/>
                      <a:pt x="532" y="100"/>
                    </a:cubicBezTo>
                    <a:lnTo>
                      <a:pt x="5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9"/>
              <p:cNvSpPr/>
              <p:nvPr/>
            </p:nvSpPr>
            <p:spPr>
              <a:xfrm>
                <a:off x="1680698" y="2722554"/>
                <a:ext cx="48034" cy="26886"/>
              </a:xfrm>
              <a:custGeom>
                <a:rect b="b" l="l" r="r" t="t"/>
                <a:pathLst>
                  <a:path extrusionOk="0" h="342" w="611">
                    <a:moveTo>
                      <a:pt x="116" y="0"/>
                    </a:moveTo>
                    <a:lnTo>
                      <a:pt x="74" y="9"/>
                    </a:lnTo>
                    <a:lnTo>
                      <a:pt x="59" y="39"/>
                    </a:lnTo>
                    <a:cubicBezTo>
                      <a:pt x="59" y="43"/>
                      <a:pt x="1" y="181"/>
                      <a:pt x="51" y="238"/>
                    </a:cubicBezTo>
                    <a:cubicBezTo>
                      <a:pt x="116" y="307"/>
                      <a:pt x="181" y="341"/>
                      <a:pt x="246" y="341"/>
                    </a:cubicBezTo>
                    <a:cubicBezTo>
                      <a:pt x="346" y="341"/>
                      <a:pt x="438" y="276"/>
                      <a:pt x="556" y="124"/>
                    </a:cubicBezTo>
                    <a:lnTo>
                      <a:pt x="610" y="51"/>
                    </a:lnTo>
                    <a:lnTo>
                      <a:pt x="411" y="28"/>
                    </a:lnTo>
                    <a:cubicBezTo>
                      <a:pt x="296" y="12"/>
                      <a:pt x="208" y="0"/>
                      <a:pt x="1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9"/>
              <p:cNvSpPr/>
              <p:nvPr/>
            </p:nvSpPr>
            <p:spPr>
              <a:xfrm>
                <a:off x="1469621" y="2621693"/>
                <a:ext cx="41351" cy="33490"/>
              </a:xfrm>
              <a:custGeom>
                <a:rect b="b" l="l" r="r" t="t"/>
                <a:pathLst>
                  <a:path extrusionOk="0" h="426" w="526">
                    <a:moveTo>
                      <a:pt x="525" y="1"/>
                    </a:moveTo>
                    <a:lnTo>
                      <a:pt x="0" y="185"/>
                    </a:lnTo>
                    <a:lnTo>
                      <a:pt x="62" y="379"/>
                    </a:lnTo>
                    <a:lnTo>
                      <a:pt x="81" y="391"/>
                    </a:lnTo>
                    <a:cubicBezTo>
                      <a:pt x="131" y="414"/>
                      <a:pt x="177" y="425"/>
                      <a:pt x="215" y="425"/>
                    </a:cubicBezTo>
                    <a:cubicBezTo>
                      <a:pt x="368" y="425"/>
                      <a:pt x="441" y="268"/>
                      <a:pt x="495" y="96"/>
                    </a:cubicBez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9"/>
              <p:cNvSpPr/>
              <p:nvPr/>
            </p:nvSpPr>
            <p:spPr>
              <a:xfrm>
                <a:off x="1799719" y="2685527"/>
                <a:ext cx="32625" cy="23270"/>
              </a:xfrm>
              <a:custGeom>
                <a:rect b="b" l="l" r="r" t="t"/>
                <a:pathLst>
                  <a:path extrusionOk="0" h="296" w="415">
                    <a:moveTo>
                      <a:pt x="77" y="1"/>
                    </a:moveTo>
                    <a:cubicBezTo>
                      <a:pt x="27" y="4"/>
                      <a:pt x="20" y="50"/>
                      <a:pt x="12" y="131"/>
                    </a:cubicBezTo>
                    <a:cubicBezTo>
                      <a:pt x="8" y="161"/>
                      <a:pt x="0" y="211"/>
                      <a:pt x="46" y="223"/>
                    </a:cubicBezTo>
                    <a:cubicBezTo>
                      <a:pt x="115" y="246"/>
                      <a:pt x="184" y="261"/>
                      <a:pt x="253" y="273"/>
                    </a:cubicBezTo>
                    <a:lnTo>
                      <a:pt x="357" y="296"/>
                    </a:lnTo>
                    <a:lnTo>
                      <a:pt x="414" y="16"/>
                    </a:lnTo>
                    <a:lnTo>
                      <a:pt x="295" y="8"/>
                    </a:lnTo>
                    <a:cubicBezTo>
                      <a:pt x="234" y="4"/>
                      <a:pt x="173" y="1"/>
                      <a:pt x="1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9"/>
              <p:cNvSpPr/>
              <p:nvPr/>
            </p:nvSpPr>
            <p:spPr>
              <a:xfrm>
                <a:off x="1846101" y="2593077"/>
                <a:ext cx="27751" cy="31682"/>
              </a:xfrm>
              <a:custGeom>
                <a:rect b="b" l="l" r="r" t="t"/>
                <a:pathLst>
                  <a:path extrusionOk="0" h="403" w="353">
                    <a:moveTo>
                      <a:pt x="158" y="1"/>
                    </a:moveTo>
                    <a:lnTo>
                      <a:pt x="119" y="58"/>
                    </a:lnTo>
                    <a:cubicBezTo>
                      <a:pt x="104" y="77"/>
                      <a:pt x="89" y="96"/>
                      <a:pt x="73" y="115"/>
                    </a:cubicBezTo>
                    <a:cubicBezTo>
                      <a:pt x="35" y="165"/>
                      <a:pt x="1" y="204"/>
                      <a:pt x="12" y="253"/>
                    </a:cubicBezTo>
                    <a:cubicBezTo>
                      <a:pt x="27" y="314"/>
                      <a:pt x="104" y="395"/>
                      <a:pt x="176" y="402"/>
                    </a:cubicBezTo>
                    <a:lnTo>
                      <a:pt x="185" y="402"/>
                    </a:lnTo>
                    <a:cubicBezTo>
                      <a:pt x="238" y="402"/>
                      <a:pt x="291" y="353"/>
                      <a:pt x="319" y="326"/>
                    </a:cubicBezTo>
                    <a:cubicBezTo>
                      <a:pt x="342" y="296"/>
                      <a:pt x="353" y="268"/>
                      <a:pt x="349" y="241"/>
                    </a:cubicBezTo>
                    <a:cubicBezTo>
                      <a:pt x="342" y="192"/>
                      <a:pt x="303" y="153"/>
                      <a:pt x="261" y="112"/>
                    </a:cubicBezTo>
                    <a:cubicBezTo>
                      <a:pt x="242" y="96"/>
                      <a:pt x="219" y="77"/>
                      <a:pt x="199" y="50"/>
                    </a:cubicBez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9"/>
              <p:cNvSpPr/>
              <p:nvPr/>
            </p:nvSpPr>
            <p:spPr>
              <a:xfrm>
                <a:off x="1448552" y="2524447"/>
                <a:ext cx="36242" cy="25314"/>
              </a:xfrm>
              <a:custGeom>
                <a:rect b="b" l="l" r="r" t="t"/>
                <a:pathLst>
                  <a:path extrusionOk="0" h="322" w="461">
                    <a:moveTo>
                      <a:pt x="138" y="0"/>
                    </a:moveTo>
                    <a:cubicBezTo>
                      <a:pt x="119" y="0"/>
                      <a:pt x="89" y="7"/>
                      <a:pt x="50" y="69"/>
                    </a:cubicBezTo>
                    <a:cubicBezTo>
                      <a:pt x="27" y="103"/>
                      <a:pt x="1" y="157"/>
                      <a:pt x="15" y="195"/>
                    </a:cubicBezTo>
                    <a:cubicBezTo>
                      <a:pt x="43" y="260"/>
                      <a:pt x="127" y="318"/>
                      <a:pt x="195" y="322"/>
                    </a:cubicBezTo>
                    <a:lnTo>
                      <a:pt x="199" y="322"/>
                    </a:lnTo>
                    <a:cubicBezTo>
                      <a:pt x="245" y="322"/>
                      <a:pt x="280" y="291"/>
                      <a:pt x="326" y="249"/>
                    </a:cubicBezTo>
                    <a:cubicBezTo>
                      <a:pt x="345" y="234"/>
                      <a:pt x="368" y="214"/>
                      <a:pt x="395" y="191"/>
                    </a:cubicBezTo>
                    <a:lnTo>
                      <a:pt x="460" y="142"/>
                    </a:lnTo>
                    <a:lnTo>
                      <a:pt x="383" y="107"/>
                    </a:lnTo>
                    <a:cubicBezTo>
                      <a:pt x="353" y="92"/>
                      <a:pt x="326" y="76"/>
                      <a:pt x="303" y="65"/>
                    </a:cubicBezTo>
                    <a:cubicBezTo>
                      <a:pt x="245" y="34"/>
                      <a:pt x="199" y="7"/>
                      <a:pt x="1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9"/>
              <p:cNvSpPr/>
              <p:nvPr/>
            </p:nvSpPr>
            <p:spPr>
              <a:xfrm>
                <a:off x="1861745" y="2489150"/>
                <a:ext cx="32940" cy="23585"/>
              </a:xfrm>
              <a:custGeom>
                <a:rect b="b" l="l" r="r" t="t"/>
                <a:pathLst>
                  <a:path extrusionOk="0" h="300" w="419">
                    <a:moveTo>
                      <a:pt x="143" y="0"/>
                    </a:moveTo>
                    <a:lnTo>
                      <a:pt x="111" y="4"/>
                    </a:lnTo>
                    <a:lnTo>
                      <a:pt x="100" y="12"/>
                    </a:lnTo>
                    <a:cubicBezTo>
                      <a:pt x="46" y="43"/>
                      <a:pt x="23" y="115"/>
                      <a:pt x="5" y="184"/>
                    </a:cubicBezTo>
                    <a:lnTo>
                      <a:pt x="0" y="216"/>
                    </a:lnTo>
                    <a:lnTo>
                      <a:pt x="16" y="234"/>
                    </a:lnTo>
                    <a:cubicBezTo>
                      <a:pt x="35" y="257"/>
                      <a:pt x="104" y="299"/>
                      <a:pt x="150" y="299"/>
                    </a:cubicBezTo>
                    <a:lnTo>
                      <a:pt x="166" y="299"/>
                    </a:lnTo>
                    <a:lnTo>
                      <a:pt x="173" y="295"/>
                    </a:lnTo>
                    <a:cubicBezTo>
                      <a:pt x="215" y="284"/>
                      <a:pt x="246" y="253"/>
                      <a:pt x="288" y="216"/>
                    </a:cubicBezTo>
                    <a:cubicBezTo>
                      <a:pt x="304" y="196"/>
                      <a:pt x="327" y="177"/>
                      <a:pt x="353" y="154"/>
                    </a:cubicBezTo>
                    <a:lnTo>
                      <a:pt x="419" y="96"/>
                    </a:lnTo>
                    <a:lnTo>
                      <a:pt x="334" y="66"/>
                    </a:lnTo>
                    <a:cubicBezTo>
                      <a:pt x="299" y="55"/>
                      <a:pt x="272" y="43"/>
                      <a:pt x="246" y="32"/>
                    </a:cubicBezTo>
                    <a:cubicBezTo>
                      <a:pt x="203" y="12"/>
                      <a:pt x="173" y="0"/>
                      <a:pt x="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9"/>
              <p:cNvSpPr/>
              <p:nvPr/>
            </p:nvSpPr>
            <p:spPr>
              <a:xfrm rot="-5400000">
                <a:off x="502963" y="1198787"/>
                <a:ext cx="2266576" cy="1930001"/>
              </a:xfrm>
              <a:custGeom>
                <a:rect b="b" l="l" r="r" t="t"/>
                <a:pathLst>
                  <a:path extrusionOk="0" h="34360" w="68961">
                    <a:moveTo>
                      <a:pt x="29793" y="627"/>
                    </a:moveTo>
                    <a:cubicBezTo>
                      <a:pt x="31042" y="627"/>
                      <a:pt x="32291" y="656"/>
                      <a:pt x="33536" y="708"/>
                    </a:cubicBezTo>
                    <a:cubicBezTo>
                      <a:pt x="39019" y="872"/>
                      <a:pt x="44666" y="1385"/>
                      <a:pt x="50149" y="2248"/>
                    </a:cubicBezTo>
                    <a:cubicBezTo>
                      <a:pt x="55612" y="3193"/>
                      <a:pt x="61444" y="4897"/>
                      <a:pt x="65120" y="9600"/>
                    </a:cubicBezTo>
                    <a:cubicBezTo>
                      <a:pt x="68960" y="14570"/>
                      <a:pt x="68550" y="20977"/>
                      <a:pt x="64340" y="25597"/>
                    </a:cubicBezTo>
                    <a:cubicBezTo>
                      <a:pt x="60417" y="30054"/>
                      <a:pt x="54421" y="31512"/>
                      <a:pt x="48855" y="32456"/>
                    </a:cubicBezTo>
                    <a:cubicBezTo>
                      <a:pt x="43610" y="33353"/>
                      <a:pt x="38244" y="33806"/>
                      <a:pt x="32898" y="33806"/>
                    </a:cubicBezTo>
                    <a:cubicBezTo>
                      <a:pt x="31630" y="33806"/>
                      <a:pt x="30364" y="33781"/>
                      <a:pt x="29100" y="33730"/>
                    </a:cubicBezTo>
                    <a:cubicBezTo>
                      <a:pt x="23699" y="33483"/>
                      <a:pt x="18134" y="33052"/>
                      <a:pt x="12917" y="31245"/>
                    </a:cubicBezTo>
                    <a:cubicBezTo>
                      <a:pt x="7619" y="29376"/>
                      <a:pt x="2485" y="25782"/>
                      <a:pt x="1109" y="19786"/>
                    </a:cubicBezTo>
                    <a:cubicBezTo>
                      <a:pt x="0" y="15432"/>
                      <a:pt x="1027" y="10627"/>
                      <a:pt x="3594" y="7115"/>
                    </a:cubicBezTo>
                    <a:cubicBezTo>
                      <a:pt x="11507" y="2147"/>
                      <a:pt x="20660" y="627"/>
                      <a:pt x="29793" y="627"/>
                    </a:cubicBezTo>
                    <a:close/>
                    <a:moveTo>
                      <a:pt x="30015" y="1"/>
                    </a:moveTo>
                    <a:cubicBezTo>
                      <a:pt x="21187" y="1"/>
                      <a:pt x="12367" y="1344"/>
                      <a:pt x="4621" y="5760"/>
                    </a:cubicBezTo>
                    <a:cubicBezTo>
                      <a:pt x="5134" y="5246"/>
                      <a:pt x="5730" y="4733"/>
                      <a:pt x="6325" y="4219"/>
                    </a:cubicBezTo>
                    <a:cubicBezTo>
                      <a:pt x="6486" y="4148"/>
                      <a:pt x="6367" y="3937"/>
                      <a:pt x="6226" y="3937"/>
                    </a:cubicBezTo>
                    <a:cubicBezTo>
                      <a:pt x="6204" y="3937"/>
                      <a:pt x="6182" y="3942"/>
                      <a:pt x="6161" y="3952"/>
                    </a:cubicBezTo>
                    <a:cubicBezTo>
                      <a:pt x="5216" y="4651"/>
                      <a:pt x="4374" y="5493"/>
                      <a:pt x="3676" y="6355"/>
                    </a:cubicBezTo>
                    <a:cubicBezTo>
                      <a:pt x="3081" y="6704"/>
                      <a:pt x="2485" y="7115"/>
                      <a:pt x="1890" y="7464"/>
                    </a:cubicBezTo>
                    <a:cubicBezTo>
                      <a:pt x="1675" y="7679"/>
                      <a:pt x="1805" y="8052"/>
                      <a:pt x="1993" y="8052"/>
                    </a:cubicBezTo>
                    <a:cubicBezTo>
                      <a:pt x="2038" y="8052"/>
                      <a:pt x="2088" y="8030"/>
                      <a:pt x="2136" y="7977"/>
                    </a:cubicBezTo>
                    <a:cubicBezTo>
                      <a:pt x="2403" y="7895"/>
                      <a:pt x="2567" y="7731"/>
                      <a:pt x="2731" y="7628"/>
                    </a:cubicBezTo>
                    <a:lnTo>
                      <a:pt x="2731" y="7628"/>
                    </a:lnTo>
                    <a:cubicBezTo>
                      <a:pt x="1109" y="10031"/>
                      <a:pt x="267" y="12947"/>
                      <a:pt x="164" y="15945"/>
                    </a:cubicBezTo>
                    <a:cubicBezTo>
                      <a:pt x="82" y="20895"/>
                      <a:pt x="2403" y="25351"/>
                      <a:pt x="6161" y="28267"/>
                    </a:cubicBezTo>
                    <a:cubicBezTo>
                      <a:pt x="10350" y="31594"/>
                      <a:pt x="15751" y="32888"/>
                      <a:pt x="20803" y="33565"/>
                    </a:cubicBezTo>
                    <a:cubicBezTo>
                      <a:pt x="24877" y="34101"/>
                      <a:pt x="28950" y="34359"/>
                      <a:pt x="33024" y="34359"/>
                    </a:cubicBezTo>
                    <a:cubicBezTo>
                      <a:pt x="36138" y="34359"/>
                      <a:pt x="39252" y="34208"/>
                      <a:pt x="42366" y="33915"/>
                    </a:cubicBezTo>
                    <a:cubicBezTo>
                      <a:pt x="48609" y="33216"/>
                      <a:pt x="55530" y="32456"/>
                      <a:pt x="61013" y="29027"/>
                    </a:cubicBezTo>
                    <a:cubicBezTo>
                      <a:pt x="65366" y="26378"/>
                      <a:pt x="68960" y="21490"/>
                      <a:pt x="68365" y="16028"/>
                    </a:cubicBezTo>
                    <a:cubicBezTo>
                      <a:pt x="67851" y="10811"/>
                      <a:pt x="63826" y="6602"/>
                      <a:pt x="59473" y="4384"/>
                    </a:cubicBezTo>
                    <a:cubicBezTo>
                      <a:pt x="53907" y="1652"/>
                      <a:pt x="47500" y="1221"/>
                      <a:pt x="41504" y="626"/>
                    </a:cubicBezTo>
                    <a:cubicBezTo>
                      <a:pt x="37732" y="257"/>
                      <a:pt x="33873" y="1"/>
                      <a:pt x="300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0" name="Google Shape;550;p19"/>
            <p:cNvSpPr txBox="1"/>
            <p:nvPr/>
          </p:nvSpPr>
          <p:spPr>
            <a:xfrm>
              <a:off x="800294" y="3742835"/>
              <a:ext cx="1671900" cy="59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mostly of hydrogen and helium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51" name="Google Shape;551;p19"/>
          <p:cNvGrpSpPr/>
          <p:nvPr/>
        </p:nvGrpSpPr>
        <p:grpSpPr>
          <a:xfrm>
            <a:off x="3180225" y="1275875"/>
            <a:ext cx="2515008" cy="1616380"/>
            <a:chOff x="3180225" y="1275875"/>
            <a:chExt cx="2515008" cy="1616380"/>
          </a:xfrm>
        </p:grpSpPr>
        <p:sp>
          <p:nvSpPr>
            <p:cNvPr id="552" name="Google Shape;552;p19"/>
            <p:cNvSpPr txBox="1"/>
            <p:nvPr/>
          </p:nvSpPr>
          <p:spPr>
            <a:xfrm>
              <a:off x="3477252" y="1472650"/>
              <a:ext cx="16215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Interests</a:t>
              </a:r>
              <a:endParaRPr b="1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53" name="Google Shape;553;p19"/>
            <p:cNvSpPr/>
            <p:nvPr/>
          </p:nvSpPr>
          <p:spPr>
            <a:xfrm>
              <a:off x="3180225" y="1275875"/>
              <a:ext cx="2515008" cy="1616380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9"/>
            <p:cNvSpPr txBox="1"/>
            <p:nvPr/>
          </p:nvSpPr>
          <p:spPr>
            <a:xfrm>
              <a:off x="3794050" y="1916038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 a cold place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5" name="Google Shape;555;p19"/>
            <p:cNvSpPr txBox="1"/>
            <p:nvPr/>
          </p:nvSpPr>
          <p:spPr>
            <a:xfrm>
              <a:off x="3794050" y="2164213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a gas giant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6" name="Google Shape;556;p19"/>
            <p:cNvSpPr txBox="1"/>
            <p:nvPr/>
          </p:nvSpPr>
          <p:spPr>
            <a:xfrm>
              <a:off x="3794050" y="2412388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fifth planet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7" name="Google Shape;557;p19"/>
            <p:cNvSpPr/>
            <p:nvPr/>
          </p:nvSpPr>
          <p:spPr>
            <a:xfrm>
              <a:off x="3602975" y="1946225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9"/>
            <p:cNvSpPr/>
            <p:nvPr/>
          </p:nvSpPr>
          <p:spPr>
            <a:xfrm>
              <a:off x="3602975" y="2194400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9"/>
            <p:cNvSpPr/>
            <p:nvPr/>
          </p:nvSpPr>
          <p:spPr>
            <a:xfrm>
              <a:off x="3602975" y="2442575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0" name="Google Shape;560;p19"/>
          <p:cNvGrpSpPr/>
          <p:nvPr/>
        </p:nvGrpSpPr>
        <p:grpSpPr>
          <a:xfrm>
            <a:off x="6016026" y="1268950"/>
            <a:ext cx="2515008" cy="1616380"/>
            <a:chOff x="6016026" y="1268950"/>
            <a:chExt cx="2515008" cy="1616380"/>
          </a:xfrm>
        </p:grpSpPr>
        <p:sp>
          <p:nvSpPr>
            <p:cNvPr id="561" name="Google Shape;561;p19"/>
            <p:cNvSpPr/>
            <p:nvPr/>
          </p:nvSpPr>
          <p:spPr>
            <a:xfrm flipH="1">
              <a:off x="6016026" y="1268950"/>
              <a:ext cx="2515008" cy="1616380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9"/>
            <p:cNvSpPr txBox="1"/>
            <p:nvPr/>
          </p:nvSpPr>
          <p:spPr>
            <a:xfrm>
              <a:off x="6375927" y="1472650"/>
              <a:ext cx="16215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9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Frustrations</a:t>
              </a:r>
              <a:endParaRPr b="1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63" name="Google Shape;563;p19"/>
            <p:cNvSpPr txBox="1"/>
            <p:nvPr/>
          </p:nvSpPr>
          <p:spPr>
            <a:xfrm>
              <a:off x="6692725" y="1916038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hottest one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4" name="Google Shape;564;p19"/>
            <p:cNvSpPr txBox="1"/>
            <p:nvPr/>
          </p:nvSpPr>
          <p:spPr>
            <a:xfrm>
              <a:off x="6692725" y="2164213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a cold place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5" name="Google Shape;565;p19"/>
            <p:cNvSpPr txBox="1"/>
            <p:nvPr/>
          </p:nvSpPr>
          <p:spPr>
            <a:xfrm>
              <a:off x="6692725" y="2412388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biggest 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6501650" y="1946225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9"/>
            <p:cNvSpPr/>
            <p:nvPr/>
          </p:nvSpPr>
          <p:spPr>
            <a:xfrm>
              <a:off x="6501650" y="2194400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9"/>
            <p:cNvSpPr/>
            <p:nvPr/>
          </p:nvSpPr>
          <p:spPr>
            <a:xfrm>
              <a:off x="6501650" y="2442575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9" name="Google Shape;569;p19"/>
          <p:cNvGrpSpPr/>
          <p:nvPr/>
        </p:nvGrpSpPr>
        <p:grpSpPr>
          <a:xfrm>
            <a:off x="3132600" y="3119738"/>
            <a:ext cx="2515008" cy="1616380"/>
            <a:chOff x="3132600" y="3119738"/>
            <a:chExt cx="2515008" cy="1616380"/>
          </a:xfrm>
        </p:grpSpPr>
        <p:sp>
          <p:nvSpPr>
            <p:cNvPr id="570" name="Google Shape;570;p19"/>
            <p:cNvSpPr/>
            <p:nvPr/>
          </p:nvSpPr>
          <p:spPr>
            <a:xfrm>
              <a:off x="3132600" y="3119738"/>
              <a:ext cx="2515008" cy="1616380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9"/>
            <p:cNvSpPr txBox="1"/>
            <p:nvPr/>
          </p:nvSpPr>
          <p:spPr>
            <a:xfrm>
              <a:off x="3477252" y="3297075"/>
              <a:ext cx="16215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9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Aspirations</a:t>
              </a:r>
              <a:endParaRPr b="1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72" name="Google Shape;572;p19"/>
            <p:cNvSpPr txBox="1"/>
            <p:nvPr/>
          </p:nvSpPr>
          <p:spPr>
            <a:xfrm>
              <a:off x="3794050" y="3740463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third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3" name="Google Shape;573;p19"/>
            <p:cNvSpPr txBox="1"/>
            <p:nvPr/>
          </p:nvSpPr>
          <p:spPr>
            <a:xfrm>
              <a:off x="3794050" y="3988638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biggest 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4" name="Google Shape;574;p19"/>
            <p:cNvSpPr txBox="1"/>
            <p:nvPr/>
          </p:nvSpPr>
          <p:spPr>
            <a:xfrm>
              <a:off x="3794050" y="4236813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Pluto is far away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5" name="Google Shape;575;p19"/>
            <p:cNvSpPr/>
            <p:nvPr/>
          </p:nvSpPr>
          <p:spPr>
            <a:xfrm>
              <a:off x="3602975" y="3770650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9"/>
            <p:cNvSpPr/>
            <p:nvPr/>
          </p:nvSpPr>
          <p:spPr>
            <a:xfrm>
              <a:off x="3602975" y="4018825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9"/>
            <p:cNvSpPr/>
            <p:nvPr/>
          </p:nvSpPr>
          <p:spPr>
            <a:xfrm>
              <a:off x="3602975" y="4267000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19"/>
          <p:cNvGrpSpPr/>
          <p:nvPr/>
        </p:nvGrpSpPr>
        <p:grpSpPr>
          <a:xfrm>
            <a:off x="5904180" y="3119641"/>
            <a:ext cx="2528972" cy="1616553"/>
            <a:chOff x="5904180" y="3119641"/>
            <a:chExt cx="2528972" cy="1616553"/>
          </a:xfrm>
        </p:grpSpPr>
        <p:sp>
          <p:nvSpPr>
            <p:cNvPr id="579" name="Google Shape;579;p19"/>
            <p:cNvSpPr/>
            <p:nvPr/>
          </p:nvSpPr>
          <p:spPr>
            <a:xfrm flipH="1" rot="-234">
              <a:off x="5904180" y="3119727"/>
              <a:ext cx="2528972" cy="1616380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9"/>
            <p:cNvSpPr txBox="1"/>
            <p:nvPr/>
          </p:nvSpPr>
          <p:spPr>
            <a:xfrm>
              <a:off x="6375927" y="3297075"/>
              <a:ext cx="16215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9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Roles</a:t>
              </a:r>
              <a:endParaRPr b="1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81" name="Google Shape;581;p19"/>
            <p:cNvSpPr txBox="1"/>
            <p:nvPr/>
          </p:nvSpPr>
          <p:spPr>
            <a:xfrm>
              <a:off x="6692725" y="3740463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smallest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2" name="Google Shape;582;p19"/>
            <p:cNvSpPr txBox="1"/>
            <p:nvPr/>
          </p:nvSpPr>
          <p:spPr>
            <a:xfrm>
              <a:off x="6692725" y="3988638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farthest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3" name="Google Shape;583;p19"/>
            <p:cNvSpPr txBox="1"/>
            <p:nvPr/>
          </p:nvSpPr>
          <p:spPr>
            <a:xfrm>
              <a:off x="6692725" y="4236813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a gas giant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4" name="Google Shape;584;p19"/>
            <p:cNvSpPr/>
            <p:nvPr/>
          </p:nvSpPr>
          <p:spPr>
            <a:xfrm>
              <a:off x="6501650" y="3770650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9"/>
            <p:cNvSpPr/>
            <p:nvPr/>
          </p:nvSpPr>
          <p:spPr>
            <a:xfrm>
              <a:off x="6501650" y="4018825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9"/>
            <p:cNvSpPr/>
            <p:nvPr/>
          </p:nvSpPr>
          <p:spPr>
            <a:xfrm>
              <a:off x="6501650" y="4267000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0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592" name="Google Shape;592;p20"/>
          <p:cNvGrpSpPr/>
          <p:nvPr/>
        </p:nvGrpSpPr>
        <p:grpSpPr>
          <a:xfrm>
            <a:off x="755649" y="3799575"/>
            <a:ext cx="2272851" cy="280500"/>
            <a:chOff x="755649" y="3799575"/>
            <a:chExt cx="2272851" cy="280500"/>
          </a:xfrm>
        </p:grpSpPr>
        <p:sp>
          <p:nvSpPr>
            <p:cNvPr id="593" name="Google Shape;593;p20"/>
            <p:cNvSpPr txBox="1"/>
            <p:nvPr/>
          </p:nvSpPr>
          <p:spPr>
            <a:xfrm>
              <a:off x="755649" y="3799575"/>
              <a:ext cx="8988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English</a:t>
              </a:r>
              <a:endParaRPr sz="1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2912989" y="3882257"/>
              <a:ext cx="115510" cy="120728"/>
            </a:xfrm>
            <a:custGeom>
              <a:rect b="b" l="l" r="r" t="t"/>
              <a:pathLst>
                <a:path extrusionOk="0" h="2545" w="2435">
                  <a:moveTo>
                    <a:pt x="1093" y="1"/>
                  </a:moveTo>
                  <a:cubicBezTo>
                    <a:pt x="985" y="1"/>
                    <a:pt x="882" y="34"/>
                    <a:pt x="807" y="104"/>
                  </a:cubicBezTo>
                  <a:cubicBezTo>
                    <a:pt x="493" y="298"/>
                    <a:pt x="314" y="612"/>
                    <a:pt x="120" y="925"/>
                  </a:cubicBezTo>
                  <a:cubicBezTo>
                    <a:pt x="0" y="1224"/>
                    <a:pt x="120" y="1478"/>
                    <a:pt x="373" y="1598"/>
                  </a:cubicBezTo>
                  <a:cubicBezTo>
                    <a:pt x="373" y="1672"/>
                    <a:pt x="433" y="1732"/>
                    <a:pt x="433" y="1792"/>
                  </a:cubicBezTo>
                  <a:lnTo>
                    <a:pt x="433" y="1851"/>
                  </a:lnTo>
                  <a:cubicBezTo>
                    <a:pt x="378" y="2198"/>
                    <a:pt x="644" y="2545"/>
                    <a:pt x="981" y="2545"/>
                  </a:cubicBezTo>
                  <a:cubicBezTo>
                    <a:pt x="1007" y="2545"/>
                    <a:pt x="1034" y="2543"/>
                    <a:pt x="1060" y="2539"/>
                  </a:cubicBezTo>
                  <a:cubicBezTo>
                    <a:pt x="1180" y="2479"/>
                    <a:pt x="1374" y="2419"/>
                    <a:pt x="1494" y="2344"/>
                  </a:cubicBezTo>
                  <a:cubicBezTo>
                    <a:pt x="1553" y="2344"/>
                    <a:pt x="1613" y="2285"/>
                    <a:pt x="1688" y="2225"/>
                  </a:cubicBezTo>
                  <a:cubicBezTo>
                    <a:pt x="1748" y="2225"/>
                    <a:pt x="1807" y="2165"/>
                    <a:pt x="1867" y="2105"/>
                  </a:cubicBezTo>
                  <a:cubicBezTo>
                    <a:pt x="2061" y="1911"/>
                    <a:pt x="2181" y="1672"/>
                    <a:pt x="2300" y="1418"/>
                  </a:cubicBezTo>
                  <a:cubicBezTo>
                    <a:pt x="2435" y="1164"/>
                    <a:pt x="2435" y="791"/>
                    <a:pt x="2240" y="552"/>
                  </a:cubicBezTo>
                  <a:cubicBezTo>
                    <a:pt x="2092" y="341"/>
                    <a:pt x="1892" y="223"/>
                    <a:pt x="1683" y="223"/>
                  </a:cubicBezTo>
                  <a:cubicBezTo>
                    <a:pt x="1640" y="223"/>
                    <a:pt x="1597" y="228"/>
                    <a:pt x="1553" y="238"/>
                  </a:cubicBezTo>
                  <a:cubicBezTo>
                    <a:pt x="1444" y="83"/>
                    <a:pt x="1262" y="1"/>
                    <a:pt x="10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1688400" y="3887997"/>
              <a:ext cx="114799" cy="110861"/>
            </a:xfrm>
            <a:custGeom>
              <a:rect b="b" l="l" r="r" t="t"/>
              <a:pathLst>
                <a:path extrusionOk="0" h="2337" w="2420">
                  <a:moveTo>
                    <a:pt x="1239" y="0"/>
                  </a:moveTo>
                  <a:cubicBezTo>
                    <a:pt x="1135" y="0"/>
                    <a:pt x="1028" y="35"/>
                    <a:pt x="926" y="117"/>
                  </a:cubicBezTo>
                  <a:cubicBezTo>
                    <a:pt x="807" y="177"/>
                    <a:pt x="747" y="237"/>
                    <a:pt x="613" y="356"/>
                  </a:cubicBezTo>
                  <a:cubicBezTo>
                    <a:pt x="493" y="491"/>
                    <a:pt x="374" y="610"/>
                    <a:pt x="239" y="730"/>
                  </a:cubicBezTo>
                  <a:lnTo>
                    <a:pt x="179" y="804"/>
                  </a:lnTo>
                  <a:cubicBezTo>
                    <a:pt x="179" y="804"/>
                    <a:pt x="179" y="864"/>
                    <a:pt x="120" y="924"/>
                  </a:cubicBezTo>
                  <a:cubicBezTo>
                    <a:pt x="0" y="1043"/>
                    <a:pt x="60" y="1357"/>
                    <a:pt x="239" y="1477"/>
                  </a:cubicBezTo>
                  <a:cubicBezTo>
                    <a:pt x="239" y="1611"/>
                    <a:pt x="374" y="1671"/>
                    <a:pt x="433" y="1730"/>
                  </a:cubicBezTo>
                  <a:cubicBezTo>
                    <a:pt x="488" y="2018"/>
                    <a:pt x="806" y="2305"/>
                    <a:pt x="1101" y="2305"/>
                  </a:cubicBezTo>
                  <a:cubicBezTo>
                    <a:pt x="1127" y="2305"/>
                    <a:pt x="1154" y="2303"/>
                    <a:pt x="1180" y="2298"/>
                  </a:cubicBezTo>
                  <a:cubicBezTo>
                    <a:pt x="1252" y="2322"/>
                    <a:pt x="1326" y="2336"/>
                    <a:pt x="1397" y="2336"/>
                  </a:cubicBezTo>
                  <a:cubicBezTo>
                    <a:pt x="1503" y="2336"/>
                    <a:pt x="1601" y="2304"/>
                    <a:pt x="1673" y="2223"/>
                  </a:cubicBezTo>
                  <a:cubicBezTo>
                    <a:pt x="1733" y="2164"/>
                    <a:pt x="1733" y="2104"/>
                    <a:pt x="1807" y="2104"/>
                  </a:cubicBezTo>
                  <a:cubicBezTo>
                    <a:pt x="1987" y="1925"/>
                    <a:pt x="2106" y="1790"/>
                    <a:pt x="2241" y="1611"/>
                  </a:cubicBezTo>
                  <a:cubicBezTo>
                    <a:pt x="2300" y="1477"/>
                    <a:pt x="2360" y="1297"/>
                    <a:pt x="2360" y="1178"/>
                  </a:cubicBezTo>
                  <a:cubicBezTo>
                    <a:pt x="2420" y="984"/>
                    <a:pt x="2420" y="730"/>
                    <a:pt x="2241" y="551"/>
                  </a:cubicBezTo>
                  <a:cubicBezTo>
                    <a:pt x="2106" y="431"/>
                    <a:pt x="1927" y="356"/>
                    <a:pt x="1733" y="356"/>
                  </a:cubicBezTo>
                  <a:cubicBezTo>
                    <a:pt x="1652" y="154"/>
                    <a:pt x="1455" y="0"/>
                    <a:pt x="12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1862688" y="3882921"/>
              <a:ext cx="117645" cy="104884"/>
            </a:xfrm>
            <a:custGeom>
              <a:rect b="b" l="l" r="r" t="t"/>
              <a:pathLst>
                <a:path extrusionOk="0" h="2211" w="2480">
                  <a:moveTo>
                    <a:pt x="1165" y="0"/>
                  </a:moveTo>
                  <a:cubicBezTo>
                    <a:pt x="1065" y="0"/>
                    <a:pt x="956" y="30"/>
                    <a:pt x="867" y="90"/>
                  </a:cubicBezTo>
                  <a:cubicBezTo>
                    <a:pt x="613" y="344"/>
                    <a:pt x="374" y="538"/>
                    <a:pt x="180" y="777"/>
                  </a:cubicBezTo>
                  <a:cubicBezTo>
                    <a:pt x="0" y="1031"/>
                    <a:pt x="0" y="1345"/>
                    <a:pt x="180" y="1524"/>
                  </a:cubicBezTo>
                  <a:cubicBezTo>
                    <a:pt x="239" y="1584"/>
                    <a:pt x="374" y="1584"/>
                    <a:pt x="434" y="1658"/>
                  </a:cubicBezTo>
                  <a:cubicBezTo>
                    <a:pt x="434" y="1897"/>
                    <a:pt x="747" y="2211"/>
                    <a:pt x="986" y="2211"/>
                  </a:cubicBezTo>
                  <a:cubicBezTo>
                    <a:pt x="1121" y="2211"/>
                    <a:pt x="1240" y="2211"/>
                    <a:pt x="1360" y="2151"/>
                  </a:cubicBezTo>
                  <a:cubicBezTo>
                    <a:pt x="1425" y="2176"/>
                    <a:pt x="1490" y="2188"/>
                    <a:pt x="1553" y="2188"/>
                  </a:cubicBezTo>
                  <a:cubicBezTo>
                    <a:pt x="1795" y="2188"/>
                    <a:pt x="2012" y="2014"/>
                    <a:pt x="2106" y="1718"/>
                  </a:cubicBezTo>
                  <a:cubicBezTo>
                    <a:pt x="2106" y="1658"/>
                    <a:pt x="2166" y="1524"/>
                    <a:pt x="2241" y="1464"/>
                  </a:cubicBezTo>
                  <a:cubicBezTo>
                    <a:pt x="2480" y="1150"/>
                    <a:pt x="2360" y="837"/>
                    <a:pt x="2106" y="658"/>
                  </a:cubicBezTo>
                  <a:cubicBezTo>
                    <a:pt x="2106" y="370"/>
                    <a:pt x="1793" y="83"/>
                    <a:pt x="1499" y="83"/>
                  </a:cubicBezTo>
                  <a:cubicBezTo>
                    <a:pt x="1472" y="83"/>
                    <a:pt x="1446" y="85"/>
                    <a:pt x="1419" y="90"/>
                  </a:cubicBezTo>
                  <a:cubicBezTo>
                    <a:pt x="1360" y="30"/>
                    <a:pt x="1266" y="0"/>
                    <a:pt x="11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2036265" y="3882068"/>
              <a:ext cx="118357" cy="114135"/>
            </a:xfrm>
            <a:custGeom>
              <a:rect b="b" l="l" r="r" t="t"/>
              <a:pathLst>
                <a:path extrusionOk="0" h="2406" w="2495">
                  <a:moveTo>
                    <a:pt x="1567" y="0"/>
                  </a:moveTo>
                  <a:cubicBezTo>
                    <a:pt x="1458" y="0"/>
                    <a:pt x="1349" y="33"/>
                    <a:pt x="1255" y="108"/>
                  </a:cubicBezTo>
                  <a:cubicBezTo>
                    <a:pt x="1196" y="108"/>
                    <a:pt x="1121" y="183"/>
                    <a:pt x="1061" y="242"/>
                  </a:cubicBezTo>
                  <a:cubicBezTo>
                    <a:pt x="822" y="242"/>
                    <a:pt x="628" y="362"/>
                    <a:pt x="568" y="616"/>
                  </a:cubicBezTo>
                  <a:cubicBezTo>
                    <a:pt x="509" y="735"/>
                    <a:pt x="449" y="795"/>
                    <a:pt x="449" y="929"/>
                  </a:cubicBezTo>
                  <a:cubicBezTo>
                    <a:pt x="374" y="989"/>
                    <a:pt x="374" y="1049"/>
                    <a:pt x="314" y="1049"/>
                  </a:cubicBezTo>
                  <a:cubicBezTo>
                    <a:pt x="1" y="1422"/>
                    <a:pt x="255" y="1855"/>
                    <a:pt x="628" y="1915"/>
                  </a:cubicBezTo>
                  <a:cubicBezTo>
                    <a:pt x="628" y="1975"/>
                    <a:pt x="688" y="1975"/>
                    <a:pt x="747" y="2050"/>
                  </a:cubicBezTo>
                  <a:cubicBezTo>
                    <a:pt x="838" y="2252"/>
                    <a:pt x="1066" y="2406"/>
                    <a:pt x="1301" y="2406"/>
                  </a:cubicBezTo>
                  <a:cubicBezTo>
                    <a:pt x="1413" y="2406"/>
                    <a:pt x="1527" y="2371"/>
                    <a:pt x="1629" y="2289"/>
                  </a:cubicBezTo>
                  <a:cubicBezTo>
                    <a:pt x="1942" y="2050"/>
                    <a:pt x="2181" y="1796"/>
                    <a:pt x="2241" y="1422"/>
                  </a:cubicBezTo>
                  <a:cubicBezTo>
                    <a:pt x="2495" y="1168"/>
                    <a:pt x="2435" y="795"/>
                    <a:pt x="2181" y="616"/>
                  </a:cubicBezTo>
                  <a:cubicBezTo>
                    <a:pt x="2226" y="291"/>
                    <a:pt x="1894" y="0"/>
                    <a:pt x="15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2216957" y="3891128"/>
              <a:ext cx="109154" cy="116507"/>
            </a:xfrm>
            <a:custGeom>
              <a:rect b="b" l="l" r="r" t="t"/>
              <a:pathLst>
                <a:path extrusionOk="0" h="2456" w="2301">
                  <a:moveTo>
                    <a:pt x="1200" y="0"/>
                  </a:moveTo>
                  <a:cubicBezTo>
                    <a:pt x="1083" y="0"/>
                    <a:pt x="966" y="35"/>
                    <a:pt x="867" y="111"/>
                  </a:cubicBezTo>
                  <a:cubicBezTo>
                    <a:pt x="672" y="231"/>
                    <a:pt x="553" y="290"/>
                    <a:pt x="374" y="425"/>
                  </a:cubicBezTo>
                  <a:cubicBezTo>
                    <a:pt x="60" y="604"/>
                    <a:pt x="60" y="977"/>
                    <a:pt x="239" y="1172"/>
                  </a:cubicBezTo>
                  <a:lnTo>
                    <a:pt x="239" y="1231"/>
                  </a:lnTo>
                  <a:cubicBezTo>
                    <a:pt x="60" y="1411"/>
                    <a:pt x="0" y="1664"/>
                    <a:pt x="180" y="1859"/>
                  </a:cubicBezTo>
                  <a:cubicBezTo>
                    <a:pt x="277" y="1956"/>
                    <a:pt x="464" y="2054"/>
                    <a:pt x="635" y="2054"/>
                  </a:cubicBezTo>
                  <a:cubicBezTo>
                    <a:pt x="674" y="2054"/>
                    <a:pt x="711" y="2049"/>
                    <a:pt x="747" y="2038"/>
                  </a:cubicBezTo>
                  <a:cubicBezTo>
                    <a:pt x="790" y="2262"/>
                    <a:pt x="1023" y="2455"/>
                    <a:pt x="1288" y="2455"/>
                  </a:cubicBezTo>
                  <a:cubicBezTo>
                    <a:pt x="1395" y="2455"/>
                    <a:pt x="1507" y="2424"/>
                    <a:pt x="1613" y="2352"/>
                  </a:cubicBezTo>
                  <a:cubicBezTo>
                    <a:pt x="1793" y="2232"/>
                    <a:pt x="1987" y="2038"/>
                    <a:pt x="2106" y="1859"/>
                  </a:cubicBezTo>
                  <a:cubicBezTo>
                    <a:pt x="2166" y="1664"/>
                    <a:pt x="2241" y="1545"/>
                    <a:pt x="2166" y="1411"/>
                  </a:cubicBezTo>
                  <a:cubicBezTo>
                    <a:pt x="2300" y="1112"/>
                    <a:pt x="2241" y="798"/>
                    <a:pt x="1927" y="604"/>
                  </a:cubicBezTo>
                  <a:cubicBezTo>
                    <a:pt x="1927" y="485"/>
                    <a:pt x="1793" y="290"/>
                    <a:pt x="1673" y="231"/>
                  </a:cubicBezTo>
                  <a:cubicBezTo>
                    <a:pt x="1564" y="85"/>
                    <a:pt x="1383" y="0"/>
                    <a:pt x="1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2384889" y="3881498"/>
              <a:ext cx="111953" cy="117645"/>
            </a:xfrm>
            <a:custGeom>
              <a:rect b="b" l="l" r="r" t="t"/>
              <a:pathLst>
                <a:path extrusionOk="0" h="2480" w="2360">
                  <a:moveTo>
                    <a:pt x="1180" y="1"/>
                  </a:moveTo>
                  <a:cubicBezTo>
                    <a:pt x="866" y="60"/>
                    <a:pt x="568" y="254"/>
                    <a:pt x="374" y="493"/>
                  </a:cubicBezTo>
                  <a:cubicBezTo>
                    <a:pt x="254" y="747"/>
                    <a:pt x="0" y="1061"/>
                    <a:pt x="60" y="1375"/>
                  </a:cubicBezTo>
                  <a:cubicBezTo>
                    <a:pt x="60" y="1748"/>
                    <a:pt x="314" y="1927"/>
                    <a:pt x="568" y="1987"/>
                  </a:cubicBezTo>
                  <a:cubicBezTo>
                    <a:pt x="627" y="2181"/>
                    <a:pt x="747" y="2241"/>
                    <a:pt x="941" y="2301"/>
                  </a:cubicBezTo>
                  <a:cubicBezTo>
                    <a:pt x="1010" y="2412"/>
                    <a:pt x="1163" y="2480"/>
                    <a:pt x="1328" y="2480"/>
                  </a:cubicBezTo>
                  <a:cubicBezTo>
                    <a:pt x="1451" y="2480"/>
                    <a:pt x="1580" y="2443"/>
                    <a:pt x="1688" y="2360"/>
                  </a:cubicBezTo>
                  <a:cubicBezTo>
                    <a:pt x="1927" y="2241"/>
                    <a:pt x="2121" y="1987"/>
                    <a:pt x="2240" y="1688"/>
                  </a:cubicBezTo>
                  <a:cubicBezTo>
                    <a:pt x="2360" y="1434"/>
                    <a:pt x="2240" y="1121"/>
                    <a:pt x="2061" y="941"/>
                  </a:cubicBezTo>
                  <a:lnTo>
                    <a:pt x="1987" y="941"/>
                  </a:lnTo>
                  <a:cubicBezTo>
                    <a:pt x="2061" y="747"/>
                    <a:pt x="1987" y="568"/>
                    <a:pt x="1867" y="434"/>
                  </a:cubicBezTo>
                  <a:cubicBezTo>
                    <a:pt x="1807" y="434"/>
                    <a:pt x="1807" y="374"/>
                    <a:pt x="1748" y="374"/>
                  </a:cubicBezTo>
                  <a:cubicBezTo>
                    <a:pt x="1688" y="195"/>
                    <a:pt x="1494" y="1"/>
                    <a:pt x="11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2571226" y="3883301"/>
              <a:ext cx="99951" cy="114419"/>
            </a:xfrm>
            <a:custGeom>
              <a:rect b="b" l="l" r="r" t="t"/>
              <a:pathLst>
                <a:path extrusionOk="0" h="2412" w="2107">
                  <a:moveTo>
                    <a:pt x="1077" y="0"/>
                  </a:moveTo>
                  <a:cubicBezTo>
                    <a:pt x="927" y="0"/>
                    <a:pt x="781" y="48"/>
                    <a:pt x="672" y="157"/>
                  </a:cubicBezTo>
                  <a:cubicBezTo>
                    <a:pt x="493" y="455"/>
                    <a:pt x="299" y="709"/>
                    <a:pt x="120" y="963"/>
                  </a:cubicBezTo>
                  <a:cubicBezTo>
                    <a:pt x="60" y="1023"/>
                    <a:pt x="60" y="1142"/>
                    <a:pt x="60" y="1277"/>
                  </a:cubicBezTo>
                  <a:cubicBezTo>
                    <a:pt x="0" y="1650"/>
                    <a:pt x="0" y="1949"/>
                    <a:pt x="239" y="2203"/>
                  </a:cubicBezTo>
                  <a:cubicBezTo>
                    <a:pt x="386" y="2350"/>
                    <a:pt x="553" y="2412"/>
                    <a:pt x="714" y="2412"/>
                  </a:cubicBezTo>
                  <a:cubicBezTo>
                    <a:pt x="831" y="2412"/>
                    <a:pt x="945" y="2379"/>
                    <a:pt x="1046" y="2322"/>
                  </a:cubicBezTo>
                  <a:cubicBezTo>
                    <a:pt x="1086" y="2345"/>
                    <a:pt x="1125" y="2354"/>
                    <a:pt x="1165" y="2354"/>
                  </a:cubicBezTo>
                  <a:cubicBezTo>
                    <a:pt x="1258" y="2354"/>
                    <a:pt x="1358" y="2304"/>
                    <a:pt x="1494" y="2263"/>
                  </a:cubicBezTo>
                  <a:cubicBezTo>
                    <a:pt x="1793" y="2024"/>
                    <a:pt x="2046" y="1576"/>
                    <a:pt x="2106" y="1142"/>
                  </a:cubicBezTo>
                  <a:cubicBezTo>
                    <a:pt x="2106" y="829"/>
                    <a:pt x="1927" y="590"/>
                    <a:pt x="1673" y="530"/>
                  </a:cubicBezTo>
                  <a:cubicBezTo>
                    <a:pt x="1673" y="336"/>
                    <a:pt x="1554" y="157"/>
                    <a:pt x="1419" y="82"/>
                  </a:cubicBezTo>
                  <a:cubicBezTo>
                    <a:pt x="1314" y="29"/>
                    <a:pt x="1195" y="0"/>
                    <a:pt x="10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2739158" y="3882257"/>
              <a:ext cx="115510" cy="120728"/>
            </a:xfrm>
            <a:custGeom>
              <a:rect b="b" l="l" r="r" t="t"/>
              <a:pathLst>
                <a:path extrusionOk="0" h="2545" w="2435">
                  <a:moveTo>
                    <a:pt x="1093" y="1"/>
                  </a:moveTo>
                  <a:cubicBezTo>
                    <a:pt x="985" y="1"/>
                    <a:pt x="882" y="34"/>
                    <a:pt x="807" y="104"/>
                  </a:cubicBezTo>
                  <a:cubicBezTo>
                    <a:pt x="493" y="298"/>
                    <a:pt x="314" y="612"/>
                    <a:pt x="120" y="925"/>
                  </a:cubicBezTo>
                  <a:cubicBezTo>
                    <a:pt x="0" y="1224"/>
                    <a:pt x="120" y="1478"/>
                    <a:pt x="373" y="1598"/>
                  </a:cubicBezTo>
                  <a:cubicBezTo>
                    <a:pt x="373" y="1672"/>
                    <a:pt x="433" y="1732"/>
                    <a:pt x="433" y="1792"/>
                  </a:cubicBezTo>
                  <a:lnTo>
                    <a:pt x="433" y="1851"/>
                  </a:lnTo>
                  <a:cubicBezTo>
                    <a:pt x="378" y="2198"/>
                    <a:pt x="644" y="2545"/>
                    <a:pt x="981" y="2545"/>
                  </a:cubicBezTo>
                  <a:cubicBezTo>
                    <a:pt x="1007" y="2545"/>
                    <a:pt x="1034" y="2543"/>
                    <a:pt x="1060" y="2539"/>
                  </a:cubicBezTo>
                  <a:cubicBezTo>
                    <a:pt x="1180" y="2479"/>
                    <a:pt x="1374" y="2419"/>
                    <a:pt x="1494" y="2344"/>
                  </a:cubicBezTo>
                  <a:cubicBezTo>
                    <a:pt x="1553" y="2344"/>
                    <a:pt x="1613" y="2285"/>
                    <a:pt x="1688" y="2225"/>
                  </a:cubicBezTo>
                  <a:cubicBezTo>
                    <a:pt x="1748" y="2225"/>
                    <a:pt x="1807" y="2165"/>
                    <a:pt x="1867" y="2105"/>
                  </a:cubicBezTo>
                  <a:cubicBezTo>
                    <a:pt x="2061" y="1911"/>
                    <a:pt x="2181" y="1672"/>
                    <a:pt x="2300" y="1418"/>
                  </a:cubicBezTo>
                  <a:cubicBezTo>
                    <a:pt x="2435" y="1164"/>
                    <a:pt x="2435" y="791"/>
                    <a:pt x="2240" y="552"/>
                  </a:cubicBezTo>
                  <a:cubicBezTo>
                    <a:pt x="2092" y="341"/>
                    <a:pt x="1892" y="223"/>
                    <a:pt x="1683" y="223"/>
                  </a:cubicBezTo>
                  <a:cubicBezTo>
                    <a:pt x="1640" y="223"/>
                    <a:pt x="1597" y="228"/>
                    <a:pt x="1553" y="238"/>
                  </a:cubicBezTo>
                  <a:cubicBezTo>
                    <a:pt x="1444" y="83"/>
                    <a:pt x="1262" y="1"/>
                    <a:pt x="10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2" name="Google Shape;602;p20"/>
          <p:cNvGrpSpPr/>
          <p:nvPr/>
        </p:nvGrpSpPr>
        <p:grpSpPr>
          <a:xfrm>
            <a:off x="3503500" y="1173400"/>
            <a:ext cx="2236200" cy="1875100"/>
            <a:chOff x="3503500" y="1173400"/>
            <a:chExt cx="2236200" cy="1875100"/>
          </a:xfrm>
        </p:grpSpPr>
        <p:sp>
          <p:nvSpPr>
            <p:cNvPr id="603" name="Google Shape;603;p20"/>
            <p:cNvSpPr txBox="1"/>
            <p:nvPr/>
          </p:nvSpPr>
          <p:spPr>
            <a:xfrm>
              <a:off x="3503500" y="1173400"/>
              <a:ext cx="22362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Product Experiences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04" name="Google Shape;604;p20"/>
            <p:cNvSpPr txBox="1"/>
            <p:nvPr/>
          </p:nvSpPr>
          <p:spPr>
            <a:xfrm>
              <a:off x="3511600" y="1614775"/>
              <a:ext cx="2220000" cy="4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name, but it’s terribly hot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5" name="Google Shape;605;p20"/>
            <p:cNvSpPr txBox="1"/>
            <p:nvPr/>
          </p:nvSpPr>
          <p:spPr>
            <a:xfrm>
              <a:off x="3511600" y="2115788"/>
              <a:ext cx="2220000" cy="4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6" name="Google Shape;606;p20"/>
            <p:cNvSpPr txBox="1"/>
            <p:nvPr/>
          </p:nvSpPr>
          <p:spPr>
            <a:xfrm>
              <a:off x="3511600" y="2616800"/>
              <a:ext cx="2220000" cy="4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07" name="Google Shape;607;p20"/>
          <p:cNvSpPr txBox="1"/>
          <p:nvPr/>
        </p:nvSpPr>
        <p:spPr>
          <a:xfrm>
            <a:off x="6188925" y="1173400"/>
            <a:ext cx="2518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Interests</a:t>
            </a:r>
            <a:endParaRPr b="1" sz="19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3654750" y="3148138"/>
            <a:ext cx="2236150" cy="30076"/>
          </a:xfrm>
          <a:custGeom>
            <a:rect b="b" l="l" r="r" t="t"/>
            <a:pathLst>
              <a:path extrusionOk="0" h="2677" w="80372">
                <a:moveTo>
                  <a:pt x="0" y="2665"/>
                </a:moveTo>
                <a:cubicBezTo>
                  <a:pt x="7500" y="2618"/>
                  <a:pt x="34290" y="2807"/>
                  <a:pt x="44997" y="2382"/>
                </a:cubicBezTo>
                <a:cubicBezTo>
                  <a:pt x="55704" y="1958"/>
                  <a:pt x="58345" y="354"/>
                  <a:pt x="64241" y="118"/>
                </a:cubicBezTo>
                <a:cubicBezTo>
                  <a:pt x="70137" y="-118"/>
                  <a:pt x="77684" y="826"/>
                  <a:pt x="80372" y="967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sp>
      <p:sp>
        <p:nvSpPr>
          <p:cNvPr id="609" name="Google Shape;609;p20"/>
          <p:cNvSpPr/>
          <p:nvPr/>
        </p:nvSpPr>
        <p:spPr>
          <a:xfrm>
            <a:off x="6061300" y="1147763"/>
            <a:ext cx="127625" cy="3444009"/>
          </a:xfrm>
          <a:custGeom>
            <a:rect b="b" l="l" r="r" t="t"/>
            <a:pathLst>
              <a:path extrusionOk="0" h="150838" w="7358">
                <a:moveTo>
                  <a:pt x="0" y="0"/>
                </a:moveTo>
                <a:cubicBezTo>
                  <a:pt x="1179" y="11367"/>
                  <a:pt x="6509" y="47449"/>
                  <a:pt x="7075" y="68202"/>
                </a:cubicBezTo>
                <a:cubicBezTo>
                  <a:pt x="7641" y="88955"/>
                  <a:pt x="3349" y="110746"/>
                  <a:pt x="3396" y="124519"/>
                </a:cubicBezTo>
                <a:cubicBezTo>
                  <a:pt x="3443" y="138292"/>
                  <a:pt x="6698" y="146452"/>
                  <a:pt x="7358" y="150838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sp>
      <p:grpSp>
        <p:nvGrpSpPr>
          <p:cNvPr id="610" name="Google Shape;610;p20"/>
          <p:cNvGrpSpPr/>
          <p:nvPr/>
        </p:nvGrpSpPr>
        <p:grpSpPr>
          <a:xfrm>
            <a:off x="755649" y="4066275"/>
            <a:ext cx="2272851" cy="280500"/>
            <a:chOff x="755649" y="4066275"/>
            <a:chExt cx="2272851" cy="280500"/>
          </a:xfrm>
        </p:grpSpPr>
        <p:sp>
          <p:nvSpPr>
            <p:cNvPr id="611" name="Google Shape;611;p20"/>
            <p:cNvSpPr txBox="1"/>
            <p:nvPr/>
          </p:nvSpPr>
          <p:spPr>
            <a:xfrm>
              <a:off x="755649" y="4066275"/>
              <a:ext cx="8988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French</a:t>
              </a:r>
              <a:endParaRPr sz="16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2912989" y="4146161"/>
              <a:ext cx="115510" cy="120728"/>
            </a:xfrm>
            <a:custGeom>
              <a:rect b="b" l="l" r="r" t="t"/>
              <a:pathLst>
                <a:path extrusionOk="0" h="2545" w="2435">
                  <a:moveTo>
                    <a:pt x="1093" y="1"/>
                  </a:moveTo>
                  <a:cubicBezTo>
                    <a:pt x="985" y="1"/>
                    <a:pt x="882" y="34"/>
                    <a:pt x="807" y="104"/>
                  </a:cubicBezTo>
                  <a:cubicBezTo>
                    <a:pt x="493" y="298"/>
                    <a:pt x="314" y="612"/>
                    <a:pt x="120" y="925"/>
                  </a:cubicBezTo>
                  <a:cubicBezTo>
                    <a:pt x="0" y="1224"/>
                    <a:pt x="120" y="1478"/>
                    <a:pt x="373" y="1598"/>
                  </a:cubicBezTo>
                  <a:cubicBezTo>
                    <a:pt x="373" y="1672"/>
                    <a:pt x="433" y="1732"/>
                    <a:pt x="433" y="1792"/>
                  </a:cubicBezTo>
                  <a:lnTo>
                    <a:pt x="433" y="1851"/>
                  </a:lnTo>
                  <a:cubicBezTo>
                    <a:pt x="378" y="2198"/>
                    <a:pt x="644" y="2545"/>
                    <a:pt x="981" y="2545"/>
                  </a:cubicBezTo>
                  <a:cubicBezTo>
                    <a:pt x="1007" y="2545"/>
                    <a:pt x="1034" y="2543"/>
                    <a:pt x="1060" y="2539"/>
                  </a:cubicBezTo>
                  <a:cubicBezTo>
                    <a:pt x="1180" y="2479"/>
                    <a:pt x="1374" y="2419"/>
                    <a:pt x="1494" y="2344"/>
                  </a:cubicBezTo>
                  <a:cubicBezTo>
                    <a:pt x="1553" y="2344"/>
                    <a:pt x="1613" y="2285"/>
                    <a:pt x="1688" y="2225"/>
                  </a:cubicBezTo>
                  <a:cubicBezTo>
                    <a:pt x="1748" y="2225"/>
                    <a:pt x="1807" y="2165"/>
                    <a:pt x="1867" y="2105"/>
                  </a:cubicBezTo>
                  <a:cubicBezTo>
                    <a:pt x="2061" y="1911"/>
                    <a:pt x="2181" y="1672"/>
                    <a:pt x="2300" y="1418"/>
                  </a:cubicBezTo>
                  <a:cubicBezTo>
                    <a:pt x="2435" y="1164"/>
                    <a:pt x="2435" y="791"/>
                    <a:pt x="2240" y="552"/>
                  </a:cubicBezTo>
                  <a:cubicBezTo>
                    <a:pt x="2092" y="341"/>
                    <a:pt x="1892" y="223"/>
                    <a:pt x="1683" y="223"/>
                  </a:cubicBezTo>
                  <a:cubicBezTo>
                    <a:pt x="1640" y="223"/>
                    <a:pt x="1597" y="228"/>
                    <a:pt x="1553" y="238"/>
                  </a:cubicBezTo>
                  <a:cubicBezTo>
                    <a:pt x="1444" y="83"/>
                    <a:pt x="1262" y="1"/>
                    <a:pt x="10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1688400" y="4151094"/>
              <a:ext cx="114799" cy="110861"/>
            </a:xfrm>
            <a:custGeom>
              <a:rect b="b" l="l" r="r" t="t"/>
              <a:pathLst>
                <a:path extrusionOk="0" h="2337" w="2420">
                  <a:moveTo>
                    <a:pt x="1239" y="0"/>
                  </a:moveTo>
                  <a:cubicBezTo>
                    <a:pt x="1135" y="0"/>
                    <a:pt x="1028" y="35"/>
                    <a:pt x="926" y="117"/>
                  </a:cubicBezTo>
                  <a:cubicBezTo>
                    <a:pt x="807" y="177"/>
                    <a:pt x="747" y="237"/>
                    <a:pt x="613" y="356"/>
                  </a:cubicBezTo>
                  <a:cubicBezTo>
                    <a:pt x="493" y="491"/>
                    <a:pt x="374" y="610"/>
                    <a:pt x="239" y="730"/>
                  </a:cubicBezTo>
                  <a:lnTo>
                    <a:pt x="179" y="804"/>
                  </a:lnTo>
                  <a:cubicBezTo>
                    <a:pt x="179" y="804"/>
                    <a:pt x="179" y="864"/>
                    <a:pt x="120" y="924"/>
                  </a:cubicBezTo>
                  <a:cubicBezTo>
                    <a:pt x="0" y="1043"/>
                    <a:pt x="60" y="1357"/>
                    <a:pt x="239" y="1477"/>
                  </a:cubicBezTo>
                  <a:cubicBezTo>
                    <a:pt x="239" y="1611"/>
                    <a:pt x="374" y="1671"/>
                    <a:pt x="433" y="1730"/>
                  </a:cubicBezTo>
                  <a:cubicBezTo>
                    <a:pt x="488" y="2018"/>
                    <a:pt x="806" y="2305"/>
                    <a:pt x="1101" y="2305"/>
                  </a:cubicBezTo>
                  <a:cubicBezTo>
                    <a:pt x="1127" y="2305"/>
                    <a:pt x="1154" y="2303"/>
                    <a:pt x="1180" y="2298"/>
                  </a:cubicBezTo>
                  <a:cubicBezTo>
                    <a:pt x="1252" y="2322"/>
                    <a:pt x="1326" y="2336"/>
                    <a:pt x="1397" y="2336"/>
                  </a:cubicBezTo>
                  <a:cubicBezTo>
                    <a:pt x="1503" y="2336"/>
                    <a:pt x="1601" y="2304"/>
                    <a:pt x="1673" y="2223"/>
                  </a:cubicBezTo>
                  <a:cubicBezTo>
                    <a:pt x="1733" y="2164"/>
                    <a:pt x="1733" y="2104"/>
                    <a:pt x="1807" y="2104"/>
                  </a:cubicBezTo>
                  <a:cubicBezTo>
                    <a:pt x="1987" y="1925"/>
                    <a:pt x="2106" y="1790"/>
                    <a:pt x="2241" y="1611"/>
                  </a:cubicBezTo>
                  <a:cubicBezTo>
                    <a:pt x="2300" y="1477"/>
                    <a:pt x="2360" y="1297"/>
                    <a:pt x="2360" y="1178"/>
                  </a:cubicBezTo>
                  <a:cubicBezTo>
                    <a:pt x="2420" y="984"/>
                    <a:pt x="2420" y="730"/>
                    <a:pt x="2241" y="551"/>
                  </a:cubicBezTo>
                  <a:cubicBezTo>
                    <a:pt x="2106" y="431"/>
                    <a:pt x="1927" y="356"/>
                    <a:pt x="1733" y="356"/>
                  </a:cubicBezTo>
                  <a:cubicBezTo>
                    <a:pt x="1652" y="154"/>
                    <a:pt x="1455" y="0"/>
                    <a:pt x="12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1862688" y="4154083"/>
              <a:ext cx="117645" cy="104884"/>
            </a:xfrm>
            <a:custGeom>
              <a:rect b="b" l="l" r="r" t="t"/>
              <a:pathLst>
                <a:path extrusionOk="0" h="2211" w="2480">
                  <a:moveTo>
                    <a:pt x="1165" y="0"/>
                  </a:moveTo>
                  <a:cubicBezTo>
                    <a:pt x="1065" y="0"/>
                    <a:pt x="956" y="30"/>
                    <a:pt x="867" y="90"/>
                  </a:cubicBezTo>
                  <a:cubicBezTo>
                    <a:pt x="613" y="344"/>
                    <a:pt x="374" y="538"/>
                    <a:pt x="180" y="777"/>
                  </a:cubicBezTo>
                  <a:cubicBezTo>
                    <a:pt x="0" y="1031"/>
                    <a:pt x="0" y="1345"/>
                    <a:pt x="180" y="1524"/>
                  </a:cubicBezTo>
                  <a:cubicBezTo>
                    <a:pt x="239" y="1584"/>
                    <a:pt x="374" y="1584"/>
                    <a:pt x="434" y="1658"/>
                  </a:cubicBezTo>
                  <a:cubicBezTo>
                    <a:pt x="434" y="1897"/>
                    <a:pt x="747" y="2211"/>
                    <a:pt x="986" y="2211"/>
                  </a:cubicBezTo>
                  <a:cubicBezTo>
                    <a:pt x="1121" y="2211"/>
                    <a:pt x="1240" y="2211"/>
                    <a:pt x="1360" y="2151"/>
                  </a:cubicBezTo>
                  <a:cubicBezTo>
                    <a:pt x="1425" y="2176"/>
                    <a:pt x="1490" y="2188"/>
                    <a:pt x="1553" y="2188"/>
                  </a:cubicBezTo>
                  <a:cubicBezTo>
                    <a:pt x="1795" y="2188"/>
                    <a:pt x="2012" y="2014"/>
                    <a:pt x="2106" y="1718"/>
                  </a:cubicBezTo>
                  <a:cubicBezTo>
                    <a:pt x="2106" y="1658"/>
                    <a:pt x="2166" y="1524"/>
                    <a:pt x="2241" y="1464"/>
                  </a:cubicBezTo>
                  <a:cubicBezTo>
                    <a:pt x="2480" y="1150"/>
                    <a:pt x="2360" y="837"/>
                    <a:pt x="2106" y="658"/>
                  </a:cubicBezTo>
                  <a:cubicBezTo>
                    <a:pt x="2106" y="370"/>
                    <a:pt x="1793" y="83"/>
                    <a:pt x="1499" y="83"/>
                  </a:cubicBezTo>
                  <a:cubicBezTo>
                    <a:pt x="1472" y="83"/>
                    <a:pt x="1446" y="85"/>
                    <a:pt x="1419" y="90"/>
                  </a:cubicBezTo>
                  <a:cubicBezTo>
                    <a:pt x="1360" y="30"/>
                    <a:pt x="1266" y="0"/>
                    <a:pt x="11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2036265" y="4149458"/>
              <a:ext cx="118357" cy="114135"/>
            </a:xfrm>
            <a:custGeom>
              <a:rect b="b" l="l" r="r" t="t"/>
              <a:pathLst>
                <a:path extrusionOk="0" h="2406" w="2495">
                  <a:moveTo>
                    <a:pt x="1567" y="0"/>
                  </a:moveTo>
                  <a:cubicBezTo>
                    <a:pt x="1458" y="0"/>
                    <a:pt x="1349" y="33"/>
                    <a:pt x="1255" y="108"/>
                  </a:cubicBezTo>
                  <a:cubicBezTo>
                    <a:pt x="1196" y="108"/>
                    <a:pt x="1121" y="183"/>
                    <a:pt x="1061" y="242"/>
                  </a:cubicBezTo>
                  <a:cubicBezTo>
                    <a:pt x="822" y="242"/>
                    <a:pt x="628" y="362"/>
                    <a:pt x="568" y="616"/>
                  </a:cubicBezTo>
                  <a:cubicBezTo>
                    <a:pt x="509" y="735"/>
                    <a:pt x="449" y="795"/>
                    <a:pt x="449" y="929"/>
                  </a:cubicBezTo>
                  <a:cubicBezTo>
                    <a:pt x="374" y="989"/>
                    <a:pt x="374" y="1049"/>
                    <a:pt x="314" y="1049"/>
                  </a:cubicBezTo>
                  <a:cubicBezTo>
                    <a:pt x="1" y="1422"/>
                    <a:pt x="255" y="1855"/>
                    <a:pt x="628" y="1915"/>
                  </a:cubicBezTo>
                  <a:cubicBezTo>
                    <a:pt x="628" y="1975"/>
                    <a:pt x="688" y="1975"/>
                    <a:pt x="747" y="2050"/>
                  </a:cubicBezTo>
                  <a:cubicBezTo>
                    <a:pt x="838" y="2252"/>
                    <a:pt x="1066" y="2406"/>
                    <a:pt x="1301" y="2406"/>
                  </a:cubicBezTo>
                  <a:cubicBezTo>
                    <a:pt x="1413" y="2406"/>
                    <a:pt x="1527" y="2371"/>
                    <a:pt x="1629" y="2289"/>
                  </a:cubicBezTo>
                  <a:cubicBezTo>
                    <a:pt x="1942" y="2050"/>
                    <a:pt x="2181" y="1796"/>
                    <a:pt x="2241" y="1422"/>
                  </a:cubicBezTo>
                  <a:cubicBezTo>
                    <a:pt x="2495" y="1168"/>
                    <a:pt x="2435" y="795"/>
                    <a:pt x="2181" y="616"/>
                  </a:cubicBezTo>
                  <a:cubicBezTo>
                    <a:pt x="2226" y="291"/>
                    <a:pt x="1894" y="0"/>
                    <a:pt x="15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2216957" y="4148272"/>
              <a:ext cx="109154" cy="116507"/>
            </a:xfrm>
            <a:custGeom>
              <a:rect b="b" l="l" r="r" t="t"/>
              <a:pathLst>
                <a:path extrusionOk="0" h="2456" w="2301">
                  <a:moveTo>
                    <a:pt x="1200" y="0"/>
                  </a:moveTo>
                  <a:cubicBezTo>
                    <a:pt x="1083" y="0"/>
                    <a:pt x="966" y="35"/>
                    <a:pt x="867" y="111"/>
                  </a:cubicBezTo>
                  <a:cubicBezTo>
                    <a:pt x="672" y="231"/>
                    <a:pt x="553" y="290"/>
                    <a:pt x="374" y="425"/>
                  </a:cubicBezTo>
                  <a:cubicBezTo>
                    <a:pt x="60" y="604"/>
                    <a:pt x="60" y="977"/>
                    <a:pt x="239" y="1172"/>
                  </a:cubicBezTo>
                  <a:lnTo>
                    <a:pt x="239" y="1231"/>
                  </a:lnTo>
                  <a:cubicBezTo>
                    <a:pt x="60" y="1411"/>
                    <a:pt x="0" y="1664"/>
                    <a:pt x="180" y="1859"/>
                  </a:cubicBezTo>
                  <a:cubicBezTo>
                    <a:pt x="277" y="1956"/>
                    <a:pt x="464" y="2054"/>
                    <a:pt x="635" y="2054"/>
                  </a:cubicBezTo>
                  <a:cubicBezTo>
                    <a:pt x="674" y="2054"/>
                    <a:pt x="711" y="2049"/>
                    <a:pt x="747" y="2038"/>
                  </a:cubicBezTo>
                  <a:cubicBezTo>
                    <a:pt x="790" y="2262"/>
                    <a:pt x="1023" y="2455"/>
                    <a:pt x="1288" y="2455"/>
                  </a:cubicBezTo>
                  <a:cubicBezTo>
                    <a:pt x="1395" y="2455"/>
                    <a:pt x="1507" y="2424"/>
                    <a:pt x="1613" y="2352"/>
                  </a:cubicBezTo>
                  <a:cubicBezTo>
                    <a:pt x="1793" y="2232"/>
                    <a:pt x="1987" y="2038"/>
                    <a:pt x="2106" y="1859"/>
                  </a:cubicBezTo>
                  <a:cubicBezTo>
                    <a:pt x="2166" y="1664"/>
                    <a:pt x="2241" y="1545"/>
                    <a:pt x="2166" y="1411"/>
                  </a:cubicBezTo>
                  <a:cubicBezTo>
                    <a:pt x="2300" y="1112"/>
                    <a:pt x="2241" y="798"/>
                    <a:pt x="1927" y="604"/>
                  </a:cubicBezTo>
                  <a:cubicBezTo>
                    <a:pt x="1927" y="485"/>
                    <a:pt x="1793" y="290"/>
                    <a:pt x="1673" y="231"/>
                  </a:cubicBezTo>
                  <a:cubicBezTo>
                    <a:pt x="1564" y="85"/>
                    <a:pt x="1383" y="0"/>
                    <a:pt x="1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2384889" y="4147703"/>
              <a:ext cx="111953" cy="117645"/>
            </a:xfrm>
            <a:custGeom>
              <a:rect b="b" l="l" r="r" t="t"/>
              <a:pathLst>
                <a:path extrusionOk="0" h="2480" w="2360">
                  <a:moveTo>
                    <a:pt x="1180" y="1"/>
                  </a:moveTo>
                  <a:cubicBezTo>
                    <a:pt x="866" y="60"/>
                    <a:pt x="568" y="254"/>
                    <a:pt x="374" y="493"/>
                  </a:cubicBezTo>
                  <a:cubicBezTo>
                    <a:pt x="254" y="747"/>
                    <a:pt x="0" y="1061"/>
                    <a:pt x="60" y="1375"/>
                  </a:cubicBezTo>
                  <a:cubicBezTo>
                    <a:pt x="60" y="1748"/>
                    <a:pt x="314" y="1927"/>
                    <a:pt x="568" y="1987"/>
                  </a:cubicBezTo>
                  <a:cubicBezTo>
                    <a:pt x="627" y="2181"/>
                    <a:pt x="747" y="2241"/>
                    <a:pt x="941" y="2301"/>
                  </a:cubicBezTo>
                  <a:cubicBezTo>
                    <a:pt x="1010" y="2412"/>
                    <a:pt x="1163" y="2480"/>
                    <a:pt x="1328" y="2480"/>
                  </a:cubicBezTo>
                  <a:cubicBezTo>
                    <a:pt x="1451" y="2480"/>
                    <a:pt x="1580" y="2443"/>
                    <a:pt x="1688" y="2360"/>
                  </a:cubicBezTo>
                  <a:cubicBezTo>
                    <a:pt x="1927" y="2241"/>
                    <a:pt x="2121" y="1987"/>
                    <a:pt x="2240" y="1688"/>
                  </a:cubicBezTo>
                  <a:cubicBezTo>
                    <a:pt x="2360" y="1434"/>
                    <a:pt x="2240" y="1121"/>
                    <a:pt x="2061" y="941"/>
                  </a:cubicBezTo>
                  <a:lnTo>
                    <a:pt x="1987" y="941"/>
                  </a:lnTo>
                  <a:cubicBezTo>
                    <a:pt x="2061" y="747"/>
                    <a:pt x="1987" y="568"/>
                    <a:pt x="1867" y="434"/>
                  </a:cubicBezTo>
                  <a:cubicBezTo>
                    <a:pt x="1807" y="434"/>
                    <a:pt x="1807" y="374"/>
                    <a:pt x="1748" y="374"/>
                  </a:cubicBezTo>
                  <a:cubicBezTo>
                    <a:pt x="1688" y="195"/>
                    <a:pt x="1494" y="1"/>
                    <a:pt x="1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2571226" y="4149315"/>
              <a:ext cx="99951" cy="114419"/>
            </a:xfrm>
            <a:custGeom>
              <a:rect b="b" l="l" r="r" t="t"/>
              <a:pathLst>
                <a:path extrusionOk="0" h="2412" w="2107">
                  <a:moveTo>
                    <a:pt x="1077" y="0"/>
                  </a:moveTo>
                  <a:cubicBezTo>
                    <a:pt x="927" y="0"/>
                    <a:pt x="781" y="48"/>
                    <a:pt x="672" y="157"/>
                  </a:cubicBezTo>
                  <a:cubicBezTo>
                    <a:pt x="493" y="455"/>
                    <a:pt x="299" y="709"/>
                    <a:pt x="120" y="963"/>
                  </a:cubicBezTo>
                  <a:cubicBezTo>
                    <a:pt x="60" y="1023"/>
                    <a:pt x="60" y="1142"/>
                    <a:pt x="60" y="1277"/>
                  </a:cubicBezTo>
                  <a:cubicBezTo>
                    <a:pt x="0" y="1650"/>
                    <a:pt x="0" y="1949"/>
                    <a:pt x="239" y="2203"/>
                  </a:cubicBezTo>
                  <a:cubicBezTo>
                    <a:pt x="386" y="2350"/>
                    <a:pt x="553" y="2412"/>
                    <a:pt x="714" y="2412"/>
                  </a:cubicBezTo>
                  <a:cubicBezTo>
                    <a:pt x="831" y="2412"/>
                    <a:pt x="945" y="2379"/>
                    <a:pt x="1046" y="2322"/>
                  </a:cubicBezTo>
                  <a:cubicBezTo>
                    <a:pt x="1086" y="2345"/>
                    <a:pt x="1125" y="2354"/>
                    <a:pt x="1165" y="2354"/>
                  </a:cubicBezTo>
                  <a:cubicBezTo>
                    <a:pt x="1258" y="2354"/>
                    <a:pt x="1358" y="2304"/>
                    <a:pt x="1494" y="2263"/>
                  </a:cubicBezTo>
                  <a:cubicBezTo>
                    <a:pt x="1793" y="2024"/>
                    <a:pt x="2046" y="1576"/>
                    <a:pt x="2106" y="1142"/>
                  </a:cubicBezTo>
                  <a:cubicBezTo>
                    <a:pt x="2106" y="829"/>
                    <a:pt x="1927" y="590"/>
                    <a:pt x="1673" y="530"/>
                  </a:cubicBezTo>
                  <a:cubicBezTo>
                    <a:pt x="1673" y="336"/>
                    <a:pt x="1554" y="157"/>
                    <a:pt x="1419" y="82"/>
                  </a:cubicBezTo>
                  <a:cubicBezTo>
                    <a:pt x="1314" y="29"/>
                    <a:pt x="1195" y="0"/>
                    <a:pt x="10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2739158" y="4146161"/>
              <a:ext cx="115510" cy="120728"/>
            </a:xfrm>
            <a:custGeom>
              <a:rect b="b" l="l" r="r" t="t"/>
              <a:pathLst>
                <a:path extrusionOk="0" h="2545" w="2435">
                  <a:moveTo>
                    <a:pt x="1093" y="1"/>
                  </a:moveTo>
                  <a:cubicBezTo>
                    <a:pt x="985" y="1"/>
                    <a:pt x="882" y="34"/>
                    <a:pt x="807" y="104"/>
                  </a:cubicBezTo>
                  <a:cubicBezTo>
                    <a:pt x="493" y="298"/>
                    <a:pt x="314" y="612"/>
                    <a:pt x="120" y="925"/>
                  </a:cubicBezTo>
                  <a:cubicBezTo>
                    <a:pt x="0" y="1224"/>
                    <a:pt x="120" y="1478"/>
                    <a:pt x="373" y="1598"/>
                  </a:cubicBezTo>
                  <a:cubicBezTo>
                    <a:pt x="373" y="1672"/>
                    <a:pt x="433" y="1732"/>
                    <a:pt x="433" y="1792"/>
                  </a:cubicBezTo>
                  <a:lnTo>
                    <a:pt x="433" y="1851"/>
                  </a:lnTo>
                  <a:cubicBezTo>
                    <a:pt x="378" y="2198"/>
                    <a:pt x="644" y="2545"/>
                    <a:pt x="981" y="2545"/>
                  </a:cubicBezTo>
                  <a:cubicBezTo>
                    <a:pt x="1007" y="2545"/>
                    <a:pt x="1034" y="2543"/>
                    <a:pt x="1060" y="2539"/>
                  </a:cubicBezTo>
                  <a:cubicBezTo>
                    <a:pt x="1180" y="2479"/>
                    <a:pt x="1374" y="2419"/>
                    <a:pt x="1494" y="2344"/>
                  </a:cubicBezTo>
                  <a:cubicBezTo>
                    <a:pt x="1553" y="2344"/>
                    <a:pt x="1613" y="2285"/>
                    <a:pt x="1688" y="2225"/>
                  </a:cubicBezTo>
                  <a:cubicBezTo>
                    <a:pt x="1748" y="2225"/>
                    <a:pt x="1807" y="2165"/>
                    <a:pt x="1867" y="2105"/>
                  </a:cubicBezTo>
                  <a:cubicBezTo>
                    <a:pt x="2061" y="1911"/>
                    <a:pt x="2181" y="1672"/>
                    <a:pt x="2300" y="1418"/>
                  </a:cubicBezTo>
                  <a:cubicBezTo>
                    <a:pt x="2435" y="1164"/>
                    <a:pt x="2435" y="791"/>
                    <a:pt x="2240" y="552"/>
                  </a:cubicBezTo>
                  <a:cubicBezTo>
                    <a:pt x="2092" y="341"/>
                    <a:pt x="1892" y="223"/>
                    <a:pt x="1683" y="223"/>
                  </a:cubicBezTo>
                  <a:cubicBezTo>
                    <a:pt x="1640" y="223"/>
                    <a:pt x="1597" y="228"/>
                    <a:pt x="1553" y="238"/>
                  </a:cubicBezTo>
                  <a:cubicBezTo>
                    <a:pt x="1444" y="83"/>
                    <a:pt x="1262" y="1"/>
                    <a:pt x="10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0" name="Google Shape;620;p20"/>
          <p:cNvGrpSpPr/>
          <p:nvPr/>
        </p:nvGrpSpPr>
        <p:grpSpPr>
          <a:xfrm>
            <a:off x="755649" y="4332975"/>
            <a:ext cx="2272851" cy="280500"/>
            <a:chOff x="755649" y="4332975"/>
            <a:chExt cx="2272851" cy="280500"/>
          </a:xfrm>
        </p:grpSpPr>
        <p:sp>
          <p:nvSpPr>
            <p:cNvPr id="621" name="Google Shape;621;p20"/>
            <p:cNvSpPr txBox="1"/>
            <p:nvPr/>
          </p:nvSpPr>
          <p:spPr>
            <a:xfrm>
              <a:off x="755649" y="4332975"/>
              <a:ext cx="8988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Spanish</a:t>
              </a:r>
              <a:endParaRPr sz="1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2912989" y="4416082"/>
              <a:ext cx="115510" cy="120728"/>
            </a:xfrm>
            <a:custGeom>
              <a:rect b="b" l="l" r="r" t="t"/>
              <a:pathLst>
                <a:path extrusionOk="0" h="2545" w="2435">
                  <a:moveTo>
                    <a:pt x="1093" y="1"/>
                  </a:moveTo>
                  <a:cubicBezTo>
                    <a:pt x="985" y="1"/>
                    <a:pt x="882" y="34"/>
                    <a:pt x="807" y="104"/>
                  </a:cubicBezTo>
                  <a:cubicBezTo>
                    <a:pt x="493" y="298"/>
                    <a:pt x="314" y="612"/>
                    <a:pt x="120" y="925"/>
                  </a:cubicBezTo>
                  <a:cubicBezTo>
                    <a:pt x="0" y="1224"/>
                    <a:pt x="120" y="1478"/>
                    <a:pt x="373" y="1598"/>
                  </a:cubicBezTo>
                  <a:cubicBezTo>
                    <a:pt x="373" y="1672"/>
                    <a:pt x="433" y="1732"/>
                    <a:pt x="433" y="1792"/>
                  </a:cubicBezTo>
                  <a:lnTo>
                    <a:pt x="433" y="1851"/>
                  </a:lnTo>
                  <a:cubicBezTo>
                    <a:pt x="378" y="2198"/>
                    <a:pt x="644" y="2545"/>
                    <a:pt x="981" y="2545"/>
                  </a:cubicBezTo>
                  <a:cubicBezTo>
                    <a:pt x="1007" y="2545"/>
                    <a:pt x="1034" y="2543"/>
                    <a:pt x="1060" y="2539"/>
                  </a:cubicBezTo>
                  <a:cubicBezTo>
                    <a:pt x="1180" y="2479"/>
                    <a:pt x="1374" y="2419"/>
                    <a:pt x="1494" y="2344"/>
                  </a:cubicBezTo>
                  <a:cubicBezTo>
                    <a:pt x="1553" y="2344"/>
                    <a:pt x="1613" y="2285"/>
                    <a:pt x="1688" y="2225"/>
                  </a:cubicBezTo>
                  <a:cubicBezTo>
                    <a:pt x="1748" y="2225"/>
                    <a:pt x="1807" y="2165"/>
                    <a:pt x="1867" y="2105"/>
                  </a:cubicBezTo>
                  <a:cubicBezTo>
                    <a:pt x="2061" y="1911"/>
                    <a:pt x="2181" y="1672"/>
                    <a:pt x="2300" y="1418"/>
                  </a:cubicBezTo>
                  <a:cubicBezTo>
                    <a:pt x="2435" y="1164"/>
                    <a:pt x="2435" y="791"/>
                    <a:pt x="2240" y="552"/>
                  </a:cubicBezTo>
                  <a:cubicBezTo>
                    <a:pt x="2092" y="341"/>
                    <a:pt x="1892" y="223"/>
                    <a:pt x="1683" y="223"/>
                  </a:cubicBezTo>
                  <a:cubicBezTo>
                    <a:pt x="1640" y="223"/>
                    <a:pt x="1597" y="228"/>
                    <a:pt x="1553" y="238"/>
                  </a:cubicBezTo>
                  <a:cubicBezTo>
                    <a:pt x="1444" y="83"/>
                    <a:pt x="1262" y="1"/>
                    <a:pt x="10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1688400" y="4421822"/>
              <a:ext cx="114799" cy="110861"/>
            </a:xfrm>
            <a:custGeom>
              <a:rect b="b" l="l" r="r" t="t"/>
              <a:pathLst>
                <a:path extrusionOk="0" h="2337" w="2420">
                  <a:moveTo>
                    <a:pt x="1239" y="0"/>
                  </a:moveTo>
                  <a:cubicBezTo>
                    <a:pt x="1135" y="0"/>
                    <a:pt x="1028" y="35"/>
                    <a:pt x="926" y="117"/>
                  </a:cubicBezTo>
                  <a:cubicBezTo>
                    <a:pt x="807" y="177"/>
                    <a:pt x="747" y="237"/>
                    <a:pt x="613" y="356"/>
                  </a:cubicBezTo>
                  <a:cubicBezTo>
                    <a:pt x="493" y="491"/>
                    <a:pt x="374" y="610"/>
                    <a:pt x="239" y="730"/>
                  </a:cubicBezTo>
                  <a:lnTo>
                    <a:pt x="179" y="804"/>
                  </a:lnTo>
                  <a:cubicBezTo>
                    <a:pt x="179" y="804"/>
                    <a:pt x="179" y="864"/>
                    <a:pt x="120" y="924"/>
                  </a:cubicBezTo>
                  <a:cubicBezTo>
                    <a:pt x="0" y="1043"/>
                    <a:pt x="60" y="1357"/>
                    <a:pt x="239" y="1477"/>
                  </a:cubicBezTo>
                  <a:cubicBezTo>
                    <a:pt x="239" y="1611"/>
                    <a:pt x="374" y="1671"/>
                    <a:pt x="433" y="1730"/>
                  </a:cubicBezTo>
                  <a:cubicBezTo>
                    <a:pt x="488" y="2018"/>
                    <a:pt x="806" y="2305"/>
                    <a:pt x="1101" y="2305"/>
                  </a:cubicBezTo>
                  <a:cubicBezTo>
                    <a:pt x="1127" y="2305"/>
                    <a:pt x="1154" y="2303"/>
                    <a:pt x="1180" y="2298"/>
                  </a:cubicBezTo>
                  <a:cubicBezTo>
                    <a:pt x="1252" y="2322"/>
                    <a:pt x="1326" y="2336"/>
                    <a:pt x="1397" y="2336"/>
                  </a:cubicBezTo>
                  <a:cubicBezTo>
                    <a:pt x="1503" y="2336"/>
                    <a:pt x="1601" y="2304"/>
                    <a:pt x="1673" y="2223"/>
                  </a:cubicBezTo>
                  <a:cubicBezTo>
                    <a:pt x="1733" y="2164"/>
                    <a:pt x="1733" y="2104"/>
                    <a:pt x="1807" y="2104"/>
                  </a:cubicBezTo>
                  <a:cubicBezTo>
                    <a:pt x="1987" y="1925"/>
                    <a:pt x="2106" y="1790"/>
                    <a:pt x="2241" y="1611"/>
                  </a:cubicBezTo>
                  <a:cubicBezTo>
                    <a:pt x="2300" y="1477"/>
                    <a:pt x="2360" y="1297"/>
                    <a:pt x="2360" y="1178"/>
                  </a:cubicBezTo>
                  <a:cubicBezTo>
                    <a:pt x="2420" y="984"/>
                    <a:pt x="2420" y="730"/>
                    <a:pt x="2241" y="551"/>
                  </a:cubicBezTo>
                  <a:cubicBezTo>
                    <a:pt x="2106" y="431"/>
                    <a:pt x="1927" y="356"/>
                    <a:pt x="1733" y="356"/>
                  </a:cubicBezTo>
                  <a:cubicBezTo>
                    <a:pt x="1652" y="154"/>
                    <a:pt x="1455" y="0"/>
                    <a:pt x="12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1862688" y="4416746"/>
              <a:ext cx="117645" cy="104884"/>
            </a:xfrm>
            <a:custGeom>
              <a:rect b="b" l="l" r="r" t="t"/>
              <a:pathLst>
                <a:path extrusionOk="0" h="2211" w="2480">
                  <a:moveTo>
                    <a:pt x="1165" y="0"/>
                  </a:moveTo>
                  <a:cubicBezTo>
                    <a:pt x="1065" y="0"/>
                    <a:pt x="956" y="30"/>
                    <a:pt x="867" y="90"/>
                  </a:cubicBezTo>
                  <a:cubicBezTo>
                    <a:pt x="613" y="344"/>
                    <a:pt x="374" y="538"/>
                    <a:pt x="180" y="777"/>
                  </a:cubicBezTo>
                  <a:cubicBezTo>
                    <a:pt x="0" y="1031"/>
                    <a:pt x="0" y="1345"/>
                    <a:pt x="180" y="1524"/>
                  </a:cubicBezTo>
                  <a:cubicBezTo>
                    <a:pt x="239" y="1584"/>
                    <a:pt x="374" y="1584"/>
                    <a:pt x="434" y="1658"/>
                  </a:cubicBezTo>
                  <a:cubicBezTo>
                    <a:pt x="434" y="1897"/>
                    <a:pt x="747" y="2211"/>
                    <a:pt x="986" y="2211"/>
                  </a:cubicBezTo>
                  <a:cubicBezTo>
                    <a:pt x="1121" y="2211"/>
                    <a:pt x="1240" y="2211"/>
                    <a:pt x="1360" y="2151"/>
                  </a:cubicBezTo>
                  <a:cubicBezTo>
                    <a:pt x="1425" y="2176"/>
                    <a:pt x="1490" y="2188"/>
                    <a:pt x="1553" y="2188"/>
                  </a:cubicBezTo>
                  <a:cubicBezTo>
                    <a:pt x="1795" y="2188"/>
                    <a:pt x="2012" y="2014"/>
                    <a:pt x="2106" y="1718"/>
                  </a:cubicBezTo>
                  <a:cubicBezTo>
                    <a:pt x="2106" y="1658"/>
                    <a:pt x="2166" y="1524"/>
                    <a:pt x="2241" y="1464"/>
                  </a:cubicBezTo>
                  <a:cubicBezTo>
                    <a:pt x="2480" y="1150"/>
                    <a:pt x="2360" y="837"/>
                    <a:pt x="2106" y="658"/>
                  </a:cubicBezTo>
                  <a:cubicBezTo>
                    <a:pt x="2106" y="370"/>
                    <a:pt x="1793" y="83"/>
                    <a:pt x="1499" y="83"/>
                  </a:cubicBezTo>
                  <a:cubicBezTo>
                    <a:pt x="1472" y="83"/>
                    <a:pt x="1446" y="85"/>
                    <a:pt x="1419" y="90"/>
                  </a:cubicBezTo>
                  <a:cubicBezTo>
                    <a:pt x="1360" y="30"/>
                    <a:pt x="1266" y="0"/>
                    <a:pt x="11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2036265" y="4415893"/>
              <a:ext cx="118357" cy="114135"/>
            </a:xfrm>
            <a:custGeom>
              <a:rect b="b" l="l" r="r" t="t"/>
              <a:pathLst>
                <a:path extrusionOk="0" h="2406" w="2495">
                  <a:moveTo>
                    <a:pt x="1567" y="0"/>
                  </a:moveTo>
                  <a:cubicBezTo>
                    <a:pt x="1458" y="0"/>
                    <a:pt x="1349" y="33"/>
                    <a:pt x="1255" y="108"/>
                  </a:cubicBezTo>
                  <a:cubicBezTo>
                    <a:pt x="1196" y="108"/>
                    <a:pt x="1121" y="183"/>
                    <a:pt x="1061" y="242"/>
                  </a:cubicBezTo>
                  <a:cubicBezTo>
                    <a:pt x="822" y="242"/>
                    <a:pt x="628" y="362"/>
                    <a:pt x="568" y="616"/>
                  </a:cubicBezTo>
                  <a:cubicBezTo>
                    <a:pt x="509" y="735"/>
                    <a:pt x="449" y="795"/>
                    <a:pt x="449" y="929"/>
                  </a:cubicBezTo>
                  <a:cubicBezTo>
                    <a:pt x="374" y="989"/>
                    <a:pt x="374" y="1049"/>
                    <a:pt x="314" y="1049"/>
                  </a:cubicBezTo>
                  <a:cubicBezTo>
                    <a:pt x="1" y="1422"/>
                    <a:pt x="255" y="1855"/>
                    <a:pt x="628" y="1915"/>
                  </a:cubicBezTo>
                  <a:cubicBezTo>
                    <a:pt x="628" y="1975"/>
                    <a:pt x="688" y="1975"/>
                    <a:pt x="747" y="2050"/>
                  </a:cubicBezTo>
                  <a:cubicBezTo>
                    <a:pt x="838" y="2252"/>
                    <a:pt x="1066" y="2406"/>
                    <a:pt x="1301" y="2406"/>
                  </a:cubicBezTo>
                  <a:cubicBezTo>
                    <a:pt x="1413" y="2406"/>
                    <a:pt x="1527" y="2371"/>
                    <a:pt x="1629" y="2289"/>
                  </a:cubicBezTo>
                  <a:cubicBezTo>
                    <a:pt x="1942" y="2050"/>
                    <a:pt x="2181" y="1796"/>
                    <a:pt x="2241" y="1422"/>
                  </a:cubicBezTo>
                  <a:cubicBezTo>
                    <a:pt x="2495" y="1168"/>
                    <a:pt x="2435" y="795"/>
                    <a:pt x="2181" y="616"/>
                  </a:cubicBezTo>
                  <a:cubicBezTo>
                    <a:pt x="2226" y="291"/>
                    <a:pt x="1894" y="0"/>
                    <a:pt x="15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2216957" y="4424953"/>
              <a:ext cx="109154" cy="116507"/>
            </a:xfrm>
            <a:custGeom>
              <a:rect b="b" l="l" r="r" t="t"/>
              <a:pathLst>
                <a:path extrusionOk="0" h="2456" w="2301">
                  <a:moveTo>
                    <a:pt x="1200" y="0"/>
                  </a:moveTo>
                  <a:cubicBezTo>
                    <a:pt x="1083" y="0"/>
                    <a:pt x="966" y="35"/>
                    <a:pt x="867" y="111"/>
                  </a:cubicBezTo>
                  <a:cubicBezTo>
                    <a:pt x="672" y="231"/>
                    <a:pt x="553" y="290"/>
                    <a:pt x="374" y="425"/>
                  </a:cubicBezTo>
                  <a:cubicBezTo>
                    <a:pt x="60" y="604"/>
                    <a:pt x="60" y="977"/>
                    <a:pt x="239" y="1172"/>
                  </a:cubicBezTo>
                  <a:lnTo>
                    <a:pt x="239" y="1231"/>
                  </a:lnTo>
                  <a:cubicBezTo>
                    <a:pt x="60" y="1411"/>
                    <a:pt x="0" y="1664"/>
                    <a:pt x="180" y="1859"/>
                  </a:cubicBezTo>
                  <a:cubicBezTo>
                    <a:pt x="277" y="1956"/>
                    <a:pt x="464" y="2054"/>
                    <a:pt x="635" y="2054"/>
                  </a:cubicBezTo>
                  <a:cubicBezTo>
                    <a:pt x="674" y="2054"/>
                    <a:pt x="711" y="2049"/>
                    <a:pt x="747" y="2038"/>
                  </a:cubicBezTo>
                  <a:cubicBezTo>
                    <a:pt x="790" y="2262"/>
                    <a:pt x="1023" y="2455"/>
                    <a:pt x="1288" y="2455"/>
                  </a:cubicBezTo>
                  <a:cubicBezTo>
                    <a:pt x="1395" y="2455"/>
                    <a:pt x="1507" y="2424"/>
                    <a:pt x="1613" y="2352"/>
                  </a:cubicBezTo>
                  <a:cubicBezTo>
                    <a:pt x="1793" y="2232"/>
                    <a:pt x="1987" y="2038"/>
                    <a:pt x="2106" y="1859"/>
                  </a:cubicBezTo>
                  <a:cubicBezTo>
                    <a:pt x="2166" y="1664"/>
                    <a:pt x="2241" y="1545"/>
                    <a:pt x="2166" y="1411"/>
                  </a:cubicBezTo>
                  <a:cubicBezTo>
                    <a:pt x="2300" y="1112"/>
                    <a:pt x="2241" y="798"/>
                    <a:pt x="1927" y="604"/>
                  </a:cubicBezTo>
                  <a:cubicBezTo>
                    <a:pt x="1927" y="485"/>
                    <a:pt x="1793" y="290"/>
                    <a:pt x="1673" y="231"/>
                  </a:cubicBezTo>
                  <a:cubicBezTo>
                    <a:pt x="1564" y="85"/>
                    <a:pt x="1383" y="0"/>
                    <a:pt x="12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2384889" y="4415323"/>
              <a:ext cx="111953" cy="117645"/>
            </a:xfrm>
            <a:custGeom>
              <a:rect b="b" l="l" r="r" t="t"/>
              <a:pathLst>
                <a:path extrusionOk="0" h="2480" w="2360">
                  <a:moveTo>
                    <a:pt x="1180" y="1"/>
                  </a:moveTo>
                  <a:cubicBezTo>
                    <a:pt x="866" y="60"/>
                    <a:pt x="568" y="254"/>
                    <a:pt x="374" y="493"/>
                  </a:cubicBezTo>
                  <a:cubicBezTo>
                    <a:pt x="254" y="747"/>
                    <a:pt x="0" y="1061"/>
                    <a:pt x="60" y="1375"/>
                  </a:cubicBezTo>
                  <a:cubicBezTo>
                    <a:pt x="60" y="1748"/>
                    <a:pt x="314" y="1927"/>
                    <a:pt x="568" y="1987"/>
                  </a:cubicBezTo>
                  <a:cubicBezTo>
                    <a:pt x="627" y="2181"/>
                    <a:pt x="747" y="2241"/>
                    <a:pt x="941" y="2301"/>
                  </a:cubicBezTo>
                  <a:cubicBezTo>
                    <a:pt x="1010" y="2412"/>
                    <a:pt x="1163" y="2480"/>
                    <a:pt x="1328" y="2480"/>
                  </a:cubicBezTo>
                  <a:cubicBezTo>
                    <a:pt x="1451" y="2480"/>
                    <a:pt x="1580" y="2443"/>
                    <a:pt x="1688" y="2360"/>
                  </a:cubicBezTo>
                  <a:cubicBezTo>
                    <a:pt x="1927" y="2241"/>
                    <a:pt x="2121" y="1987"/>
                    <a:pt x="2240" y="1688"/>
                  </a:cubicBezTo>
                  <a:cubicBezTo>
                    <a:pt x="2360" y="1434"/>
                    <a:pt x="2240" y="1121"/>
                    <a:pt x="2061" y="941"/>
                  </a:cubicBezTo>
                  <a:lnTo>
                    <a:pt x="1987" y="941"/>
                  </a:lnTo>
                  <a:cubicBezTo>
                    <a:pt x="2061" y="747"/>
                    <a:pt x="1987" y="568"/>
                    <a:pt x="1867" y="434"/>
                  </a:cubicBezTo>
                  <a:cubicBezTo>
                    <a:pt x="1807" y="434"/>
                    <a:pt x="1807" y="374"/>
                    <a:pt x="1748" y="374"/>
                  </a:cubicBezTo>
                  <a:cubicBezTo>
                    <a:pt x="1688" y="195"/>
                    <a:pt x="1494" y="1"/>
                    <a:pt x="11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2571226" y="4417126"/>
              <a:ext cx="99951" cy="114419"/>
            </a:xfrm>
            <a:custGeom>
              <a:rect b="b" l="l" r="r" t="t"/>
              <a:pathLst>
                <a:path extrusionOk="0" h="2412" w="2107">
                  <a:moveTo>
                    <a:pt x="1077" y="0"/>
                  </a:moveTo>
                  <a:cubicBezTo>
                    <a:pt x="927" y="0"/>
                    <a:pt x="781" y="48"/>
                    <a:pt x="672" y="157"/>
                  </a:cubicBezTo>
                  <a:cubicBezTo>
                    <a:pt x="493" y="455"/>
                    <a:pt x="299" y="709"/>
                    <a:pt x="120" y="963"/>
                  </a:cubicBezTo>
                  <a:cubicBezTo>
                    <a:pt x="60" y="1023"/>
                    <a:pt x="60" y="1142"/>
                    <a:pt x="60" y="1277"/>
                  </a:cubicBezTo>
                  <a:cubicBezTo>
                    <a:pt x="0" y="1650"/>
                    <a:pt x="0" y="1949"/>
                    <a:pt x="239" y="2203"/>
                  </a:cubicBezTo>
                  <a:cubicBezTo>
                    <a:pt x="386" y="2350"/>
                    <a:pt x="553" y="2412"/>
                    <a:pt x="714" y="2412"/>
                  </a:cubicBezTo>
                  <a:cubicBezTo>
                    <a:pt x="831" y="2412"/>
                    <a:pt x="945" y="2379"/>
                    <a:pt x="1046" y="2322"/>
                  </a:cubicBezTo>
                  <a:cubicBezTo>
                    <a:pt x="1086" y="2345"/>
                    <a:pt x="1125" y="2354"/>
                    <a:pt x="1165" y="2354"/>
                  </a:cubicBezTo>
                  <a:cubicBezTo>
                    <a:pt x="1258" y="2354"/>
                    <a:pt x="1358" y="2304"/>
                    <a:pt x="1494" y="2263"/>
                  </a:cubicBezTo>
                  <a:cubicBezTo>
                    <a:pt x="1793" y="2024"/>
                    <a:pt x="2046" y="1576"/>
                    <a:pt x="2106" y="1142"/>
                  </a:cubicBezTo>
                  <a:cubicBezTo>
                    <a:pt x="2106" y="829"/>
                    <a:pt x="1927" y="590"/>
                    <a:pt x="1673" y="530"/>
                  </a:cubicBezTo>
                  <a:cubicBezTo>
                    <a:pt x="1673" y="336"/>
                    <a:pt x="1554" y="157"/>
                    <a:pt x="1419" y="82"/>
                  </a:cubicBezTo>
                  <a:cubicBezTo>
                    <a:pt x="1314" y="29"/>
                    <a:pt x="1195" y="0"/>
                    <a:pt x="10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2739158" y="4416082"/>
              <a:ext cx="115510" cy="120728"/>
            </a:xfrm>
            <a:custGeom>
              <a:rect b="b" l="l" r="r" t="t"/>
              <a:pathLst>
                <a:path extrusionOk="0" h="2545" w="2435">
                  <a:moveTo>
                    <a:pt x="1093" y="1"/>
                  </a:moveTo>
                  <a:cubicBezTo>
                    <a:pt x="985" y="1"/>
                    <a:pt x="882" y="34"/>
                    <a:pt x="807" y="104"/>
                  </a:cubicBezTo>
                  <a:cubicBezTo>
                    <a:pt x="493" y="298"/>
                    <a:pt x="314" y="612"/>
                    <a:pt x="120" y="925"/>
                  </a:cubicBezTo>
                  <a:cubicBezTo>
                    <a:pt x="0" y="1224"/>
                    <a:pt x="120" y="1478"/>
                    <a:pt x="373" y="1598"/>
                  </a:cubicBezTo>
                  <a:cubicBezTo>
                    <a:pt x="373" y="1672"/>
                    <a:pt x="433" y="1732"/>
                    <a:pt x="433" y="1792"/>
                  </a:cubicBezTo>
                  <a:lnTo>
                    <a:pt x="433" y="1851"/>
                  </a:lnTo>
                  <a:cubicBezTo>
                    <a:pt x="378" y="2198"/>
                    <a:pt x="644" y="2545"/>
                    <a:pt x="981" y="2545"/>
                  </a:cubicBezTo>
                  <a:cubicBezTo>
                    <a:pt x="1007" y="2545"/>
                    <a:pt x="1034" y="2543"/>
                    <a:pt x="1060" y="2539"/>
                  </a:cubicBezTo>
                  <a:cubicBezTo>
                    <a:pt x="1180" y="2479"/>
                    <a:pt x="1374" y="2419"/>
                    <a:pt x="1494" y="2344"/>
                  </a:cubicBezTo>
                  <a:cubicBezTo>
                    <a:pt x="1553" y="2344"/>
                    <a:pt x="1613" y="2285"/>
                    <a:pt x="1688" y="2225"/>
                  </a:cubicBezTo>
                  <a:cubicBezTo>
                    <a:pt x="1748" y="2225"/>
                    <a:pt x="1807" y="2165"/>
                    <a:pt x="1867" y="2105"/>
                  </a:cubicBezTo>
                  <a:cubicBezTo>
                    <a:pt x="2061" y="1911"/>
                    <a:pt x="2181" y="1672"/>
                    <a:pt x="2300" y="1418"/>
                  </a:cubicBezTo>
                  <a:cubicBezTo>
                    <a:pt x="2435" y="1164"/>
                    <a:pt x="2435" y="791"/>
                    <a:pt x="2240" y="552"/>
                  </a:cubicBezTo>
                  <a:cubicBezTo>
                    <a:pt x="2092" y="341"/>
                    <a:pt x="1892" y="223"/>
                    <a:pt x="1683" y="223"/>
                  </a:cubicBezTo>
                  <a:cubicBezTo>
                    <a:pt x="1640" y="223"/>
                    <a:pt x="1597" y="228"/>
                    <a:pt x="1553" y="238"/>
                  </a:cubicBezTo>
                  <a:cubicBezTo>
                    <a:pt x="1444" y="83"/>
                    <a:pt x="1262" y="1"/>
                    <a:pt x="10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0" name="Google Shape;630;p20"/>
          <p:cNvGrpSpPr/>
          <p:nvPr/>
        </p:nvGrpSpPr>
        <p:grpSpPr>
          <a:xfrm>
            <a:off x="3503500" y="3277875"/>
            <a:ext cx="2236200" cy="1280120"/>
            <a:chOff x="3503500" y="3277875"/>
            <a:chExt cx="2236200" cy="1280120"/>
          </a:xfrm>
        </p:grpSpPr>
        <p:sp>
          <p:nvSpPr>
            <p:cNvPr id="631" name="Google Shape;631;p20"/>
            <p:cNvSpPr txBox="1"/>
            <p:nvPr/>
          </p:nvSpPr>
          <p:spPr>
            <a:xfrm>
              <a:off x="3503500" y="3277875"/>
              <a:ext cx="22362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Annual Meetings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4648163" y="3796750"/>
              <a:ext cx="898800" cy="1155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4648163" y="3799563"/>
              <a:ext cx="249300" cy="1155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4648163" y="4107780"/>
              <a:ext cx="898800" cy="1173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4648162" y="4107918"/>
              <a:ext cx="456900" cy="1173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4648163" y="4420869"/>
              <a:ext cx="898800" cy="1173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4648162" y="4420869"/>
              <a:ext cx="827100" cy="1173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8" name="Google Shape;638;p20"/>
            <p:cNvSpPr txBox="1"/>
            <p:nvPr/>
          </p:nvSpPr>
          <p:spPr>
            <a:xfrm>
              <a:off x="3708185" y="3760345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Traveling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9" name="Google Shape;639;p20"/>
            <p:cNvSpPr txBox="1"/>
            <p:nvPr/>
          </p:nvSpPr>
          <p:spPr>
            <a:xfrm>
              <a:off x="3708185" y="4072620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Cultural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0" name="Google Shape;640;p20"/>
            <p:cNvSpPr txBox="1"/>
            <p:nvPr/>
          </p:nvSpPr>
          <p:spPr>
            <a:xfrm>
              <a:off x="3708185" y="4384895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Adventure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4644950" y="3785225"/>
              <a:ext cx="905253" cy="144203"/>
            </a:xfrm>
            <a:custGeom>
              <a:rect b="b" l="l" r="r" t="t"/>
              <a:pathLst>
                <a:path extrusionOk="0" h="8929" w="103487">
                  <a:moveTo>
                    <a:pt x="24253" y="835"/>
                  </a:moveTo>
                  <a:lnTo>
                    <a:pt x="39781" y="1114"/>
                  </a:lnTo>
                  <a:lnTo>
                    <a:pt x="50125" y="1367"/>
                  </a:lnTo>
                  <a:lnTo>
                    <a:pt x="59836" y="1518"/>
                  </a:lnTo>
                  <a:lnTo>
                    <a:pt x="79259" y="1518"/>
                  </a:lnTo>
                  <a:lnTo>
                    <a:pt x="88970" y="1493"/>
                  </a:lnTo>
                  <a:lnTo>
                    <a:pt x="91676" y="1493"/>
                  </a:lnTo>
                  <a:lnTo>
                    <a:pt x="95748" y="1695"/>
                  </a:lnTo>
                  <a:lnTo>
                    <a:pt x="98428" y="2151"/>
                  </a:lnTo>
                  <a:lnTo>
                    <a:pt x="99718" y="2505"/>
                  </a:lnTo>
                  <a:lnTo>
                    <a:pt x="100401" y="2758"/>
                  </a:lnTo>
                  <a:lnTo>
                    <a:pt x="101463" y="3415"/>
                  </a:lnTo>
                  <a:lnTo>
                    <a:pt x="102045" y="3946"/>
                  </a:lnTo>
                  <a:lnTo>
                    <a:pt x="102500" y="4528"/>
                  </a:lnTo>
                  <a:lnTo>
                    <a:pt x="102677" y="5160"/>
                  </a:lnTo>
                  <a:lnTo>
                    <a:pt x="102551" y="5792"/>
                  </a:lnTo>
                  <a:lnTo>
                    <a:pt x="102045" y="6425"/>
                  </a:lnTo>
                  <a:lnTo>
                    <a:pt x="101590" y="6728"/>
                  </a:lnTo>
                  <a:lnTo>
                    <a:pt x="101210" y="6956"/>
                  </a:lnTo>
                  <a:lnTo>
                    <a:pt x="100376" y="7284"/>
                  </a:lnTo>
                  <a:lnTo>
                    <a:pt x="99010" y="7613"/>
                  </a:lnTo>
                  <a:lnTo>
                    <a:pt x="96076" y="7815"/>
                  </a:lnTo>
                  <a:lnTo>
                    <a:pt x="94281" y="7841"/>
                  </a:lnTo>
                  <a:lnTo>
                    <a:pt x="89248" y="7992"/>
                  </a:lnTo>
                  <a:lnTo>
                    <a:pt x="79183" y="8094"/>
                  </a:lnTo>
                  <a:lnTo>
                    <a:pt x="64059" y="7967"/>
                  </a:lnTo>
                  <a:lnTo>
                    <a:pt x="53994" y="7815"/>
                  </a:lnTo>
                  <a:lnTo>
                    <a:pt x="42942" y="7689"/>
                  </a:lnTo>
                  <a:lnTo>
                    <a:pt x="20814" y="7386"/>
                  </a:lnTo>
                  <a:lnTo>
                    <a:pt x="9737" y="7360"/>
                  </a:lnTo>
                  <a:lnTo>
                    <a:pt x="8144" y="7360"/>
                  </a:lnTo>
                  <a:lnTo>
                    <a:pt x="5716" y="7234"/>
                  </a:lnTo>
                  <a:lnTo>
                    <a:pt x="4123" y="7006"/>
                  </a:lnTo>
                  <a:lnTo>
                    <a:pt x="3313" y="6854"/>
                  </a:lnTo>
                  <a:lnTo>
                    <a:pt x="2959" y="6779"/>
                  </a:lnTo>
                  <a:lnTo>
                    <a:pt x="2150" y="6500"/>
                  </a:lnTo>
                  <a:lnTo>
                    <a:pt x="1391" y="6096"/>
                  </a:lnTo>
                  <a:lnTo>
                    <a:pt x="1012" y="5641"/>
                  </a:lnTo>
                  <a:lnTo>
                    <a:pt x="885" y="5261"/>
                  </a:lnTo>
                  <a:lnTo>
                    <a:pt x="860" y="5034"/>
                  </a:lnTo>
                  <a:lnTo>
                    <a:pt x="860" y="4654"/>
                  </a:lnTo>
                  <a:lnTo>
                    <a:pt x="1138" y="3946"/>
                  </a:lnTo>
                  <a:lnTo>
                    <a:pt x="1644" y="3339"/>
                  </a:lnTo>
                  <a:lnTo>
                    <a:pt x="2276" y="2884"/>
                  </a:lnTo>
                  <a:lnTo>
                    <a:pt x="2580" y="2682"/>
                  </a:lnTo>
                  <a:lnTo>
                    <a:pt x="3136" y="2378"/>
                  </a:lnTo>
                  <a:lnTo>
                    <a:pt x="4325" y="1948"/>
                  </a:lnTo>
                  <a:lnTo>
                    <a:pt x="6222" y="1518"/>
                  </a:lnTo>
                  <a:lnTo>
                    <a:pt x="8902" y="1341"/>
                  </a:lnTo>
                  <a:lnTo>
                    <a:pt x="11558" y="1417"/>
                  </a:lnTo>
                  <a:lnTo>
                    <a:pt x="12797" y="1493"/>
                  </a:lnTo>
                  <a:lnTo>
                    <a:pt x="12974" y="1493"/>
                  </a:lnTo>
                  <a:lnTo>
                    <a:pt x="13176" y="1265"/>
                  </a:lnTo>
                  <a:lnTo>
                    <a:pt x="13176" y="991"/>
                  </a:lnTo>
                  <a:lnTo>
                    <a:pt x="13176" y="991"/>
                  </a:lnTo>
                  <a:lnTo>
                    <a:pt x="13910" y="962"/>
                  </a:lnTo>
                  <a:lnTo>
                    <a:pt x="24253" y="835"/>
                  </a:lnTo>
                  <a:close/>
                  <a:moveTo>
                    <a:pt x="21168" y="1"/>
                  </a:moveTo>
                  <a:lnTo>
                    <a:pt x="12898" y="153"/>
                  </a:lnTo>
                  <a:lnTo>
                    <a:pt x="8751" y="330"/>
                  </a:lnTo>
                  <a:lnTo>
                    <a:pt x="8574" y="380"/>
                  </a:lnTo>
                  <a:lnTo>
                    <a:pt x="8372" y="607"/>
                  </a:lnTo>
                  <a:lnTo>
                    <a:pt x="8372" y="607"/>
                  </a:lnTo>
                  <a:lnTo>
                    <a:pt x="8245" y="608"/>
                  </a:lnTo>
                  <a:lnTo>
                    <a:pt x="5918" y="810"/>
                  </a:lnTo>
                  <a:lnTo>
                    <a:pt x="3693" y="1240"/>
                  </a:lnTo>
                  <a:lnTo>
                    <a:pt x="2251" y="1771"/>
                  </a:lnTo>
                  <a:lnTo>
                    <a:pt x="1417" y="2252"/>
                  </a:lnTo>
                  <a:lnTo>
                    <a:pt x="759" y="2808"/>
                  </a:lnTo>
                  <a:lnTo>
                    <a:pt x="278" y="3466"/>
                  </a:lnTo>
                  <a:lnTo>
                    <a:pt x="26" y="4275"/>
                  </a:lnTo>
                  <a:lnTo>
                    <a:pt x="0" y="5185"/>
                  </a:lnTo>
                  <a:lnTo>
                    <a:pt x="101" y="5691"/>
                  </a:lnTo>
                  <a:lnTo>
                    <a:pt x="253" y="6146"/>
                  </a:lnTo>
                  <a:lnTo>
                    <a:pt x="885" y="6854"/>
                  </a:lnTo>
                  <a:lnTo>
                    <a:pt x="1771" y="7386"/>
                  </a:lnTo>
                  <a:lnTo>
                    <a:pt x="2858" y="7740"/>
                  </a:lnTo>
                  <a:lnTo>
                    <a:pt x="4654" y="8043"/>
                  </a:lnTo>
                  <a:lnTo>
                    <a:pt x="6904" y="8169"/>
                  </a:lnTo>
                  <a:lnTo>
                    <a:pt x="7688" y="8169"/>
                  </a:lnTo>
                  <a:lnTo>
                    <a:pt x="11811" y="8296"/>
                  </a:lnTo>
                  <a:lnTo>
                    <a:pt x="20030" y="8321"/>
                  </a:lnTo>
                  <a:lnTo>
                    <a:pt x="24127" y="8321"/>
                  </a:lnTo>
                  <a:lnTo>
                    <a:pt x="44890" y="8574"/>
                  </a:lnTo>
                  <a:lnTo>
                    <a:pt x="65678" y="8751"/>
                  </a:lnTo>
                  <a:lnTo>
                    <a:pt x="76072" y="8878"/>
                  </a:lnTo>
                  <a:lnTo>
                    <a:pt x="86466" y="8928"/>
                  </a:lnTo>
                  <a:lnTo>
                    <a:pt x="90639" y="8827"/>
                  </a:lnTo>
                  <a:lnTo>
                    <a:pt x="94812" y="8675"/>
                  </a:lnTo>
                  <a:lnTo>
                    <a:pt x="96430" y="8599"/>
                  </a:lnTo>
                  <a:lnTo>
                    <a:pt x="98808" y="8372"/>
                  </a:lnTo>
                  <a:lnTo>
                    <a:pt x="100401" y="8068"/>
                  </a:lnTo>
                  <a:lnTo>
                    <a:pt x="101160" y="7841"/>
                  </a:lnTo>
                  <a:lnTo>
                    <a:pt x="101842" y="7563"/>
                  </a:lnTo>
                  <a:lnTo>
                    <a:pt x="102652" y="7006"/>
                  </a:lnTo>
                  <a:lnTo>
                    <a:pt x="103056" y="6526"/>
                  </a:lnTo>
                  <a:lnTo>
                    <a:pt x="103335" y="6020"/>
                  </a:lnTo>
                  <a:lnTo>
                    <a:pt x="103486" y="5438"/>
                  </a:lnTo>
                  <a:lnTo>
                    <a:pt x="103461" y="4806"/>
                  </a:lnTo>
                  <a:lnTo>
                    <a:pt x="103259" y="4148"/>
                  </a:lnTo>
                  <a:lnTo>
                    <a:pt x="103082" y="3794"/>
                  </a:lnTo>
                  <a:lnTo>
                    <a:pt x="102854" y="3440"/>
                  </a:lnTo>
                  <a:lnTo>
                    <a:pt x="102272" y="2833"/>
                  </a:lnTo>
                  <a:lnTo>
                    <a:pt x="101185" y="2125"/>
                  </a:lnTo>
                  <a:lnTo>
                    <a:pt x="99465" y="1518"/>
                  </a:lnTo>
                  <a:lnTo>
                    <a:pt x="97720" y="1164"/>
                  </a:lnTo>
                  <a:lnTo>
                    <a:pt x="96962" y="1038"/>
                  </a:lnTo>
                  <a:lnTo>
                    <a:pt x="94964" y="785"/>
                  </a:lnTo>
                  <a:lnTo>
                    <a:pt x="90968" y="658"/>
                  </a:lnTo>
                  <a:lnTo>
                    <a:pt x="65931" y="658"/>
                  </a:lnTo>
                  <a:lnTo>
                    <a:pt x="49872" y="507"/>
                  </a:lnTo>
                  <a:lnTo>
                    <a:pt x="41855" y="330"/>
                  </a:lnTo>
                  <a:lnTo>
                    <a:pt x="33585" y="127"/>
                  </a:lnTo>
                  <a:lnTo>
                    <a:pt x="211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4644950" y="4094463"/>
              <a:ext cx="905253" cy="144203"/>
            </a:xfrm>
            <a:custGeom>
              <a:rect b="b" l="l" r="r" t="t"/>
              <a:pathLst>
                <a:path extrusionOk="0" h="8929" w="103487">
                  <a:moveTo>
                    <a:pt x="24253" y="835"/>
                  </a:moveTo>
                  <a:lnTo>
                    <a:pt x="39781" y="1114"/>
                  </a:lnTo>
                  <a:lnTo>
                    <a:pt x="50125" y="1367"/>
                  </a:lnTo>
                  <a:lnTo>
                    <a:pt x="59836" y="1518"/>
                  </a:lnTo>
                  <a:lnTo>
                    <a:pt x="79259" y="1518"/>
                  </a:lnTo>
                  <a:lnTo>
                    <a:pt x="88970" y="1493"/>
                  </a:lnTo>
                  <a:lnTo>
                    <a:pt x="91676" y="1493"/>
                  </a:lnTo>
                  <a:lnTo>
                    <a:pt x="95748" y="1695"/>
                  </a:lnTo>
                  <a:lnTo>
                    <a:pt x="98428" y="2151"/>
                  </a:lnTo>
                  <a:lnTo>
                    <a:pt x="99718" y="2505"/>
                  </a:lnTo>
                  <a:lnTo>
                    <a:pt x="100401" y="2758"/>
                  </a:lnTo>
                  <a:lnTo>
                    <a:pt x="101463" y="3415"/>
                  </a:lnTo>
                  <a:lnTo>
                    <a:pt x="102045" y="3946"/>
                  </a:lnTo>
                  <a:lnTo>
                    <a:pt x="102500" y="4528"/>
                  </a:lnTo>
                  <a:lnTo>
                    <a:pt x="102677" y="5160"/>
                  </a:lnTo>
                  <a:lnTo>
                    <a:pt x="102551" y="5792"/>
                  </a:lnTo>
                  <a:lnTo>
                    <a:pt x="102045" y="6425"/>
                  </a:lnTo>
                  <a:lnTo>
                    <a:pt x="101590" y="6728"/>
                  </a:lnTo>
                  <a:lnTo>
                    <a:pt x="101210" y="6956"/>
                  </a:lnTo>
                  <a:lnTo>
                    <a:pt x="100376" y="7284"/>
                  </a:lnTo>
                  <a:lnTo>
                    <a:pt x="99010" y="7613"/>
                  </a:lnTo>
                  <a:lnTo>
                    <a:pt x="96076" y="7815"/>
                  </a:lnTo>
                  <a:lnTo>
                    <a:pt x="94281" y="7841"/>
                  </a:lnTo>
                  <a:lnTo>
                    <a:pt x="89248" y="7992"/>
                  </a:lnTo>
                  <a:lnTo>
                    <a:pt x="79183" y="8094"/>
                  </a:lnTo>
                  <a:lnTo>
                    <a:pt x="64059" y="7967"/>
                  </a:lnTo>
                  <a:lnTo>
                    <a:pt x="53994" y="7815"/>
                  </a:lnTo>
                  <a:lnTo>
                    <a:pt x="42942" y="7689"/>
                  </a:lnTo>
                  <a:lnTo>
                    <a:pt x="20814" y="7386"/>
                  </a:lnTo>
                  <a:lnTo>
                    <a:pt x="9737" y="7360"/>
                  </a:lnTo>
                  <a:lnTo>
                    <a:pt x="8144" y="7360"/>
                  </a:lnTo>
                  <a:lnTo>
                    <a:pt x="5716" y="7234"/>
                  </a:lnTo>
                  <a:lnTo>
                    <a:pt x="4123" y="7006"/>
                  </a:lnTo>
                  <a:lnTo>
                    <a:pt x="3313" y="6854"/>
                  </a:lnTo>
                  <a:lnTo>
                    <a:pt x="2959" y="6779"/>
                  </a:lnTo>
                  <a:lnTo>
                    <a:pt x="2150" y="6500"/>
                  </a:lnTo>
                  <a:lnTo>
                    <a:pt x="1391" y="6096"/>
                  </a:lnTo>
                  <a:lnTo>
                    <a:pt x="1012" y="5641"/>
                  </a:lnTo>
                  <a:lnTo>
                    <a:pt x="885" y="5261"/>
                  </a:lnTo>
                  <a:lnTo>
                    <a:pt x="860" y="5034"/>
                  </a:lnTo>
                  <a:lnTo>
                    <a:pt x="860" y="4654"/>
                  </a:lnTo>
                  <a:lnTo>
                    <a:pt x="1138" y="3946"/>
                  </a:lnTo>
                  <a:lnTo>
                    <a:pt x="1644" y="3339"/>
                  </a:lnTo>
                  <a:lnTo>
                    <a:pt x="2276" y="2884"/>
                  </a:lnTo>
                  <a:lnTo>
                    <a:pt x="2580" y="2682"/>
                  </a:lnTo>
                  <a:lnTo>
                    <a:pt x="3136" y="2378"/>
                  </a:lnTo>
                  <a:lnTo>
                    <a:pt x="4325" y="1948"/>
                  </a:lnTo>
                  <a:lnTo>
                    <a:pt x="6222" y="1518"/>
                  </a:lnTo>
                  <a:lnTo>
                    <a:pt x="8902" y="1341"/>
                  </a:lnTo>
                  <a:lnTo>
                    <a:pt x="11558" y="1417"/>
                  </a:lnTo>
                  <a:lnTo>
                    <a:pt x="12797" y="1493"/>
                  </a:lnTo>
                  <a:lnTo>
                    <a:pt x="12974" y="1493"/>
                  </a:lnTo>
                  <a:lnTo>
                    <a:pt x="13176" y="1265"/>
                  </a:lnTo>
                  <a:lnTo>
                    <a:pt x="13176" y="991"/>
                  </a:lnTo>
                  <a:lnTo>
                    <a:pt x="13176" y="991"/>
                  </a:lnTo>
                  <a:lnTo>
                    <a:pt x="13910" y="962"/>
                  </a:lnTo>
                  <a:lnTo>
                    <a:pt x="24253" y="835"/>
                  </a:lnTo>
                  <a:close/>
                  <a:moveTo>
                    <a:pt x="21168" y="1"/>
                  </a:moveTo>
                  <a:lnTo>
                    <a:pt x="12898" y="153"/>
                  </a:lnTo>
                  <a:lnTo>
                    <a:pt x="8751" y="330"/>
                  </a:lnTo>
                  <a:lnTo>
                    <a:pt x="8574" y="380"/>
                  </a:lnTo>
                  <a:lnTo>
                    <a:pt x="8372" y="607"/>
                  </a:lnTo>
                  <a:lnTo>
                    <a:pt x="8372" y="607"/>
                  </a:lnTo>
                  <a:lnTo>
                    <a:pt x="8245" y="608"/>
                  </a:lnTo>
                  <a:lnTo>
                    <a:pt x="5918" y="810"/>
                  </a:lnTo>
                  <a:lnTo>
                    <a:pt x="3693" y="1240"/>
                  </a:lnTo>
                  <a:lnTo>
                    <a:pt x="2251" y="1771"/>
                  </a:lnTo>
                  <a:lnTo>
                    <a:pt x="1417" y="2252"/>
                  </a:lnTo>
                  <a:lnTo>
                    <a:pt x="759" y="2808"/>
                  </a:lnTo>
                  <a:lnTo>
                    <a:pt x="278" y="3466"/>
                  </a:lnTo>
                  <a:lnTo>
                    <a:pt x="26" y="4275"/>
                  </a:lnTo>
                  <a:lnTo>
                    <a:pt x="0" y="5185"/>
                  </a:lnTo>
                  <a:lnTo>
                    <a:pt x="101" y="5691"/>
                  </a:lnTo>
                  <a:lnTo>
                    <a:pt x="253" y="6146"/>
                  </a:lnTo>
                  <a:lnTo>
                    <a:pt x="885" y="6854"/>
                  </a:lnTo>
                  <a:lnTo>
                    <a:pt x="1771" y="7386"/>
                  </a:lnTo>
                  <a:lnTo>
                    <a:pt x="2858" y="7740"/>
                  </a:lnTo>
                  <a:lnTo>
                    <a:pt x="4654" y="8043"/>
                  </a:lnTo>
                  <a:lnTo>
                    <a:pt x="6904" y="8169"/>
                  </a:lnTo>
                  <a:lnTo>
                    <a:pt x="7688" y="8169"/>
                  </a:lnTo>
                  <a:lnTo>
                    <a:pt x="11811" y="8296"/>
                  </a:lnTo>
                  <a:lnTo>
                    <a:pt x="20030" y="8321"/>
                  </a:lnTo>
                  <a:lnTo>
                    <a:pt x="24127" y="8321"/>
                  </a:lnTo>
                  <a:lnTo>
                    <a:pt x="44890" y="8574"/>
                  </a:lnTo>
                  <a:lnTo>
                    <a:pt x="65678" y="8751"/>
                  </a:lnTo>
                  <a:lnTo>
                    <a:pt x="76072" y="8878"/>
                  </a:lnTo>
                  <a:lnTo>
                    <a:pt x="86466" y="8928"/>
                  </a:lnTo>
                  <a:lnTo>
                    <a:pt x="90639" y="8827"/>
                  </a:lnTo>
                  <a:lnTo>
                    <a:pt x="94812" y="8675"/>
                  </a:lnTo>
                  <a:lnTo>
                    <a:pt x="96430" y="8599"/>
                  </a:lnTo>
                  <a:lnTo>
                    <a:pt x="98808" y="8372"/>
                  </a:lnTo>
                  <a:lnTo>
                    <a:pt x="100401" y="8068"/>
                  </a:lnTo>
                  <a:lnTo>
                    <a:pt x="101160" y="7841"/>
                  </a:lnTo>
                  <a:lnTo>
                    <a:pt x="101842" y="7563"/>
                  </a:lnTo>
                  <a:lnTo>
                    <a:pt x="102652" y="7006"/>
                  </a:lnTo>
                  <a:lnTo>
                    <a:pt x="103056" y="6526"/>
                  </a:lnTo>
                  <a:lnTo>
                    <a:pt x="103335" y="6020"/>
                  </a:lnTo>
                  <a:lnTo>
                    <a:pt x="103486" y="5438"/>
                  </a:lnTo>
                  <a:lnTo>
                    <a:pt x="103461" y="4806"/>
                  </a:lnTo>
                  <a:lnTo>
                    <a:pt x="103259" y="4148"/>
                  </a:lnTo>
                  <a:lnTo>
                    <a:pt x="103082" y="3794"/>
                  </a:lnTo>
                  <a:lnTo>
                    <a:pt x="102854" y="3440"/>
                  </a:lnTo>
                  <a:lnTo>
                    <a:pt x="102272" y="2833"/>
                  </a:lnTo>
                  <a:lnTo>
                    <a:pt x="101185" y="2125"/>
                  </a:lnTo>
                  <a:lnTo>
                    <a:pt x="99465" y="1518"/>
                  </a:lnTo>
                  <a:lnTo>
                    <a:pt x="97720" y="1164"/>
                  </a:lnTo>
                  <a:lnTo>
                    <a:pt x="96962" y="1038"/>
                  </a:lnTo>
                  <a:lnTo>
                    <a:pt x="94964" y="785"/>
                  </a:lnTo>
                  <a:lnTo>
                    <a:pt x="90968" y="658"/>
                  </a:lnTo>
                  <a:lnTo>
                    <a:pt x="65931" y="658"/>
                  </a:lnTo>
                  <a:lnTo>
                    <a:pt x="49872" y="507"/>
                  </a:lnTo>
                  <a:lnTo>
                    <a:pt x="41855" y="330"/>
                  </a:lnTo>
                  <a:lnTo>
                    <a:pt x="33585" y="127"/>
                  </a:lnTo>
                  <a:lnTo>
                    <a:pt x="211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4644950" y="4403725"/>
              <a:ext cx="905253" cy="144203"/>
            </a:xfrm>
            <a:custGeom>
              <a:rect b="b" l="l" r="r" t="t"/>
              <a:pathLst>
                <a:path extrusionOk="0" h="8929" w="103487">
                  <a:moveTo>
                    <a:pt x="24253" y="835"/>
                  </a:moveTo>
                  <a:lnTo>
                    <a:pt x="39781" y="1114"/>
                  </a:lnTo>
                  <a:lnTo>
                    <a:pt x="50125" y="1367"/>
                  </a:lnTo>
                  <a:lnTo>
                    <a:pt x="59836" y="1518"/>
                  </a:lnTo>
                  <a:lnTo>
                    <a:pt x="79259" y="1518"/>
                  </a:lnTo>
                  <a:lnTo>
                    <a:pt x="88970" y="1493"/>
                  </a:lnTo>
                  <a:lnTo>
                    <a:pt x="91676" y="1493"/>
                  </a:lnTo>
                  <a:lnTo>
                    <a:pt x="95748" y="1695"/>
                  </a:lnTo>
                  <a:lnTo>
                    <a:pt x="98428" y="2151"/>
                  </a:lnTo>
                  <a:lnTo>
                    <a:pt x="99718" y="2505"/>
                  </a:lnTo>
                  <a:lnTo>
                    <a:pt x="100401" y="2758"/>
                  </a:lnTo>
                  <a:lnTo>
                    <a:pt x="101463" y="3415"/>
                  </a:lnTo>
                  <a:lnTo>
                    <a:pt x="102045" y="3946"/>
                  </a:lnTo>
                  <a:lnTo>
                    <a:pt x="102500" y="4528"/>
                  </a:lnTo>
                  <a:lnTo>
                    <a:pt x="102677" y="5160"/>
                  </a:lnTo>
                  <a:lnTo>
                    <a:pt x="102551" y="5792"/>
                  </a:lnTo>
                  <a:lnTo>
                    <a:pt x="102045" y="6425"/>
                  </a:lnTo>
                  <a:lnTo>
                    <a:pt x="101590" y="6728"/>
                  </a:lnTo>
                  <a:lnTo>
                    <a:pt x="101210" y="6956"/>
                  </a:lnTo>
                  <a:lnTo>
                    <a:pt x="100376" y="7284"/>
                  </a:lnTo>
                  <a:lnTo>
                    <a:pt x="99010" y="7613"/>
                  </a:lnTo>
                  <a:lnTo>
                    <a:pt x="96076" y="7815"/>
                  </a:lnTo>
                  <a:lnTo>
                    <a:pt x="94281" y="7841"/>
                  </a:lnTo>
                  <a:lnTo>
                    <a:pt x="89248" y="7992"/>
                  </a:lnTo>
                  <a:lnTo>
                    <a:pt x="79183" y="8094"/>
                  </a:lnTo>
                  <a:lnTo>
                    <a:pt x="64059" y="7967"/>
                  </a:lnTo>
                  <a:lnTo>
                    <a:pt x="53994" y="7815"/>
                  </a:lnTo>
                  <a:lnTo>
                    <a:pt x="42942" y="7689"/>
                  </a:lnTo>
                  <a:lnTo>
                    <a:pt x="20814" y="7386"/>
                  </a:lnTo>
                  <a:lnTo>
                    <a:pt x="9737" y="7360"/>
                  </a:lnTo>
                  <a:lnTo>
                    <a:pt x="8144" y="7360"/>
                  </a:lnTo>
                  <a:lnTo>
                    <a:pt x="5716" y="7234"/>
                  </a:lnTo>
                  <a:lnTo>
                    <a:pt x="4123" y="7006"/>
                  </a:lnTo>
                  <a:lnTo>
                    <a:pt x="3313" y="6854"/>
                  </a:lnTo>
                  <a:lnTo>
                    <a:pt x="2959" y="6779"/>
                  </a:lnTo>
                  <a:lnTo>
                    <a:pt x="2150" y="6500"/>
                  </a:lnTo>
                  <a:lnTo>
                    <a:pt x="1391" y="6096"/>
                  </a:lnTo>
                  <a:lnTo>
                    <a:pt x="1012" y="5641"/>
                  </a:lnTo>
                  <a:lnTo>
                    <a:pt x="885" y="5261"/>
                  </a:lnTo>
                  <a:lnTo>
                    <a:pt x="860" y="5034"/>
                  </a:lnTo>
                  <a:lnTo>
                    <a:pt x="860" y="4654"/>
                  </a:lnTo>
                  <a:lnTo>
                    <a:pt x="1138" y="3946"/>
                  </a:lnTo>
                  <a:lnTo>
                    <a:pt x="1644" y="3339"/>
                  </a:lnTo>
                  <a:lnTo>
                    <a:pt x="2276" y="2884"/>
                  </a:lnTo>
                  <a:lnTo>
                    <a:pt x="2580" y="2682"/>
                  </a:lnTo>
                  <a:lnTo>
                    <a:pt x="3136" y="2378"/>
                  </a:lnTo>
                  <a:lnTo>
                    <a:pt x="4325" y="1948"/>
                  </a:lnTo>
                  <a:lnTo>
                    <a:pt x="6222" y="1518"/>
                  </a:lnTo>
                  <a:lnTo>
                    <a:pt x="8902" y="1341"/>
                  </a:lnTo>
                  <a:lnTo>
                    <a:pt x="11558" y="1417"/>
                  </a:lnTo>
                  <a:lnTo>
                    <a:pt x="12797" y="1493"/>
                  </a:lnTo>
                  <a:lnTo>
                    <a:pt x="12974" y="1493"/>
                  </a:lnTo>
                  <a:lnTo>
                    <a:pt x="13176" y="1265"/>
                  </a:lnTo>
                  <a:lnTo>
                    <a:pt x="13176" y="991"/>
                  </a:lnTo>
                  <a:lnTo>
                    <a:pt x="13176" y="991"/>
                  </a:lnTo>
                  <a:lnTo>
                    <a:pt x="13910" y="962"/>
                  </a:lnTo>
                  <a:lnTo>
                    <a:pt x="24253" y="835"/>
                  </a:lnTo>
                  <a:close/>
                  <a:moveTo>
                    <a:pt x="21168" y="1"/>
                  </a:moveTo>
                  <a:lnTo>
                    <a:pt x="12898" y="153"/>
                  </a:lnTo>
                  <a:lnTo>
                    <a:pt x="8751" y="330"/>
                  </a:lnTo>
                  <a:lnTo>
                    <a:pt x="8574" y="380"/>
                  </a:lnTo>
                  <a:lnTo>
                    <a:pt x="8372" y="607"/>
                  </a:lnTo>
                  <a:lnTo>
                    <a:pt x="8372" y="607"/>
                  </a:lnTo>
                  <a:lnTo>
                    <a:pt x="8245" y="608"/>
                  </a:lnTo>
                  <a:lnTo>
                    <a:pt x="5918" y="810"/>
                  </a:lnTo>
                  <a:lnTo>
                    <a:pt x="3693" y="1240"/>
                  </a:lnTo>
                  <a:lnTo>
                    <a:pt x="2251" y="1771"/>
                  </a:lnTo>
                  <a:lnTo>
                    <a:pt x="1417" y="2252"/>
                  </a:lnTo>
                  <a:lnTo>
                    <a:pt x="759" y="2808"/>
                  </a:lnTo>
                  <a:lnTo>
                    <a:pt x="278" y="3466"/>
                  </a:lnTo>
                  <a:lnTo>
                    <a:pt x="26" y="4275"/>
                  </a:lnTo>
                  <a:lnTo>
                    <a:pt x="0" y="5185"/>
                  </a:lnTo>
                  <a:lnTo>
                    <a:pt x="101" y="5691"/>
                  </a:lnTo>
                  <a:lnTo>
                    <a:pt x="253" y="6146"/>
                  </a:lnTo>
                  <a:lnTo>
                    <a:pt x="885" y="6854"/>
                  </a:lnTo>
                  <a:lnTo>
                    <a:pt x="1771" y="7386"/>
                  </a:lnTo>
                  <a:lnTo>
                    <a:pt x="2858" y="7740"/>
                  </a:lnTo>
                  <a:lnTo>
                    <a:pt x="4654" y="8043"/>
                  </a:lnTo>
                  <a:lnTo>
                    <a:pt x="6904" y="8169"/>
                  </a:lnTo>
                  <a:lnTo>
                    <a:pt x="7688" y="8169"/>
                  </a:lnTo>
                  <a:lnTo>
                    <a:pt x="11811" y="8296"/>
                  </a:lnTo>
                  <a:lnTo>
                    <a:pt x="20030" y="8321"/>
                  </a:lnTo>
                  <a:lnTo>
                    <a:pt x="24127" y="8321"/>
                  </a:lnTo>
                  <a:lnTo>
                    <a:pt x="44890" y="8574"/>
                  </a:lnTo>
                  <a:lnTo>
                    <a:pt x="65678" y="8751"/>
                  </a:lnTo>
                  <a:lnTo>
                    <a:pt x="76072" y="8878"/>
                  </a:lnTo>
                  <a:lnTo>
                    <a:pt x="86466" y="8928"/>
                  </a:lnTo>
                  <a:lnTo>
                    <a:pt x="90639" y="8827"/>
                  </a:lnTo>
                  <a:lnTo>
                    <a:pt x="94812" y="8675"/>
                  </a:lnTo>
                  <a:lnTo>
                    <a:pt x="96430" y="8599"/>
                  </a:lnTo>
                  <a:lnTo>
                    <a:pt x="98808" y="8372"/>
                  </a:lnTo>
                  <a:lnTo>
                    <a:pt x="100401" y="8068"/>
                  </a:lnTo>
                  <a:lnTo>
                    <a:pt x="101160" y="7841"/>
                  </a:lnTo>
                  <a:lnTo>
                    <a:pt x="101842" y="7563"/>
                  </a:lnTo>
                  <a:lnTo>
                    <a:pt x="102652" y="7006"/>
                  </a:lnTo>
                  <a:lnTo>
                    <a:pt x="103056" y="6526"/>
                  </a:lnTo>
                  <a:lnTo>
                    <a:pt x="103335" y="6020"/>
                  </a:lnTo>
                  <a:lnTo>
                    <a:pt x="103486" y="5438"/>
                  </a:lnTo>
                  <a:lnTo>
                    <a:pt x="103461" y="4806"/>
                  </a:lnTo>
                  <a:lnTo>
                    <a:pt x="103259" y="4148"/>
                  </a:lnTo>
                  <a:lnTo>
                    <a:pt x="103082" y="3794"/>
                  </a:lnTo>
                  <a:lnTo>
                    <a:pt x="102854" y="3440"/>
                  </a:lnTo>
                  <a:lnTo>
                    <a:pt x="102272" y="2833"/>
                  </a:lnTo>
                  <a:lnTo>
                    <a:pt x="101185" y="2125"/>
                  </a:lnTo>
                  <a:lnTo>
                    <a:pt x="99465" y="1518"/>
                  </a:lnTo>
                  <a:lnTo>
                    <a:pt x="97720" y="1164"/>
                  </a:lnTo>
                  <a:lnTo>
                    <a:pt x="96962" y="1038"/>
                  </a:lnTo>
                  <a:lnTo>
                    <a:pt x="94964" y="785"/>
                  </a:lnTo>
                  <a:lnTo>
                    <a:pt x="90968" y="658"/>
                  </a:lnTo>
                  <a:lnTo>
                    <a:pt x="65931" y="658"/>
                  </a:lnTo>
                  <a:lnTo>
                    <a:pt x="49872" y="507"/>
                  </a:lnTo>
                  <a:lnTo>
                    <a:pt x="41855" y="330"/>
                  </a:lnTo>
                  <a:lnTo>
                    <a:pt x="33585" y="127"/>
                  </a:lnTo>
                  <a:lnTo>
                    <a:pt x="211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4" name="Google Shape;644;p20"/>
          <p:cNvGrpSpPr/>
          <p:nvPr/>
        </p:nvGrpSpPr>
        <p:grpSpPr>
          <a:xfrm>
            <a:off x="6472350" y="1757550"/>
            <a:ext cx="843600" cy="1123075"/>
            <a:chOff x="6472350" y="1757550"/>
            <a:chExt cx="843600" cy="1123075"/>
          </a:xfrm>
        </p:grpSpPr>
        <p:sp>
          <p:nvSpPr>
            <p:cNvPr id="645" name="Google Shape;645;p20"/>
            <p:cNvSpPr/>
            <p:nvPr/>
          </p:nvSpPr>
          <p:spPr>
            <a:xfrm>
              <a:off x="6472350" y="1757550"/>
              <a:ext cx="832500" cy="832500"/>
            </a:xfrm>
            <a:prstGeom prst="blockArc">
              <a:avLst>
                <a:gd fmla="val 10800000" name="adj1"/>
                <a:gd fmla="val 4200827" name="adj2"/>
                <a:gd fmla="val 16920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6588527" y="1874767"/>
              <a:ext cx="622351" cy="578633"/>
            </a:xfrm>
            <a:custGeom>
              <a:rect b="b" l="l" r="r" t="t"/>
              <a:pathLst>
                <a:path extrusionOk="0" h="15102" w="16243">
                  <a:moveTo>
                    <a:pt x="7168" y="619"/>
                  </a:moveTo>
                  <a:cubicBezTo>
                    <a:pt x="9014" y="619"/>
                    <a:pt x="10897" y="1406"/>
                    <a:pt x="12290" y="2673"/>
                  </a:cubicBezTo>
                  <a:cubicBezTo>
                    <a:pt x="15379" y="5521"/>
                    <a:pt x="15672" y="10699"/>
                    <a:pt x="12048" y="13219"/>
                  </a:cubicBezTo>
                  <a:cubicBezTo>
                    <a:pt x="11966" y="13278"/>
                    <a:pt x="11925" y="13354"/>
                    <a:pt x="11914" y="13430"/>
                  </a:cubicBezTo>
                  <a:lnTo>
                    <a:pt x="11914" y="13430"/>
                  </a:lnTo>
                  <a:cubicBezTo>
                    <a:pt x="10719" y="14167"/>
                    <a:pt x="9390" y="14538"/>
                    <a:pt x="8083" y="14538"/>
                  </a:cubicBezTo>
                  <a:cubicBezTo>
                    <a:pt x="5970" y="14538"/>
                    <a:pt x="3916" y="13569"/>
                    <a:pt x="2590" y="11613"/>
                  </a:cubicBezTo>
                  <a:cubicBezTo>
                    <a:pt x="726" y="8869"/>
                    <a:pt x="691" y="4675"/>
                    <a:pt x="3090" y="2276"/>
                  </a:cubicBezTo>
                  <a:cubicBezTo>
                    <a:pt x="4247" y="1119"/>
                    <a:pt x="5695" y="619"/>
                    <a:pt x="7168" y="619"/>
                  </a:cubicBezTo>
                  <a:close/>
                  <a:moveTo>
                    <a:pt x="7259" y="0"/>
                  </a:moveTo>
                  <a:cubicBezTo>
                    <a:pt x="5785" y="0"/>
                    <a:pt x="4323" y="455"/>
                    <a:pt x="3107" y="1465"/>
                  </a:cubicBezTo>
                  <a:cubicBezTo>
                    <a:pt x="1" y="4019"/>
                    <a:pt x="70" y="8697"/>
                    <a:pt x="2072" y="11924"/>
                  </a:cubicBezTo>
                  <a:cubicBezTo>
                    <a:pt x="3381" y="14044"/>
                    <a:pt x="5607" y="15102"/>
                    <a:pt x="7866" y="15102"/>
                  </a:cubicBezTo>
                  <a:cubicBezTo>
                    <a:pt x="9345" y="15102"/>
                    <a:pt x="10838" y="14648"/>
                    <a:pt x="12096" y="13742"/>
                  </a:cubicBezTo>
                  <a:lnTo>
                    <a:pt x="12096" y="13742"/>
                  </a:lnTo>
                  <a:cubicBezTo>
                    <a:pt x="12118" y="13750"/>
                    <a:pt x="12142" y="13754"/>
                    <a:pt x="12168" y="13754"/>
                  </a:cubicBezTo>
                  <a:cubicBezTo>
                    <a:pt x="12217" y="13754"/>
                    <a:pt x="12270" y="13738"/>
                    <a:pt x="12324" y="13702"/>
                  </a:cubicBezTo>
                  <a:cubicBezTo>
                    <a:pt x="16242" y="11216"/>
                    <a:pt x="16018" y="6021"/>
                    <a:pt x="13222" y="2776"/>
                  </a:cubicBezTo>
                  <a:cubicBezTo>
                    <a:pt x="11746" y="1041"/>
                    <a:pt x="9489" y="0"/>
                    <a:pt x="7259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0"/>
            <p:cNvSpPr txBox="1"/>
            <p:nvPr/>
          </p:nvSpPr>
          <p:spPr>
            <a:xfrm>
              <a:off x="6483450" y="2643925"/>
              <a:ext cx="8325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6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1E1E1C"/>
                  </a:solidFill>
                  <a:latin typeface="Roboto"/>
                  <a:ea typeface="Roboto"/>
                  <a:cs typeface="Roboto"/>
                  <a:sym typeface="Roboto"/>
                </a:rPr>
                <a:t>Internet</a:t>
              </a:r>
              <a:endParaRPr sz="1200">
                <a:solidFill>
                  <a:srgbClr val="1E1E1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6811800" y="2198288"/>
              <a:ext cx="60625" cy="54275"/>
            </a:xfrm>
            <a:custGeom>
              <a:rect b="b" l="l" r="r" t="t"/>
              <a:pathLst>
                <a:path extrusionOk="0" h="2171" w="2425">
                  <a:moveTo>
                    <a:pt x="1265" y="388"/>
                  </a:moveTo>
                  <a:cubicBezTo>
                    <a:pt x="1474" y="388"/>
                    <a:pt x="1690" y="529"/>
                    <a:pt x="1773" y="737"/>
                  </a:cubicBezTo>
                  <a:cubicBezTo>
                    <a:pt x="1907" y="1082"/>
                    <a:pt x="1773" y="1532"/>
                    <a:pt x="1399" y="1657"/>
                  </a:cubicBezTo>
                  <a:cubicBezTo>
                    <a:pt x="1343" y="1673"/>
                    <a:pt x="1283" y="1680"/>
                    <a:pt x="1222" y="1680"/>
                  </a:cubicBezTo>
                  <a:cubicBezTo>
                    <a:pt x="950" y="1680"/>
                    <a:pt x="659" y="1527"/>
                    <a:pt x="604" y="1245"/>
                  </a:cubicBezTo>
                  <a:cubicBezTo>
                    <a:pt x="546" y="977"/>
                    <a:pt x="661" y="795"/>
                    <a:pt x="824" y="622"/>
                  </a:cubicBezTo>
                  <a:cubicBezTo>
                    <a:pt x="863" y="613"/>
                    <a:pt x="901" y="593"/>
                    <a:pt x="920" y="565"/>
                  </a:cubicBezTo>
                  <a:cubicBezTo>
                    <a:pt x="1011" y="441"/>
                    <a:pt x="1137" y="388"/>
                    <a:pt x="1265" y="388"/>
                  </a:cubicBezTo>
                  <a:close/>
                  <a:moveTo>
                    <a:pt x="1235" y="1"/>
                  </a:moveTo>
                  <a:cubicBezTo>
                    <a:pt x="1034" y="1"/>
                    <a:pt x="844" y="67"/>
                    <a:pt x="719" y="220"/>
                  </a:cubicBezTo>
                  <a:cubicBezTo>
                    <a:pt x="240" y="344"/>
                    <a:pt x="0" y="1063"/>
                    <a:pt x="163" y="1504"/>
                  </a:cubicBezTo>
                  <a:cubicBezTo>
                    <a:pt x="315" y="1933"/>
                    <a:pt x="749" y="2171"/>
                    <a:pt x="1183" y="2171"/>
                  </a:cubicBezTo>
                  <a:cubicBezTo>
                    <a:pt x="1378" y="2171"/>
                    <a:pt x="1574" y="2122"/>
                    <a:pt x="1744" y="2021"/>
                  </a:cubicBezTo>
                  <a:cubicBezTo>
                    <a:pt x="2290" y="1695"/>
                    <a:pt x="2424" y="842"/>
                    <a:pt x="2012" y="354"/>
                  </a:cubicBezTo>
                  <a:cubicBezTo>
                    <a:pt x="1837" y="139"/>
                    <a:pt x="1524" y="1"/>
                    <a:pt x="1235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808125" y="2159188"/>
              <a:ext cx="116900" cy="79275"/>
            </a:xfrm>
            <a:custGeom>
              <a:rect b="b" l="l" r="r" t="t"/>
              <a:pathLst>
                <a:path extrusionOk="0" h="3171" w="4676">
                  <a:moveTo>
                    <a:pt x="1549" y="1"/>
                  </a:moveTo>
                  <a:cubicBezTo>
                    <a:pt x="1056" y="1"/>
                    <a:pt x="564" y="124"/>
                    <a:pt x="128" y="395"/>
                  </a:cubicBezTo>
                  <a:cubicBezTo>
                    <a:pt x="0" y="471"/>
                    <a:pt x="62" y="693"/>
                    <a:pt x="199" y="693"/>
                  </a:cubicBezTo>
                  <a:cubicBezTo>
                    <a:pt x="216" y="693"/>
                    <a:pt x="234" y="689"/>
                    <a:pt x="253" y="682"/>
                  </a:cubicBezTo>
                  <a:cubicBezTo>
                    <a:pt x="643" y="521"/>
                    <a:pt x="1055" y="429"/>
                    <a:pt x="1464" y="429"/>
                  </a:cubicBezTo>
                  <a:cubicBezTo>
                    <a:pt x="1909" y="429"/>
                    <a:pt x="2349" y="538"/>
                    <a:pt x="2753" y="787"/>
                  </a:cubicBezTo>
                  <a:cubicBezTo>
                    <a:pt x="3568" y="1295"/>
                    <a:pt x="3750" y="2119"/>
                    <a:pt x="3903" y="2991"/>
                  </a:cubicBezTo>
                  <a:cubicBezTo>
                    <a:pt x="3922" y="3111"/>
                    <a:pt x="4035" y="3171"/>
                    <a:pt x="4147" y="3171"/>
                  </a:cubicBezTo>
                  <a:cubicBezTo>
                    <a:pt x="4260" y="3171"/>
                    <a:pt x="4372" y="3111"/>
                    <a:pt x="4391" y="2991"/>
                  </a:cubicBezTo>
                  <a:cubicBezTo>
                    <a:pt x="4676" y="1249"/>
                    <a:pt x="3114" y="1"/>
                    <a:pt x="1549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816900" y="2112938"/>
              <a:ext cx="145325" cy="110250"/>
            </a:xfrm>
            <a:custGeom>
              <a:rect b="b" l="l" r="r" t="t"/>
              <a:pathLst>
                <a:path extrusionOk="0" h="4410" w="5813">
                  <a:moveTo>
                    <a:pt x="2355" y="0"/>
                  </a:moveTo>
                  <a:cubicBezTo>
                    <a:pt x="1627" y="0"/>
                    <a:pt x="885" y="223"/>
                    <a:pt x="189" y="568"/>
                  </a:cubicBezTo>
                  <a:cubicBezTo>
                    <a:pt x="1" y="658"/>
                    <a:pt x="115" y="907"/>
                    <a:pt x="287" y="907"/>
                  </a:cubicBezTo>
                  <a:cubicBezTo>
                    <a:pt x="299" y="907"/>
                    <a:pt x="311" y="906"/>
                    <a:pt x="323" y="903"/>
                  </a:cubicBezTo>
                  <a:cubicBezTo>
                    <a:pt x="978" y="765"/>
                    <a:pt x="1620" y="587"/>
                    <a:pt x="2250" y="587"/>
                  </a:cubicBezTo>
                  <a:cubicBezTo>
                    <a:pt x="2709" y="587"/>
                    <a:pt x="3162" y="681"/>
                    <a:pt x="3609" y="951"/>
                  </a:cubicBezTo>
                  <a:cubicBezTo>
                    <a:pt x="4711" y="1603"/>
                    <a:pt x="5066" y="2819"/>
                    <a:pt x="4807" y="4017"/>
                  </a:cubicBezTo>
                  <a:cubicBezTo>
                    <a:pt x="4761" y="4253"/>
                    <a:pt x="4953" y="4409"/>
                    <a:pt x="5139" y="4409"/>
                  </a:cubicBezTo>
                  <a:cubicBezTo>
                    <a:pt x="5263" y="4409"/>
                    <a:pt x="5384" y="4340"/>
                    <a:pt x="5430" y="4180"/>
                  </a:cubicBezTo>
                  <a:cubicBezTo>
                    <a:pt x="5813" y="2877"/>
                    <a:pt x="5353" y="1469"/>
                    <a:pt x="4270" y="635"/>
                  </a:cubicBezTo>
                  <a:cubicBezTo>
                    <a:pt x="3675" y="187"/>
                    <a:pt x="3021" y="0"/>
                    <a:pt x="2355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805575" y="2075613"/>
              <a:ext cx="207675" cy="172350"/>
            </a:xfrm>
            <a:custGeom>
              <a:rect b="b" l="l" r="r" t="t"/>
              <a:pathLst>
                <a:path extrusionOk="0" h="6894" w="8307">
                  <a:moveTo>
                    <a:pt x="3448" y="1"/>
                  </a:moveTo>
                  <a:cubicBezTo>
                    <a:pt x="2375" y="1"/>
                    <a:pt x="1261" y="276"/>
                    <a:pt x="173" y="480"/>
                  </a:cubicBezTo>
                  <a:cubicBezTo>
                    <a:pt x="0" y="509"/>
                    <a:pt x="58" y="768"/>
                    <a:pt x="211" y="777"/>
                  </a:cubicBezTo>
                  <a:cubicBezTo>
                    <a:pt x="300" y="781"/>
                    <a:pt x="389" y="783"/>
                    <a:pt x="478" y="783"/>
                  </a:cubicBezTo>
                  <a:cubicBezTo>
                    <a:pt x="1407" y="783"/>
                    <a:pt x="2340" y="597"/>
                    <a:pt x="3245" y="597"/>
                  </a:cubicBezTo>
                  <a:cubicBezTo>
                    <a:pt x="4028" y="597"/>
                    <a:pt x="4790" y="736"/>
                    <a:pt x="5509" y="1256"/>
                  </a:cubicBezTo>
                  <a:cubicBezTo>
                    <a:pt x="7051" y="2358"/>
                    <a:pt x="7502" y="4226"/>
                    <a:pt x="7454" y="6027"/>
                  </a:cubicBezTo>
                  <a:cubicBezTo>
                    <a:pt x="7348" y="6104"/>
                    <a:pt x="7310" y="6238"/>
                    <a:pt x="7348" y="6353"/>
                  </a:cubicBezTo>
                  <a:lnTo>
                    <a:pt x="7444" y="6650"/>
                  </a:lnTo>
                  <a:cubicBezTo>
                    <a:pt x="7495" y="6816"/>
                    <a:pt x="7635" y="6893"/>
                    <a:pt x="7777" y="6893"/>
                  </a:cubicBezTo>
                  <a:cubicBezTo>
                    <a:pt x="7954" y="6893"/>
                    <a:pt x="8133" y="6773"/>
                    <a:pt x="8144" y="6554"/>
                  </a:cubicBezTo>
                  <a:cubicBezTo>
                    <a:pt x="8306" y="4466"/>
                    <a:pt x="7856" y="2224"/>
                    <a:pt x="6132" y="864"/>
                  </a:cubicBezTo>
                  <a:cubicBezTo>
                    <a:pt x="5296" y="211"/>
                    <a:pt x="4387" y="1"/>
                    <a:pt x="3448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2" name="Google Shape;652;p20"/>
          <p:cNvGrpSpPr/>
          <p:nvPr/>
        </p:nvGrpSpPr>
        <p:grpSpPr>
          <a:xfrm>
            <a:off x="7583825" y="3239263"/>
            <a:ext cx="1003202" cy="1179113"/>
            <a:chOff x="7583825" y="3239263"/>
            <a:chExt cx="1003202" cy="1179113"/>
          </a:xfrm>
        </p:grpSpPr>
        <p:sp>
          <p:nvSpPr>
            <p:cNvPr id="653" name="Google Shape;653;p20"/>
            <p:cNvSpPr/>
            <p:nvPr/>
          </p:nvSpPr>
          <p:spPr>
            <a:xfrm>
              <a:off x="7702243" y="3239263"/>
              <a:ext cx="832500" cy="832500"/>
            </a:xfrm>
            <a:prstGeom prst="blockArc">
              <a:avLst>
                <a:gd fmla="val 10800000" name="adj1"/>
                <a:gd fmla="val 20689590" name="adj2"/>
                <a:gd fmla="val 19808" name="adj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7583825" y="3239300"/>
              <a:ext cx="1003202" cy="851972"/>
            </a:xfrm>
            <a:custGeom>
              <a:rect b="b" l="l" r="r" t="t"/>
              <a:pathLst>
                <a:path extrusionOk="0" h="22236" w="26183">
                  <a:moveTo>
                    <a:pt x="13138" y="586"/>
                  </a:moveTo>
                  <a:cubicBezTo>
                    <a:pt x="15997" y="586"/>
                    <a:pt x="18894" y="1854"/>
                    <a:pt x="21005" y="3895"/>
                  </a:cubicBezTo>
                  <a:cubicBezTo>
                    <a:pt x="25441" y="8193"/>
                    <a:pt x="25872" y="15943"/>
                    <a:pt x="20401" y="19619"/>
                  </a:cubicBezTo>
                  <a:cubicBezTo>
                    <a:pt x="20321" y="19671"/>
                    <a:pt x="20283" y="19744"/>
                    <a:pt x="20277" y="19820"/>
                  </a:cubicBezTo>
                  <a:lnTo>
                    <a:pt x="20277" y="19820"/>
                  </a:lnTo>
                  <a:cubicBezTo>
                    <a:pt x="18483" y="21006"/>
                    <a:pt x="16375" y="21630"/>
                    <a:pt x="14234" y="21630"/>
                  </a:cubicBezTo>
                  <a:cubicBezTo>
                    <a:pt x="13511" y="21630"/>
                    <a:pt x="12784" y="21559"/>
                    <a:pt x="12065" y="21414"/>
                  </a:cubicBezTo>
                  <a:cubicBezTo>
                    <a:pt x="9355" y="20844"/>
                    <a:pt x="7180" y="18963"/>
                    <a:pt x="5799" y="16616"/>
                  </a:cubicBezTo>
                  <a:cubicBezTo>
                    <a:pt x="3279" y="12335"/>
                    <a:pt x="3417" y="6105"/>
                    <a:pt x="7353" y="2722"/>
                  </a:cubicBezTo>
                  <a:cubicBezTo>
                    <a:pt x="9060" y="1237"/>
                    <a:pt x="11090" y="586"/>
                    <a:pt x="13138" y="586"/>
                  </a:cubicBezTo>
                  <a:close/>
                  <a:moveTo>
                    <a:pt x="13331" y="0"/>
                  </a:moveTo>
                  <a:cubicBezTo>
                    <a:pt x="12407" y="0"/>
                    <a:pt x="11473" y="121"/>
                    <a:pt x="10546" y="374"/>
                  </a:cubicBezTo>
                  <a:cubicBezTo>
                    <a:pt x="0" y="3222"/>
                    <a:pt x="2157" y="19636"/>
                    <a:pt x="11909" y="21966"/>
                  </a:cubicBezTo>
                  <a:cubicBezTo>
                    <a:pt x="12658" y="22149"/>
                    <a:pt x="13419" y="22236"/>
                    <a:pt x="14176" y="22236"/>
                  </a:cubicBezTo>
                  <a:cubicBezTo>
                    <a:pt x="16427" y="22236"/>
                    <a:pt x="18650" y="21465"/>
                    <a:pt x="20463" y="20129"/>
                  </a:cubicBezTo>
                  <a:lnTo>
                    <a:pt x="20463" y="20129"/>
                  </a:lnTo>
                  <a:cubicBezTo>
                    <a:pt x="20490" y="20140"/>
                    <a:pt x="20520" y="20146"/>
                    <a:pt x="20551" y="20146"/>
                  </a:cubicBezTo>
                  <a:cubicBezTo>
                    <a:pt x="20596" y="20146"/>
                    <a:pt x="20645" y="20132"/>
                    <a:pt x="20694" y="20102"/>
                  </a:cubicBezTo>
                  <a:cubicBezTo>
                    <a:pt x="25562" y="17013"/>
                    <a:pt x="26183" y="10540"/>
                    <a:pt x="23352" y="5863"/>
                  </a:cubicBezTo>
                  <a:cubicBezTo>
                    <a:pt x="21203" y="2308"/>
                    <a:pt x="17372" y="0"/>
                    <a:pt x="13331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822527" y="3374092"/>
              <a:ext cx="622351" cy="578633"/>
            </a:xfrm>
            <a:custGeom>
              <a:rect b="b" l="l" r="r" t="t"/>
              <a:pathLst>
                <a:path extrusionOk="0" h="15102" w="16243">
                  <a:moveTo>
                    <a:pt x="7168" y="619"/>
                  </a:moveTo>
                  <a:cubicBezTo>
                    <a:pt x="9014" y="619"/>
                    <a:pt x="10897" y="1406"/>
                    <a:pt x="12290" y="2673"/>
                  </a:cubicBezTo>
                  <a:cubicBezTo>
                    <a:pt x="15379" y="5521"/>
                    <a:pt x="15672" y="10699"/>
                    <a:pt x="12048" y="13219"/>
                  </a:cubicBezTo>
                  <a:cubicBezTo>
                    <a:pt x="11966" y="13278"/>
                    <a:pt x="11925" y="13354"/>
                    <a:pt x="11914" y="13430"/>
                  </a:cubicBezTo>
                  <a:lnTo>
                    <a:pt x="11914" y="13430"/>
                  </a:lnTo>
                  <a:cubicBezTo>
                    <a:pt x="10719" y="14167"/>
                    <a:pt x="9390" y="14538"/>
                    <a:pt x="8083" y="14538"/>
                  </a:cubicBezTo>
                  <a:cubicBezTo>
                    <a:pt x="5970" y="14538"/>
                    <a:pt x="3916" y="13569"/>
                    <a:pt x="2590" y="11613"/>
                  </a:cubicBezTo>
                  <a:cubicBezTo>
                    <a:pt x="726" y="8869"/>
                    <a:pt x="691" y="4675"/>
                    <a:pt x="3090" y="2276"/>
                  </a:cubicBezTo>
                  <a:cubicBezTo>
                    <a:pt x="4247" y="1119"/>
                    <a:pt x="5695" y="619"/>
                    <a:pt x="7168" y="619"/>
                  </a:cubicBezTo>
                  <a:close/>
                  <a:moveTo>
                    <a:pt x="7259" y="0"/>
                  </a:moveTo>
                  <a:cubicBezTo>
                    <a:pt x="5785" y="0"/>
                    <a:pt x="4323" y="455"/>
                    <a:pt x="3107" y="1465"/>
                  </a:cubicBezTo>
                  <a:cubicBezTo>
                    <a:pt x="1" y="4019"/>
                    <a:pt x="70" y="8697"/>
                    <a:pt x="2072" y="11924"/>
                  </a:cubicBezTo>
                  <a:cubicBezTo>
                    <a:pt x="3381" y="14044"/>
                    <a:pt x="5607" y="15102"/>
                    <a:pt x="7866" y="15102"/>
                  </a:cubicBezTo>
                  <a:cubicBezTo>
                    <a:pt x="9345" y="15102"/>
                    <a:pt x="10838" y="14648"/>
                    <a:pt x="12096" y="13742"/>
                  </a:cubicBezTo>
                  <a:lnTo>
                    <a:pt x="12096" y="13742"/>
                  </a:lnTo>
                  <a:cubicBezTo>
                    <a:pt x="12118" y="13750"/>
                    <a:pt x="12142" y="13754"/>
                    <a:pt x="12168" y="13754"/>
                  </a:cubicBezTo>
                  <a:cubicBezTo>
                    <a:pt x="12217" y="13754"/>
                    <a:pt x="12270" y="13738"/>
                    <a:pt x="12324" y="13702"/>
                  </a:cubicBezTo>
                  <a:cubicBezTo>
                    <a:pt x="16242" y="11216"/>
                    <a:pt x="16018" y="6021"/>
                    <a:pt x="13222" y="2776"/>
                  </a:cubicBezTo>
                  <a:cubicBezTo>
                    <a:pt x="11746" y="1041"/>
                    <a:pt x="9489" y="0"/>
                    <a:pt x="7259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0"/>
            <p:cNvSpPr txBox="1"/>
            <p:nvPr/>
          </p:nvSpPr>
          <p:spPr>
            <a:xfrm>
              <a:off x="7691400" y="4181675"/>
              <a:ext cx="8325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6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1E1E1C"/>
                  </a:solidFill>
                  <a:latin typeface="Roboto"/>
                  <a:ea typeface="Roboto"/>
                  <a:cs typeface="Roboto"/>
                  <a:sym typeface="Roboto"/>
                </a:rPr>
                <a:t>Shopping</a:t>
              </a:r>
              <a:endParaRPr sz="1200">
                <a:solidFill>
                  <a:srgbClr val="1E1E1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8002850" y="3508813"/>
              <a:ext cx="285275" cy="286275"/>
            </a:xfrm>
            <a:custGeom>
              <a:rect b="b" l="l" r="r" t="t"/>
              <a:pathLst>
                <a:path extrusionOk="0" h="11451" w="11411">
                  <a:moveTo>
                    <a:pt x="6879" y="2463"/>
                  </a:moveTo>
                  <a:lnTo>
                    <a:pt x="6870" y="2473"/>
                  </a:lnTo>
                  <a:lnTo>
                    <a:pt x="6870" y="2482"/>
                  </a:lnTo>
                  <a:cubicBezTo>
                    <a:pt x="6793" y="2923"/>
                    <a:pt x="6697" y="3392"/>
                    <a:pt x="6601" y="3862"/>
                  </a:cubicBezTo>
                  <a:cubicBezTo>
                    <a:pt x="6055" y="3871"/>
                    <a:pt x="5509" y="3881"/>
                    <a:pt x="4963" y="3890"/>
                  </a:cubicBezTo>
                  <a:cubicBezTo>
                    <a:pt x="4973" y="3440"/>
                    <a:pt x="4963" y="2990"/>
                    <a:pt x="4934" y="2549"/>
                  </a:cubicBezTo>
                  <a:cubicBezTo>
                    <a:pt x="4934" y="2530"/>
                    <a:pt x="4925" y="2511"/>
                    <a:pt x="4925" y="2501"/>
                  </a:cubicBezTo>
                  <a:cubicBezTo>
                    <a:pt x="5576" y="2492"/>
                    <a:pt x="6228" y="2482"/>
                    <a:pt x="6879" y="2463"/>
                  </a:cubicBezTo>
                  <a:close/>
                  <a:moveTo>
                    <a:pt x="2482" y="2482"/>
                  </a:moveTo>
                  <a:cubicBezTo>
                    <a:pt x="3191" y="2501"/>
                    <a:pt x="3900" y="2501"/>
                    <a:pt x="4609" y="2501"/>
                  </a:cubicBezTo>
                  <a:cubicBezTo>
                    <a:pt x="4599" y="2511"/>
                    <a:pt x="4590" y="2530"/>
                    <a:pt x="4590" y="2540"/>
                  </a:cubicBezTo>
                  <a:lnTo>
                    <a:pt x="4590" y="2549"/>
                  </a:lnTo>
                  <a:cubicBezTo>
                    <a:pt x="4542" y="2990"/>
                    <a:pt x="4522" y="3440"/>
                    <a:pt x="4513" y="3890"/>
                  </a:cubicBezTo>
                  <a:cubicBezTo>
                    <a:pt x="3928" y="3900"/>
                    <a:pt x="3354" y="3910"/>
                    <a:pt x="2769" y="3929"/>
                  </a:cubicBezTo>
                  <a:cubicBezTo>
                    <a:pt x="2683" y="3450"/>
                    <a:pt x="2587" y="2971"/>
                    <a:pt x="2491" y="2501"/>
                  </a:cubicBezTo>
                  <a:cubicBezTo>
                    <a:pt x="2491" y="2501"/>
                    <a:pt x="2491" y="2492"/>
                    <a:pt x="2482" y="2482"/>
                  </a:cubicBezTo>
                  <a:close/>
                  <a:moveTo>
                    <a:pt x="326" y="2415"/>
                  </a:moveTo>
                  <a:cubicBezTo>
                    <a:pt x="939" y="2444"/>
                    <a:pt x="1553" y="2463"/>
                    <a:pt x="2166" y="2473"/>
                  </a:cubicBezTo>
                  <a:cubicBezTo>
                    <a:pt x="2137" y="2511"/>
                    <a:pt x="2137" y="2549"/>
                    <a:pt x="2137" y="2597"/>
                  </a:cubicBezTo>
                  <a:cubicBezTo>
                    <a:pt x="2204" y="3038"/>
                    <a:pt x="2281" y="3488"/>
                    <a:pt x="2357" y="3938"/>
                  </a:cubicBezTo>
                  <a:cubicBezTo>
                    <a:pt x="1850" y="3958"/>
                    <a:pt x="1351" y="3977"/>
                    <a:pt x="853" y="4015"/>
                  </a:cubicBezTo>
                  <a:cubicBezTo>
                    <a:pt x="700" y="3479"/>
                    <a:pt x="527" y="2942"/>
                    <a:pt x="326" y="2415"/>
                  </a:cubicBezTo>
                  <a:close/>
                  <a:moveTo>
                    <a:pt x="939" y="4312"/>
                  </a:moveTo>
                  <a:lnTo>
                    <a:pt x="939" y="4312"/>
                  </a:lnTo>
                  <a:cubicBezTo>
                    <a:pt x="1438" y="4369"/>
                    <a:pt x="1936" y="4408"/>
                    <a:pt x="2444" y="4437"/>
                  </a:cubicBezTo>
                  <a:cubicBezTo>
                    <a:pt x="2520" y="4896"/>
                    <a:pt x="2606" y="5347"/>
                    <a:pt x="2693" y="5797"/>
                  </a:cubicBezTo>
                  <a:cubicBezTo>
                    <a:pt x="2578" y="5790"/>
                    <a:pt x="2463" y="5786"/>
                    <a:pt x="2348" y="5786"/>
                  </a:cubicBezTo>
                  <a:cubicBezTo>
                    <a:pt x="2012" y="5786"/>
                    <a:pt x="1677" y="5817"/>
                    <a:pt x="1342" y="5874"/>
                  </a:cubicBezTo>
                  <a:cubicBezTo>
                    <a:pt x="1217" y="5356"/>
                    <a:pt x="1083" y="4839"/>
                    <a:pt x="939" y="4312"/>
                  </a:cubicBezTo>
                  <a:close/>
                  <a:moveTo>
                    <a:pt x="2865" y="4456"/>
                  </a:moveTo>
                  <a:lnTo>
                    <a:pt x="2865" y="4456"/>
                  </a:lnTo>
                  <a:cubicBezTo>
                    <a:pt x="3185" y="4467"/>
                    <a:pt x="3505" y="4472"/>
                    <a:pt x="3827" y="4472"/>
                  </a:cubicBezTo>
                  <a:cubicBezTo>
                    <a:pt x="4054" y="4472"/>
                    <a:pt x="4283" y="4469"/>
                    <a:pt x="4513" y="4465"/>
                  </a:cubicBezTo>
                  <a:lnTo>
                    <a:pt x="4513" y="5328"/>
                  </a:lnTo>
                  <a:cubicBezTo>
                    <a:pt x="4513" y="5529"/>
                    <a:pt x="4503" y="5730"/>
                    <a:pt x="4494" y="5941"/>
                  </a:cubicBezTo>
                  <a:cubicBezTo>
                    <a:pt x="4043" y="5912"/>
                    <a:pt x="3574" y="5864"/>
                    <a:pt x="3105" y="5826"/>
                  </a:cubicBezTo>
                  <a:cubicBezTo>
                    <a:pt x="3028" y="5366"/>
                    <a:pt x="2951" y="4906"/>
                    <a:pt x="2865" y="4456"/>
                  </a:cubicBezTo>
                  <a:close/>
                  <a:moveTo>
                    <a:pt x="6496" y="4389"/>
                  </a:moveTo>
                  <a:lnTo>
                    <a:pt x="6496" y="4389"/>
                  </a:lnTo>
                  <a:cubicBezTo>
                    <a:pt x="6391" y="4906"/>
                    <a:pt x="6304" y="5442"/>
                    <a:pt x="6237" y="5960"/>
                  </a:cubicBezTo>
                  <a:lnTo>
                    <a:pt x="6237" y="5969"/>
                  </a:lnTo>
                  <a:cubicBezTo>
                    <a:pt x="5797" y="5969"/>
                    <a:pt x="5356" y="5969"/>
                    <a:pt x="4925" y="5950"/>
                  </a:cubicBezTo>
                  <a:lnTo>
                    <a:pt x="4925" y="5328"/>
                  </a:lnTo>
                  <a:cubicBezTo>
                    <a:pt x="4925" y="5040"/>
                    <a:pt x="4944" y="4743"/>
                    <a:pt x="4944" y="4456"/>
                  </a:cubicBezTo>
                  <a:cubicBezTo>
                    <a:pt x="5461" y="4437"/>
                    <a:pt x="5979" y="4417"/>
                    <a:pt x="6496" y="4389"/>
                  </a:cubicBezTo>
                  <a:close/>
                  <a:moveTo>
                    <a:pt x="9207" y="2406"/>
                  </a:moveTo>
                  <a:lnTo>
                    <a:pt x="9207" y="2406"/>
                  </a:lnTo>
                  <a:cubicBezTo>
                    <a:pt x="9035" y="3258"/>
                    <a:pt x="8853" y="4111"/>
                    <a:pt x="8652" y="4963"/>
                  </a:cubicBezTo>
                  <a:lnTo>
                    <a:pt x="8642" y="4963"/>
                  </a:lnTo>
                  <a:cubicBezTo>
                    <a:pt x="8565" y="5289"/>
                    <a:pt x="8470" y="5615"/>
                    <a:pt x="8374" y="5941"/>
                  </a:cubicBezTo>
                  <a:cubicBezTo>
                    <a:pt x="7847" y="5960"/>
                    <a:pt x="7329" y="5960"/>
                    <a:pt x="6803" y="5969"/>
                  </a:cubicBezTo>
                  <a:cubicBezTo>
                    <a:pt x="6908" y="5442"/>
                    <a:pt x="6985" y="4887"/>
                    <a:pt x="7052" y="4350"/>
                  </a:cubicBezTo>
                  <a:cubicBezTo>
                    <a:pt x="7579" y="4322"/>
                    <a:pt x="8096" y="4283"/>
                    <a:pt x="8604" y="4245"/>
                  </a:cubicBezTo>
                  <a:cubicBezTo>
                    <a:pt x="8885" y="4226"/>
                    <a:pt x="8891" y="3804"/>
                    <a:pt x="8622" y="3804"/>
                  </a:cubicBezTo>
                  <a:cubicBezTo>
                    <a:pt x="8616" y="3804"/>
                    <a:pt x="8610" y="3804"/>
                    <a:pt x="8604" y="3804"/>
                  </a:cubicBezTo>
                  <a:cubicBezTo>
                    <a:pt x="8105" y="3823"/>
                    <a:pt x="7607" y="3843"/>
                    <a:pt x="7109" y="3852"/>
                  </a:cubicBezTo>
                  <a:cubicBezTo>
                    <a:pt x="7157" y="3421"/>
                    <a:pt x="7205" y="2999"/>
                    <a:pt x="7262" y="2597"/>
                  </a:cubicBezTo>
                  <a:cubicBezTo>
                    <a:pt x="7272" y="2549"/>
                    <a:pt x="7262" y="2501"/>
                    <a:pt x="7243" y="2463"/>
                  </a:cubicBezTo>
                  <a:cubicBezTo>
                    <a:pt x="7895" y="2444"/>
                    <a:pt x="8556" y="2425"/>
                    <a:pt x="9207" y="2406"/>
                  </a:cubicBezTo>
                  <a:close/>
                  <a:moveTo>
                    <a:pt x="8249" y="6362"/>
                  </a:moveTo>
                  <a:lnTo>
                    <a:pt x="8249" y="6362"/>
                  </a:lnTo>
                  <a:cubicBezTo>
                    <a:pt x="8153" y="6678"/>
                    <a:pt x="8067" y="6985"/>
                    <a:pt x="7981" y="7311"/>
                  </a:cubicBezTo>
                  <a:lnTo>
                    <a:pt x="7933" y="7311"/>
                  </a:lnTo>
                  <a:cubicBezTo>
                    <a:pt x="7397" y="7387"/>
                    <a:pt x="6870" y="7454"/>
                    <a:pt x="6343" y="7493"/>
                  </a:cubicBezTo>
                  <a:cubicBezTo>
                    <a:pt x="6362" y="7483"/>
                    <a:pt x="6371" y="7464"/>
                    <a:pt x="6381" y="7435"/>
                  </a:cubicBezTo>
                  <a:cubicBezTo>
                    <a:pt x="6515" y="7100"/>
                    <a:pt x="6621" y="6745"/>
                    <a:pt x="6707" y="6401"/>
                  </a:cubicBezTo>
                  <a:cubicBezTo>
                    <a:pt x="7224" y="6401"/>
                    <a:pt x="7732" y="6381"/>
                    <a:pt x="8249" y="6362"/>
                  </a:cubicBezTo>
                  <a:close/>
                  <a:moveTo>
                    <a:pt x="1390" y="6065"/>
                  </a:moveTo>
                  <a:lnTo>
                    <a:pt x="1390" y="6065"/>
                  </a:lnTo>
                  <a:cubicBezTo>
                    <a:pt x="1850" y="6209"/>
                    <a:pt x="2319" y="6305"/>
                    <a:pt x="2798" y="6324"/>
                  </a:cubicBezTo>
                  <a:cubicBezTo>
                    <a:pt x="2884" y="6726"/>
                    <a:pt x="2980" y="7129"/>
                    <a:pt x="3085" y="7531"/>
                  </a:cubicBezTo>
                  <a:cubicBezTo>
                    <a:pt x="2635" y="7502"/>
                    <a:pt x="2185" y="7464"/>
                    <a:pt x="1725" y="7426"/>
                  </a:cubicBezTo>
                  <a:cubicBezTo>
                    <a:pt x="1610" y="6975"/>
                    <a:pt x="1505" y="6515"/>
                    <a:pt x="1390" y="6065"/>
                  </a:cubicBezTo>
                  <a:close/>
                  <a:moveTo>
                    <a:pt x="3172" y="6343"/>
                  </a:moveTo>
                  <a:lnTo>
                    <a:pt x="3172" y="6343"/>
                  </a:lnTo>
                  <a:cubicBezTo>
                    <a:pt x="3622" y="6362"/>
                    <a:pt x="4063" y="6353"/>
                    <a:pt x="4475" y="6372"/>
                  </a:cubicBezTo>
                  <a:cubicBezTo>
                    <a:pt x="4465" y="6774"/>
                    <a:pt x="4503" y="7177"/>
                    <a:pt x="4590" y="7569"/>
                  </a:cubicBezTo>
                  <a:cubicBezTo>
                    <a:pt x="4168" y="7560"/>
                    <a:pt x="3746" y="7550"/>
                    <a:pt x="3325" y="7531"/>
                  </a:cubicBezTo>
                  <a:lnTo>
                    <a:pt x="3325" y="7541"/>
                  </a:lnTo>
                  <a:cubicBezTo>
                    <a:pt x="3277" y="7138"/>
                    <a:pt x="3229" y="6745"/>
                    <a:pt x="3172" y="6343"/>
                  </a:cubicBezTo>
                  <a:close/>
                  <a:moveTo>
                    <a:pt x="4915" y="6381"/>
                  </a:moveTo>
                  <a:cubicBezTo>
                    <a:pt x="5346" y="6391"/>
                    <a:pt x="5768" y="6401"/>
                    <a:pt x="6199" y="6401"/>
                  </a:cubicBezTo>
                  <a:cubicBezTo>
                    <a:pt x="6170" y="6736"/>
                    <a:pt x="6170" y="7071"/>
                    <a:pt x="6180" y="7416"/>
                  </a:cubicBezTo>
                  <a:cubicBezTo>
                    <a:pt x="6180" y="7445"/>
                    <a:pt x="6209" y="7483"/>
                    <a:pt x="6237" y="7502"/>
                  </a:cubicBezTo>
                  <a:cubicBezTo>
                    <a:pt x="5749" y="7541"/>
                    <a:pt x="5260" y="7560"/>
                    <a:pt x="4772" y="7569"/>
                  </a:cubicBezTo>
                  <a:cubicBezTo>
                    <a:pt x="4867" y="7177"/>
                    <a:pt x="4915" y="6784"/>
                    <a:pt x="4915" y="6381"/>
                  </a:cubicBezTo>
                  <a:close/>
                  <a:moveTo>
                    <a:pt x="1976" y="9886"/>
                  </a:moveTo>
                  <a:cubicBezTo>
                    <a:pt x="2173" y="9886"/>
                    <a:pt x="2364" y="9968"/>
                    <a:pt x="2463" y="10166"/>
                  </a:cubicBezTo>
                  <a:lnTo>
                    <a:pt x="2463" y="10175"/>
                  </a:lnTo>
                  <a:cubicBezTo>
                    <a:pt x="2587" y="10463"/>
                    <a:pt x="2453" y="10798"/>
                    <a:pt x="2166" y="10922"/>
                  </a:cubicBezTo>
                  <a:cubicBezTo>
                    <a:pt x="2108" y="10941"/>
                    <a:pt x="2050" y="10950"/>
                    <a:pt x="1992" y="10950"/>
                  </a:cubicBezTo>
                  <a:cubicBezTo>
                    <a:pt x="1754" y="10950"/>
                    <a:pt x="1532" y="10798"/>
                    <a:pt x="1447" y="10558"/>
                  </a:cubicBezTo>
                  <a:cubicBezTo>
                    <a:pt x="1390" y="10357"/>
                    <a:pt x="1409" y="10146"/>
                    <a:pt x="1495" y="9964"/>
                  </a:cubicBezTo>
                  <a:cubicBezTo>
                    <a:pt x="1517" y="9972"/>
                    <a:pt x="1539" y="9975"/>
                    <a:pt x="1560" y="9975"/>
                  </a:cubicBezTo>
                  <a:cubicBezTo>
                    <a:pt x="1595" y="9975"/>
                    <a:pt x="1628" y="9967"/>
                    <a:pt x="1658" y="9955"/>
                  </a:cubicBezTo>
                  <a:cubicBezTo>
                    <a:pt x="1757" y="9911"/>
                    <a:pt x="1867" y="9886"/>
                    <a:pt x="1976" y="9886"/>
                  </a:cubicBezTo>
                  <a:close/>
                  <a:moveTo>
                    <a:pt x="7080" y="9763"/>
                  </a:moveTo>
                  <a:cubicBezTo>
                    <a:pt x="7310" y="9811"/>
                    <a:pt x="7511" y="9984"/>
                    <a:pt x="7598" y="10213"/>
                  </a:cubicBezTo>
                  <a:lnTo>
                    <a:pt x="7588" y="10213"/>
                  </a:lnTo>
                  <a:cubicBezTo>
                    <a:pt x="7684" y="10501"/>
                    <a:pt x="7550" y="10884"/>
                    <a:pt x="7234" y="10942"/>
                  </a:cubicBezTo>
                  <a:cubicBezTo>
                    <a:pt x="7193" y="10953"/>
                    <a:pt x="7153" y="10958"/>
                    <a:pt x="7113" y="10958"/>
                  </a:cubicBezTo>
                  <a:cubicBezTo>
                    <a:pt x="6847" y="10958"/>
                    <a:pt x="6625" y="10718"/>
                    <a:pt x="6659" y="10434"/>
                  </a:cubicBezTo>
                  <a:cubicBezTo>
                    <a:pt x="6697" y="10175"/>
                    <a:pt x="6879" y="9955"/>
                    <a:pt x="7080" y="9763"/>
                  </a:cubicBezTo>
                  <a:close/>
                  <a:moveTo>
                    <a:pt x="10930" y="0"/>
                  </a:moveTo>
                  <a:cubicBezTo>
                    <a:pt x="10785" y="0"/>
                    <a:pt x="10643" y="11"/>
                    <a:pt x="10501" y="30"/>
                  </a:cubicBezTo>
                  <a:cubicBezTo>
                    <a:pt x="10290" y="39"/>
                    <a:pt x="10079" y="68"/>
                    <a:pt x="9868" y="116"/>
                  </a:cubicBezTo>
                  <a:cubicBezTo>
                    <a:pt x="9830" y="125"/>
                    <a:pt x="9792" y="154"/>
                    <a:pt x="9772" y="202"/>
                  </a:cubicBezTo>
                  <a:cubicBezTo>
                    <a:pt x="9686" y="212"/>
                    <a:pt x="9610" y="279"/>
                    <a:pt x="9600" y="374"/>
                  </a:cubicBezTo>
                  <a:cubicBezTo>
                    <a:pt x="9504" y="892"/>
                    <a:pt x="9408" y="1400"/>
                    <a:pt x="9303" y="1917"/>
                  </a:cubicBezTo>
                  <a:cubicBezTo>
                    <a:pt x="8682" y="1911"/>
                    <a:pt x="8059" y="1908"/>
                    <a:pt x="7435" y="1908"/>
                  </a:cubicBezTo>
                  <a:cubicBezTo>
                    <a:pt x="5013" y="1908"/>
                    <a:pt x="2579" y="1960"/>
                    <a:pt x="163" y="2128"/>
                  </a:cubicBezTo>
                  <a:cubicBezTo>
                    <a:pt x="87" y="2137"/>
                    <a:pt x="20" y="2195"/>
                    <a:pt x="29" y="2281"/>
                  </a:cubicBezTo>
                  <a:cubicBezTo>
                    <a:pt x="10" y="2310"/>
                    <a:pt x="1" y="2348"/>
                    <a:pt x="10" y="2386"/>
                  </a:cubicBezTo>
                  <a:cubicBezTo>
                    <a:pt x="250" y="4178"/>
                    <a:pt x="834" y="5941"/>
                    <a:pt x="1294" y="7684"/>
                  </a:cubicBezTo>
                  <a:cubicBezTo>
                    <a:pt x="1327" y="7791"/>
                    <a:pt x="1426" y="7856"/>
                    <a:pt x="1529" y="7856"/>
                  </a:cubicBezTo>
                  <a:cubicBezTo>
                    <a:pt x="1573" y="7856"/>
                    <a:pt x="1618" y="7844"/>
                    <a:pt x="1658" y="7818"/>
                  </a:cubicBezTo>
                  <a:cubicBezTo>
                    <a:pt x="2712" y="8057"/>
                    <a:pt x="3789" y="8177"/>
                    <a:pt x="4866" y="8177"/>
                  </a:cubicBezTo>
                  <a:cubicBezTo>
                    <a:pt x="5865" y="8177"/>
                    <a:pt x="6865" y="8074"/>
                    <a:pt x="7847" y="7866"/>
                  </a:cubicBezTo>
                  <a:lnTo>
                    <a:pt x="7847" y="7866"/>
                  </a:lnTo>
                  <a:cubicBezTo>
                    <a:pt x="7761" y="8230"/>
                    <a:pt x="7713" y="8594"/>
                    <a:pt x="7694" y="8968"/>
                  </a:cubicBezTo>
                  <a:cubicBezTo>
                    <a:pt x="7665" y="8968"/>
                    <a:pt x="7646" y="8958"/>
                    <a:pt x="7617" y="8958"/>
                  </a:cubicBezTo>
                  <a:cubicBezTo>
                    <a:pt x="7222" y="8953"/>
                    <a:pt x="6826" y="8949"/>
                    <a:pt x="6428" y="8949"/>
                  </a:cubicBezTo>
                  <a:cubicBezTo>
                    <a:pt x="4837" y="8949"/>
                    <a:pt x="3229" y="9004"/>
                    <a:pt x="1658" y="9188"/>
                  </a:cubicBezTo>
                  <a:cubicBezTo>
                    <a:pt x="1543" y="9188"/>
                    <a:pt x="1476" y="9313"/>
                    <a:pt x="1524" y="9418"/>
                  </a:cubicBezTo>
                  <a:cubicBezTo>
                    <a:pt x="1112" y="9754"/>
                    <a:pt x="853" y="10395"/>
                    <a:pt x="1131" y="10894"/>
                  </a:cubicBezTo>
                  <a:cubicBezTo>
                    <a:pt x="1304" y="11246"/>
                    <a:pt x="1656" y="11450"/>
                    <a:pt x="2021" y="11450"/>
                  </a:cubicBezTo>
                  <a:cubicBezTo>
                    <a:pt x="2183" y="11450"/>
                    <a:pt x="2348" y="11410"/>
                    <a:pt x="2501" y="11325"/>
                  </a:cubicBezTo>
                  <a:cubicBezTo>
                    <a:pt x="2990" y="11047"/>
                    <a:pt x="3143" y="10415"/>
                    <a:pt x="2846" y="9936"/>
                  </a:cubicBezTo>
                  <a:cubicBezTo>
                    <a:pt x="2741" y="9763"/>
                    <a:pt x="2578" y="9629"/>
                    <a:pt x="2396" y="9543"/>
                  </a:cubicBezTo>
                  <a:lnTo>
                    <a:pt x="2396" y="9543"/>
                  </a:lnTo>
                  <a:cubicBezTo>
                    <a:pt x="2951" y="9569"/>
                    <a:pt x="3510" y="9581"/>
                    <a:pt x="4070" y="9581"/>
                  </a:cubicBezTo>
                  <a:cubicBezTo>
                    <a:pt x="4918" y="9581"/>
                    <a:pt x="5768" y="9555"/>
                    <a:pt x="6611" y="9514"/>
                  </a:cubicBezTo>
                  <a:cubicBezTo>
                    <a:pt x="6611" y="9591"/>
                    <a:pt x="6649" y="9658"/>
                    <a:pt x="6707" y="9696"/>
                  </a:cubicBezTo>
                  <a:cubicBezTo>
                    <a:pt x="6400" y="9964"/>
                    <a:pt x="6170" y="10338"/>
                    <a:pt x="6256" y="10750"/>
                  </a:cubicBezTo>
                  <a:cubicBezTo>
                    <a:pt x="6352" y="11165"/>
                    <a:pt x="6748" y="11434"/>
                    <a:pt x="7160" y="11434"/>
                  </a:cubicBezTo>
                  <a:cubicBezTo>
                    <a:pt x="7242" y="11434"/>
                    <a:pt x="7325" y="11424"/>
                    <a:pt x="7406" y="11401"/>
                  </a:cubicBezTo>
                  <a:cubicBezTo>
                    <a:pt x="7895" y="11277"/>
                    <a:pt x="8192" y="10702"/>
                    <a:pt x="8096" y="10204"/>
                  </a:cubicBezTo>
                  <a:cubicBezTo>
                    <a:pt x="8029" y="9897"/>
                    <a:pt x="7828" y="9619"/>
                    <a:pt x="7550" y="9466"/>
                  </a:cubicBezTo>
                  <a:lnTo>
                    <a:pt x="7617" y="9466"/>
                  </a:lnTo>
                  <a:cubicBezTo>
                    <a:pt x="7732" y="9466"/>
                    <a:pt x="7828" y="9390"/>
                    <a:pt x="7856" y="9275"/>
                  </a:cubicBezTo>
                  <a:cubicBezTo>
                    <a:pt x="7856" y="9275"/>
                    <a:pt x="7866" y="9265"/>
                    <a:pt x="7876" y="9255"/>
                  </a:cubicBezTo>
                  <a:cubicBezTo>
                    <a:pt x="8604" y="8087"/>
                    <a:pt x="8814" y="6429"/>
                    <a:pt x="9131" y="5107"/>
                  </a:cubicBezTo>
                  <a:cubicBezTo>
                    <a:pt x="9495" y="3584"/>
                    <a:pt x="9811" y="2051"/>
                    <a:pt x="10089" y="518"/>
                  </a:cubicBezTo>
                  <a:cubicBezTo>
                    <a:pt x="10089" y="499"/>
                    <a:pt x="10089" y="470"/>
                    <a:pt x="10089" y="451"/>
                  </a:cubicBezTo>
                  <a:cubicBezTo>
                    <a:pt x="10232" y="470"/>
                    <a:pt x="10366" y="480"/>
                    <a:pt x="10510" y="489"/>
                  </a:cubicBezTo>
                  <a:cubicBezTo>
                    <a:pt x="10639" y="512"/>
                    <a:pt x="10768" y="521"/>
                    <a:pt x="10897" y="521"/>
                  </a:cubicBezTo>
                  <a:cubicBezTo>
                    <a:pt x="10989" y="521"/>
                    <a:pt x="11080" y="517"/>
                    <a:pt x="11171" y="509"/>
                  </a:cubicBezTo>
                  <a:cubicBezTo>
                    <a:pt x="11411" y="461"/>
                    <a:pt x="11411" y="49"/>
                    <a:pt x="11171" y="10"/>
                  </a:cubicBezTo>
                  <a:cubicBezTo>
                    <a:pt x="11090" y="4"/>
                    <a:pt x="11009" y="0"/>
                    <a:pt x="10930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8" name="Google Shape;658;p20"/>
          <p:cNvGrpSpPr/>
          <p:nvPr/>
        </p:nvGrpSpPr>
        <p:grpSpPr>
          <a:xfrm>
            <a:off x="6349825" y="3239263"/>
            <a:ext cx="1003202" cy="1179113"/>
            <a:chOff x="6349825" y="3239263"/>
            <a:chExt cx="1003202" cy="1179113"/>
          </a:xfrm>
        </p:grpSpPr>
        <p:sp>
          <p:nvSpPr>
            <p:cNvPr id="659" name="Google Shape;659;p20"/>
            <p:cNvSpPr/>
            <p:nvPr/>
          </p:nvSpPr>
          <p:spPr>
            <a:xfrm>
              <a:off x="6483443" y="3239263"/>
              <a:ext cx="832500" cy="832500"/>
            </a:xfrm>
            <a:prstGeom prst="blockArc">
              <a:avLst>
                <a:gd fmla="val 10800000" name="adj1"/>
                <a:gd fmla="val 2081837" name="adj2"/>
                <a:gd fmla="val 18919" name="adj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349825" y="3239300"/>
              <a:ext cx="1003202" cy="851972"/>
            </a:xfrm>
            <a:custGeom>
              <a:rect b="b" l="l" r="r" t="t"/>
              <a:pathLst>
                <a:path extrusionOk="0" h="22236" w="26183">
                  <a:moveTo>
                    <a:pt x="13138" y="586"/>
                  </a:moveTo>
                  <a:cubicBezTo>
                    <a:pt x="15997" y="586"/>
                    <a:pt x="18894" y="1854"/>
                    <a:pt x="21005" y="3895"/>
                  </a:cubicBezTo>
                  <a:cubicBezTo>
                    <a:pt x="25441" y="8193"/>
                    <a:pt x="25872" y="15943"/>
                    <a:pt x="20401" y="19619"/>
                  </a:cubicBezTo>
                  <a:cubicBezTo>
                    <a:pt x="20321" y="19671"/>
                    <a:pt x="20283" y="19744"/>
                    <a:pt x="20277" y="19820"/>
                  </a:cubicBezTo>
                  <a:lnTo>
                    <a:pt x="20277" y="19820"/>
                  </a:lnTo>
                  <a:cubicBezTo>
                    <a:pt x="18483" y="21006"/>
                    <a:pt x="16375" y="21630"/>
                    <a:pt x="14234" y="21630"/>
                  </a:cubicBezTo>
                  <a:cubicBezTo>
                    <a:pt x="13511" y="21630"/>
                    <a:pt x="12784" y="21559"/>
                    <a:pt x="12065" y="21414"/>
                  </a:cubicBezTo>
                  <a:cubicBezTo>
                    <a:pt x="9355" y="20844"/>
                    <a:pt x="7180" y="18963"/>
                    <a:pt x="5799" y="16616"/>
                  </a:cubicBezTo>
                  <a:cubicBezTo>
                    <a:pt x="3279" y="12335"/>
                    <a:pt x="3417" y="6105"/>
                    <a:pt x="7353" y="2722"/>
                  </a:cubicBezTo>
                  <a:cubicBezTo>
                    <a:pt x="9060" y="1237"/>
                    <a:pt x="11090" y="586"/>
                    <a:pt x="13138" y="586"/>
                  </a:cubicBezTo>
                  <a:close/>
                  <a:moveTo>
                    <a:pt x="13331" y="0"/>
                  </a:moveTo>
                  <a:cubicBezTo>
                    <a:pt x="12407" y="0"/>
                    <a:pt x="11473" y="121"/>
                    <a:pt x="10546" y="374"/>
                  </a:cubicBezTo>
                  <a:cubicBezTo>
                    <a:pt x="0" y="3222"/>
                    <a:pt x="2157" y="19636"/>
                    <a:pt x="11909" y="21966"/>
                  </a:cubicBezTo>
                  <a:cubicBezTo>
                    <a:pt x="12658" y="22149"/>
                    <a:pt x="13419" y="22236"/>
                    <a:pt x="14176" y="22236"/>
                  </a:cubicBezTo>
                  <a:cubicBezTo>
                    <a:pt x="16427" y="22236"/>
                    <a:pt x="18650" y="21465"/>
                    <a:pt x="20463" y="20129"/>
                  </a:cubicBezTo>
                  <a:lnTo>
                    <a:pt x="20463" y="20129"/>
                  </a:lnTo>
                  <a:cubicBezTo>
                    <a:pt x="20490" y="20140"/>
                    <a:pt x="20520" y="20146"/>
                    <a:pt x="20551" y="20146"/>
                  </a:cubicBezTo>
                  <a:cubicBezTo>
                    <a:pt x="20596" y="20146"/>
                    <a:pt x="20645" y="20132"/>
                    <a:pt x="20694" y="20102"/>
                  </a:cubicBezTo>
                  <a:cubicBezTo>
                    <a:pt x="25562" y="17013"/>
                    <a:pt x="26183" y="10540"/>
                    <a:pt x="23352" y="5863"/>
                  </a:cubicBezTo>
                  <a:cubicBezTo>
                    <a:pt x="21203" y="2308"/>
                    <a:pt x="17372" y="0"/>
                    <a:pt x="13331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588527" y="3374092"/>
              <a:ext cx="622351" cy="578633"/>
            </a:xfrm>
            <a:custGeom>
              <a:rect b="b" l="l" r="r" t="t"/>
              <a:pathLst>
                <a:path extrusionOk="0" h="15102" w="16243">
                  <a:moveTo>
                    <a:pt x="7168" y="619"/>
                  </a:moveTo>
                  <a:cubicBezTo>
                    <a:pt x="9014" y="619"/>
                    <a:pt x="10897" y="1406"/>
                    <a:pt x="12290" y="2673"/>
                  </a:cubicBezTo>
                  <a:cubicBezTo>
                    <a:pt x="15379" y="5521"/>
                    <a:pt x="15672" y="10699"/>
                    <a:pt x="12048" y="13219"/>
                  </a:cubicBezTo>
                  <a:cubicBezTo>
                    <a:pt x="11966" y="13278"/>
                    <a:pt x="11925" y="13354"/>
                    <a:pt x="11914" y="13430"/>
                  </a:cubicBezTo>
                  <a:lnTo>
                    <a:pt x="11914" y="13430"/>
                  </a:lnTo>
                  <a:cubicBezTo>
                    <a:pt x="10719" y="14167"/>
                    <a:pt x="9390" y="14538"/>
                    <a:pt x="8083" y="14538"/>
                  </a:cubicBezTo>
                  <a:cubicBezTo>
                    <a:pt x="5970" y="14538"/>
                    <a:pt x="3916" y="13569"/>
                    <a:pt x="2590" y="11613"/>
                  </a:cubicBezTo>
                  <a:cubicBezTo>
                    <a:pt x="726" y="8869"/>
                    <a:pt x="691" y="4675"/>
                    <a:pt x="3090" y="2276"/>
                  </a:cubicBezTo>
                  <a:cubicBezTo>
                    <a:pt x="4247" y="1119"/>
                    <a:pt x="5695" y="619"/>
                    <a:pt x="7168" y="619"/>
                  </a:cubicBezTo>
                  <a:close/>
                  <a:moveTo>
                    <a:pt x="7259" y="0"/>
                  </a:moveTo>
                  <a:cubicBezTo>
                    <a:pt x="5785" y="0"/>
                    <a:pt x="4323" y="455"/>
                    <a:pt x="3107" y="1465"/>
                  </a:cubicBezTo>
                  <a:cubicBezTo>
                    <a:pt x="1" y="4019"/>
                    <a:pt x="70" y="8697"/>
                    <a:pt x="2072" y="11924"/>
                  </a:cubicBezTo>
                  <a:cubicBezTo>
                    <a:pt x="3381" y="14044"/>
                    <a:pt x="5607" y="15102"/>
                    <a:pt x="7866" y="15102"/>
                  </a:cubicBezTo>
                  <a:cubicBezTo>
                    <a:pt x="9345" y="15102"/>
                    <a:pt x="10838" y="14648"/>
                    <a:pt x="12096" y="13742"/>
                  </a:cubicBezTo>
                  <a:lnTo>
                    <a:pt x="12096" y="13742"/>
                  </a:lnTo>
                  <a:cubicBezTo>
                    <a:pt x="12118" y="13750"/>
                    <a:pt x="12142" y="13754"/>
                    <a:pt x="12168" y="13754"/>
                  </a:cubicBezTo>
                  <a:cubicBezTo>
                    <a:pt x="12217" y="13754"/>
                    <a:pt x="12270" y="13738"/>
                    <a:pt x="12324" y="13702"/>
                  </a:cubicBezTo>
                  <a:cubicBezTo>
                    <a:pt x="16242" y="11216"/>
                    <a:pt x="16018" y="6021"/>
                    <a:pt x="13222" y="2776"/>
                  </a:cubicBezTo>
                  <a:cubicBezTo>
                    <a:pt x="11746" y="1041"/>
                    <a:pt x="9489" y="0"/>
                    <a:pt x="7259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0"/>
            <p:cNvSpPr txBox="1"/>
            <p:nvPr/>
          </p:nvSpPr>
          <p:spPr>
            <a:xfrm>
              <a:off x="6483450" y="4181675"/>
              <a:ext cx="8325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6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1E1E1C"/>
                  </a:solidFill>
                  <a:latin typeface="Roboto"/>
                  <a:ea typeface="Roboto"/>
                  <a:cs typeface="Roboto"/>
                  <a:sym typeface="Roboto"/>
                </a:rPr>
                <a:t>Music</a:t>
              </a:r>
              <a:endParaRPr sz="1200">
                <a:solidFill>
                  <a:srgbClr val="1E1E1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760925" y="3541951"/>
              <a:ext cx="238385" cy="220011"/>
            </a:xfrm>
            <a:custGeom>
              <a:rect b="b" l="l" r="r" t="t"/>
              <a:pathLst>
                <a:path extrusionOk="0" h="10920" w="11832">
                  <a:moveTo>
                    <a:pt x="8647" y="564"/>
                  </a:moveTo>
                  <a:cubicBezTo>
                    <a:pt x="9470" y="564"/>
                    <a:pt x="10295" y="582"/>
                    <a:pt x="11123" y="634"/>
                  </a:cubicBezTo>
                  <a:cubicBezTo>
                    <a:pt x="11123" y="1037"/>
                    <a:pt x="11123" y="1439"/>
                    <a:pt x="11132" y="1851"/>
                  </a:cubicBezTo>
                  <a:cubicBezTo>
                    <a:pt x="8756" y="2081"/>
                    <a:pt x="6361" y="2110"/>
                    <a:pt x="3976" y="2320"/>
                  </a:cubicBezTo>
                  <a:cubicBezTo>
                    <a:pt x="3957" y="1765"/>
                    <a:pt x="3918" y="1199"/>
                    <a:pt x="3861" y="644"/>
                  </a:cubicBezTo>
                  <a:cubicBezTo>
                    <a:pt x="5460" y="631"/>
                    <a:pt x="7051" y="564"/>
                    <a:pt x="8647" y="564"/>
                  </a:cubicBezTo>
                  <a:close/>
                  <a:moveTo>
                    <a:pt x="1928" y="8073"/>
                  </a:moveTo>
                  <a:cubicBezTo>
                    <a:pt x="1994" y="8073"/>
                    <a:pt x="2064" y="8078"/>
                    <a:pt x="2137" y="8088"/>
                  </a:cubicBezTo>
                  <a:cubicBezTo>
                    <a:pt x="2903" y="8193"/>
                    <a:pt x="3162" y="9017"/>
                    <a:pt x="3171" y="9697"/>
                  </a:cubicBezTo>
                  <a:cubicBezTo>
                    <a:pt x="2948" y="9927"/>
                    <a:pt x="2630" y="10012"/>
                    <a:pt x="2296" y="10012"/>
                  </a:cubicBezTo>
                  <a:cubicBezTo>
                    <a:pt x="2129" y="10012"/>
                    <a:pt x="1958" y="9991"/>
                    <a:pt x="1792" y="9956"/>
                  </a:cubicBezTo>
                  <a:cubicBezTo>
                    <a:pt x="536" y="9701"/>
                    <a:pt x="680" y="8073"/>
                    <a:pt x="1928" y="8073"/>
                  </a:cubicBezTo>
                  <a:close/>
                  <a:moveTo>
                    <a:pt x="9560" y="8796"/>
                  </a:moveTo>
                  <a:cubicBezTo>
                    <a:pt x="9638" y="8796"/>
                    <a:pt x="9718" y="8805"/>
                    <a:pt x="9801" y="8825"/>
                  </a:cubicBezTo>
                  <a:cubicBezTo>
                    <a:pt x="10328" y="8950"/>
                    <a:pt x="10663" y="9429"/>
                    <a:pt x="10979" y="9831"/>
                  </a:cubicBezTo>
                  <a:cubicBezTo>
                    <a:pt x="11017" y="9879"/>
                    <a:pt x="11075" y="9908"/>
                    <a:pt x="11142" y="9908"/>
                  </a:cubicBezTo>
                  <a:cubicBezTo>
                    <a:pt x="11142" y="9975"/>
                    <a:pt x="11142" y="10042"/>
                    <a:pt x="11132" y="10109"/>
                  </a:cubicBezTo>
                  <a:cubicBezTo>
                    <a:pt x="10843" y="10337"/>
                    <a:pt x="10470" y="10463"/>
                    <a:pt x="10104" y="10463"/>
                  </a:cubicBezTo>
                  <a:cubicBezTo>
                    <a:pt x="9671" y="10463"/>
                    <a:pt x="9247" y="10288"/>
                    <a:pt x="8977" y="9898"/>
                  </a:cubicBezTo>
                  <a:cubicBezTo>
                    <a:pt x="8571" y="9332"/>
                    <a:pt x="8978" y="8796"/>
                    <a:pt x="9560" y="8796"/>
                  </a:cubicBezTo>
                  <a:close/>
                  <a:moveTo>
                    <a:pt x="8184" y="0"/>
                  </a:moveTo>
                  <a:cubicBezTo>
                    <a:pt x="6708" y="0"/>
                    <a:pt x="5229" y="97"/>
                    <a:pt x="3794" y="376"/>
                  </a:cubicBezTo>
                  <a:cubicBezTo>
                    <a:pt x="3771" y="360"/>
                    <a:pt x="3745" y="353"/>
                    <a:pt x="3720" y="353"/>
                  </a:cubicBezTo>
                  <a:cubicBezTo>
                    <a:pt x="3654" y="353"/>
                    <a:pt x="3593" y="404"/>
                    <a:pt x="3593" y="481"/>
                  </a:cubicBezTo>
                  <a:cubicBezTo>
                    <a:pt x="3420" y="2828"/>
                    <a:pt x="3487" y="5194"/>
                    <a:pt x="3449" y="7542"/>
                  </a:cubicBezTo>
                  <a:cubicBezTo>
                    <a:pt x="3439" y="7906"/>
                    <a:pt x="3497" y="8375"/>
                    <a:pt x="3478" y="8787"/>
                  </a:cubicBezTo>
                  <a:cubicBezTo>
                    <a:pt x="3221" y="8094"/>
                    <a:pt x="2647" y="7546"/>
                    <a:pt x="1890" y="7546"/>
                  </a:cubicBezTo>
                  <a:cubicBezTo>
                    <a:pt x="1716" y="7546"/>
                    <a:pt x="1533" y="7575"/>
                    <a:pt x="1341" y="7637"/>
                  </a:cubicBezTo>
                  <a:cubicBezTo>
                    <a:pt x="86" y="8049"/>
                    <a:pt x="0" y="9783"/>
                    <a:pt x="1188" y="10320"/>
                  </a:cubicBezTo>
                  <a:cubicBezTo>
                    <a:pt x="1500" y="10461"/>
                    <a:pt x="1924" y="10538"/>
                    <a:pt x="2342" y="10538"/>
                  </a:cubicBezTo>
                  <a:cubicBezTo>
                    <a:pt x="2719" y="10538"/>
                    <a:pt x="3091" y="10475"/>
                    <a:pt x="3372" y="10339"/>
                  </a:cubicBezTo>
                  <a:cubicBezTo>
                    <a:pt x="4014" y="10032"/>
                    <a:pt x="3928" y="9295"/>
                    <a:pt x="3947" y="8691"/>
                  </a:cubicBezTo>
                  <a:cubicBezTo>
                    <a:pt x="3995" y="6679"/>
                    <a:pt x="4062" y="4648"/>
                    <a:pt x="3995" y="2627"/>
                  </a:cubicBezTo>
                  <a:lnTo>
                    <a:pt x="3995" y="2627"/>
                  </a:lnTo>
                  <a:cubicBezTo>
                    <a:pt x="4719" y="2695"/>
                    <a:pt x="5450" y="2723"/>
                    <a:pt x="6183" y="2723"/>
                  </a:cubicBezTo>
                  <a:cubicBezTo>
                    <a:pt x="7730" y="2723"/>
                    <a:pt x="9289" y="2597"/>
                    <a:pt x="10816" y="2454"/>
                  </a:cubicBezTo>
                  <a:cubicBezTo>
                    <a:pt x="10871" y="2503"/>
                    <a:pt x="10942" y="2533"/>
                    <a:pt x="11013" y="2533"/>
                  </a:cubicBezTo>
                  <a:cubicBezTo>
                    <a:pt x="11053" y="2533"/>
                    <a:pt x="11094" y="2523"/>
                    <a:pt x="11132" y="2502"/>
                  </a:cubicBezTo>
                  <a:lnTo>
                    <a:pt x="11152" y="2493"/>
                  </a:lnTo>
                  <a:cubicBezTo>
                    <a:pt x="11190" y="4773"/>
                    <a:pt x="11247" y="7034"/>
                    <a:pt x="11171" y="9324"/>
                  </a:cubicBezTo>
                  <a:cubicBezTo>
                    <a:pt x="10766" y="8793"/>
                    <a:pt x="10226" y="8321"/>
                    <a:pt x="9543" y="8321"/>
                  </a:cubicBezTo>
                  <a:cubicBezTo>
                    <a:pt x="9498" y="8321"/>
                    <a:pt x="9454" y="8323"/>
                    <a:pt x="9408" y="8327"/>
                  </a:cubicBezTo>
                  <a:cubicBezTo>
                    <a:pt x="8661" y="8394"/>
                    <a:pt x="8134" y="9036"/>
                    <a:pt x="8364" y="9774"/>
                  </a:cubicBezTo>
                  <a:cubicBezTo>
                    <a:pt x="8591" y="10540"/>
                    <a:pt x="9314" y="10920"/>
                    <a:pt x="10034" y="10920"/>
                  </a:cubicBezTo>
                  <a:cubicBezTo>
                    <a:pt x="10557" y="10920"/>
                    <a:pt x="11080" y="10719"/>
                    <a:pt x="11410" y="10320"/>
                  </a:cubicBezTo>
                  <a:cubicBezTo>
                    <a:pt x="11496" y="10301"/>
                    <a:pt x="11564" y="10215"/>
                    <a:pt x="11573" y="10119"/>
                  </a:cubicBezTo>
                  <a:lnTo>
                    <a:pt x="11573" y="10080"/>
                  </a:lnTo>
                  <a:cubicBezTo>
                    <a:pt x="11621" y="9975"/>
                    <a:pt x="11669" y="9870"/>
                    <a:pt x="11698" y="9755"/>
                  </a:cubicBezTo>
                  <a:cubicBezTo>
                    <a:pt x="11716" y="9692"/>
                    <a:pt x="11666" y="9629"/>
                    <a:pt x="11605" y="9629"/>
                  </a:cubicBezTo>
                  <a:cubicBezTo>
                    <a:pt x="11601" y="9629"/>
                    <a:pt x="11597" y="9629"/>
                    <a:pt x="11592" y="9630"/>
                  </a:cubicBezTo>
                  <a:cubicBezTo>
                    <a:pt x="11765" y="6612"/>
                    <a:pt x="11832" y="3527"/>
                    <a:pt x="11401" y="529"/>
                  </a:cubicBezTo>
                  <a:cubicBezTo>
                    <a:pt x="11516" y="356"/>
                    <a:pt x="11401" y="117"/>
                    <a:pt x="11190" y="107"/>
                  </a:cubicBezTo>
                  <a:cubicBezTo>
                    <a:pt x="10199" y="45"/>
                    <a:pt x="9192" y="0"/>
                    <a:pt x="8184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20"/>
          <p:cNvGrpSpPr/>
          <p:nvPr/>
        </p:nvGrpSpPr>
        <p:grpSpPr>
          <a:xfrm>
            <a:off x="7583825" y="1738100"/>
            <a:ext cx="1003202" cy="1142525"/>
            <a:chOff x="7583825" y="1738100"/>
            <a:chExt cx="1003202" cy="1142525"/>
          </a:xfrm>
        </p:grpSpPr>
        <p:sp>
          <p:nvSpPr>
            <p:cNvPr id="665" name="Google Shape;665;p20"/>
            <p:cNvSpPr/>
            <p:nvPr/>
          </p:nvSpPr>
          <p:spPr>
            <a:xfrm>
              <a:off x="7702243" y="1757538"/>
              <a:ext cx="832500" cy="832500"/>
            </a:xfrm>
            <a:prstGeom prst="blockArc">
              <a:avLst>
                <a:gd fmla="val 10800000" name="adj1"/>
                <a:gd fmla="val 7917024" name="adj2"/>
                <a:gd fmla="val 18676" name="adj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7583825" y="1738100"/>
              <a:ext cx="1003202" cy="851972"/>
            </a:xfrm>
            <a:custGeom>
              <a:rect b="b" l="l" r="r" t="t"/>
              <a:pathLst>
                <a:path extrusionOk="0" h="22236" w="26183">
                  <a:moveTo>
                    <a:pt x="13138" y="586"/>
                  </a:moveTo>
                  <a:cubicBezTo>
                    <a:pt x="15997" y="586"/>
                    <a:pt x="18894" y="1854"/>
                    <a:pt x="21005" y="3895"/>
                  </a:cubicBezTo>
                  <a:cubicBezTo>
                    <a:pt x="25441" y="8193"/>
                    <a:pt x="25872" y="15943"/>
                    <a:pt x="20401" y="19619"/>
                  </a:cubicBezTo>
                  <a:cubicBezTo>
                    <a:pt x="20321" y="19671"/>
                    <a:pt x="20283" y="19744"/>
                    <a:pt x="20277" y="19820"/>
                  </a:cubicBezTo>
                  <a:lnTo>
                    <a:pt x="20277" y="19820"/>
                  </a:lnTo>
                  <a:cubicBezTo>
                    <a:pt x="18483" y="21006"/>
                    <a:pt x="16375" y="21630"/>
                    <a:pt x="14234" y="21630"/>
                  </a:cubicBezTo>
                  <a:cubicBezTo>
                    <a:pt x="13511" y="21630"/>
                    <a:pt x="12784" y="21559"/>
                    <a:pt x="12065" y="21414"/>
                  </a:cubicBezTo>
                  <a:cubicBezTo>
                    <a:pt x="9355" y="20844"/>
                    <a:pt x="7180" y="18963"/>
                    <a:pt x="5799" y="16616"/>
                  </a:cubicBezTo>
                  <a:cubicBezTo>
                    <a:pt x="3279" y="12335"/>
                    <a:pt x="3417" y="6105"/>
                    <a:pt x="7353" y="2722"/>
                  </a:cubicBezTo>
                  <a:cubicBezTo>
                    <a:pt x="9060" y="1237"/>
                    <a:pt x="11090" y="586"/>
                    <a:pt x="13138" y="586"/>
                  </a:cubicBezTo>
                  <a:close/>
                  <a:moveTo>
                    <a:pt x="13331" y="0"/>
                  </a:moveTo>
                  <a:cubicBezTo>
                    <a:pt x="12407" y="0"/>
                    <a:pt x="11473" y="121"/>
                    <a:pt x="10546" y="374"/>
                  </a:cubicBezTo>
                  <a:cubicBezTo>
                    <a:pt x="0" y="3222"/>
                    <a:pt x="2157" y="19636"/>
                    <a:pt x="11909" y="21966"/>
                  </a:cubicBezTo>
                  <a:cubicBezTo>
                    <a:pt x="12658" y="22149"/>
                    <a:pt x="13419" y="22236"/>
                    <a:pt x="14176" y="22236"/>
                  </a:cubicBezTo>
                  <a:cubicBezTo>
                    <a:pt x="16427" y="22236"/>
                    <a:pt x="18650" y="21465"/>
                    <a:pt x="20463" y="20129"/>
                  </a:cubicBezTo>
                  <a:lnTo>
                    <a:pt x="20463" y="20129"/>
                  </a:lnTo>
                  <a:cubicBezTo>
                    <a:pt x="20490" y="20140"/>
                    <a:pt x="20520" y="20146"/>
                    <a:pt x="20551" y="20146"/>
                  </a:cubicBezTo>
                  <a:cubicBezTo>
                    <a:pt x="20596" y="20146"/>
                    <a:pt x="20645" y="20132"/>
                    <a:pt x="20694" y="20102"/>
                  </a:cubicBezTo>
                  <a:cubicBezTo>
                    <a:pt x="25562" y="17013"/>
                    <a:pt x="26183" y="10540"/>
                    <a:pt x="23352" y="5863"/>
                  </a:cubicBezTo>
                  <a:cubicBezTo>
                    <a:pt x="21203" y="2308"/>
                    <a:pt x="17372" y="0"/>
                    <a:pt x="13331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7822527" y="1872892"/>
              <a:ext cx="622351" cy="578633"/>
            </a:xfrm>
            <a:custGeom>
              <a:rect b="b" l="l" r="r" t="t"/>
              <a:pathLst>
                <a:path extrusionOk="0" h="15102" w="16243">
                  <a:moveTo>
                    <a:pt x="7168" y="619"/>
                  </a:moveTo>
                  <a:cubicBezTo>
                    <a:pt x="9014" y="619"/>
                    <a:pt x="10897" y="1406"/>
                    <a:pt x="12290" y="2673"/>
                  </a:cubicBezTo>
                  <a:cubicBezTo>
                    <a:pt x="15379" y="5521"/>
                    <a:pt x="15672" y="10699"/>
                    <a:pt x="12048" y="13219"/>
                  </a:cubicBezTo>
                  <a:cubicBezTo>
                    <a:pt x="11966" y="13278"/>
                    <a:pt x="11925" y="13354"/>
                    <a:pt x="11914" y="13430"/>
                  </a:cubicBezTo>
                  <a:lnTo>
                    <a:pt x="11914" y="13430"/>
                  </a:lnTo>
                  <a:cubicBezTo>
                    <a:pt x="10719" y="14167"/>
                    <a:pt x="9390" y="14538"/>
                    <a:pt x="8083" y="14538"/>
                  </a:cubicBezTo>
                  <a:cubicBezTo>
                    <a:pt x="5970" y="14538"/>
                    <a:pt x="3916" y="13569"/>
                    <a:pt x="2590" y="11613"/>
                  </a:cubicBezTo>
                  <a:cubicBezTo>
                    <a:pt x="726" y="8869"/>
                    <a:pt x="691" y="4675"/>
                    <a:pt x="3090" y="2276"/>
                  </a:cubicBezTo>
                  <a:cubicBezTo>
                    <a:pt x="4247" y="1119"/>
                    <a:pt x="5695" y="619"/>
                    <a:pt x="7168" y="619"/>
                  </a:cubicBezTo>
                  <a:close/>
                  <a:moveTo>
                    <a:pt x="7259" y="0"/>
                  </a:moveTo>
                  <a:cubicBezTo>
                    <a:pt x="5785" y="0"/>
                    <a:pt x="4323" y="455"/>
                    <a:pt x="3107" y="1465"/>
                  </a:cubicBezTo>
                  <a:cubicBezTo>
                    <a:pt x="1" y="4019"/>
                    <a:pt x="70" y="8697"/>
                    <a:pt x="2072" y="11924"/>
                  </a:cubicBezTo>
                  <a:cubicBezTo>
                    <a:pt x="3381" y="14044"/>
                    <a:pt x="5607" y="15102"/>
                    <a:pt x="7866" y="15102"/>
                  </a:cubicBezTo>
                  <a:cubicBezTo>
                    <a:pt x="9345" y="15102"/>
                    <a:pt x="10838" y="14648"/>
                    <a:pt x="12096" y="13742"/>
                  </a:cubicBezTo>
                  <a:lnTo>
                    <a:pt x="12096" y="13742"/>
                  </a:lnTo>
                  <a:cubicBezTo>
                    <a:pt x="12118" y="13750"/>
                    <a:pt x="12142" y="13754"/>
                    <a:pt x="12168" y="13754"/>
                  </a:cubicBezTo>
                  <a:cubicBezTo>
                    <a:pt x="12217" y="13754"/>
                    <a:pt x="12270" y="13738"/>
                    <a:pt x="12324" y="13702"/>
                  </a:cubicBezTo>
                  <a:cubicBezTo>
                    <a:pt x="16242" y="11216"/>
                    <a:pt x="16018" y="6021"/>
                    <a:pt x="13222" y="2776"/>
                  </a:cubicBezTo>
                  <a:cubicBezTo>
                    <a:pt x="11746" y="1041"/>
                    <a:pt x="9489" y="0"/>
                    <a:pt x="7259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0"/>
            <p:cNvSpPr txBox="1"/>
            <p:nvPr/>
          </p:nvSpPr>
          <p:spPr>
            <a:xfrm>
              <a:off x="7717450" y="2643925"/>
              <a:ext cx="8325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6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1E1E1C"/>
                  </a:solidFill>
                  <a:latin typeface="Roboto"/>
                  <a:ea typeface="Roboto"/>
                  <a:cs typeface="Roboto"/>
                  <a:sym typeface="Roboto"/>
                </a:rPr>
                <a:t>Traveling</a:t>
              </a:r>
              <a:endParaRPr sz="1200">
                <a:solidFill>
                  <a:srgbClr val="1E1E1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8021298" y="1986207"/>
              <a:ext cx="212187" cy="334311"/>
            </a:xfrm>
            <a:custGeom>
              <a:rect b="b" l="l" r="r" t="t"/>
              <a:pathLst>
                <a:path extrusionOk="0" h="16288" w="10338">
                  <a:moveTo>
                    <a:pt x="5239" y="418"/>
                  </a:moveTo>
                  <a:cubicBezTo>
                    <a:pt x="6743" y="418"/>
                    <a:pt x="8129" y="1193"/>
                    <a:pt x="8910" y="2469"/>
                  </a:cubicBezTo>
                  <a:cubicBezTo>
                    <a:pt x="9772" y="3944"/>
                    <a:pt x="9456" y="5659"/>
                    <a:pt x="8852" y="7163"/>
                  </a:cubicBezTo>
                  <a:cubicBezTo>
                    <a:pt x="8239" y="8696"/>
                    <a:pt x="7367" y="10152"/>
                    <a:pt x="6601" y="11608"/>
                  </a:cubicBezTo>
                  <a:cubicBezTo>
                    <a:pt x="5854" y="13026"/>
                    <a:pt x="5106" y="14444"/>
                    <a:pt x="4359" y="15872"/>
                  </a:cubicBezTo>
                  <a:cubicBezTo>
                    <a:pt x="3238" y="13045"/>
                    <a:pt x="1629" y="10296"/>
                    <a:pt x="939" y="7336"/>
                  </a:cubicBezTo>
                  <a:cubicBezTo>
                    <a:pt x="556" y="5716"/>
                    <a:pt x="565" y="3944"/>
                    <a:pt x="1514" y="2526"/>
                  </a:cubicBezTo>
                  <a:cubicBezTo>
                    <a:pt x="2328" y="1300"/>
                    <a:pt x="3736" y="447"/>
                    <a:pt x="5212" y="419"/>
                  </a:cubicBezTo>
                  <a:cubicBezTo>
                    <a:pt x="5221" y="419"/>
                    <a:pt x="5230" y="418"/>
                    <a:pt x="5239" y="418"/>
                  </a:cubicBezTo>
                  <a:close/>
                  <a:moveTo>
                    <a:pt x="5267" y="1"/>
                  </a:moveTo>
                  <a:cubicBezTo>
                    <a:pt x="4413" y="1"/>
                    <a:pt x="3554" y="232"/>
                    <a:pt x="2788" y="706"/>
                  </a:cubicBezTo>
                  <a:cubicBezTo>
                    <a:pt x="719" y="1980"/>
                    <a:pt x="0" y="4337"/>
                    <a:pt x="364" y="6655"/>
                  </a:cubicBezTo>
                  <a:cubicBezTo>
                    <a:pt x="604" y="8246"/>
                    <a:pt x="1246" y="9740"/>
                    <a:pt x="1897" y="11206"/>
                  </a:cubicBezTo>
                  <a:cubicBezTo>
                    <a:pt x="2625" y="12854"/>
                    <a:pt x="3363" y="14511"/>
                    <a:pt x="4177" y="16130"/>
                  </a:cubicBezTo>
                  <a:cubicBezTo>
                    <a:pt x="4199" y="16173"/>
                    <a:pt x="4236" y="16195"/>
                    <a:pt x="4278" y="16195"/>
                  </a:cubicBezTo>
                  <a:cubicBezTo>
                    <a:pt x="4292" y="16195"/>
                    <a:pt x="4306" y="16193"/>
                    <a:pt x="4321" y="16188"/>
                  </a:cubicBezTo>
                  <a:cubicBezTo>
                    <a:pt x="4363" y="16254"/>
                    <a:pt x="4433" y="16287"/>
                    <a:pt x="4503" y="16287"/>
                  </a:cubicBezTo>
                  <a:cubicBezTo>
                    <a:pt x="4575" y="16287"/>
                    <a:pt x="4646" y="16251"/>
                    <a:pt x="4685" y="16178"/>
                  </a:cubicBezTo>
                  <a:cubicBezTo>
                    <a:pt x="6170" y="13352"/>
                    <a:pt x="7856" y="10555"/>
                    <a:pt x="9130" y="7623"/>
                  </a:cubicBezTo>
                  <a:cubicBezTo>
                    <a:pt x="10040" y="5525"/>
                    <a:pt x="10337" y="3034"/>
                    <a:pt x="8527" y="1310"/>
                  </a:cubicBezTo>
                  <a:cubicBezTo>
                    <a:pt x="7625" y="447"/>
                    <a:pt x="6451" y="1"/>
                    <a:pt x="5267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8078707" y="2021613"/>
              <a:ext cx="106792" cy="94066"/>
            </a:xfrm>
            <a:custGeom>
              <a:rect b="b" l="l" r="r" t="t"/>
              <a:pathLst>
                <a:path extrusionOk="0" h="4583" w="5203">
                  <a:moveTo>
                    <a:pt x="2376" y="341"/>
                  </a:moveTo>
                  <a:cubicBezTo>
                    <a:pt x="3095" y="389"/>
                    <a:pt x="3794" y="705"/>
                    <a:pt x="4187" y="1328"/>
                  </a:cubicBezTo>
                  <a:cubicBezTo>
                    <a:pt x="4781" y="2257"/>
                    <a:pt x="4350" y="3484"/>
                    <a:pt x="3392" y="3963"/>
                  </a:cubicBezTo>
                  <a:cubicBezTo>
                    <a:pt x="3129" y="4095"/>
                    <a:pt x="2856" y="4157"/>
                    <a:pt x="2589" y="4157"/>
                  </a:cubicBezTo>
                  <a:cubicBezTo>
                    <a:pt x="1870" y="4157"/>
                    <a:pt x="1193" y="3715"/>
                    <a:pt x="872" y="3024"/>
                  </a:cubicBezTo>
                  <a:cubicBezTo>
                    <a:pt x="345" y="1893"/>
                    <a:pt x="1121" y="705"/>
                    <a:pt x="2261" y="428"/>
                  </a:cubicBezTo>
                  <a:cubicBezTo>
                    <a:pt x="2309" y="418"/>
                    <a:pt x="2348" y="389"/>
                    <a:pt x="2376" y="341"/>
                  </a:cubicBezTo>
                  <a:close/>
                  <a:moveTo>
                    <a:pt x="2202" y="0"/>
                  </a:moveTo>
                  <a:cubicBezTo>
                    <a:pt x="2183" y="0"/>
                    <a:pt x="2164" y="3"/>
                    <a:pt x="2147" y="6"/>
                  </a:cubicBezTo>
                  <a:cubicBezTo>
                    <a:pt x="2041" y="35"/>
                    <a:pt x="1945" y="64"/>
                    <a:pt x="1850" y="102"/>
                  </a:cubicBezTo>
                  <a:lnTo>
                    <a:pt x="1811" y="111"/>
                  </a:lnTo>
                  <a:cubicBezTo>
                    <a:pt x="1792" y="121"/>
                    <a:pt x="1773" y="131"/>
                    <a:pt x="1763" y="140"/>
                  </a:cubicBezTo>
                  <a:cubicBezTo>
                    <a:pt x="681" y="600"/>
                    <a:pt x="1" y="1759"/>
                    <a:pt x="365" y="2947"/>
                  </a:cubicBezTo>
                  <a:cubicBezTo>
                    <a:pt x="669" y="3946"/>
                    <a:pt x="1583" y="4582"/>
                    <a:pt x="2575" y="4582"/>
                  </a:cubicBezTo>
                  <a:cubicBezTo>
                    <a:pt x="2800" y="4582"/>
                    <a:pt x="3030" y="4549"/>
                    <a:pt x="3258" y="4480"/>
                  </a:cubicBezTo>
                  <a:cubicBezTo>
                    <a:pt x="4465" y="4097"/>
                    <a:pt x="5203" y="2784"/>
                    <a:pt x="4762" y="1568"/>
                  </a:cubicBezTo>
                  <a:cubicBezTo>
                    <a:pt x="4417" y="596"/>
                    <a:pt x="3443" y="20"/>
                    <a:pt x="2461" y="20"/>
                  </a:cubicBezTo>
                  <a:cubicBezTo>
                    <a:pt x="2407" y="20"/>
                    <a:pt x="2354" y="22"/>
                    <a:pt x="2300" y="25"/>
                  </a:cubicBezTo>
                  <a:cubicBezTo>
                    <a:pt x="2269" y="7"/>
                    <a:pt x="2235" y="0"/>
                    <a:pt x="2202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20"/>
          <p:cNvGrpSpPr/>
          <p:nvPr/>
        </p:nvGrpSpPr>
        <p:grpSpPr>
          <a:xfrm>
            <a:off x="1138247" y="1173395"/>
            <a:ext cx="1632600" cy="1110063"/>
            <a:chOff x="1138247" y="1173395"/>
            <a:chExt cx="1632600" cy="1110063"/>
          </a:xfrm>
        </p:grpSpPr>
        <p:sp>
          <p:nvSpPr>
            <p:cNvPr id="672" name="Google Shape;672;p20"/>
            <p:cNvSpPr txBox="1"/>
            <p:nvPr/>
          </p:nvSpPr>
          <p:spPr>
            <a:xfrm>
              <a:off x="1138247" y="1173395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73" name="Google Shape;673;p20"/>
            <p:cNvSpPr txBox="1"/>
            <p:nvPr/>
          </p:nvSpPr>
          <p:spPr>
            <a:xfrm>
              <a:off x="1138247" y="1518459"/>
              <a:ext cx="1632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composed mostly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74" name="Google Shape;674;p20"/>
          <p:cNvSpPr/>
          <p:nvPr/>
        </p:nvSpPr>
        <p:spPr>
          <a:xfrm rot="10800000">
            <a:off x="3318100" y="1147763"/>
            <a:ext cx="127625" cy="3444009"/>
          </a:xfrm>
          <a:custGeom>
            <a:rect b="b" l="l" r="r" t="t"/>
            <a:pathLst>
              <a:path extrusionOk="0" h="150838" w="7358">
                <a:moveTo>
                  <a:pt x="0" y="0"/>
                </a:moveTo>
                <a:cubicBezTo>
                  <a:pt x="1179" y="11367"/>
                  <a:pt x="6509" y="47449"/>
                  <a:pt x="7075" y="68202"/>
                </a:cubicBezTo>
                <a:cubicBezTo>
                  <a:pt x="7641" y="88955"/>
                  <a:pt x="3349" y="110746"/>
                  <a:pt x="3396" y="124519"/>
                </a:cubicBezTo>
                <a:cubicBezTo>
                  <a:pt x="3443" y="138292"/>
                  <a:pt x="6698" y="146452"/>
                  <a:pt x="7358" y="150838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sp>
      <p:grpSp>
        <p:nvGrpSpPr>
          <p:cNvPr id="675" name="Google Shape;675;p20"/>
          <p:cNvGrpSpPr/>
          <p:nvPr/>
        </p:nvGrpSpPr>
        <p:grpSpPr>
          <a:xfrm>
            <a:off x="1039188" y="2348279"/>
            <a:ext cx="1632576" cy="1386470"/>
            <a:chOff x="1039188" y="2348279"/>
            <a:chExt cx="1632576" cy="1386470"/>
          </a:xfrm>
        </p:grpSpPr>
        <p:sp>
          <p:nvSpPr>
            <p:cNvPr id="676" name="Google Shape;676;p20"/>
            <p:cNvSpPr/>
            <p:nvPr/>
          </p:nvSpPr>
          <p:spPr>
            <a:xfrm>
              <a:off x="1039188" y="2348279"/>
              <a:ext cx="1632576" cy="1386470"/>
            </a:xfrm>
            <a:custGeom>
              <a:rect b="b" l="l" r="r" t="t"/>
              <a:pathLst>
                <a:path extrusionOk="0" h="22236" w="26183">
                  <a:moveTo>
                    <a:pt x="13138" y="586"/>
                  </a:moveTo>
                  <a:cubicBezTo>
                    <a:pt x="15997" y="586"/>
                    <a:pt x="18894" y="1854"/>
                    <a:pt x="21005" y="3895"/>
                  </a:cubicBezTo>
                  <a:cubicBezTo>
                    <a:pt x="25441" y="8193"/>
                    <a:pt x="25872" y="15943"/>
                    <a:pt x="20401" y="19619"/>
                  </a:cubicBezTo>
                  <a:cubicBezTo>
                    <a:pt x="20321" y="19671"/>
                    <a:pt x="20283" y="19744"/>
                    <a:pt x="20277" y="19820"/>
                  </a:cubicBezTo>
                  <a:lnTo>
                    <a:pt x="20277" y="19820"/>
                  </a:lnTo>
                  <a:cubicBezTo>
                    <a:pt x="18483" y="21006"/>
                    <a:pt x="16375" y="21630"/>
                    <a:pt x="14234" y="21630"/>
                  </a:cubicBezTo>
                  <a:cubicBezTo>
                    <a:pt x="13511" y="21630"/>
                    <a:pt x="12784" y="21559"/>
                    <a:pt x="12065" y="21414"/>
                  </a:cubicBezTo>
                  <a:cubicBezTo>
                    <a:pt x="9355" y="20844"/>
                    <a:pt x="7180" y="18963"/>
                    <a:pt x="5799" y="16616"/>
                  </a:cubicBezTo>
                  <a:cubicBezTo>
                    <a:pt x="3279" y="12335"/>
                    <a:pt x="3417" y="6105"/>
                    <a:pt x="7353" y="2722"/>
                  </a:cubicBezTo>
                  <a:cubicBezTo>
                    <a:pt x="9060" y="1237"/>
                    <a:pt x="11090" y="586"/>
                    <a:pt x="13138" y="586"/>
                  </a:cubicBezTo>
                  <a:close/>
                  <a:moveTo>
                    <a:pt x="13331" y="0"/>
                  </a:moveTo>
                  <a:cubicBezTo>
                    <a:pt x="12407" y="0"/>
                    <a:pt x="11473" y="121"/>
                    <a:pt x="10546" y="374"/>
                  </a:cubicBezTo>
                  <a:cubicBezTo>
                    <a:pt x="0" y="3222"/>
                    <a:pt x="2157" y="19636"/>
                    <a:pt x="11909" y="21966"/>
                  </a:cubicBezTo>
                  <a:cubicBezTo>
                    <a:pt x="12658" y="22149"/>
                    <a:pt x="13419" y="22236"/>
                    <a:pt x="14176" y="22236"/>
                  </a:cubicBezTo>
                  <a:cubicBezTo>
                    <a:pt x="16427" y="22236"/>
                    <a:pt x="18650" y="21465"/>
                    <a:pt x="20463" y="20129"/>
                  </a:cubicBezTo>
                  <a:lnTo>
                    <a:pt x="20463" y="20129"/>
                  </a:lnTo>
                  <a:cubicBezTo>
                    <a:pt x="20490" y="20140"/>
                    <a:pt x="20520" y="20146"/>
                    <a:pt x="20551" y="20146"/>
                  </a:cubicBezTo>
                  <a:cubicBezTo>
                    <a:pt x="20596" y="20146"/>
                    <a:pt x="20645" y="20132"/>
                    <a:pt x="20694" y="20102"/>
                  </a:cubicBezTo>
                  <a:cubicBezTo>
                    <a:pt x="25562" y="17013"/>
                    <a:pt x="26183" y="10540"/>
                    <a:pt x="23352" y="5863"/>
                  </a:cubicBezTo>
                  <a:cubicBezTo>
                    <a:pt x="21203" y="2308"/>
                    <a:pt x="17372" y="0"/>
                    <a:pt x="13331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1514474" y="2606139"/>
              <a:ext cx="854043" cy="742613"/>
            </a:xfrm>
            <a:custGeom>
              <a:rect b="b" l="l" r="r" t="t"/>
              <a:pathLst>
                <a:path extrusionOk="0" h="38799" w="44615">
                  <a:moveTo>
                    <a:pt x="11105" y="3244"/>
                  </a:moveTo>
                  <a:cubicBezTo>
                    <a:pt x="11300" y="3244"/>
                    <a:pt x="11496" y="3289"/>
                    <a:pt x="11681" y="3371"/>
                  </a:cubicBezTo>
                  <a:cubicBezTo>
                    <a:pt x="11545" y="3406"/>
                    <a:pt x="11444" y="3439"/>
                    <a:pt x="11341" y="3507"/>
                  </a:cubicBezTo>
                  <a:cubicBezTo>
                    <a:pt x="11137" y="3406"/>
                    <a:pt x="10934" y="3338"/>
                    <a:pt x="10730" y="3303"/>
                  </a:cubicBezTo>
                  <a:cubicBezTo>
                    <a:pt x="10851" y="3263"/>
                    <a:pt x="10977" y="3244"/>
                    <a:pt x="11105" y="3244"/>
                  </a:cubicBezTo>
                  <a:close/>
                  <a:moveTo>
                    <a:pt x="23224" y="7581"/>
                  </a:moveTo>
                  <a:cubicBezTo>
                    <a:pt x="23360" y="7581"/>
                    <a:pt x="23496" y="7616"/>
                    <a:pt x="23667" y="7616"/>
                  </a:cubicBezTo>
                  <a:lnTo>
                    <a:pt x="23735" y="7684"/>
                  </a:lnTo>
                  <a:cubicBezTo>
                    <a:pt x="23531" y="7717"/>
                    <a:pt x="23292" y="7752"/>
                    <a:pt x="23056" y="7752"/>
                  </a:cubicBezTo>
                  <a:cubicBezTo>
                    <a:pt x="23124" y="7684"/>
                    <a:pt x="23192" y="7649"/>
                    <a:pt x="23224" y="7581"/>
                  </a:cubicBezTo>
                  <a:close/>
                  <a:moveTo>
                    <a:pt x="15687" y="7717"/>
                  </a:moveTo>
                  <a:cubicBezTo>
                    <a:pt x="15586" y="7853"/>
                    <a:pt x="15551" y="7921"/>
                    <a:pt x="15551" y="8056"/>
                  </a:cubicBezTo>
                  <a:cubicBezTo>
                    <a:pt x="15179" y="8124"/>
                    <a:pt x="14772" y="8192"/>
                    <a:pt x="14432" y="8228"/>
                  </a:cubicBezTo>
                  <a:cubicBezTo>
                    <a:pt x="14839" y="8124"/>
                    <a:pt x="15279" y="7956"/>
                    <a:pt x="15687" y="7717"/>
                  </a:cubicBezTo>
                  <a:close/>
                  <a:moveTo>
                    <a:pt x="6691" y="28292"/>
                  </a:moveTo>
                  <a:lnTo>
                    <a:pt x="6995" y="28803"/>
                  </a:lnTo>
                  <a:cubicBezTo>
                    <a:pt x="6950" y="28803"/>
                    <a:pt x="6920" y="28787"/>
                    <a:pt x="6885" y="28787"/>
                  </a:cubicBezTo>
                  <a:cubicBezTo>
                    <a:pt x="6868" y="28787"/>
                    <a:pt x="6849" y="28791"/>
                    <a:pt x="6827" y="28803"/>
                  </a:cubicBezTo>
                  <a:cubicBezTo>
                    <a:pt x="6791" y="28667"/>
                    <a:pt x="6723" y="28599"/>
                    <a:pt x="6656" y="28496"/>
                  </a:cubicBezTo>
                  <a:cubicBezTo>
                    <a:pt x="6656" y="28428"/>
                    <a:pt x="6691" y="28360"/>
                    <a:pt x="6691" y="28292"/>
                  </a:cubicBezTo>
                  <a:close/>
                  <a:moveTo>
                    <a:pt x="14736" y="32741"/>
                  </a:moveTo>
                  <a:lnTo>
                    <a:pt x="14736" y="32741"/>
                  </a:lnTo>
                  <a:cubicBezTo>
                    <a:pt x="14907" y="32842"/>
                    <a:pt x="15076" y="32945"/>
                    <a:pt x="15212" y="33046"/>
                  </a:cubicBezTo>
                  <a:cubicBezTo>
                    <a:pt x="15565" y="33352"/>
                    <a:pt x="15689" y="33967"/>
                    <a:pt x="15575" y="33967"/>
                  </a:cubicBezTo>
                  <a:cubicBezTo>
                    <a:pt x="15524" y="33967"/>
                    <a:pt x="15426" y="33845"/>
                    <a:pt x="15279" y="33521"/>
                  </a:cubicBezTo>
                  <a:cubicBezTo>
                    <a:pt x="15144" y="33217"/>
                    <a:pt x="14975" y="32945"/>
                    <a:pt x="14736" y="32741"/>
                  </a:cubicBezTo>
                  <a:close/>
                  <a:moveTo>
                    <a:pt x="18993" y="1"/>
                  </a:moveTo>
                  <a:cubicBezTo>
                    <a:pt x="17364" y="1"/>
                    <a:pt x="16198" y="1205"/>
                    <a:pt x="15586" y="2624"/>
                  </a:cubicBezTo>
                  <a:cubicBezTo>
                    <a:pt x="15315" y="3235"/>
                    <a:pt x="15383" y="4085"/>
                    <a:pt x="15347" y="4764"/>
                  </a:cubicBezTo>
                  <a:cubicBezTo>
                    <a:pt x="15247" y="4629"/>
                    <a:pt x="15144" y="4525"/>
                    <a:pt x="15043" y="4425"/>
                  </a:cubicBezTo>
                  <a:cubicBezTo>
                    <a:pt x="14772" y="4118"/>
                    <a:pt x="14533" y="3778"/>
                    <a:pt x="14261" y="3474"/>
                  </a:cubicBezTo>
                  <a:cubicBezTo>
                    <a:pt x="13495" y="2639"/>
                    <a:pt x="12175" y="1760"/>
                    <a:pt x="10927" y="1760"/>
                  </a:cubicBezTo>
                  <a:cubicBezTo>
                    <a:pt x="10295" y="1760"/>
                    <a:pt x="9682" y="1985"/>
                    <a:pt x="9168" y="2556"/>
                  </a:cubicBezTo>
                  <a:cubicBezTo>
                    <a:pt x="8932" y="2828"/>
                    <a:pt x="8728" y="3135"/>
                    <a:pt x="8592" y="3439"/>
                  </a:cubicBezTo>
                  <a:cubicBezTo>
                    <a:pt x="7777" y="4865"/>
                    <a:pt x="8082" y="6495"/>
                    <a:pt x="9407" y="7752"/>
                  </a:cubicBezTo>
                  <a:cubicBezTo>
                    <a:pt x="9475" y="7785"/>
                    <a:pt x="9508" y="7820"/>
                    <a:pt x="9575" y="7853"/>
                  </a:cubicBezTo>
                  <a:cubicBezTo>
                    <a:pt x="9543" y="8328"/>
                    <a:pt x="9543" y="8803"/>
                    <a:pt x="9611" y="9211"/>
                  </a:cubicBezTo>
                  <a:cubicBezTo>
                    <a:pt x="9508" y="9042"/>
                    <a:pt x="9304" y="8871"/>
                    <a:pt x="9000" y="8871"/>
                  </a:cubicBezTo>
                  <a:cubicBezTo>
                    <a:pt x="8725" y="8866"/>
                    <a:pt x="8420" y="8860"/>
                    <a:pt x="8096" y="8860"/>
                  </a:cubicBezTo>
                  <a:cubicBezTo>
                    <a:pt x="6340" y="8860"/>
                    <a:pt x="4037" y="9035"/>
                    <a:pt x="3092" y="10468"/>
                  </a:cubicBezTo>
                  <a:cubicBezTo>
                    <a:pt x="2617" y="11180"/>
                    <a:pt x="2581" y="11827"/>
                    <a:pt x="2785" y="12402"/>
                  </a:cubicBezTo>
                  <a:cubicBezTo>
                    <a:pt x="2413" y="12641"/>
                    <a:pt x="2209" y="13049"/>
                    <a:pt x="2481" y="13456"/>
                  </a:cubicBezTo>
                  <a:cubicBezTo>
                    <a:pt x="2717" y="13760"/>
                    <a:pt x="2921" y="14067"/>
                    <a:pt x="3124" y="14407"/>
                  </a:cubicBezTo>
                  <a:cubicBezTo>
                    <a:pt x="2513" y="14543"/>
                    <a:pt x="2378" y="15493"/>
                    <a:pt x="2956" y="15833"/>
                  </a:cubicBezTo>
                  <a:cubicBezTo>
                    <a:pt x="3431" y="16105"/>
                    <a:pt x="3975" y="16308"/>
                    <a:pt x="4483" y="16409"/>
                  </a:cubicBezTo>
                  <a:cubicBezTo>
                    <a:pt x="4347" y="16580"/>
                    <a:pt x="4211" y="16748"/>
                    <a:pt x="4110" y="16952"/>
                  </a:cubicBezTo>
                  <a:cubicBezTo>
                    <a:pt x="3839" y="16952"/>
                    <a:pt x="3567" y="16987"/>
                    <a:pt x="3328" y="17055"/>
                  </a:cubicBezTo>
                  <a:cubicBezTo>
                    <a:pt x="2141" y="17395"/>
                    <a:pt x="1631" y="18345"/>
                    <a:pt x="1291" y="19432"/>
                  </a:cubicBezTo>
                  <a:cubicBezTo>
                    <a:pt x="1223" y="19668"/>
                    <a:pt x="1191" y="19872"/>
                    <a:pt x="1155" y="20111"/>
                  </a:cubicBezTo>
                  <a:cubicBezTo>
                    <a:pt x="1087" y="20247"/>
                    <a:pt x="1055" y="20383"/>
                    <a:pt x="1019" y="20551"/>
                  </a:cubicBezTo>
                  <a:cubicBezTo>
                    <a:pt x="987" y="20823"/>
                    <a:pt x="987" y="21094"/>
                    <a:pt x="1019" y="21366"/>
                  </a:cubicBezTo>
                  <a:cubicBezTo>
                    <a:pt x="1" y="21977"/>
                    <a:pt x="748" y="24014"/>
                    <a:pt x="1870" y="24557"/>
                  </a:cubicBezTo>
                  <a:lnTo>
                    <a:pt x="2174" y="24661"/>
                  </a:lnTo>
                  <a:cubicBezTo>
                    <a:pt x="2209" y="24661"/>
                    <a:pt x="2209" y="24693"/>
                    <a:pt x="2242" y="24693"/>
                  </a:cubicBezTo>
                  <a:cubicBezTo>
                    <a:pt x="2310" y="24864"/>
                    <a:pt x="2445" y="25000"/>
                    <a:pt x="2617" y="25068"/>
                  </a:cubicBezTo>
                  <a:cubicBezTo>
                    <a:pt x="2815" y="25148"/>
                    <a:pt x="3014" y="25181"/>
                    <a:pt x="3206" y="25181"/>
                  </a:cubicBezTo>
                  <a:cubicBezTo>
                    <a:pt x="3342" y="25181"/>
                    <a:pt x="3474" y="25164"/>
                    <a:pt x="3600" y="25136"/>
                  </a:cubicBezTo>
                  <a:cubicBezTo>
                    <a:pt x="4110" y="25136"/>
                    <a:pt x="4586" y="24932"/>
                    <a:pt x="4822" y="24457"/>
                  </a:cubicBezTo>
                  <a:lnTo>
                    <a:pt x="4822" y="24457"/>
                  </a:lnTo>
                  <a:cubicBezTo>
                    <a:pt x="4754" y="24661"/>
                    <a:pt x="4789" y="24932"/>
                    <a:pt x="4993" y="25169"/>
                  </a:cubicBezTo>
                  <a:cubicBezTo>
                    <a:pt x="5026" y="25204"/>
                    <a:pt x="5094" y="25236"/>
                    <a:pt x="5129" y="25272"/>
                  </a:cubicBezTo>
                  <a:cubicBezTo>
                    <a:pt x="4925" y="25372"/>
                    <a:pt x="4754" y="25508"/>
                    <a:pt x="4618" y="25712"/>
                  </a:cubicBezTo>
                  <a:cubicBezTo>
                    <a:pt x="4450" y="26019"/>
                    <a:pt x="4382" y="26358"/>
                    <a:pt x="4382" y="26730"/>
                  </a:cubicBezTo>
                  <a:cubicBezTo>
                    <a:pt x="4382" y="26766"/>
                    <a:pt x="4347" y="26766"/>
                    <a:pt x="4314" y="26798"/>
                  </a:cubicBezTo>
                  <a:cubicBezTo>
                    <a:pt x="3124" y="27885"/>
                    <a:pt x="3092" y="30737"/>
                    <a:pt x="4518" y="31587"/>
                  </a:cubicBezTo>
                  <a:cubicBezTo>
                    <a:pt x="4736" y="31732"/>
                    <a:pt x="4964" y="31800"/>
                    <a:pt x="5186" y="31800"/>
                  </a:cubicBezTo>
                  <a:cubicBezTo>
                    <a:pt x="5378" y="31800"/>
                    <a:pt x="5566" y="31749"/>
                    <a:pt x="5740" y="31655"/>
                  </a:cubicBezTo>
                  <a:cubicBezTo>
                    <a:pt x="5773" y="31655"/>
                    <a:pt x="5808" y="31655"/>
                    <a:pt x="5808" y="31687"/>
                  </a:cubicBezTo>
                  <a:cubicBezTo>
                    <a:pt x="6017" y="31967"/>
                    <a:pt x="6319" y="32085"/>
                    <a:pt x="6658" y="32085"/>
                  </a:cubicBezTo>
                  <a:cubicBezTo>
                    <a:pt x="7143" y="32085"/>
                    <a:pt x="7705" y="31843"/>
                    <a:pt x="8185" y="31484"/>
                  </a:cubicBezTo>
                  <a:cubicBezTo>
                    <a:pt x="8321" y="31655"/>
                    <a:pt x="8456" y="31823"/>
                    <a:pt x="8625" y="31959"/>
                  </a:cubicBezTo>
                  <a:cubicBezTo>
                    <a:pt x="8524" y="32334"/>
                    <a:pt x="8524" y="32741"/>
                    <a:pt x="8660" y="33149"/>
                  </a:cubicBezTo>
                  <a:cubicBezTo>
                    <a:pt x="8905" y="34037"/>
                    <a:pt x="9815" y="34594"/>
                    <a:pt x="10689" y="34594"/>
                  </a:cubicBezTo>
                  <a:cubicBezTo>
                    <a:pt x="10783" y="34594"/>
                    <a:pt x="10877" y="34588"/>
                    <a:pt x="10969" y="34575"/>
                  </a:cubicBezTo>
                  <a:cubicBezTo>
                    <a:pt x="11648" y="34507"/>
                    <a:pt x="12224" y="34235"/>
                    <a:pt x="12835" y="33996"/>
                  </a:cubicBezTo>
                  <a:cubicBezTo>
                    <a:pt x="12957" y="33949"/>
                    <a:pt x="13064" y="33928"/>
                    <a:pt x="13160" y="33928"/>
                  </a:cubicBezTo>
                  <a:cubicBezTo>
                    <a:pt x="13758" y="33928"/>
                    <a:pt x="13891" y="34746"/>
                    <a:pt x="14125" y="35186"/>
                  </a:cubicBezTo>
                  <a:cubicBezTo>
                    <a:pt x="14399" y="35690"/>
                    <a:pt x="14761" y="35895"/>
                    <a:pt x="15140" y="35895"/>
                  </a:cubicBezTo>
                  <a:cubicBezTo>
                    <a:pt x="16265" y="35895"/>
                    <a:pt x="17538" y="34087"/>
                    <a:pt x="17080" y="32945"/>
                  </a:cubicBezTo>
                  <a:cubicBezTo>
                    <a:pt x="16570" y="31687"/>
                    <a:pt x="15654" y="31179"/>
                    <a:pt x="14397" y="30772"/>
                  </a:cubicBezTo>
                  <a:cubicBezTo>
                    <a:pt x="12767" y="30229"/>
                    <a:pt x="11409" y="29107"/>
                    <a:pt x="10154" y="27953"/>
                  </a:cubicBezTo>
                  <a:cubicBezTo>
                    <a:pt x="10154" y="27784"/>
                    <a:pt x="10086" y="27648"/>
                    <a:pt x="9950" y="27477"/>
                  </a:cubicBezTo>
                  <a:cubicBezTo>
                    <a:pt x="9611" y="27105"/>
                    <a:pt x="9304" y="26595"/>
                    <a:pt x="8964" y="26187"/>
                  </a:cubicBezTo>
                  <a:cubicBezTo>
                    <a:pt x="8932" y="26119"/>
                    <a:pt x="8864" y="26019"/>
                    <a:pt x="8828" y="25951"/>
                  </a:cubicBezTo>
                  <a:cubicBezTo>
                    <a:pt x="8149" y="25136"/>
                    <a:pt x="7234" y="24625"/>
                    <a:pt x="6283" y="24185"/>
                  </a:cubicBezTo>
                  <a:cubicBezTo>
                    <a:pt x="6351" y="23982"/>
                    <a:pt x="6351" y="23778"/>
                    <a:pt x="6351" y="23539"/>
                  </a:cubicBezTo>
                  <a:cubicBezTo>
                    <a:pt x="6623" y="23539"/>
                    <a:pt x="6859" y="23335"/>
                    <a:pt x="6859" y="22963"/>
                  </a:cubicBezTo>
                  <a:cubicBezTo>
                    <a:pt x="6859" y="22656"/>
                    <a:pt x="6895" y="22352"/>
                    <a:pt x="6895" y="22045"/>
                  </a:cubicBezTo>
                  <a:cubicBezTo>
                    <a:pt x="6927" y="21977"/>
                    <a:pt x="6962" y="21909"/>
                    <a:pt x="6995" y="21809"/>
                  </a:cubicBezTo>
                  <a:cubicBezTo>
                    <a:pt x="7030" y="21469"/>
                    <a:pt x="7063" y="21062"/>
                    <a:pt x="7131" y="20654"/>
                  </a:cubicBezTo>
                  <a:cubicBezTo>
                    <a:pt x="7131" y="20586"/>
                    <a:pt x="7166" y="20551"/>
                    <a:pt x="7199" y="20483"/>
                  </a:cubicBezTo>
                  <a:lnTo>
                    <a:pt x="7199" y="20958"/>
                  </a:lnTo>
                  <a:cubicBezTo>
                    <a:pt x="7166" y="21230"/>
                    <a:pt x="7131" y="21469"/>
                    <a:pt x="7131" y="21741"/>
                  </a:cubicBezTo>
                  <a:cubicBezTo>
                    <a:pt x="7115" y="22211"/>
                    <a:pt x="7431" y="22432"/>
                    <a:pt x="7771" y="22432"/>
                  </a:cubicBezTo>
                  <a:cubicBezTo>
                    <a:pt x="8117" y="22432"/>
                    <a:pt x="8488" y="22203"/>
                    <a:pt x="8557" y="21773"/>
                  </a:cubicBezTo>
                  <a:cubicBezTo>
                    <a:pt x="8592" y="21469"/>
                    <a:pt x="8625" y="21094"/>
                    <a:pt x="8625" y="20654"/>
                  </a:cubicBezTo>
                  <a:cubicBezTo>
                    <a:pt x="8693" y="20179"/>
                    <a:pt x="8761" y="19668"/>
                    <a:pt x="8796" y="19160"/>
                  </a:cubicBezTo>
                  <a:cubicBezTo>
                    <a:pt x="8829" y="19164"/>
                    <a:pt x="8863" y="19166"/>
                    <a:pt x="8897" y="19166"/>
                  </a:cubicBezTo>
                  <a:cubicBezTo>
                    <a:pt x="9140" y="19166"/>
                    <a:pt x="9393" y="19063"/>
                    <a:pt x="9543" y="18853"/>
                  </a:cubicBezTo>
                  <a:cubicBezTo>
                    <a:pt x="10426" y="17631"/>
                    <a:pt x="10866" y="16205"/>
                    <a:pt x="11001" y="14711"/>
                  </a:cubicBezTo>
                  <a:cubicBezTo>
                    <a:pt x="11037" y="14475"/>
                    <a:pt x="10934" y="14304"/>
                    <a:pt x="10798" y="14168"/>
                  </a:cubicBezTo>
                  <a:cubicBezTo>
                    <a:pt x="10969" y="13456"/>
                    <a:pt x="11105" y="12709"/>
                    <a:pt x="11037" y="11927"/>
                  </a:cubicBezTo>
                  <a:cubicBezTo>
                    <a:pt x="11037" y="11859"/>
                    <a:pt x="11037" y="11791"/>
                    <a:pt x="11001" y="11723"/>
                  </a:cubicBezTo>
                  <a:cubicBezTo>
                    <a:pt x="11173" y="11351"/>
                    <a:pt x="11341" y="10976"/>
                    <a:pt x="11444" y="10604"/>
                  </a:cubicBezTo>
                  <a:cubicBezTo>
                    <a:pt x="11512" y="10501"/>
                    <a:pt x="11512" y="10400"/>
                    <a:pt x="11477" y="10297"/>
                  </a:cubicBezTo>
                  <a:cubicBezTo>
                    <a:pt x="11512" y="10229"/>
                    <a:pt x="11545" y="10197"/>
                    <a:pt x="11545" y="10129"/>
                  </a:cubicBezTo>
                  <a:cubicBezTo>
                    <a:pt x="12395" y="10433"/>
                    <a:pt x="13278" y="10468"/>
                    <a:pt x="14193" y="10468"/>
                  </a:cubicBezTo>
                  <a:cubicBezTo>
                    <a:pt x="15038" y="10483"/>
                    <a:pt x="15875" y="10506"/>
                    <a:pt x="16715" y="10506"/>
                  </a:cubicBezTo>
                  <a:cubicBezTo>
                    <a:pt x="17699" y="10506"/>
                    <a:pt x="18687" y="10475"/>
                    <a:pt x="19693" y="10365"/>
                  </a:cubicBezTo>
                  <a:cubicBezTo>
                    <a:pt x="21187" y="10197"/>
                    <a:pt x="22716" y="9993"/>
                    <a:pt x="24243" y="9857"/>
                  </a:cubicBezTo>
                  <a:cubicBezTo>
                    <a:pt x="24346" y="9890"/>
                    <a:pt x="24414" y="9958"/>
                    <a:pt x="24515" y="9993"/>
                  </a:cubicBezTo>
                  <a:cubicBezTo>
                    <a:pt x="25012" y="10182"/>
                    <a:pt x="25521" y="10256"/>
                    <a:pt x="26034" y="10256"/>
                  </a:cubicBezTo>
                  <a:cubicBezTo>
                    <a:pt x="26994" y="10256"/>
                    <a:pt x="27967" y="9998"/>
                    <a:pt x="28896" y="9754"/>
                  </a:cubicBezTo>
                  <a:cubicBezTo>
                    <a:pt x="29488" y="9724"/>
                    <a:pt x="30081" y="9707"/>
                    <a:pt x="30674" y="9707"/>
                  </a:cubicBezTo>
                  <a:cubicBezTo>
                    <a:pt x="31405" y="9707"/>
                    <a:pt x="32137" y="9732"/>
                    <a:pt x="32867" y="9789"/>
                  </a:cubicBezTo>
                  <a:cubicBezTo>
                    <a:pt x="33003" y="9789"/>
                    <a:pt x="33139" y="9789"/>
                    <a:pt x="33274" y="9754"/>
                  </a:cubicBezTo>
                  <a:cubicBezTo>
                    <a:pt x="33410" y="9890"/>
                    <a:pt x="33614" y="9993"/>
                    <a:pt x="33853" y="9993"/>
                  </a:cubicBezTo>
                  <a:cubicBezTo>
                    <a:pt x="34125" y="9993"/>
                    <a:pt x="34361" y="10026"/>
                    <a:pt x="34565" y="10094"/>
                  </a:cubicBezTo>
                  <a:cubicBezTo>
                    <a:pt x="34565" y="10161"/>
                    <a:pt x="34600" y="10265"/>
                    <a:pt x="34632" y="10333"/>
                  </a:cubicBezTo>
                  <a:cubicBezTo>
                    <a:pt x="35244" y="12030"/>
                    <a:pt x="35754" y="13693"/>
                    <a:pt x="36738" y="15186"/>
                  </a:cubicBezTo>
                  <a:lnTo>
                    <a:pt x="36738" y="15594"/>
                  </a:lnTo>
                  <a:cubicBezTo>
                    <a:pt x="36602" y="15697"/>
                    <a:pt x="36501" y="15866"/>
                    <a:pt x="36501" y="16069"/>
                  </a:cubicBezTo>
                  <a:cubicBezTo>
                    <a:pt x="36466" y="17427"/>
                    <a:pt x="36705" y="18718"/>
                    <a:pt x="37417" y="19872"/>
                  </a:cubicBezTo>
                  <a:cubicBezTo>
                    <a:pt x="37573" y="20097"/>
                    <a:pt x="37808" y="20216"/>
                    <a:pt x="38041" y="20216"/>
                  </a:cubicBezTo>
                  <a:cubicBezTo>
                    <a:pt x="38266" y="20216"/>
                    <a:pt x="38489" y="20105"/>
                    <a:pt x="38639" y="19872"/>
                  </a:cubicBezTo>
                  <a:cubicBezTo>
                    <a:pt x="38674" y="19839"/>
                    <a:pt x="38742" y="19704"/>
                    <a:pt x="38843" y="19568"/>
                  </a:cubicBezTo>
                  <a:cubicBezTo>
                    <a:pt x="38878" y="19568"/>
                    <a:pt x="38910" y="19568"/>
                    <a:pt x="38910" y="19532"/>
                  </a:cubicBezTo>
                  <a:cubicBezTo>
                    <a:pt x="39049" y="19480"/>
                    <a:pt x="39178" y="19456"/>
                    <a:pt x="39298" y="19456"/>
                  </a:cubicBezTo>
                  <a:cubicBezTo>
                    <a:pt x="41134" y="19456"/>
                    <a:pt x="40907" y="25138"/>
                    <a:pt x="39015" y="25138"/>
                  </a:cubicBezTo>
                  <a:cubicBezTo>
                    <a:pt x="38928" y="25138"/>
                    <a:pt x="38837" y="25126"/>
                    <a:pt x="38742" y="25101"/>
                  </a:cubicBezTo>
                  <a:cubicBezTo>
                    <a:pt x="38661" y="25079"/>
                    <a:pt x="38579" y="25068"/>
                    <a:pt x="38497" y="25068"/>
                  </a:cubicBezTo>
                  <a:cubicBezTo>
                    <a:pt x="38201" y="25068"/>
                    <a:pt x="37916" y="25209"/>
                    <a:pt x="37756" y="25475"/>
                  </a:cubicBezTo>
                  <a:cubicBezTo>
                    <a:pt x="36534" y="27513"/>
                    <a:pt x="35651" y="29074"/>
                    <a:pt x="33546" y="30329"/>
                  </a:cubicBezTo>
                  <a:cubicBezTo>
                    <a:pt x="32527" y="30908"/>
                    <a:pt x="31205" y="31484"/>
                    <a:pt x="31205" y="32809"/>
                  </a:cubicBezTo>
                  <a:cubicBezTo>
                    <a:pt x="31205" y="34064"/>
                    <a:pt x="32256" y="35830"/>
                    <a:pt x="32867" y="36884"/>
                  </a:cubicBezTo>
                  <a:lnTo>
                    <a:pt x="32970" y="37087"/>
                  </a:lnTo>
                  <a:cubicBezTo>
                    <a:pt x="32527" y="37527"/>
                    <a:pt x="32527" y="38310"/>
                    <a:pt x="33342" y="38546"/>
                  </a:cubicBezTo>
                  <a:cubicBezTo>
                    <a:pt x="33952" y="38713"/>
                    <a:pt x="34531" y="38798"/>
                    <a:pt x="35118" y="38798"/>
                  </a:cubicBezTo>
                  <a:cubicBezTo>
                    <a:pt x="35611" y="38798"/>
                    <a:pt x="36110" y="38738"/>
                    <a:pt x="36637" y="38614"/>
                  </a:cubicBezTo>
                  <a:cubicBezTo>
                    <a:pt x="37044" y="38513"/>
                    <a:pt x="37248" y="38206"/>
                    <a:pt x="37281" y="37834"/>
                  </a:cubicBezTo>
                  <a:cubicBezTo>
                    <a:pt x="38910" y="37188"/>
                    <a:pt x="38810" y="35490"/>
                    <a:pt x="38131" y="33996"/>
                  </a:cubicBezTo>
                  <a:cubicBezTo>
                    <a:pt x="38435" y="33860"/>
                    <a:pt x="38742" y="33760"/>
                    <a:pt x="39046" y="33624"/>
                  </a:cubicBezTo>
                  <a:cubicBezTo>
                    <a:pt x="39236" y="33837"/>
                    <a:pt x="39526" y="33984"/>
                    <a:pt x="39845" y="33984"/>
                  </a:cubicBezTo>
                  <a:cubicBezTo>
                    <a:pt x="39982" y="33984"/>
                    <a:pt x="40126" y="33957"/>
                    <a:pt x="40269" y="33896"/>
                  </a:cubicBezTo>
                  <a:cubicBezTo>
                    <a:pt x="41219" y="33453"/>
                    <a:pt x="41898" y="32842"/>
                    <a:pt x="42273" y="32095"/>
                  </a:cubicBezTo>
                  <a:cubicBezTo>
                    <a:pt x="42442" y="31926"/>
                    <a:pt x="42509" y="31723"/>
                    <a:pt x="42509" y="31552"/>
                  </a:cubicBezTo>
                  <a:cubicBezTo>
                    <a:pt x="42577" y="31348"/>
                    <a:pt x="42613" y="31179"/>
                    <a:pt x="42645" y="30976"/>
                  </a:cubicBezTo>
                  <a:cubicBezTo>
                    <a:pt x="42849" y="30840"/>
                    <a:pt x="42985" y="30601"/>
                    <a:pt x="43020" y="30261"/>
                  </a:cubicBezTo>
                  <a:cubicBezTo>
                    <a:pt x="43053" y="29582"/>
                    <a:pt x="42952" y="28971"/>
                    <a:pt x="42681" y="28428"/>
                  </a:cubicBezTo>
                  <a:cubicBezTo>
                    <a:pt x="42545" y="28088"/>
                    <a:pt x="42374" y="27784"/>
                    <a:pt x="42170" y="27477"/>
                  </a:cubicBezTo>
                  <a:cubicBezTo>
                    <a:pt x="43188" y="26595"/>
                    <a:pt x="43868" y="25272"/>
                    <a:pt x="44139" y="23946"/>
                  </a:cubicBezTo>
                  <a:cubicBezTo>
                    <a:pt x="44275" y="23846"/>
                    <a:pt x="44378" y="23675"/>
                    <a:pt x="44411" y="23471"/>
                  </a:cubicBezTo>
                  <a:cubicBezTo>
                    <a:pt x="44582" y="22656"/>
                    <a:pt x="44615" y="22012"/>
                    <a:pt x="44174" y="21265"/>
                  </a:cubicBezTo>
                  <a:cubicBezTo>
                    <a:pt x="44003" y="20958"/>
                    <a:pt x="43767" y="20722"/>
                    <a:pt x="43528" y="20518"/>
                  </a:cubicBezTo>
                  <a:cubicBezTo>
                    <a:pt x="43392" y="20111"/>
                    <a:pt x="43188" y="19736"/>
                    <a:pt x="42884" y="19432"/>
                  </a:cubicBezTo>
                  <a:cubicBezTo>
                    <a:pt x="42748" y="18921"/>
                    <a:pt x="42645" y="18378"/>
                    <a:pt x="42681" y="17699"/>
                  </a:cubicBezTo>
                  <a:cubicBezTo>
                    <a:pt x="42681" y="17427"/>
                    <a:pt x="42577" y="17224"/>
                    <a:pt x="42477" y="17088"/>
                  </a:cubicBezTo>
                  <a:cubicBezTo>
                    <a:pt x="42849" y="15765"/>
                    <a:pt x="43256" y="14407"/>
                    <a:pt x="42917" y="13049"/>
                  </a:cubicBezTo>
                  <a:cubicBezTo>
                    <a:pt x="42748" y="12402"/>
                    <a:pt x="42273" y="11995"/>
                    <a:pt x="41730" y="11723"/>
                  </a:cubicBezTo>
                  <a:cubicBezTo>
                    <a:pt x="41586" y="11648"/>
                    <a:pt x="41397" y="11624"/>
                    <a:pt x="41192" y="11624"/>
                  </a:cubicBezTo>
                  <a:cubicBezTo>
                    <a:pt x="40861" y="11624"/>
                    <a:pt x="40490" y="11685"/>
                    <a:pt x="40206" y="11685"/>
                  </a:cubicBezTo>
                  <a:cubicBezTo>
                    <a:pt x="39875" y="11685"/>
                    <a:pt x="39661" y="11603"/>
                    <a:pt x="39761" y="11248"/>
                  </a:cubicBezTo>
                  <a:cubicBezTo>
                    <a:pt x="40236" y="9654"/>
                    <a:pt x="40508" y="8228"/>
                    <a:pt x="39997" y="6562"/>
                  </a:cubicBezTo>
                  <a:cubicBezTo>
                    <a:pt x="39353" y="4525"/>
                    <a:pt x="37180" y="4593"/>
                    <a:pt x="35583" y="3710"/>
                  </a:cubicBezTo>
                  <a:cubicBezTo>
                    <a:pt x="35483" y="3610"/>
                    <a:pt x="35312" y="3575"/>
                    <a:pt x="35176" y="3575"/>
                  </a:cubicBezTo>
                  <a:cubicBezTo>
                    <a:pt x="35143" y="3235"/>
                    <a:pt x="35108" y="2863"/>
                    <a:pt x="34972" y="2523"/>
                  </a:cubicBezTo>
                  <a:cubicBezTo>
                    <a:pt x="34939" y="2388"/>
                    <a:pt x="34871" y="2284"/>
                    <a:pt x="34804" y="2184"/>
                  </a:cubicBezTo>
                  <a:cubicBezTo>
                    <a:pt x="34532" y="1709"/>
                    <a:pt x="34157" y="1369"/>
                    <a:pt x="33614" y="1266"/>
                  </a:cubicBezTo>
                  <a:cubicBezTo>
                    <a:pt x="33470" y="1243"/>
                    <a:pt x="33344" y="1219"/>
                    <a:pt x="33211" y="1219"/>
                  </a:cubicBezTo>
                  <a:cubicBezTo>
                    <a:pt x="33155" y="1219"/>
                    <a:pt x="33098" y="1223"/>
                    <a:pt x="33038" y="1233"/>
                  </a:cubicBezTo>
                  <a:cubicBezTo>
                    <a:pt x="32861" y="1057"/>
                    <a:pt x="32667" y="956"/>
                    <a:pt x="32440" y="956"/>
                  </a:cubicBezTo>
                  <a:cubicBezTo>
                    <a:pt x="32360" y="956"/>
                    <a:pt x="32276" y="968"/>
                    <a:pt x="32188" y="994"/>
                  </a:cubicBezTo>
                  <a:cubicBezTo>
                    <a:pt x="32098" y="978"/>
                    <a:pt x="32005" y="969"/>
                    <a:pt x="31912" y="969"/>
                  </a:cubicBezTo>
                  <a:cubicBezTo>
                    <a:pt x="31618" y="969"/>
                    <a:pt x="31310" y="1052"/>
                    <a:pt x="31001" y="1233"/>
                  </a:cubicBezTo>
                  <a:cubicBezTo>
                    <a:pt x="30593" y="1505"/>
                    <a:pt x="30254" y="1945"/>
                    <a:pt x="30015" y="2456"/>
                  </a:cubicBezTo>
                  <a:cubicBezTo>
                    <a:pt x="29922" y="2415"/>
                    <a:pt x="29828" y="2396"/>
                    <a:pt x="29735" y="2396"/>
                  </a:cubicBezTo>
                  <a:cubicBezTo>
                    <a:pt x="29591" y="2396"/>
                    <a:pt x="29446" y="2441"/>
                    <a:pt x="29303" y="2523"/>
                  </a:cubicBezTo>
                  <a:cubicBezTo>
                    <a:pt x="29132" y="2659"/>
                    <a:pt x="28964" y="2795"/>
                    <a:pt x="28828" y="2964"/>
                  </a:cubicBezTo>
                  <a:cubicBezTo>
                    <a:pt x="28760" y="2863"/>
                    <a:pt x="28725" y="2795"/>
                    <a:pt x="28692" y="2727"/>
                  </a:cubicBezTo>
                  <a:cubicBezTo>
                    <a:pt x="28317" y="1945"/>
                    <a:pt x="27809" y="1233"/>
                    <a:pt x="27163" y="758"/>
                  </a:cubicBezTo>
                  <a:cubicBezTo>
                    <a:pt x="27038" y="648"/>
                    <a:pt x="26892" y="603"/>
                    <a:pt x="26741" y="603"/>
                  </a:cubicBezTo>
                  <a:cubicBezTo>
                    <a:pt x="26563" y="603"/>
                    <a:pt x="26378" y="665"/>
                    <a:pt x="26212" y="758"/>
                  </a:cubicBezTo>
                  <a:cubicBezTo>
                    <a:pt x="26106" y="693"/>
                    <a:pt x="25986" y="669"/>
                    <a:pt x="25868" y="669"/>
                  </a:cubicBezTo>
                  <a:cubicBezTo>
                    <a:pt x="25800" y="669"/>
                    <a:pt x="25732" y="677"/>
                    <a:pt x="25669" y="690"/>
                  </a:cubicBezTo>
                  <a:cubicBezTo>
                    <a:pt x="25465" y="655"/>
                    <a:pt x="25297" y="622"/>
                    <a:pt x="25093" y="587"/>
                  </a:cubicBezTo>
                  <a:cubicBezTo>
                    <a:pt x="25048" y="584"/>
                    <a:pt x="25003" y="582"/>
                    <a:pt x="24957" y="582"/>
                  </a:cubicBezTo>
                  <a:cubicBezTo>
                    <a:pt x="23990" y="582"/>
                    <a:pt x="23092" y="1261"/>
                    <a:pt x="22410" y="1844"/>
                  </a:cubicBezTo>
                  <a:cubicBezTo>
                    <a:pt x="22138" y="2048"/>
                    <a:pt x="21934" y="2252"/>
                    <a:pt x="21730" y="2456"/>
                  </a:cubicBezTo>
                  <a:cubicBezTo>
                    <a:pt x="21459" y="1266"/>
                    <a:pt x="20372" y="79"/>
                    <a:pt x="19253" y="11"/>
                  </a:cubicBezTo>
                  <a:cubicBezTo>
                    <a:pt x="19165" y="4"/>
                    <a:pt x="19079" y="1"/>
                    <a:pt x="18993" y="1"/>
                  </a:cubicBezTo>
                  <a:close/>
                </a:path>
              </a:pathLst>
            </a:custGeom>
            <a:solidFill>
              <a:srgbClr val="FFDA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1626918" y="2804937"/>
              <a:ext cx="648663" cy="422420"/>
            </a:xfrm>
            <a:custGeom>
              <a:rect b="b" l="l" r="r" t="t"/>
              <a:pathLst>
                <a:path extrusionOk="0" h="22070" w="33886">
                  <a:moveTo>
                    <a:pt x="28040" y="0"/>
                  </a:moveTo>
                  <a:cubicBezTo>
                    <a:pt x="27640" y="0"/>
                    <a:pt x="27227" y="187"/>
                    <a:pt x="26856" y="318"/>
                  </a:cubicBezTo>
                  <a:cubicBezTo>
                    <a:pt x="26659" y="387"/>
                    <a:pt x="26434" y="410"/>
                    <a:pt x="26196" y="410"/>
                  </a:cubicBezTo>
                  <a:cubicBezTo>
                    <a:pt x="25698" y="410"/>
                    <a:pt x="25144" y="308"/>
                    <a:pt x="24678" y="308"/>
                  </a:cubicBezTo>
                  <a:cubicBezTo>
                    <a:pt x="24598" y="308"/>
                    <a:pt x="24521" y="311"/>
                    <a:pt x="24447" y="318"/>
                  </a:cubicBezTo>
                  <a:cubicBezTo>
                    <a:pt x="23290" y="412"/>
                    <a:pt x="22236" y="464"/>
                    <a:pt x="21177" y="464"/>
                  </a:cubicBezTo>
                  <a:cubicBezTo>
                    <a:pt x="20309" y="464"/>
                    <a:pt x="19437" y="429"/>
                    <a:pt x="18504" y="353"/>
                  </a:cubicBezTo>
                  <a:cubicBezTo>
                    <a:pt x="17906" y="294"/>
                    <a:pt x="17307" y="275"/>
                    <a:pt x="16708" y="275"/>
                  </a:cubicBezTo>
                  <a:cubicBezTo>
                    <a:pt x="15588" y="275"/>
                    <a:pt x="14464" y="342"/>
                    <a:pt x="13332" y="342"/>
                  </a:cubicBezTo>
                  <a:cubicBezTo>
                    <a:pt x="12974" y="342"/>
                    <a:pt x="12616" y="335"/>
                    <a:pt x="12256" y="318"/>
                  </a:cubicBezTo>
                  <a:cubicBezTo>
                    <a:pt x="10255" y="217"/>
                    <a:pt x="8218" y="81"/>
                    <a:pt x="6180" y="46"/>
                  </a:cubicBezTo>
                  <a:cubicBezTo>
                    <a:pt x="5330" y="46"/>
                    <a:pt x="5026" y="861"/>
                    <a:pt x="5330" y="1507"/>
                  </a:cubicBezTo>
                  <a:cubicBezTo>
                    <a:pt x="5262" y="1575"/>
                    <a:pt x="5230" y="1676"/>
                    <a:pt x="5194" y="1779"/>
                  </a:cubicBezTo>
                  <a:cubicBezTo>
                    <a:pt x="4686" y="4224"/>
                    <a:pt x="4515" y="6600"/>
                    <a:pt x="3668" y="8434"/>
                  </a:cubicBezTo>
                  <a:cubicBezTo>
                    <a:pt x="3293" y="9145"/>
                    <a:pt x="2546" y="9757"/>
                    <a:pt x="2513" y="10639"/>
                  </a:cubicBezTo>
                  <a:cubicBezTo>
                    <a:pt x="2478" y="10403"/>
                    <a:pt x="2446" y="10131"/>
                    <a:pt x="2378" y="9860"/>
                  </a:cubicBezTo>
                  <a:cubicBezTo>
                    <a:pt x="2292" y="9520"/>
                    <a:pt x="1986" y="9358"/>
                    <a:pt x="1684" y="9358"/>
                  </a:cubicBezTo>
                  <a:cubicBezTo>
                    <a:pt x="1384" y="9358"/>
                    <a:pt x="1087" y="9519"/>
                    <a:pt x="1020" y="9824"/>
                  </a:cubicBezTo>
                  <a:cubicBezTo>
                    <a:pt x="952" y="9860"/>
                    <a:pt x="916" y="9892"/>
                    <a:pt x="916" y="9960"/>
                  </a:cubicBezTo>
                  <a:cubicBezTo>
                    <a:pt x="509" y="11183"/>
                    <a:pt x="1" y="14510"/>
                    <a:pt x="1902" y="14849"/>
                  </a:cubicBezTo>
                  <a:cubicBezTo>
                    <a:pt x="2410" y="14953"/>
                    <a:pt x="2410" y="14782"/>
                    <a:pt x="2682" y="15292"/>
                  </a:cubicBezTo>
                  <a:cubicBezTo>
                    <a:pt x="3157" y="16275"/>
                    <a:pt x="3429" y="17158"/>
                    <a:pt x="4108" y="18076"/>
                  </a:cubicBezTo>
                  <a:cubicBezTo>
                    <a:pt x="4754" y="18924"/>
                    <a:pt x="5398" y="19739"/>
                    <a:pt x="6384" y="20214"/>
                  </a:cubicBezTo>
                  <a:cubicBezTo>
                    <a:pt x="7775" y="20928"/>
                    <a:pt x="9440" y="21064"/>
                    <a:pt x="10966" y="21300"/>
                  </a:cubicBezTo>
                  <a:cubicBezTo>
                    <a:pt x="12664" y="21572"/>
                    <a:pt x="14397" y="21776"/>
                    <a:pt x="16127" y="21811"/>
                  </a:cubicBezTo>
                  <a:cubicBezTo>
                    <a:pt x="17880" y="21833"/>
                    <a:pt x="19678" y="22069"/>
                    <a:pt x="21460" y="22069"/>
                  </a:cubicBezTo>
                  <a:cubicBezTo>
                    <a:pt x="22337" y="22069"/>
                    <a:pt x="23210" y="22012"/>
                    <a:pt x="24072" y="21844"/>
                  </a:cubicBezTo>
                  <a:cubicBezTo>
                    <a:pt x="24583" y="21743"/>
                    <a:pt x="25126" y="21607"/>
                    <a:pt x="25634" y="21436"/>
                  </a:cubicBezTo>
                  <a:cubicBezTo>
                    <a:pt x="25768" y="21369"/>
                    <a:pt x="26893" y="20708"/>
                    <a:pt x="26892" y="20690"/>
                  </a:cubicBezTo>
                  <a:lnTo>
                    <a:pt x="26892" y="20690"/>
                  </a:lnTo>
                  <a:cubicBezTo>
                    <a:pt x="27022" y="20763"/>
                    <a:pt x="27171" y="20804"/>
                    <a:pt x="27325" y="20804"/>
                  </a:cubicBezTo>
                  <a:cubicBezTo>
                    <a:pt x="27532" y="20804"/>
                    <a:pt x="27748" y="20729"/>
                    <a:pt x="27943" y="20553"/>
                  </a:cubicBezTo>
                  <a:cubicBezTo>
                    <a:pt x="28725" y="20385"/>
                    <a:pt x="29404" y="19570"/>
                    <a:pt x="29947" y="18823"/>
                  </a:cubicBezTo>
                  <a:cubicBezTo>
                    <a:pt x="30083" y="18620"/>
                    <a:pt x="30116" y="18380"/>
                    <a:pt x="30048" y="18177"/>
                  </a:cubicBezTo>
                  <a:cubicBezTo>
                    <a:pt x="30422" y="17634"/>
                    <a:pt x="30727" y="17058"/>
                    <a:pt x="30930" y="16447"/>
                  </a:cubicBezTo>
                  <a:cubicBezTo>
                    <a:pt x="31102" y="16447"/>
                    <a:pt x="31237" y="16343"/>
                    <a:pt x="31305" y="16175"/>
                  </a:cubicBezTo>
                  <a:cubicBezTo>
                    <a:pt x="31474" y="15700"/>
                    <a:pt x="31609" y="15224"/>
                    <a:pt x="31677" y="14749"/>
                  </a:cubicBezTo>
                  <a:cubicBezTo>
                    <a:pt x="31713" y="14681"/>
                    <a:pt x="31713" y="14578"/>
                    <a:pt x="31745" y="14510"/>
                  </a:cubicBezTo>
                  <a:cubicBezTo>
                    <a:pt x="31837" y="14571"/>
                    <a:pt x="31942" y="14605"/>
                    <a:pt x="32049" y="14605"/>
                  </a:cubicBezTo>
                  <a:cubicBezTo>
                    <a:pt x="32179" y="14605"/>
                    <a:pt x="32312" y="14554"/>
                    <a:pt x="32424" y="14442"/>
                  </a:cubicBezTo>
                  <a:lnTo>
                    <a:pt x="32528" y="14341"/>
                  </a:lnTo>
                  <a:cubicBezTo>
                    <a:pt x="32653" y="14421"/>
                    <a:pt x="32803" y="14463"/>
                    <a:pt x="32950" y="14463"/>
                  </a:cubicBezTo>
                  <a:cubicBezTo>
                    <a:pt x="33236" y="14463"/>
                    <a:pt x="33512" y="14305"/>
                    <a:pt x="33579" y="13967"/>
                  </a:cubicBezTo>
                  <a:cubicBezTo>
                    <a:pt x="33782" y="13084"/>
                    <a:pt x="33886" y="12201"/>
                    <a:pt x="33750" y="11354"/>
                  </a:cubicBezTo>
                  <a:cubicBezTo>
                    <a:pt x="33818" y="10979"/>
                    <a:pt x="33850" y="10607"/>
                    <a:pt x="33818" y="10300"/>
                  </a:cubicBezTo>
                  <a:cubicBezTo>
                    <a:pt x="33793" y="9897"/>
                    <a:pt x="33437" y="9525"/>
                    <a:pt x="33062" y="9525"/>
                  </a:cubicBezTo>
                  <a:cubicBezTo>
                    <a:pt x="32902" y="9525"/>
                    <a:pt x="32738" y="9594"/>
                    <a:pt x="32595" y="9757"/>
                  </a:cubicBezTo>
                  <a:cubicBezTo>
                    <a:pt x="32153" y="9928"/>
                    <a:pt x="31949" y="10368"/>
                    <a:pt x="32153" y="10843"/>
                  </a:cubicBezTo>
                  <a:lnTo>
                    <a:pt x="32256" y="11150"/>
                  </a:lnTo>
                  <a:cubicBezTo>
                    <a:pt x="32256" y="11218"/>
                    <a:pt x="32221" y="11250"/>
                    <a:pt x="32188" y="11318"/>
                  </a:cubicBezTo>
                  <a:cubicBezTo>
                    <a:pt x="32188" y="11386"/>
                    <a:pt x="32153" y="11454"/>
                    <a:pt x="32085" y="11489"/>
                  </a:cubicBezTo>
                  <a:cubicBezTo>
                    <a:pt x="32188" y="11318"/>
                    <a:pt x="32017" y="11115"/>
                    <a:pt x="31984" y="10843"/>
                  </a:cubicBezTo>
                  <a:cubicBezTo>
                    <a:pt x="31848" y="10164"/>
                    <a:pt x="31373" y="9588"/>
                    <a:pt x="31169" y="8909"/>
                  </a:cubicBezTo>
                  <a:cubicBezTo>
                    <a:pt x="30930" y="8127"/>
                    <a:pt x="30898" y="7279"/>
                    <a:pt x="30626" y="6497"/>
                  </a:cubicBezTo>
                  <a:cubicBezTo>
                    <a:pt x="30219" y="5275"/>
                    <a:pt x="29743" y="4120"/>
                    <a:pt x="29640" y="2830"/>
                  </a:cubicBezTo>
                  <a:cubicBezTo>
                    <a:pt x="29572" y="1880"/>
                    <a:pt x="29504" y="828"/>
                    <a:pt x="28690" y="217"/>
                  </a:cubicBezTo>
                  <a:cubicBezTo>
                    <a:pt x="28483" y="59"/>
                    <a:pt x="28264" y="0"/>
                    <a:pt x="28040" y="0"/>
                  </a:cubicBezTo>
                  <a:close/>
                </a:path>
              </a:pathLst>
            </a:custGeom>
            <a:solidFill>
              <a:srgbClr val="F9C6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1870581" y="3070933"/>
              <a:ext cx="138496" cy="112888"/>
            </a:xfrm>
            <a:custGeom>
              <a:rect b="b" l="l" r="r" t="t"/>
              <a:pathLst>
                <a:path extrusionOk="0" h="5898" w="7235">
                  <a:moveTo>
                    <a:pt x="3907" y="1291"/>
                  </a:moveTo>
                  <a:cubicBezTo>
                    <a:pt x="3975" y="1326"/>
                    <a:pt x="4043" y="1359"/>
                    <a:pt x="4110" y="1359"/>
                  </a:cubicBezTo>
                  <a:cubicBezTo>
                    <a:pt x="4211" y="1394"/>
                    <a:pt x="4279" y="1427"/>
                    <a:pt x="4314" y="1462"/>
                  </a:cubicBezTo>
                  <a:cubicBezTo>
                    <a:pt x="4229" y="1444"/>
                    <a:pt x="4144" y="1436"/>
                    <a:pt x="4055" y="1436"/>
                  </a:cubicBezTo>
                  <a:cubicBezTo>
                    <a:pt x="3966" y="1436"/>
                    <a:pt x="3873" y="1444"/>
                    <a:pt x="3771" y="1462"/>
                  </a:cubicBezTo>
                  <a:lnTo>
                    <a:pt x="3668" y="1462"/>
                  </a:lnTo>
                  <a:cubicBezTo>
                    <a:pt x="3600" y="1427"/>
                    <a:pt x="3532" y="1359"/>
                    <a:pt x="3431" y="1359"/>
                  </a:cubicBezTo>
                  <a:lnTo>
                    <a:pt x="3363" y="1291"/>
                  </a:lnTo>
                  <a:lnTo>
                    <a:pt x="3363" y="1291"/>
                  </a:lnTo>
                  <a:cubicBezTo>
                    <a:pt x="3448" y="1309"/>
                    <a:pt x="3541" y="1317"/>
                    <a:pt x="3634" y="1317"/>
                  </a:cubicBezTo>
                  <a:cubicBezTo>
                    <a:pt x="3727" y="1317"/>
                    <a:pt x="3821" y="1309"/>
                    <a:pt x="3907" y="1291"/>
                  </a:cubicBezTo>
                  <a:close/>
                  <a:moveTo>
                    <a:pt x="5536" y="1"/>
                  </a:moveTo>
                  <a:lnTo>
                    <a:pt x="3703" y="104"/>
                  </a:lnTo>
                  <a:cubicBezTo>
                    <a:pt x="3550" y="70"/>
                    <a:pt x="3397" y="53"/>
                    <a:pt x="3252" y="53"/>
                  </a:cubicBezTo>
                  <a:cubicBezTo>
                    <a:pt x="3108" y="53"/>
                    <a:pt x="2972" y="70"/>
                    <a:pt x="2853" y="104"/>
                  </a:cubicBezTo>
                  <a:lnTo>
                    <a:pt x="2141" y="104"/>
                  </a:lnTo>
                  <a:cubicBezTo>
                    <a:pt x="1" y="137"/>
                    <a:pt x="987" y="2481"/>
                    <a:pt x="1427" y="3635"/>
                  </a:cubicBezTo>
                  <a:cubicBezTo>
                    <a:pt x="1484" y="3864"/>
                    <a:pt x="1662" y="3948"/>
                    <a:pt x="1839" y="3948"/>
                  </a:cubicBezTo>
                  <a:cubicBezTo>
                    <a:pt x="1872" y="3948"/>
                    <a:pt x="1905" y="3945"/>
                    <a:pt x="1937" y="3939"/>
                  </a:cubicBezTo>
                  <a:cubicBezTo>
                    <a:pt x="2106" y="4482"/>
                    <a:pt x="2549" y="4993"/>
                    <a:pt x="2921" y="5297"/>
                  </a:cubicBezTo>
                  <a:cubicBezTo>
                    <a:pt x="3338" y="5668"/>
                    <a:pt x="3882" y="5897"/>
                    <a:pt x="4401" y="5897"/>
                  </a:cubicBezTo>
                  <a:cubicBezTo>
                    <a:pt x="4642" y="5897"/>
                    <a:pt x="4878" y="5848"/>
                    <a:pt x="5094" y="5740"/>
                  </a:cubicBezTo>
                  <a:cubicBezTo>
                    <a:pt x="5183" y="5814"/>
                    <a:pt x="5286" y="5856"/>
                    <a:pt x="5394" y="5856"/>
                  </a:cubicBezTo>
                  <a:cubicBezTo>
                    <a:pt x="5530" y="5856"/>
                    <a:pt x="5674" y="5789"/>
                    <a:pt x="5808" y="5637"/>
                  </a:cubicBezTo>
                  <a:cubicBezTo>
                    <a:pt x="5841" y="5604"/>
                    <a:pt x="5876" y="5536"/>
                    <a:pt x="5909" y="5501"/>
                  </a:cubicBezTo>
                  <a:cubicBezTo>
                    <a:pt x="6520" y="4686"/>
                    <a:pt x="6962" y="3839"/>
                    <a:pt x="7166" y="2820"/>
                  </a:cubicBezTo>
                  <a:cubicBezTo>
                    <a:pt x="7234" y="2581"/>
                    <a:pt x="7131" y="2377"/>
                    <a:pt x="6995" y="2209"/>
                  </a:cubicBezTo>
                  <a:lnTo>
                    <a:pt x="7098" y="1598"/>
                  </a:lnTo>
                  <a:cubicBezTo>
                    <a:pt x="7199" y="851"/>
                    <a:pt x="6927" y="137"/>
                    <a:pt x="6080" y="36"/>
                  </a:cubicBezTo>
                  <a:cubicBezTo>
                    <a:pt x="6012" y="36"/>
                    <a:pt x="5909" y="36"/>
                    <a:pt x="5841" y="69"/>
                  </a:cubicBezTo>
                  <a:cubicBezTo>
                    <a:pt x="5740" y="36"/>
                    <a:pt x="5637" y="1"/>
                    <a:pt x="5536" y="1"/>
                  </a:cubicBezTo>
                  <a:close/>
                </a:path>
              </a:pathLst>
            </a:custGeom>
            <a:solidFill>
              <a:srgbClr val="F4A4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1516465" y="2593526"/>
              <a:ext cx="878717" cy="958302"/>
            </a:xfrm>
            <a:custGeom>
              <a:rect b="b" l="l" r="r" t="t"/>
              <a:pathLst>
                <a:path extrusionOk="0" h="50068" w="45904">
                  <a:moveTo>
                    <a:pt x="11509" y="11092"/>
                  </a:moveTo>
                  <a:cubicBezTo>
                    <a:pt x="13360" y="11296"/>
                    <a:pt x="15236" y="11347"/>
                    <a:pt x="17112" y="11347"/>
                  </a:cubicBezTo>
                  <a:cubicBezTo>
                    <a:pt x="18988" y="11347"/>
                    <a:pt x="20863" y="11296"/>
                    <a:pt x="22713" y="11296"/>
                  </a:cubicBezTo>
                  <a:cubicBezTo>
                    <a:pt x="25219" y="11318"/>
                    <a:pt x="27739" y="11380"/>
                    <a:pt x="30254" y="11380"/>
                  </a:cubicBezTo>
                  <a:cubicBezTo>
                    <a:pt x="31727" y="11380"/>
                    <a:pt x="33198" y="11359"/>
                    <a:pt x="34664" y="11296"/>
                  </a:cubicBezTo>
                  <a:lnTo>
                    <a:pt x="34700" y="11263"/>
                  </a:lnTo>
                  <a:cubicBezTo>
                    <a:pt x="34800" y="12382"/>
                    <a:pt x="35208" y="13504"/>
                    <a:pt x="35514" y="14555"/>
                  </a:cubicBezTo>
                  <a:cubicBezTo>
                    <a:pt x="36226" y="17035"/>
                    <a:pt x="36769" y="19580"/>
                    <a:pt x="37516" y="22025"/>
                  </a:cubicBezTo>
                  <a:cubicBezTo>
                    <a:pt x="37573" y="22196"/>
                    <a:pt x="37679" y="22272"/>
                    <a:pt x="37813" y="22272"/>
                  </a:cubicBezTo>
                  <a:cubicBezTo>
                    <a:pt x="37838" y="22272"/>
                    <a:pt x="37864" y="22269"/>
                    <a:pt x="37891" y="22264"/>
                  </a:cubicBezTo>
                  <a:cubicBezTo>
                    <a:pt x="37891" y="22332"/>
                    <a:pt x="37942" y="22366"/>
                    <a:pt x="37997" y="22366"/>
                  </a:cubicBezTo>
                  <a:cubicBezTo>
                    <a:pt x="38052" y="22366"/>
                    <a:pt x="38111" y="22332"/>
                    <a:pt x="38127" y="22264"/>
                  </a:cubicBezTo>
                  <a:cubicBezTo>
                    <a:pt x="38299" y="21721"/>
                    <a:pt x="38399" y="21074"/>
                    <a:pt x="38739" y="20599"/>
                  </a:cubicBezTo>
                  <a:cubicBezTo>
                    <a:pt x="38847" y="20446"/>
                    <a:pt x="38944" y="20382"/>
                    <a:pt x="39032" y="20382"/>
                  </a:cubicBezTo>
                  <a:cubicBezTo>
                    <a:pt x="39468" y="20382"/>
                    <a:pt x="39657" y="21968"/>
                    <a:pt x="39657" y="22025"/>
                  </a:cubicBezTo>
                  <a:cubicBezTo>
                    <a:pt x="39657" y="22671"/>
                    <a:pt x="39657" y="23350"/>
                    <a:pt x="39486" y="23961"/>
                  </a:cubicBezTo>
                  <a:cubicBezTo>
                    <a:pt x="39418" y="24334"/>
                    <a:pt x="39282" y="24673"/>
                    <a:pt x="39146" y="24980"/>
                  </a:cubicBezTo>
                  <a:cubicBezTo>
                    <a:pt x="38774" y="25013"/>
                    <a:pt x="38399" y="25013"/>
                    <a:pt x="38027" y="25013"/>
                  </a:cubicBezTo>
                  <a:cubicBezTo>
                    <a:pt x="37994" y="24831"/>
                    <a:pt x="37855" y="24738"/>
                    <a:pt x="37718" y="24738"/>
                  </a:cubicBezTo>
                  <a:cubicBezTo>
                    <a:pt x="37574" y="24738"/>
                    <a:pt x="37432" y="24840"/>
                    <a:pt x="37416" y="25048"/>
                  </a:cubicBezTo>
                  <a:cubicBezTo>
                    <a:pt x="36805" y="32346"/>
                    <a:pt x="28928" y="32482"/>
                    <a:pt x="23120" y="32618"/>
                  </a:cubicBezTo>
                  <a:cubicBezTo>
                    <a:pt x="17281" y="32482"/>
                    <a:pt x="9404" y="32346"/>
                    <a:pt x="8792" y="25048"/>
                  </a:cubicBezTo>
                  <a:cubicBezTo>
                    <a:pt x="8776" y="24840"/>
                    <a:pt x="8634" y="24738"/>
                    <a:pt x="8495" y="24738"/>
                  </a:cubicBezTo>
                  <a:cubicBezTo>
                    <a:pt x="8363" y="24738"/>
                    <a:pt x="8232" y="24831"/>
                    <a:pt x="8217" y="25013"/>
                  </a:cubicBezTo>
                  <a:cubicBezTo>
                    <a:pt x="7842" y="25013"/>
                    <a:pt x="7470" y="25013"/>
                    <a:pt x="7062" y="24980"/>
                  </a:cubicBezTo>
                  <a:cubicBezTo>
                    <a:pt x="6926" y="24673"/>
                    <a:pt x="6791" y="24334"/>
                    <a:pt x="6723" y="23961"/>
                  </a:cubicBezTo>
                  <a:cubicBezTo>
                    <a:pt x="6587" y="23350"/>
                    <a:pt x="6552" y="22671"/>
                    <a:pt x="6552" y="22025"/>
                  </a:cubicBezTo>
                  <a:cubicBezTo>
                    <a:pt x="6552" y="21968"/>
                    <a:pt x="6740" y="20382"/>
                    <a:pt x="7176" y="20382"/>
                  </a:cubicBezTo>
                  <a:cubicBezTo>
                    <a:pt x="7264" y="20382"/>
                    <a:pt x="7362" y="20446"/>
                    <a:pt x="7470" y="20599"/>
                  </a:cubicBezTo>
                  <a:cubicBezTo>
                    <a:pt x="7809" y="21074"/>
                    <a:pt x="7945" y="21721"/>
                    <a:pt x="8081" y="22264"/>
                  </a:cubicBezTo>
                  <a:cubicBezTo>
                    <a:pt x="8097" y="22332"/>
                    <a:pt x="8156" y="22366"/>
                    <a:pt x="8211" y="22366"/>
                  </a:cubicBezTo>
                  <a:cubicBezTo>
                    <a:pt x="8266" y="22366"/>
                    <a:pt x="8317" y="22332"/>
                    <a:pt x="8317" y="22264"/>
                  </a:cubicBezTo>
                  <a:cubicBezTo>
                    <a:pt x="8344" y="22269"/>
                    <a:pt x="8371" y="22272"/>
                    <a:pt x="8397" y="22272"/>
                  </a:cubicBezTo>
                  <a:cubicBezTo>
                    <a:pt x="8538" y="22272"/>
                    <a:pt x="8662" y="22196"/>
                    <a:pt x="8692" y="22025"/>
                  </a:cubicBezTo>
                  <a:cubicBezTo>
                    <a:pt x="9303" y="20091"/>
                    <a:pt x="9778" y="18054"/>
                    <a:pt x="10286" y="16084"/>
                  </a:cubicBezTo>
                  <a:lnTo>
                    <a:pt x="10354" y="16084"/>
                  </a:lnTo>
                  <a:cubicBezTo>
                    <a:pt x="10525" y="16017"/>
                    <a:pt x="10525" y="15813"/>
                    <a:pt x="10390" y="15745"/>
                  </a:cubicBezTo>
                  <a:cubicBezTo>
                    <a:pt x="10457" y="15541"/>
                    <a:pt x="10490" y="15338"/>
                    <a:pt x="10558" y="15134"/>
                  </a:cubicBezTo>
                  <a:cubicBezTo>
                    <a:pt x="10626" y="15098"/>
                    <a:pt x="10626" y="15031"/>
                    <a:pt x="10593" y="14998"/>
                  </a:cubicBezTo>
                  <a:cubicBezTo>
                    <a:pt x="10626" y="14862"/>
                    <a:pt x="10661" y="14691"/>
                    <a:pt x="10729" y="14555"/>
                  </a:cubicBezTo>
                  <a:cubicBezTo>
                    <a:pt x="11033" y="13436"/>
                    <a:pt x="11441" y="12246"/>
                    <a:pt x="11509" y="11092"/>
                  </a:cubicBezTo>
                  <a:close/>
                  <a:moveTo>
                    <a:pt x="30082" y="32890"/>
                  </a:moveTo>
                  <a:lnTo>
                    <a:pt x="30082" y="32890"/>
                  </a:lnTo>
                  <a:cubicBezTo>
                    <a:pt x="28860" y="34011"/>
                    <a:pt x="27637" y="35131"/>
                    <a:pt x="26380" y="36184"/>
                  </a:cubicBezTo>
                  <a:cubicBezTo>
                    <a:pt x="26076" y="35266"/>
                    <a:pt x="25837" y="34351"/>
                    <a:pt x="25532" y="33433"/>
                  </a:cubicBezTo>
                  <a:cubicBezTo>
                    <a:pt x="26687" y="33365"/>
                    <a:pt x="27874" y="33264"/>
                    <a:pt x="29063" y="33061"/>
                  </a:cubicBezTo>
                  <a:cubicBezTo>
                    <a:pt x="29403" y="33025"/>
                    <a:pt x="29742" y="32958"/>
                    <a:pt x="30082" y="32890"/>
                  </a:cubicBezTo>
                  <a:close/>
                  <a:moveTo>
                    <a:pt x="19217" y="33332"/>
                  </a:moveTo>
                  <a:cubicBezTo>
                    <a:pt x="20336" y="33433"/>
                    <a:pt x="21458" y="33468"/>
                    <a:pt x="22577" y="33501"/>
                  </a:cubicBezTo>
                  <a:cubicBezTo>
                    <a:pt x="22612" y="34555"/>
                    <a:pt x="22612" y="35674"/>
                    <a:pt x="22273" y="36692"/>
                  </a:cubicBezTo>
                  <a:cubicBezTo>
                    <a:pt x="21730" y="36217"/>
                    <a:pt x="21219" y="35742"/>
                    <a:pt x="20711" y="35198"/>
                  </a:cubicBezTo>
                  <a:cubicBezTo>
                    <a:pt x="20236" y="34723"/>
                    <a:pt x="19489" y="34044"/>
                    <a:pt x="19217" y="33332"/>
                  </a:cubicBezTo>
                  <a:close/>
                  <a:moveTo>
                    <a:pt x="18639" y="771"/>
                  </a:moveTo>
                  <a:cubicBezTo>
                    <a:pt x="20133" y="806"/>
                    <a:pt x="21458" y="1756"/>
                    <a:pt x="21830" y="3115"/>
                  </a:cubicBezTo>
                  <a:cubicBezTo>
                    <a:pt x="21594" y="3522"/>
                    <a:pt x="21423" y="3929"/>
                    <a:pt x="21287" y="4337"/>
                  </a:cubicBezTo>
                  <a:cubicBezTo>
                    <a:pt x="21163" y="4707"/>
                    <a:pt x="21464" y="4953"/>
                    <a:pt x="21765" y="4953"/>
                  </a:cubicBezTo>
                  <a:cubicBezTo>
                    <a:pt x="21961" y="4953"/>
                    <a:pt x="22157" y="4849"/>
                    <a:pt x="22238" y="4609"/>
                  </a:cubicBezTo>
                  <a:cubicBezTo>
                    <a:pt x="22713" y="3079"/>
                    <a:pt x="23699" y="1960"/>
                    <a:pt x="25261" y="1450"/>
                  </a:cubicBezTo>
                  <a:cubicBezTo>
                    <a:pt x="25433" y="1392"/>
                    <a:pt x="25599" y="1366"/>
                    <a:pt x="25761" y="1366"/>
                  </a:cubicBezTo>
                  <a:cubicBezTo>
                    <a:pt x="27035" y="1366"/>
                    <a:pt x="27989" y="2994"/>
                    <a:pt x="28621" y="3929"/>
                  </a:cubicBezTo>
                  <a:cubicBezTo>
                    <a:pt x="28713" y="4076"/>
                    <a:pt x="28893" y="4172"/>
                    <a:pt x="29072" y="4172"/>
                  </a:cubicBezTo>
                  <a:cubicBezTo>
                    <a:pt x="29225" y="4172"/>
                    <a:pt x="29377" y="4101"/>
                    <a:pt x="29471" y="3929"/>
                  </a:cubicBezTo>
                  <a:cubicBezTo>
                    <a:pt x="30051" y="2828"/>
                    <a:pt x="30853" y="1644"/>
                    <a:pt x="32148" y="1644"/>
                  </a:cubicBezTo>
                  <a:cubicBezTo>
                    <a:pt x="32291" y="1644"/>
                    <a:pt x="32440" y="1658"/>
                    <a:pt x="32595" y="1689"/>
                  </a:cubicBezTo>
                  <a:cubicBezTo>
                    <a:pt x="34053" y="1993"/>
                    <a:pt x="34835" y="3794"/>
                    <a:pt x="35243" y="5049"/>
                  </a:cubicBezTo>
                  <a:cubicBezTo>
                    <a:pt x="35300" y="5251"/>
                    <a:pt x="35479" y="5403"/>
                    <a:pt x="35698" y="5403"/>
                  </a:cubicBezTo>
                  <a:cubicBezTo>
                    <a:pt x="35737" y="5403"/>
                    <a:pt x="35777" y="5398"/>
                    <a:pt x="35819" y="5388"/>
                  </a:cubicBezTo>
                  <a:cubicBezTo>
                    <a:pt x="36353" y="5217"/>
                    <a:pt x="36819" y="5139"/>
                    <a:pt x="37224" y="5139"/>
                  </a:cubicBezTo>
                  <a:cubicBezTo>
                    <a:pt x="40187" y="5139"/>
                    <a:pt x="39863" y="9334"/>
                    <a:pt x="39146" y="11874"/>
                  </a:cubicBezTo>
                  <a:cubicBezTo>
                    <a:pt x="39056" y="12208"/>
                    <a:pt x="39319" y="12461"/>
                    <a:pt x="39619" y="12461"/>
                  </a:cubicBezTo>
                  <a:cubicBezTo>
                    <a:pt x="39654" y="12461"/>
                    <a:pt x="39689" y="12457"/>
                    <a:pt x="39725" y="12450"/>
                  </a:cubicBezTo>
                  <a:cubicBezTo>
                    <a:pt x="39988" y="12402"/>
                    <a:pt x="40231" y="12379"/>
                    <a:pt x="40455" y="12379"/>
                  </a:cubicBezTo>
                  <a:cubicBezTo>
                    <a:pt x="43708" y="12379"/>
                    <a:pt x="42805" y="17212"/>
                    <a:pt x="41694" y="19309"/>
                  </a:cubicBezTo>
                  <a:cubicBezTo>
                    <a:pt x="41558" y="19580"/>
                    <a:pt x="41694" y="19887"/>
                    <a:pt x="41965" y="19988"/>
                  </a:cubicBezTo>
                  <a:cubicBezTo>
                    <a:pt x="45089" y="21278"/>
                    <a:pt x="44850" y="26202"/>
                    <a:pt x="41965" y="27593"/>
                  </a:cubicBezTo>
                  <a:cubicBezTo>
                    <a:pt x="41726" y="27729"/>
                    <a:pt x="41658" y="28104"/>
                    <a:pt x="41862" y="28272"/>
                  </a:cubicBezTo>
                  <a:cubicBezTo>
                    <a:pt x="43256" y="29562"/>
                    <a:pt x="43120" y="31635"/>
                    <a:pt x="41965" y="32993"/>
                  </a:cubicBezTo>
                  <a:cubicBezTo>
                    <a:pt x="41015" y="34079"/>
                    <a:pt x="39214" y="34044"/>
                    <a:pt x="37924" y="34079"/>
                  </a:cubicBezTo>
                  <a:cubicBezTo>
                    <a:pt x="37619" y="34079"/>
                    <a:pt x="37380" y="34487"/>
                    <a:pt x="37652" y="34723"/>
                  </a:cubicBezTo>
                  <a:cubicBezTo>
                    <a:pt x="39078" y="35981"/>
                    <a:pt x="38127" y="37643"/>
                    <a:pt x="36837" y="38594"/>
                  </a:cubicBezTo>
                  <a:cubicBezTo>
                    <a:pt x="36212" y="39059"/>
                    <a:pt x="35529" y="39279"/>
                    <a:pt x="34849" y="39279"/>
                  </a:cubicBezTo>
                  <a:cubicBezTo>
                    <a:pt x="34239" y="39279"/>
                    <a:pt x="33631" y="39101"/>
                    <a:pt x="33070" y="38765"/>
                  </a:cubicBezTo>
                  <a:cubicBezTo>
                    <a:pt x="33035" y="38662"/>
                    <a:pt x="33002" y="38526"/>
                    <a:pt x="32967" y="38425"/>
                  </a:cubicBezTo>
                  <a:cubicBezTo>
                    <a:pt x="32491" y="36728"/>
                    <a:pt x="32016" y="34587"/>
                    <a:pt x="30761" y="33264"/>
                  </a:cubicBezTo>
                  <a:cubicBezTo>
                    <a:pt x="30965" y="33025"/>
                    <a:pt x="31201" y="32822"/>
                    <a:pt x="31440" y="32585"/>
                  </a:cubicBezTo>
                  <a:cubicBezTo>
                    <a:pt x="31473" y="32550"/>
                    <a:pt x="31508" y="32482"/>
                    <a:pt x="31508" y="32414"/>
                  </a:cubicBezTo>
                  <a:cubicBezTo>
                    <a:pt x="31644" y="32382"/>
                    <a:pt x="31744" y="32314"/>
                    <a:pt x="31880" y="32279"/>
                  </a:cubicBezTo>
                  <a:cubicBezTo>
                    <a:pt x="32187" y="32143"/>
                    <a:pt x="32491" y="32042"/>
                    <a:pt x="32798" y="31906"/>
                  </a:cubicBezTo>
                  <a:cubicBezTo>
                    <a:pt x="33442" y="31667"/>
                    <a:pt x="34053" y="31396"/>
                    <a:pt x="34596" y="31024"/>
                  </a:cubicBezTo>
                  <a:cubicBezTo>
                    <a:pt x="35683" y="30309"/>
                    <a:pt x="36566" y="29359"/>
                    <a:pt x="37144" y="28204"/>
                  </a:cubicBezTo>
                  <a:cubicBezTo>
                    <a:pt x="37280" y="27865"/>
                    <a:pt x="37416" y="27493"/>
                    <a:pt x="37552" y="27153"/>
                  </a:cubicBezTo>
                  <a:cubicBezTo>
                    <a:pt x="37584" y="27050"/>
                    <a:pt x="37924" y="26067"/>
                    <a:pt x="37891" y="26031"/>
                  </a:cubicBezTo>
                  <a:lnTo>
                    <a:pt x="37891" y="26031"/>
                  </a:lnTo>
                  <a:cubicBezTo>
                    <a:pt x="38018" y="26116"/>
                    <a:pt x="38169" y="26160"/>
                    <a:pt x="38341" y="26160"/>
                  </a:cubicBezTo>
                  <a:cubicBezTo>
                    <a:pt x="38582" y="26160"/>
                    <a:pt x="38865" y="26074"/>
                    <a:pt x="39181" y="25895"/>
                  </a:cubicBezTo>
                  <a:cubicBezTo>
                    <a:pt x="40232" y="25252"/>
                    <a:pt x="40268" y="23079"/>
                    <a:pt x="40232" y="22025"/>
                  </a:cubicBezTo>
                  <a:cubicBezTo>
                    <a:pt x="40201" y="21503"/>
                    <a:pt x="40137" y="19638"/>
                    <a:pt x="39292" y="19638"/>
                  </a:cubicBezTo>
                  <a:cubicBezTo>
                    <a:pt x="39256" y="19638"/>
                    <a:pt x="39219" y="19641"/>
                    <a:pt x="39181" y="19648"/>
                  </a:cubicBezTo>
                  <a:cubicBezTo>
                    <a:pt x="38874" y="19716"/>
                    <a:pt x="38671" y="19920"/>
                    <a:pt x="38502" y="20159"/>
                  </a:cubicBezTo>
                  <a:cubicBezTo>
                    <a:pt x="38418" y="20296"/>
                    <a:pt x="38292" y="20792"/>
                    <a:pt x="38119" y="20792"/>
                  </a:cubicBezTo>
                  <a:cubicBezTo>
                    <a:pt x="38079" y="20792"/>
                    <a:pt x="38037" y="20766"/>
                    <a:pt x="37992" y="20702"/>
                  </a:cubicBezTo>
                  <a:cubicBezTo>
                    <a:pt x="37823" y="20463"/>
                    <a:pt x="37788" y="20159"/>
                    <a:pt x="37755" y="19887"/>
                  </a:cubicBezTo>
                  <a:cubicBezTo>
                    <a:pt x="37720" y="19580"/>
                    <a:pt x="37652" y="19309"/>
                    <a:pt x="37552" y="19004"/>
                  </a:cubicBezTo>
                  <a:cubicBezTo>
                    <a:pt x="37484" y="18697"/>
                    <a:pt x="37380" y="18393"/>
                    <a:pt x="37313" y="18086"/>
                  </a:cubicBezTo>
                  <a:cubicBezTo>
                    <a:pt x="38027" y="17883"/>
                    <a:pt x="38535" y="17271"/>
                    <a:pt x="38806" y="16560"/>
                  </a:cubicBezTo>
                  <a:cubicBezTo>
                    <a:pt x="38869" y="16416"/>
                    <a:pt x="38745" y="16322"/>
                    <a:pt x="38623" y="16322"/>
                  </a:cubicBezTo>
                  <a:cubicBezTo>
                    <a:pt x="38542" y="16322"/>
                    <a:pt x="38461" y="16363"/>
                    <a:pt x="38434" y="16457"/>
                  </a:cubicBezTo>
                  <a:cubicBezTo>
                    <a:pt x="38195" y="17035"/>
                    <a:pt x="37788" y="17578"/>
                    <a:pt x="37212" y="17782"/>
                  </a:cubicBezTo>
                  <a:lnTo>
                    <a:pt x="36905" y="16764"/>
                  </a:lnTo>
                  <a:cubicBezTo>
                    <a:pt x="36837" y="16560"/>
                    <a:pt x="36769" y="16321"/>
                    <a:pt x="36701" y="16117"/>
                  </a:cubicBezTo>
                  <a:lnTo>
                    <a:pt x="36701" y="16117"/>
                  </a:lnTo>
                  <a:cubicBezTo>
                    <a:pt x="36775" y="16130"/>
                    <a:pt x="36846" y="16137"/>
                    <a:pt x="36916" y="16137"/>
                  </a:cubicBezTo>
                  <a:cubicBezTo>
                    <a:pt x="37745" y="16137"/>
                    <a:pt x="38287" y="15237"/>
                    <a:pt x="38570" y="14455"/>
                  </a:cubicBezTo>
                  <a:cubicBezTo>
                    <a:pt x="38612" y="14287"/>
                    <a:pt x="38473" y="14171"/>
                    <a:pt x="38335" y="14171"/>
                  </a:cubicBezTo>
                  <a:cubicBezTo>
                    <a:pt x="38251" y="14171"/>
                    <a:pt x="38167" y="14215"/>
                    <a:pt x="38127" y="14319"/>
                  </a:cubicBezTo>
                  <a:cubicBezTo>
                    <a:pt x="37938" y="15014"/>
                    <a:pt x="37513" y="15827"/>
                    <a:pt x="36772" y="15827"/>
                  </a:cubicBezTo>
                  <a:cubicBezTo>
                    <a:pt x="36717" y="15827"/>
                    <a:pt x="36660" y="15822"/>
                    <a:pt x="36601" y="15813"/>
                  </a:cubicBezTo>
                  <a:cubicBezTo>
                    <a:pt x="36566" y="15710"/>
                    <a:pt x="36533" y="15642"/>
                    <a:pt x="36533" y="15541"/>
                  </a:cubicBezTo>
                  <a:cubicBezTo>
                    <a:pt x="36397" y="15166"/>
                    <a:pt x="36261" y="14759"/>
                    <a:pt x="36126" y="14387"/>
                  </a:cubicBezTo>
                  <a:cubicBezTo>
                    <a:pt x="35718" y="13265"/>
                    <a:pt x="35547" y="12043"/>
                    <a:pt x="35072" y="10924"/>
                  </a:cubicBezTo>
                  <a:cubicBezTo>
                    <a:pt x="35072" y="10924"/>
                    <a:pt x="35039" y="10888"/>
                    <a:pt x="35039" y="10856"/>
                  </a:cubicBezTo>
                  <a:cubicBezTo>
                    <a:pt x="35004" y="10685"/>
                    <a:pt x="34903" y="10549"/>
                    <a:pt x="34664" y="10549"/>
                  </a:cubicBezTo>
                  <a:cubicBezTo>
                    <a:pt x="34257" y="10516"/>
                    <a:pt x="33849" y="10516"/>
                    <a:pt x="33442" y="10481"/>
                  </a:cubicBezTo>
                  <a:cubicBezTo>
                    <a:pt x="33477" y="9802"/>
                    <a:pt x="33545" y="9090"/>
                    <a:pt x="33545" y="8376"/>
                  </a:cubicBezTo>
                  <a:cubicBezTo>
                    <a:pt x="33545" y="8241"/>
                    <a:pt x="33435" y="8161"/>
                    <a:pt x="33327" y="8161"/>
                  </a:cubicBezTo>
                  <a:cubicBezTo>
                    <a:pt x="33246" y="8161"/>
                    <a:pt x="33167" y="8206"/>
                    <a:pt x="33138" y="8308"/>
                  </a:cubicBezTo>
                  <a:cubicBezTo>
                    <a:pt x="33035" y="9022"/>
                    <a:pt x="33002" y="9769"/>
                    <a:pt x="33002" y="10481"/>
                  </a:cubicBezTo>
                  <a:cubicBezTo>
                    <a:pt x="32084" y="10448"/>
                    <a:pt x="31201" y="10448"/>
                    <a:pt x="30286" y="10448"/>
                  </a:cubicBezTo>
                  <a:cubicBezTo>
                    <a:pt x="30354" y="9498"/>
                    <a:pt x="30354" y="8580"/>
                    <a:pt x="30422" y="7629"/>
                  </a:cubicBezTo>
                  <a:cubicBezTo>
                    <a:pt x="30439" y="7480"/>
                    <a:pt x="30325" y="7403"/>
                    <a:pt x="30206" y="7403"/>
                  </a:cubicBezTo>
                  <a:cubicBezTo>
                    <a:pt x="30109" y="7403"/>
                    <a:pt x="30009" y="7455"/>
                    <a:pt x="29979" y="7561"/>
                  </a:cubicBezTo>
                  <a:cubicBezTo>
                    <a:pt x="29742" y="8512"/>
                    <a:pt x="29843" y="9498"/>
                    <a:pt x="29810" y="10448"/>
                  </a:cubicBezTo>
                  <a:cubicBezTo>
                    <a:pt x="28757" y="10448"/>
                    <a:pt x="27705" y="10481"/>
                    <a:pt x="26651" y="10481"/>
                  </a:cubicBezTo>
                  <a:lnTo>
                    <a:pt x="26651" y="10448"/>
                  </a:lnTo>
                  <a:cubicBezTo>
                    <a:pt x="26687" y="10041"/>
                    <a:pt x="26687" y="9666"/>
                    <a:pt x="26651" y="9259"/>
                  </a:cubicBezTo>
                  <a:cubicBezTo>
                    <a:pt x="26635" y="9136"/>
                    <a:pt x="26536" y="9068"/>
                    <a:pt x="26439" y="9068"/>
                  </a:cubicBezTo>
                  <a:cubicBezTo>
                    <a:pt x="26349" y="9068"/>
                    <a:pt x="26261" y="9128"/>
                    <a:pt x="26244" y="9259"/>
                  </a:cubicBezTo>
                  <a:cubicBezTo>
                    <a:pt x="26211" y="9633"/>
                    <a:pt x="26211" y="10041"/>
                    <a:pt x="26211" y="10413"/>
                  </a:cubicBezTo>
                  <a:cubicBezTo>
                    <a:pt x="26211" y="10448"/>
                    <a:pt x="26244" y="10481"/>
                    <a:pt x="26244" y="10481"/>
                  </a:cubicBezTo>
                  <a:cubicBezTo>
                    <a:pt x="25329" y="10481"/>
                    <a:pt x="24378" y="10516"/>
                    <a:pt x="23460" y="10516"/>
                  </a:cubicBezTo>
                  <a:cubicBezTo>
                    <a:pt x="23596" y="9498"/>
                    <a:pt x="23631" y="8444"/>
                    <a:pt x="23732" y="7425"/>
                  </a:cubicBezTo>
                  <a:cubicBezTo>
                    <a:pt x="23749" y="7273"/>
                    <a:pt x="23639" y="7197"/>
                    <a:pt x="23520" y="7197"/>
                  </a:cubicBezTo>
                  <a:cubicBezTo>
                    <a:pt x="23402" y="7197"/>
                    <a:pt x="23274" y="7273"/>
                    <a:pt x="23256" y="7425"/>
                  </a:cubicBezTo>
                  <a:cubicBezTo>
                    <a:pt x="23156" y="8444"/>
                    <a:pt x="23120" y="9462"/>
                    <a:pt x="23052" y="10516"/>
                  </a:cubicBezTo>
                  <a:cubicBezTo>
                    <a:pt x="21966" y="10516"/>
                    <a:pt x="20880" y="10481"/>
                    <a:pt x="19828" y="10481"/>
                  </a:cubicBezTo>
                  <a:cubicBezTo>
                    <a:pt x="19896" y="9701"/>
                    <a:pt x="19964" y="8954"/>
                    <a:pt x="20065" y="8172"/>
                  </a:cubicBezTo>
                  <a:cubicBezTo>
                    <a:pt x="20082" y="8020"/>
                    <a:pt x="19972" y="7944"/>
                    <a:pt x="19849" y="7944"/>
                  </a:cubicBezTo>
                  <a:cubicBezTo>
                    <a:pt x="19726" y="7944"/>
                    <a:pt x="19591" y="8020"/>
                    <a:pt x="19557" y="8172"/>
                  </a:cubicBezTo>
                  <a:cubicBezTo>
                    <a:pt x="19489" y="8919"/>
                    <a:pt x="19421" y="9701"/>
                    <a:pt x="19353" y="10481"/>
                  </a:cubicBezTo>
                  <a:cubicBezTo>
                    <a:pt x="18674" y="10481"/>
                    <a:pt x="17960" y="10448"/>
                    <a:pt x="17248" y="10448"/>
                  </a:cubicBezTo>
                  <a:cubicBezTo>
                    <a:pt x="17348" y="9633"/>
                    <a:pt x="17384" y="8783"/>
                    <a:pt x="17348" y="7968"/>
                  </a:cubicBezTo>
                  <a:cubicBezTo>
                    <a:pt x="17348" y="7795"/>
                    <a:pt x="17206" y="7701"/>
                    <a:pt x="17068" y="7701"/>
                  </a:cubicBezTo>
                  <a:cubicBezTo>
                    <a:pt x="16935" y="7701"/>
                    <a:pt x="16805" y="7787"/>
                    <a:pt x="16805" y="7968"/>
                  </a:cubicBezTo>
                  <a:cubicBezTo>
                    <a:pt x="16773" y="8783"/>
                    <a:pt x="16805" y="9633"/>
                    <a:pt x="16805" y="10448"/>
                  </a:cubicBezTo>
                  <a:cubicBezTo>
                    <a:pt x="16058" y="10448"/>
                    <a:pt x="15347" y="10481"/>
                    <a:pt x="14632" y="10481"/>
                  </a:cubicBezTo>
                  <a:cubicBezTo>
                    <a:pt x="14768" y="9734"/>
                    <a:pt x="14735" y="8919"/>
                    <a:pt x="14735" y="8172"/>
                  </a:cubicBezTo>
                  <a:cubicBezTo>
                    <a:pt x="14735" y="8002"/>
                    <a:pt x="14608" y="7918"/>
                    <a:pt x="14480" y="7918"/>
                  </a:cubicBezTo>
                  <a:cubicBezTo>
                    <a:pt x="14352" y="7918"/>
                    <a:pt x="14225" y="8002"/>
                    <a:pt x="14225" y="8172"/>
                  </a:cubicBezTo>
                  <a:cubicBezTo>
                    <a:pt x="14225" y="8954"/>
                    <a:pt x="14293" y="9734"/>
                    <a:pt x="14293" y="10516"/>
                  </a:cubicBezTo>
                  <a:cubicBezTo>
                    <a:pt x="13342" y="10549"/>
                    <a:pt x="12391" y="10617"/>
                    <a:pt x="11476" y="10720"/>
                  </a:cubicBezTo>
                  <a:cubicBezTo>
                    <a:pt x="11069" y="10753"/>
                    <a:pt x="10933" y="11263"/>
                    <a:pt x="10865" y="11567"/>
                  </a:cubicBezTo>
                  <a:cubicBezTo>
                    <a:pt x="10525" y="12961"/>
                    <a:pt x="10083" y="14284"/>
                    <a:pt x="9675" y="15642"/>
                  </a:cubicBezTo>
                  <a:cubicBezTo>
                    <a:pt x="9167" y="15438"/>
                    <a:pt x="8828" y="14930"/>
                    <a:pt x="8589" y="14455"/>
                  </a:cubicBezTo>
                  <a:cubicBezTo>
                    <a:pt x="8567" y="14390"/>
                    <a:pt x="8521" y="14362"/>
                    <a:pt x="8472" y="14362"/>
                  </a:cubicBezTo>
                  <a:cubicBezTo>
                    <a:pt x="8367" y="14362"/>
                    <a:pt x="8249" y="14485"/>
                    <a:pt x="8317" y="14623"/>
                  </a:cubicBezTo>
                  <a:cubicBezTo>
                    <a:pt x="8556" y="15166"/>
                    <a:pt x="8996" y="15778"/>
                    <a:pt x="9539" y="16017"/>
                  </a:cubicBezTo>
                  <a:lnTo>
                    <a:pt x="9235" y="17035"/>
                  </a:lnTo>
                  <a:cubicBezTo>
                    <a:pt x="8521" y="16796"/>
                    <a:pt x="7809" y="16560"/>
                    <a:pt x="7402" y="15881"/>
                  </a:cubicBezTo>
                  <a:cubicBezTo>
                    <a:pt x="7358" y="15804"/>
                    <a:pt x="7293" y="15773"/>
                    <a:pt x="7230" y="15773"/>
                  </a:cubicBezTo>
                  <a:cubicBezTo>
                    <a:pt x="7097" y="15773"/>
                    <a:pt x="6970" y="15911"/>
                    <a:pt x="7062" y="16049"/>
                  </a:cubicBezTo>
                  <a:cubicBezTo>
                    <a:pt x="7470" y="16796"/>
                    <a:pt x="8317" y="17239"/>
                    <a:pt x="9132" y="17407"/>
                  </a:cubicBezTo>
                  <a:cubicBezTo>
                    <a:pt x="9099" y="17475"/>
                    <a:pt x="9099" y="17543"/>
                    <a:pt x="9064" y="17578"/>
                  </a:cubicBezTo>
                  <a:cubicBezTo>
                    <a:pt x="8896" y="18190"/>
                    <a:pt x="8724" y="18765"/>
                    <a:pt x="8589" y="19344"/>
                  </a:cubicBezTo>
                  <a:cubicBezTo>
                    <a:pt x="8521" y="19648"/>
                    <a:pt x="8420" y="19955"/>
                    <a:pt x="8352" y="20295"/>
                  </a:cubicBezTo>
                  <a:cubicBezTo>
                    <a:pt x="8317" y="20498"/>
                    <a:pt x="8149" y="20938"/>
                    <a:pt x="8181" y="21177"/>
                  </a:cubicBezTo>
                  <a:cubicBezTo>
                    <a:pt x="8013" y="20463"/>
                    <a:pt x="7673" y="19784"/>
                    <a:pt x="7027" y="19648"/>
                  </a:cubicBezTo>
                  <a:cubicBezTo>
                    <a:pt x="6989" y="19641"/>
                    <a:pt x="6952" y="19638"/>
                    <a:pt x="6917" y="19638"/>
                  </a:cubicBezTo>
                  <a:cubicBezTo>
                    <a:pt x="6071" y="19638"/>
                    <a:pt x="6007" y="21503"/>
                    <a:pt x="5976" y="22025"/>
                  </a:cubicBezTo>
                  <a:cubicBezTo>
                    <a:pt x="5940" y="23079"/>
                    <a:pt x="5976" y="25252"/>
                    <a:pt x="7027" y="25895"/>
                  </a:cubicBezTo>
                  <a:cubicBezTo>
                    <a:pt x="7364" y="26074"/>
                    <a:pt x="7654" y="26160"/>
                    <a:pt x="7899" y="26160"/>
                  </a:cubicBezTo>
                  <a:cubicBezTo>
                    <a:pt x="8073" y="26160"/>
                    <a:pt x="8223" y="26117"/>
                    <a:pt x="8351" y="26032"/>
                  </a:cubicBezTo>
                  <a:lnTo>
                    <a:pt x="8351" y="26032"/>
                  </a:lnTo>
                  <a:cubicBezTo>
                    <a:pt x="8290" y="26082"/>
                    <a:pt x="8657" y="27154"/>
                    <a:pt x="8724" y="27289"/>
                  </a:cubicBezTo>
                  <a:cubicBezTo>
                    <a:pt x="8828" y="27661"/>
                    <a:pt x="8996" y="28036"/>
                    <a:pt x="9167" y="28408"/>
                  </a:cubicBezTo>
                  <a:cubicBezTo>
                    <a:pt x="9539" y="29122"/>
                    <a:pt x="10050" y="29733"/>
                    <a:pt x="10661" y="30241"/>
                  </a:cubicBezTo>
                  <a:cubicBezTo>
                    <a:pt x="11848" y="31295"/>
                    <a:pt x="13309" y="32075"/>
                    <a:pt x="14836" y="32518"/>
                  </a:cubicBezTo>
                  <a:cubicBezTo>
                    <a:pt x="15515" y="32686"/>
                    <a:pt x="16161" y="32822"/>
                    <a:pt x="16841" y="32958"/>
                  </a:cubicBezTo>
                  <a:cubicBezTo>
                    <a:pt x="16873" y="33637"/>
                    <a:pt x="16569" y="34623"/>
                    <a:pt x="16466" y="35266"/>
                  </a:cubicBezTo>
                  <a:cubicBezTo>
                    <a:pt x="16398" y="35742"/>
                    <a:pt x="16297" y="36252"/>
                    <a:pt x="16194" y="36728"/>
                  </a:cubicBezTo>
                  <a:cubicBezTo>
                    <a:pt x="16146" y="36703"/>
                    <a:pt x="16081" y="36679"/>
                    <a:pt x="15999" y="36679"/>
                  </a:cubicBezTo>
                  <a:cubicBezTo>
                    <a:pt x="15966" y="36679"/>
                    <a:pt x="15929" y="36683"/>
                    <a:pt x="15890" y="36692"/>
                  </a:cubicBezTo>
                  <a:cubicBezTo>
                    <a:pt x="15857" y="36693"/>
                    <a:pt x="15825" y="36694"/>
                    <a:pt x="15793" y="36694"/>
                  </a:cubicBezTo>
                  <a:cubicBezTo>
                    <a:pt x="14467" y="36694"/>
                    <a:pt x="13855" y="35980"/>
                    <a:pt x="13953" y="34587"/>
                  </a:cubicBezTo>
                  <a:cubicBezTo>
                    <a:pt x="14001" y="34250"/>
                    <a:pt x="13793" y="34033"/>
                    <a:pt x="13534" y="34033"/>
                  </a:cubicBezTo>
                  <a:cubicBezTo>
                    <a:pt x="13429" y="34033"/>
                    <a:pt x="13315" y="34069"/>
                    <a:pt x="13206" y="34147"/>
                  </a:cubicBezTo>
                  <a:cubicBezTo>
                    <a:pt x="12580" y="34614"/>
                    <a:pt x="11603" y="34876"/>
                    <a:pt x="10691" y="34876"/>
                  </a:cubicBezTo>
                  <a:cubicBezTo>
                    <a:pt x="9082" y="34876"/>
                    <a:pt x="7676" y="34060"/>
                    <a:pt x="8760" y="32110"/>
                  </a:cubicBezTo>
                  <a:cubicBezTo>
                    <a:pt x="8938" y="31803"/>
                    <a:pt x="8654" y="31436"/>
                    <a:pt x="8343" y="31436"/>
                  </a:cubicBezTo>
                  <a:cubicBezTo>
                    <a:pt x="8241" y="31436"/>
                    <a:pt x="8137" y="31475"/>
                    <a:pt x="8045" y="31567"/>
                  </a:cubicBezTo>
                  <a:cubicBezTo>
                    <a:pt x="7448" y="32192"/>
                    <a:pt x="6732" y="32498"/>
                    <a:pt x="6051" y="32498"/>
                  </a:cubicBezTo>
                  <a:cubicBezTo>
                    <a:pt x="5070" y="32498"/>
                    <a:pt x="4164" y="31860"/>
                    <a:pt x="3803" y="30616"/>
                  </a:cubicBezTo>
                  <a:cubicBezTo>
                    <a:pt x="3327" y="29019"/>
                    <a:pt x="4278" y="27017"/>
                    <a:pt x="5229" y="25828"/>
                  </a:cubicBezTo>
                  <a:cubicBezTo>
                    <a:pt x="5475" y="25526"/>
                    <a:pt x="5278" y="25024"/>
                    <a:pt x="4942" y="25024"/>
                  </a:cubicBezTo>
                  <a:cubicBezTo>
                    <a:pt x="4863" y="25024"/>
                    <a:pt x="4776" y="25051"/>
                    <a:pt x="4685" y="25116"/>
                  </a:cubicBezTo>
                  <a:cubicBezTo>
                    <a:pt x="4060" y="25516"/>
                    <a:pt x="3512" y="25691"/>
                    <a:pt x="3043" y="25691"/>
                  </a:cubicBezTo>
                  <a:cubicBezTo>
                    <a:pt x="1601" y="25691"/>
                    <a:pt x="899" y="24040"/>
                    <a:pt x="951" y="22196"/>
                  </a:cubicBezTo>
                  <a:cubicBezTo>
                    <a:pt x="981" y="19887"/>
                    <a:pt x="2287" y="17518"/>
                    <a:pt x="4720" y="17518"/>
                  </a:cubicBezTo>
                  <a:cubicBezTo>
                    <a:pt x="4863" y="17518"/>
                    <a:pt x="5010" y="17526"/>
                    <a:pt x="5161" y="17543"/>
                  </a:cubicBezTo>
                  <a:cubicBezTo>
                    <a:pt x="5172" y="17544"/>
                    <a:pt x="5182" y="17544"/>
                    <a:pt x="5193" y="17544"/>
                  </a:cubicBezTo>
                  <a:cubicBezTo>
                    <a:pt x="5738" y="17544"/>
                    <a:pt x="5761" y="16660"/>
                    <a:pt x="5193" y="16628"/>
                  </a:cubicBezTo>
                  <a:cubicBezTo>
                    <a:pt x="2105" y="16288"/>
                    <a:pt x="1934" y="12858"/>
                    <a:pt x="3835" y="11024"/>
                  </a:cubicBezTo>
                  <a:cubicBezTo>
                    <a:pt x="4752" y="10171"/>
                    <a:pt x="6078" y="9905"/>
                    <a:pt x="7389" y="9905"/>
                  </a:cubicBezTo>
                  <a:cubicBezTo>
                    <a:pt x="8215" y="9905"/>
                    <a:pt x="9035" y="10010"/>
                    <a:pt x="9743" y="10141"/>
                  </a:cubicBezTo>
                  <a:cubicBezTo>
                    <a:pt x="9772" y="10146"/>
                    <a:pt x="9800" y="10148"/>
                    <a:pt x="9828" y="10148"/>
                  </a:cubicBezTo>
                  <a:cubicBezTo>
                    <a:pt x="10227" y="10148"/>
                    <a:pt x="10503" y="9712"/>
                    <a:pt x="10186" y="9394"/>
                  </a:cubicBezTo>
                  <a:cubicBezTo>
                    <a:pt x="8896" y="7968"/>
                    <a:pt x="7402" y="5320"/>
                    <a:pt x="9064" y="3623"/>
                  </a:cubicBezTo>
                  <a:cubicBezTo>
                    <a:pt x="9667" y="2992"/>
                    <a:pt x="10296" y="2742"/>
                    <a:pt x="10924" y="2742"/>
                  </a:cubicBezTo>
                  <a:cubicBezTo>
                    <a:pt x="12560" y="2742"/>
                    <a:pt x="14192" y="4435"/>
                    <a:pt x="15347" y="5491"/>
                  </a:cubicBezTo>
                  <a:cubicBezTo>
                    <a:pt x="15432" y="5567"/>
                    <a:pt x="15530" y="5601"/>
                    <a:pt x="15626" y="5601"/>
                  </a:cubicBezTo>
                  <a:cubicBezTo>
                    <a:pt x="15874" y="5601"/>
                    <a:pt x="16107" y="5377"/>
                    <a:pt x="16058" y="5084"/>
                  </a:cubicBezTo>
                  <a:cubicBezTo>
                    <a:pt x="15651" y="3011"/>
                    <a:pt x="16161" y="771"/>
                    <a:pt x="18639" y="771"/>
                  </a:cubicBezTo>
                  <a:close/>
                  <a:moveTo>
                    <a:pt x="18242" y="1"/>
                  </a:moveTo>
                  <a:cubicBezTo>
                    <a:pt x="15922" y="1"/>
                    <a:pt x="15077" y="2083"/>
                    <a:pt x="15108" y="4133"/>
                  </a:cubicBezTo>
                  <a:cubicBezTo>
                    <a:pt x="13811" y="2966"/>
                    <a:pt x="12499" y="2000"/>
                    <a:pt x="11015" y="2000"/>
                  </a:cubicBezTo>
                  <a:cubicBezTo>
                    <a:pt x="10209" y="2000"/>
                    <a:pt x="9353" y="2285"/>
                    <a:pt x="8420" y="2979"/>
                  </a:cubicBezTo>
                  <a:cubicBezTo>
                    <a:pt x="6484" y="4437"/>
                    <a:pt x="7570" y="7289"/>
                    <a:pt x="8828" y="9090"/>
                  </a:cubicBezTo>
                  <a:cubicBezTo>
                    <a:pt x="8418" y="9050"/>
                    <a:pt x="8005" y="9027"/>
                    <a:pt x="7595" y="9027"/>
                  </a:cubicBezTo>
                  <a:cubicBezTo>
                    <a:pt x="5559" y="9027"/>
                    <a:pt x="3585" y="9590"/>
                    <a:pt x="2341" y="11399"/>
                  </a:cubicBezTo>
                  <a:cubicBezTo>
                    <a:pt x="983" y="13333"/>
                    <a:pt x="1594" y="15677"/>
                    <a:pt x="3259" y="16831"/>
                  </a:cubicBezTo>
                  <a:cubicBezTo>
                    <a:pt x="1051" y="17646"/>
                    <a:pt x="0" y="20295"/>
                    <a:pt x="33" y="22704"/>
                  </a:cubicBezTo>
                  <a:cubicBezTo>
                    <a:pt x="64" y="24985"/>
                    <a:pt x="1291" y="26610"/>
                    <a:pt x="3058" y="26610"/>
                  </a:cubicBezTo>
                  <a:cubicBezTo>
                    <a:pt x="3265" y="26610"/>
                    <a:pt x="3479" y="26588"/>
                    <a:pt x="3700" y="26542"/>
                  </a:cubicBezTo>
                  <a:lnTo>
                    <a:pt x="3700" y="26542"/>
                  </a:lnTo>
                  <a:cubicBezTo>
                    <a:pt x="2817" y="28136"/>
                    <a:pt x="2477" y="30038"/>
                    <a:pt x="3259" y="31771"/>
                  </a:cubicBezTo>
                  <a:cubicBezTo>
                    <a:pt x="3802" y="32921"/>
                    <a:pt x="4824" y="33413"/>
                    <a:pt x="5888" y="33413"/>
                  </a:cubicBezTo>
                  <a:cubicBezTo>
                    <a:pt x="6424" y="33413"/>
                    <a:pt x="6969" y="33288"/>
                    <a:pt x="7470" y="33061"/>
                  </a:cubicBezTo>
                  <a:lnTo>
                    <a:pt x="7470" y="33061"/>
                  </a:lnTo>
                  <a:cubicBezTo>
                    <a:pt x="7255" y="34839"/>
                    <a:pt x="8913" y="35739"/>
                    <a:pt x="10743" y="35739"/>
                  </a:cubicBezTo>
                  <a:cubicBezTo>
                    <a:pt x="11532" y="35739"/>
                    <a:pt x="12354" y="35571"/>
                    <a:pt x="13070" y="35234"/>
                  </a:cubicBezTo>
                  <a:cubicBezTo>
                    <a:pt x="13223" y="36564"/>
                    <a:pt x="14180" y="37625"/>
                    <a:pt x="15539" y="37625"/>
                  </a:cubicBezTo>
                  <a:cubicBezTo>
                    <a:pt x="15706" y="37625"/>
                    <a:pt x="15880" y="37609"/>
                    <a:pt x="16058" y="37575"/>
                  </a:cubicBezTo>
                  <a:lnTo>
                    <a:pt x="16058" y="37575"/>
                  </a:lnTo>
                  <a:cubicBezTo>
                    <a:pt x="15922" y="38425"/>
                    <a:pt x="15754" y="39273"/>
                    <a:pt x="15583" y="40123"/>
                  </a:cubicBezTo>
                  <a:cubicBezTo>
                    <a:pt x="15007" y="43075"/>
                    <a:pt x="14396" y="46031"/>
                    <a:pt x="13885" y="48983"/>
                  </a:cubicBezTo>
                  <a:cubicBezTo>
                    <a:pt x="13840" y="49280"/>
                    <a:pt x="14099" y="49544"/>
                    <a:pt x="14356" y="49544"/>
                  </a:cubicBezTo>
                  <a:cubicBezTo>
                    <a:pt x="14484" y="49544"/>
                    <a:pt x="14610" y="49480"/>
                    <a:pt x="14700" y="49323"/>
                  </a:cubicBezTo>
                  <a:cubicBezTo>
                    <a:pt x="14803" y="49187"/>
                    <a:pt x="14904" y="49019"/>
                    <a:pt x="15040" y="48847"/>
                  </a:cubicBezTo>
                  <a:cubicBezTo>
                    <a:pt x="15211" y="48644"/>
                    <a:pt x="15108" y="48304"/>
                    <a:pt x="14904" y="48204"/>
                  </a:cubicBezTo>
                  <a:cubicBezTo>
                    <a:pt x="15550" y="44740"/>
                    <a:pt x="17384" y="34487"/>
                    <a:pt x="17009" y="32993"/>
                  </a:cubicBezTo>
                  <a:lnTo>
                    <a:pt x="17009" y="32993"/>
                  </a:lnTo>
                  <a:cubicBezTo>
                    <a:pt x="17452" y="33061"/>
                    <a:pt x="17892" y="33129"/>
                    <a:pt x="18299" y="33197"/>
                  </a:cubicBezTo>
                  <a:lnTo>
                    <a:pt x="18402" y="33197"/>
                  </a:lnTo>
                  <a:cubicBezTo>
                    <a:pt x="18538" y="34011"/>
                    <a:pt x="19250" y="34723"/>
                    <a:pt x="19760" y="35266"/>
                  </a:cubicBezTo>
                  <a:cubicBezTo>
                    <a:pt x="20507" y="36081"/>
                    <a:pt x="21322" y="36828"/>
                    <a:pt x="22137" y="37543"/>
                  </a:cubicBezTo>
                  <a:cubicBezTo>
                    <a:pt x="22214" y="37606"/>
                    <a:pt x="22300" y="37636"/>
                    <a:pt x="22383" y="37636"/>
                  </a:cubicBezTo>
                  <a:cubicBezTo>
                    <a:pt x="22521" y="37636"/>
                    <a:pt x="22650" y="37554"/>
                    <a:pt x="22713" y="37407"/>
                  </a:cubicBezTo>
                  <a:cubicBezTo>
                    <a:pt x="23188" y="36217"/>
                    <a:pt x="23256" y="34758"/>
                    <a:pt x="22985" y="33501"/>
                  </a:cubicBezTo>
                  <a:lnTo>
                    <a:pt x="23835" y="33501"/>
                  </a:lnTo>
                  <a:cubicBezTo>
                    <a:pt x="23867" y="37032"/>
                    <a:pt x="24546" y="40462"/>
                    <a:pt x="24614" y="43994"/>
                  </a:cubicBezTo>
                  <a:cubicBezTo>
                    <a:pt x="24650" y="45623"/>
                    <a:pt x="24207" y="48679"/>
                    <a:pt x="25497" y="49969"/>
                  </a:cubicBezTo>
                  <a:cubicBezTo>
                    <a:pt x="25566" y="50038"/>
                    <a:pt x="25651" y="50068"/>
                    <a:pt x="25735" y="50068"/>
                  </a:cubicBezTo>
                  <a:cubicBezTo>
                    <a:pt x="25982" y="50068"/>
                    <a:pt x="26227" y="49815"/>
                    <a:pt x="26076" y="49562"/>
                  </a:cubicBezTo>
                  <a:cubicBezTo>
                    <a:pt x="25057" y="47864"/>
                    <a:pt x="25397" y="45316"/>
                    <a:pt x="25329" y="43415"/>
                  </a:cubicBezTo>
                  <a:cubicBezTo>
                    <a:pt x="25225" y="40088"/>
                    <a:pt x="24478" y="36796"/>
                    <a:pt x="24343" y="33468"/>
                  </a:cubicBezTo>
                  <a:lnTo>
                    <a:pt x="25125" y="33468"/>
                  </a:lnTo>
                  <a:lnTo>
                    <a:pt x="25125" y="33536"/>
                  </a:lnTo>
                  <a:cubicBezTo>
                    <a:pt x="25293" y="34655"/>
                    <a:pt x="25668" y="35742"/>
                    <a:pt x="25872" y="36863"/>
                  </a:cubicBezTo>
                  <a:cubicBezTo>
                    <a:pt x="25912" y="37025"/>
                    <a:pt x="26037" y="37102"/>
                    <a:pt x="26174" y="37102"/>
                  </a:cubicBezTo>
                  <a:cubicBezTo>
                    <a:pt x="26267" y="37102"/>
                    <a:pt x="26366" y="37067"/>
                    <a:pt x="26448" y="36999"/>
                  </a:cubicBezTo>
                  <a:cubicBezTo>
                    <a:pt x="27841" y="35913"/>
                    <a:pt x="29199" y="34758"/>
                    <a:pt x="30489" y="33501"/>
                  </a:cubicBezTo>
                  <a:cubicBezTo>
                    <a:pt x="31541" y="35370"/>
                    <a:pt x="31983" y="37475"/>
                    <a:pt x="32491" y="39544"/>
                  </a:cubicBezTo>
                  <a:cubicBezTo>
                    <a:pt x="33170" y="42160"/>
                    <a:pt x="34292" y="44605"/>
                    <a:pt x="35514" y="47014"/>
                  </a:cubicBezTo>
                  <a:cubicBezTo>
                    <a:pt x="35589" y="47174"/>
                    <a:pt x="35713" y="47240"/>
                    <a:pt x="35841" y="47240"/>
                  </a:cubicBezTo>
                  <a:cubicBezTo>
                    <a:pt x="36123" y="47240"/>
                    <a:pt x="36424" y="46923"/>
                    <a:pt x="36261" y="46574"/>
                  </a:cubicBezTo>
                  <a:cubicBezTo>
                    <a:pt x="35072" y="44197"/>
                    <a:pt x="34021" y="41853"/>
                    <a:pt x="33238" y="39341"/>
                  </a:cubicBezTo>
                  <a:lnTo>
                    <a:pt x="33238" y="39341"/>
                  </a:lnTo>
                  <a:cubicBezTo>
                    <a:pt x="33743" y="39642"/>
                    <a:pt x="34300" y="39776"/>
                    <a:pt x="34866" y="39776"/>
                  </a:cubicBezTo>
                  <a:cubicBezTo>
                    <a:pt x="37421" y="39776"/>
                    <a:pt x="40129" y="37051"/>
                    <a:pt x="38739" y="34826"/>
                  </a:cubicBezTo>
                  <a:cubicBezTo>
                    <a:pt x="40268" y="34791"/>
                    <a:pt x="41965" y="34519"/>
                    <a:pt x="42881" y="33197"/>
                  </a:cubicBezTo>
                  <a:cubicBezTo>
                    <a:pt x="43935" y="31635"/>
                    <a:pt x="44035" y="29562"/>
                    <a:pt x="42881" y="28104"/>
                  </a:cubicBezTo>
                  <a:cubicBezTo>
                    <a:pt x="45904" y="26167"/>
                    <a:pt x="45836" y="21109"/>
                    <a:pt x="42677" y="19344"/>
                  </a:cubicBezTo>
                  <a:cubicBezTo>
                    <a:pt x="44004" y="16424"/>
                    <a:pt x="44294" y="11459"/>
                    <a:pt x="40502" y="11459"/>
                  </a:cubicBezTo>
                  <a:cubicBezTo>
                    <a:pt x="40415" y="11459"/>
                    <a:pt x="40325" y="11462"/>
                    <a:pt x="40232" y="11467"/>
                  </a:cubicBezTo>
                  <a:cubicBezTo>
                    <a:pt x="40935" y="8294"/>
                    <a:pt x="40649" y="4135"/>
                    <a:pt x="37284" y="4135"/>
                  </a:cubicBezTo>
                  <a:cubicBezTo>
                    <a:pt x="36904" y="4135"/>
                    <a:pt x="36484" y="4188"/>
                    <a:pt x="36022" y="4302"/>
                  </a:cubicBezTo>
                  <a:cubicBezTo>
                    <a:pt x="35447" y="2740"/>
                    <a:pt x="34528" y="1314"/>
                    <a:pt x="32866" y="738"/>
                  </a:cubicBezTo>
                  <a:cubicBezTo>
                    <a:pt x="32591" y="640"/>
                    <a:pt x="32322" y="596"/>
                    <a:pt x="32061" y="596"/>
                  </a:cubicBezTo>
                  <a:cubicBezTo>
                    <a:pt x="30781" y="596"/>
                    <a:pt x="29700" y="1668"/>
                    <a:pt x="28996" y="2740"/>
                  </a:cubicBezTo>
                  <a:cubicBezTo>
                    <a:pt x="28145" y="1517"/>
                    <a:pt x="27162" y="398"/>
                    <a:pt x="25565" y="398"/>
                  </a:cubicBezTo>
                  <a:cubicBezTo>
                    <a:pt x="24174" y="398"/>
                    <a:pt x="23020" y="1314"/>
                    <a:pt x="22205" y="2468"/>
                  </a:cubicBezTo>
                  <a:cubicBezTo>
                    <a:pt x="21694" y="1110"/>
                    <a:pt x="20236" y="159"/>
                    <a:pt x="18674" y="24"/>
                  </a:cubicBezTo>
                  <a:cubicBezTo>
                    <a:pt x="18525" y="8"/>
                    <a:pt x="18381" y="1"/>
                    <a:pt x="18242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1797813" y="2859828"/>
              <a:ext cx="37385" cy="114668"/>
            </a:xfrm>
            <a:custGeom>
              <a:rect b="b" l="l" r="r" t="t"/>
              <a:pathLst>
                <a:path extrusionOk="0" h="5991" w="1953">
                  <a:moveTo>
                    <a:pt x="1122" y="1"/>
                  </a:moveTo>
                  <a:cubicBezTo>
                    <a:pt x="1035" y="1"/>
                    <a:pt x="935" y="60"/>
                    <a:pt x="918" y="166"/>
                  </a:cubicBezTo>
                  <a:cubicBezTo>
                    <a:pt x="883" y="473"/>
                    <a:pt x="951" y="812"/>
                    <a:pt x="986" y="1117"/>
                  </a:cubicBezTo>
                  <a:cubicBezTo>
                    <a:pt x="951" y="1117"/>
                    <a:pt x="883" y="1152"/>
                    <a:pt x="850" y="1220"/>
                  </a:cubicBezTo>
                  <a:cubicBezTo>
                    <a:pt x="782" y="1320"/>
                    <a:pt x="747" y="1424"/>
                    <a:pt x="679" y="1524"/>
                  </a:cubicBezTo>
                  <a:cubicBezTo>
                    <a:pt x="579" y="1252"/>
                    <a:pt x="475" y="948"/>
                    <a:pt x="307" y="744"/>
                  </a:cubicBezTo>
                  <a:cubicBezTo>
                    <a:pt x="276" y="704"/>
                    <a:pt x="239" y="687"/>
                    <a:pt x="203" y="687"/>
                  </a:cubicBezTo>
                  <a:cubicBezTo>
                    <a:pt x="121" y="687"/>
                    <a:pt x="45" y="775"/>
                    <a:pt x="68" y="845"/>
                  </a:cubicBezTo>
                  <a:cubicBezTo>
                    <a:pt x="171" y="1152"/>
                    <a:pt x="340" y="1456"/>
                    <a:pt x="543" y="1728"/>
                  </a:cubicBezTo>
                  <a:cubicBezTo>
                    <a:pt x="511" y="1763"/>
                    <a:pt x="511" y="1763"/>
                    <a:pt x="511" y="1796"/>
                  </a:cubicBezTo>
                  <a:cubicBezTo>
                    <a:pt x="511" y="1864"/>
                    <a:pt x="475" y="1967"/>
                    <a:pt x="475" y="2035"/>
                  </a:cubicBezTo>
                  <a:cubicBezTo>
                    <a:pt x="375" y="2374"/>
                    <a:pt x="307" y="2678"/>
                    <a:pt x="272" y="3053"/>
                  </a:cubicBezTo>
                  <a:cubicBezTo>
                    <a:pt x="136" y="3697"/>
                    <a:pt x="0" y="4376"/>
                    <a:pt x="103" y="5055"/>
                  </a:cubicBezTo>
                  <a:cubicBezTo>
                    <a:pt x="182" y="5376"/>
                    <a:pt x="494" y="5991"/>
                    <a:pt x="872" y="5991"/>
                  </a:cubicBezTo>
                  <a:cubicBezTo>
                    <a:pt x="974" y="5991"/>
                    <a:pt x="1081" y="5946"/>
                    <a:pt x="1190" y="5837"/>
                  </a:cubicBezTo>
                  <a:cubicBezTo>
                    <a:pt x="1665" y="5362"/>
                    <a:pt x="1597" y="4343"/>
                    <a:pt x="1597" y="3732"/>
                  </a:cubicBezTo>
                  <a:cubicBezTo>
                    <a:pt x="1597" y="3121"/>
                    <a:pt x="1562" y="2442"/>
                    <a:pt x="1461" y="1831"/>
                  </a:cubicBezTo>
                  <a:cubicBezTo>
                    <a:pt x="1630" y="1627"/>
                    <a:pt x="1801" y="1356"/>
                    <a:pt x="1901" y="1117"/>
                  </a:cubicBezTo>
                  <a:cubicBezTo>
                    <a:pt x="1953" y="989"/>
                    <a:pt x="1849" y="821"/>
                    <a:pt x="1722" y="821"/>
                  </a:cubicBezTo>
                  <a:cubicBezTo>
                    <a:pt x="1681" y="821"/>
                    <a:pt x="1638" y="839"/>
                    <a:pt x="1597" y="880"/>
                  </a:cubicBezTo>
                  <a:cubicBezTo>
                    <a:pt x="1494" y="1016"/>
                    <a:pt x="1394" y="1184"/>
                    <a:pt x="1326" y="1356"/>
                  </a:cubicBezTo>
                  <a:lnTo>
                    <a:pt x="1326" y="1288"/>
                  </a:lnTo>
                  <a:cubicBezTo>
                    <a:pt x="1290" y="1220"/>
                    <a:pt x="1258" y="1184"/>
                    <a:pt x="1190" y="1152"/>
                  </a:cubicBezTo>
                  <a:cubicBezTo>
                    <a:pt x="1290" y="845"/>
                    <a:pt x="1258" y="473"/>
                    <a:pt x="1258" y="166"/>
                  </a:cubicBezTo>
                  <a:cubicBezTo>
                    <a:pt x="1273" y="52"/>
                    <a:pt x="1203" y="1"/>
                    <a:pt x="1122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2070109" y="2866106"/>
              <a:ext cx="40218" cy="108390"/>
            </a:xfrm>
            <a:custGeom>
              <a:rect b="b" l="l" r="r" t="t"/>
              <a:pathLst>
                <a:path extrusionOk="0" h="5663" w="2101">
                  <a:moveTo>
                    <a:pt x="1109" y="1"/>
                  </a:moveTo>
                  <a:cubicBezTo>
                    <a:pt x="1045" y="1"/>
                    <a:pt x="984" y="49"/>
                    <a:pt x="984" y="110"/>
                  </a:cubicBezTo>
                  <a:cubicBezTo>
                    <a:pt x="951" y="281"/>
                    <a:pt x="984" y="416"/>
                    <a:pt x="984" y="552"/>
                  </a:cubicBezTo>
                  <a:cubicBezTo>
                    <a:pt x="1019" y="653"/>
                    <a:pt x="984" y="721"/>
                    <a:pt x="984" y="789"/>
                  </a:cubicBezTo>
                  <a:lnTo>
                    <a:pt x="883" y="892"/>
                  </a:lnTo>
                  <a:cubicBezTo>
                    <a:pt x="848" y="924"/>
                    <a:pt x="815" y="992"/>
                    <a:pt x="815" y="1028"/>
                  </a:cubicBezTo>
                  <a:cubicBezTo>
                    <a:pt x="712" y="892"/>
                    <a:pt x="612" y="721"/>
                    <a:pt x="476" y="653"/>
                  </a:cubicBezTo>
                  <a:cubicBezTo>
                    <a:pt x="447" y="634"/>
                    <a:pt x="416" y="625"/>
                    <a:pt x="386" y="625"/>
                  </a:cubicBezTo>
                  <a:cubicBezTo>
                    <a:pt x="308" y="625"/>
                    <a:pt x="237" y="682"/>
                    <a:pt x="237" y="756"/>
                  </a:cubicBezTo>
                  <a:cubicBezTo>
                    <a:pt x="237" y="960"/>
                    <a:pt x="373" y="1096"/>
                    <a:pt x="476" y="1231"/>
                  </a:cubicBezTo>
                  <a:cubicBezTo>
                    <a:pt x="509" y="1264"/>
                    <a:pt x="544" y="1332"/>
                    <a:pt x="576" y="1367"/>
                  </a:cubicBezTo>
                  <a:cubicBezTo>
                    <a:pt x="576" y="1400"/>
                    <a:pt x="544" y="1435"/>
                    <a:pt x="544" y="1468"/>
                  </a:cubicBezTo>
                  <a:cubicBezTo>
                    <a:pt x="544" y="1536"/>
                    <a:pt x="509" y="1639"/>
                    <a:pt x="509" y="1707"/>
                  </a:cubicBezTo>
                  <a:cubicBezTo>
                    <a:pt x="408" y="2046"/>
                    <a:pt x="340" y="2350"/>
                    <a:pt x="305" y="2725"/>
                  </a:cubicBezTo>
                  <a:cubicBezTo>
                    <a:pt x="169" y="3369"/>
                    <a:pt x="1" y="4048"/>
                    <a:pt x="136" y="4727"/>
                  </a:cubicBezTo>
                  <a:cubicBezTo>
                    <a:pt x="190" y="5048"/>
                    <a:pt x="516" y="5663"/>
                    <a:pt x="901" y="5663"/>
                  </a:cubicBezTo>
                  <a:cubicBezTo>
                    <a:pt x="1005" y="5663"/>
                    <a:pt x="1114" y="5618"/>
                    <a:pt x="1223" y="5509"/>
                  </a:cubicBezTo>
                  <a:cubicBezTo>
                    <a:pt x="1698" y="5034"/>
                    <a:pt x="1630" y="4015"/>
                    <a:pt x="1630" y="3404"/>
                  </a:cubicBezTo>
                  <a:cubicBezTo>
                    <a:pt x="1595" y="2826"/>
                    <a:pt x="1595" y="2182"/>
                    <a:pt x="1495" y="1571"/>
                  </a:cubicBezTo>
                  <a:cubicBezTo>
                    <a:pt x="1731" y="1435"/>
                    <a:pt x="2002" y="1231"/>
                    <a:pt x="2070" y="992"/>
                  </a:cubicBezTo>
                  <a:cubicBezTo>
                    <a:pt x="2101" y="906"/>
                    <a:pt x="2028" y="817"/>
                    <a:pt x="1943" y="817"/>
                  </a:cubicBezTo>
                  <a:cubicBezTo>
                    <a:pt x="1930" y="817"/>
                    <a:pt x="1916" y="819"/>
                    <a:pt x="1902" y="824"/>
                  </a:cubicBezTo>
                  <a:cubicBezTo>
                    <a:pt x="1698" y="856"/>
                    <a:pt x="1562" y="1028"/>
                    <a:pt x="1391" y="1196"/>
                  </a:cubicBezTo>
                  <a:cubicBezTo>
                    <a:pt x="1391" y="1096"/>
                    <a:pt x="1359" y="1028"/>
                    <a:pt x="1323" y="960"/>
                  </a:cubicBezTo>
                  <a:lnTo>
                    <a:pt x="1323" y="892"/>
                  </a:lnTo>
                  <a:cubicBezTo>
                    <a:pt x="1323" y="620"/>
                    <a:pt x="1323" y="313"/>
                    <a:pt x="1223" y="77"/>
                  </a:cubicBezTo>
                  <a:cubicBezTo>
                    <a:pt x="1196" y="23"/>
                    <a:pt x="1152" y="1"/>
                    <a:pt x="1109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1919788" y="2845187"/>
              <a:ext cx="70406" cy="187457"/>
            </a:xfrm>
            <a:custGeom>
              <a:rect b="b" l="l" r="r" t="t"/>
              <a:pathLst>
                <a:path extrusionOk="0" h="9794" w="3678">
                  <a:moveTo>
                    <a:pt x="126" y="0"/>
                  </a:moveTo>
                  <a:cubicBezTo>
                    <a:pt x="60" y="0"/>
                    <a:pt x="0" y="61"/>
                    <a:pt x="46" y="151"/>
                  </a:cubicBezTo>
                  <a:cubicBezTo>
                    <a:pt x="1504" y="3003"/>
                    <a:pt x="78" y="5448"/>
                    <a:pt x="317" y="8333"/>
                  </a:cubicBezTo>
                  <a:cubicBezTo>
                    <a:pt x="453" y="9726"/>
                    <a:pt x="2286" y="9794"/>
                    <a:pt x="3338" y="9794"/>
                  </a:cubicBezTo>
                  <a:cubicBezTo>
                    <a:pt x="3677" y="9794"/>
                    <a:pt x="3677" y="9319"/>
                    <a:pt x="3338" y="9283"/>
                  </a:cubicBezTo>
                  <a:cubicBezTo>
                    <a:pt x="2490" y="9183"/>
                    <a:pt x="996" y="9251"/>
                    <a:pt x="860" y="8096"/>
                  </a:cubicBezTo>
                  <a:cubicBezTo>
                    <a:pt x="792" y="7450"/>
                    <a:pt x="961" y="6771"/>
                    <a:pt x="1064" y="6160"/>
                  </a:cubicBezTo>
                  <a:cubicBezTo>
                    <a:pt x="1336" y="3954"/>
                    <a:pt x="1472" y="1949"/>
                    <a:pt x="214" y="48"/>
                  </a:cubicBezTo>
                  <a:cubicBezTo>
                    <a:pt x="191" y="15"/>
                    <a:pt x="158" y="0"/>
                    <a:pt x="126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1867576" y="3055258"/>
              <a:ext cx="152508" cy="131683"/>
            </a:xfrm>
            <a:custGeom>
              <a:rect b="b" l="l" r="r" t="t"/>
              <a:pathLst>
                <a:path extrusionOk="0" h="6880" w="7967">
                  <a:moveTo>
                    <a:pt x="6948" y="787"/>
                  </a:moveTo>
                  <a:cubicBezTo>
                    <a:pt x="6984" y="1534"/>
                    <a:pt x="7016" y="2382"/>
                    <a:pt x="6916" y="3164"/>
                  </a:cubicBezTo>
                  <a:cubicBezTo>
                    <a:pt x="6352" y="2876"/>
                    <a:pt x="5727" y="2744"/>
                    <a:pt x="5094" y="2744"/>
                  </a:cubicBezTo>
                  <a:cubicBezTo>
                    <a:pt x="3855" y="2744"/>
                    <a:pt x="2586" y="3249"/>
                    <a:pt x="1687" y="4079"/>
                  </a:cubicBezTo>
                  <a:cubicBezTo>
                    <a:pt x="1176" y="3164"/>
                    <a:pt x="973" y="2042"/>
                    <a:pt x="1348" y="1059"/>
                  </a:cubicBezTo>
                  <a:lnTo>
                    <a:pt x="1348" y="1059"/>
                  </a:lnTo>
                  <a:cubicBezTo>
                    <a:pt x="1508" y="1065"/>
                    <a:pt x="1670" y="1068"/>
                    <a:pt x="1834" y="1068"/>
                  </a:cubicBezTo>
                  <a:cubicBezTo>
                    <a:pt x="3470" y="1068"/>
                    <a:pt x="5252" y="787"/>
                    <a:pt x="6948" y="787"/>
                  </a:cubicBezTo>
                  <a:close/>
                  <a:moveTo>
                    <a:pt x="4945" y="3306"/>
                  </a:moveTo>
                  <a:cubicBezTo>
                    <a:pt x="5485" y="3306"/>
                    <a:pt x="5992" y="3441"/>
                    <a:pt x="6405" y="3775"/>
                  </a:cubicBezTo>
                  <a:cubicBezTo>
                    <a:pt x="6507" y="3850"/>
                    <a:pt x="6608" y="3889"/>
                    <a:pt x="6696" y="3889"/>
                  </a:cubicBezTo>
                  <a:cubicBezTo>
                    <a:pt x="6726" y="3889"/>
                    <a:pt x="6754" y="3884"/>
                    <a:pt x="6780" y="3875"/>
                  </a:cubicBezTo>
                  <a:lnTo>
                    <a:pt x="6780" y="3875"/>
                  </a:lnTo>
                  <a:cubicBezTo>
                    <a:pt x="6609" y="4555"/>
                    <a:pt x="6305" y="5166"/>
                    <a:pt x="5794" y="5608"/>
                  </a:cubicBezTo>
                  <a:cubicBezTo>
                    <a:pt x="5478" y="5903"/>
                    <a:pt x="5097" y="6022"/>
                    <a:pt x="4698" y="6022"/>
                  </a:cubicBezTo>
                  <a:cubicBezTo>
                    <a:pt x="3808" y="6022"/>
                    <a:pt x="2825" y="5434"/>
                    <a:pt x="2263" y="4894"/>
                  </a:cubicBezTo>
                  <a:lnTo>
                    <a:pt x="1855" y="4386"/>
                  </a:lnTo>
                  <a:cubicBezTo>
                    <a:pt x="2709" y="3824"/>
                    <a:pt x="3890" y="3306"/>
                    <a:pt x="4945" y="3306"/>
                  </a:cubicBezTo>
                  <a:close/>
                  <a:moveTo>
                    <a:pt x="7367" y="1"/>
                  </a:moveTo>
                  <a:cubicBezTo>
                    <a:pt x="7352" y="1"/>
                    <a:pt x="7337" y="2"/>
                    <a:pt x="7323" y="5"/>
                  </a:cubicBezTo>
                  <a:cubicBezTo>
                    <a:pt x="5286" y="141"/>
                    <a:pt x="3281" y="516"/>
                    <a:pt x="1212" y="651"/>
                  </a:cubicBezTo>
                  <a:cubicBezTo>
                    <a:pt x="1125" y="565"/>
                    <a:pt x="1002" y="515"/>
                    <a:pt x="883" y="515"/>
                  </a:cubicBezTo>
                  <a:cubicBezTo>
                    <a:pt x="723" y="515"/>
                    <a:pt x="572" y="606"/>
                    <a:pt x="533" y="820"/>
                  </a:cubicBezTo>
                  <a:cubicBezTo>
                    <a:pt x="1" y="3318"/>
                    <a:pt x="1539" y="6880"/>
                    <a:pt x="4403" y="6880"/>
                  </a:cubicBezTo>
                  <a:cubicBezTo>
                    <a:pt x="4653" y="6880"/>
                    <a:pt x="4913" y="6853"/>
                    <a:pt x="5183" y="6795"/>
                  </a:cubicBezTo>
                  <a:cubicBezTo>
                    <a:pt x="7934" y="6220"/>
                    <a:pt x="7967" y="2485"/>
                    <a:pt x="7731" y="312"/>
                  </a:cubicBezTo>
                  <a:cubicBezTo>
                    <a:pt x="7698" y="155"/>
                    <a:pt x="7525" y="1"/>
                    <a:pt x="736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1836169" y="3406806"/>
              <a:ext cx="32983" cy="139971"/>
            </a:xfrm>
            <a:custGeom>
              <a:rect b="b" l="l" r="r" t="t"/>
              <a:pathLst>
                <a:path extrusionOk="0" h="7313" w="1723">
                  <a:moveTo>
                    <a:pt x="1310" y="1"/>
                  </a:moveTo>
                  <a:cubicBezTo>
                    <a:pt x="1218" y="1"/>
                    <a:pt x="1131" y="43"/>
                    <a:pt x="1087" y="142"/>
                  </a:cubicBezTo>
                  <a:cubicBezTo>
                    <a:pt x="1" y="2315"/>
                    <a:pt x="509" y="4828"/>
                    <a:pt x="204" y="7137"/>
                  </a:cubicBezTo>
                  <a:cubicBezTo>
                    <a:pt x="184" y="7252"/>
                    <a:pt x="274" y="7313"/>
                    <a:pt x="362" y="7313"/>
                  </a:cubicBezTo>
                  <a:cubicBezTo>
                    <a:pt x="429" y="7313"/>
                    <a:pt x="495" y="7277"/>
                    <a:pt x="509" y="7205"/>
                  </a:cubicBezTo>
                  <a:cubicBezTo>
                    <a:pt x="1052" y="4928"/>
                    <a:pt x="748" y="2587"/>
                    <a:pt x="1630" y="414"/>
                  </a:cubicBezTo>
                  <a:cubicBezTo>
                    <a:pt x="1722" y="184"/>
                    <a:pt x="1504" y="1"/>
                    <a:pt x="131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2093727" y="3393007"/>
              <a:ext cx="71306" cy="118362"/>
            </a:xfrm>
            <a:custGeom>
              <a:rect b="b" l="l" r="r" t="t"/>
              <a:pathLst>
                <a:path extrusionOk="0" h="6184" w="3725">
                  <a:moveTo>
                    <a:pt x="404" y="0"/>
                  </a:moveTo>
                  <a:cubicBezTo>
                    <a:pt x="204" y="0"/>
                    <a:pt x="0" y="165"/>
                    <a:pt x="89" y="388"/>
                  </a:cubicBezTo>
                  <a:cubicBezTo>
                    <a:pt x="804" y="2425"/>
                    <a:pt x="2162" y="4327"/>
                    <a:pt x="3349" y="6092"/>
                  </a:cubicBezTo>
                  <a:cubicBezTo>
                    <a:pt x="3382" y="6157"/>
                    <a:pt x="3435" y="6184"/>
                    <a:pt x="3489" y="6184"/>
                  </a:cubicBezTo>
                  <a:cubicBezTo>
                    <a:pt x="3605" y="6184"/>
                    <a:pt x="3724" y="6060"/>
                    <a:pt x="3656" y="5921"/>
                  </a:cubicBezTo>
                  <a:cubicBezTo>
                    <a:pt x="2705" y="3987"/>
                    <a:pt x="1687" y="2050"/>
                    <a:pt x="668" y="149"/>
                  </a:cubicBezTo>
                  <a:cubicBezTo>
                    <a:pt x="609" y="45"/>
                    <a:pt x="507" y="0"/>
                    <a:pt x="40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2013552" y="3350996"/>
              <a:ext cx="57887" cy="59525"/>
            </a:xfrm>
            <a:custGeom>
              <a:rect b="b" l="l" r="r" t="t"/>
              <a:pathLst>
                <a:path extrusionOk="0" h="3110" w="3024">
                  <a:moveTo>
                    <a:pt x="1433" y="531"/>
                  </a:moveTo>
                  <a:cubicBezTo>
                    <a:pt x="1659" y="531"/>
                    <a:pt x="1891" y="556"/>
                    <a:pt x="2105" y="579"/>
                  </a:cubicBezTo>
                  <a:cubicBezTo>
                    <a:pt x="2173" y="1122"/>
                    <a:pt x="2277" y="1733"/>
                    <a:pt x="2105" y="2244"/>
                  </a:cubicBezTo>
                  <a:cubicBezTo>
                    <a:pt x="2080" y="2269"/>
                    <a:pt x="2032" y="2359"/>
                    <a:pt x="2029" y="2380"/>
                  </a:cubicBezTo>
                  <a:lnTo>
                    <a:pt x="2029" y="2380"/>
                  </a:lnTo>
                  <a:cubicBezTo>
                    <a:pt x="1999" y="2385"/>
                    <a:pt x="1970" y="2412"/>
                    <a:pt x="1970" y="2412"/>
                  </a:cubicBezTo>
                  <a:cubicBezTo>
                    <a:pt x="1941" y="2427"/>
                    <a:pt x="1913" y="2435"/>
                    <a:pt x="1884" y="2435"/>
                  </a:cubicBezTo>
                  <a:cubicBezTo>
                    <a:pt x="1845" y="2435"/>
                    <a:pt x="1805" y="2419"/>
                    <a:pt x="1766" y="2379"/>
                  </a:cubicBezTo>
                  <a:cubicBezTo>
                    <a:pt x="1223" y="2140"/>
                    <a:pt x="883" y="1361"/>
                    <a:pt x="1155" y="818"/>
                  </a:cubicBezTo>
                  <a:cubicBezTo>
                    <a:pt x="1190" y="714"/>
                    <a:pt x="1190" y="614"/>
                    <a:pt x="1155" y="546"/>
                  </a:cubicBezTo>
                  <a:cubicBezTo>
                    <a:pt x="1245" y="535"/>
                    <a:pt x="1339" y="531"/>
                    <a:pt x="1433" y="531"/>
                  </a:cubicBezTo>
                  <a:close/>
                  <a:moveTo>
                    <a:pt x="1947" y="0"/>
                  </a:moveTo>
                  <a:cubicBezTo>
                    <a:pt x="1526" y="0"/>
                    <a:pt x="1092" y="20"/>
                    <a:pt x="715" y="171"/>
                  </a:cubicBezTo>
                  <a:cubicBezTo>
                    <a:pt x="579" y="239"/>
                    <a:pt x="544" y="375"/>
                    <a:pt x="579" y="478"/>
                  </a:cubicBezTo>
                  <a:lnTo>
                    <a:pt x="544" y="478"/>
                  </a:lnTo>
                  <a:cubicBezTo>
                    <a:pt x="0" y="1361"/>
                    <a:pt x="612" y="2651"/>
                    <a:pt x="1494" y="3023"/>
                  </a:cubicBezTo>
                  <a:cubicBezTo>
                    <a:pt x="1622" y="3082"/>
                    <a:pt x="1753" y="3110"/>
                    <a:pt x="1879" y="3110"/>
                  </a:cubicBezTo>
                  <a:cubicBezTo>
                    <a:pt x="2192" y="3110"/>
                    <a:pt x="2481" y="2941"/>
                    <a:pt x="2649" y="2651"/>
                  </a:cubicBezTo>
                  <a:cubicBezTo>
                    <a:pt x="3024" y="1972"/>
                    <a:pt x="2820" y="953"/>
                    <a:pt x="2649" y="239"/>
                  </a:cubicBezTo>
                  <a:cubicBezTo>
                    <a:pt x="2616" y="103"/>
                    <a:pt x="2513" y="3"/>
                    <a:pt x="2377" y="3"/>
                  </a:cubicBezTo>
                  <a:cubicBezTo>
                    <a:pt x="2237" y="3"/>
                    <a:pt x="2093" y="0"/>
                    <a:pt x="1947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1699935" y="2678102"/>
              <a:ext cx="36581" cy="49171"/>
            </a:xfrm>
            <a:custGeom>
              <a:rect b="b" l="l" r="r" t="t"/>
              <a:pathLst>
                <a:path extrusionOk="0" h="2569" w="1911">
                  <a:moveTo>
                    <a:pt x="735" y="1"/>
                  </a:moveTo>
                  <a:cubicBezTo>
                    <a:pt x="186" y="1"/>
                    <a:pt x="1" y="609"/>
                    <a:pt x="124" y="1105"/>
                  </a:cubicBezTo>
                  <a:cubicBezTo>
                    <a:pt x="293" y="1716"/>
                    <a:pt x="836" y="2430"/>
                    <a:pt x="1483" y="2566"/>
                  </a:cubicBezTo>
                  <a:cubicBezTo>
                    <a:pt x="1493" y="2568"/>
                    <a:pt x="1504" y="2568"/>
                    <a:pt x="1514" y="2568"/>
                  </a:cubicBezTo>
                  <a:cubicBezTo>
                    <a:pt x="1736" y="2568"/>
                    <a:pt x="1910" y="2252"/>
                    <a:pt x="1651" y="2091"/>
                  </a:cubicBezTo>
                  <a:cubicBezTo>
                    <a:pt x="1311" y="1887"/>
                    <a:pt x="1007" y="1580"/>
                    <a:pt x="768" y="1208"/>
                  </a:cubicBezTo>
                  <a:cubicBezTo>
                    <a:pt x="532" y="833"/>
                    <a:pt x="532" y="494"/>
                    <a:pt x="904" y="222"/>
                  </a:cubicBezTo>
                  <a:cubicBezTo>
                    <a:pt x="972" y="190"/>
                    <a:pt x="1007" y="54"/>
                    <a:pt x="904" y="18"/>
                  </a:cubicBezTo>
                  <a:cubicBezTo>
                    <a:pt x="844" y="6"/>
                    <a:pt x="788" y="1"/>
                    <a:pt x="73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1578170" y="2835254"/>
              <a:ext cx="38917" cy="52386"/>
            </a:xfrm>
            <a:custGeom>
              <a:rect b="b" l="l" r="r" t="t"/>
              <a:pathLst>
                <a:path extrusionOk="0" h="2737" w="2033">
                  <a:moveTo>
                    <a:pt x="430" y="0"/>
                  </a:moveTo>
                  <a:cubicBezTo>
                    <a:pt x="362" y="0"/>
                    <a:pt x="297" y="37"/>
                    <a:pt x="272" y="127"/>
                  </a:cubicBezTo>
                  <a:cubicBezTo>
                    <a:pt x="0" y="1214"/>
                    <a:pt x="579" y="2265"/>
                    <a:pt x="1562" y="2708"/>
                  </a:cubicBezTo>
                  <a:cubicBezTo>
                    <a:pt x="1603" y="2728"/>
                    <a:pt x="1642" y="2737"/>
                    <a:pt x="1680" y="2737"/>
                  </a:cubicBezTo>
                  <a:cubicBezTo>
                    <a:pt x="1894" y="2737"/>
                    <a:pt x="2032" y="2448"/>
                    <a:pt x="1801" y="2333"/>
                  </a:cubicBezTo>
                  <a:cubicBezTo>
                    <a:pt x="1019" y="1893"/>
                    <a:pt x="408" y="1178"/>
                    <a:pt x="647" y="228"/>
                  </a:cubicBezTo>
                  <a:cubicBezTo>
                    <a:pt x="667" y="101"/>
                    <a:pt x="543" y="0"/>
                    <a:pt x="430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1554150" y="2994472"/>
              <a:ext cx="47435" cy="43390"/>
            </a:xfrm>
            <a:custGeom>
              <a:rect b="b" l="l" r="r" t="t"/>
              <a:pathLst>
                <a:path extrusionOk="0" h="2267" w="2478">
                  <a:moveTo>
                    <a:pt x="734" y="0"/>
                  </a:moveTo>
                  <a:cubicBezTo>
                    <a:pt x="670" y="0"/>
                    <a:pt x="609" y="27"/>
                    <a:pt x="576" y="93"/>
                  </a:cubicBezTo>
                  <a:cubicBezTo>
                    <a:pt x="0" y="1280"/>
                    <a:pt x="951" y="2230"/>
                    <a:pt x="2105" y="2266"/>
                  </a:cubicBezTo>
                  <a:cubicBezTo>
                    <a:pt x="2116" y="2266"/>
                    <a:pt x="2126" y="2267"/>
                    <a:pt x="2135" y="2267"/>
                  </a:cubicBezTo>
                  <a:cubicBezTo>
                    <a:pt x="2477" y="2267"/>
                    <a:pt x="2467" y="1722"/>
                    <a:pt x="2105" y="1722"/>
                  </a:cubicBezTo>
                  <a:cubicBezTo>
                    <a:pt x="1323" y="1687"/>
                    <a:pt x="611" y="1111"/>
                    <a:pt x="951" y="261"/>
                  </a:cubicBezTo>
                  <a:cubicBezTo>
                    <a:pt x="1019" y="122"/>
                    <a:pt x="869" y="0"/>
                    <a:pt x="73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1835786" y="2637470"/>
              <a:ext cx="39395" cy="37266"/>
            </a:xfrm>
            <a:custGeom>
              <a:rect b="b" l="l" r="r" t="t"/>
              <a:pathLst>
                <a:path extrusionOk="0" h="1947" w="2058">
                  <a:moveTo>
                    <a:pt x="1528" y="1"/>
                  </a:moveTo>
                  <a:cubicBezTo>
                    <a:pt x="624" y="1"/>
                    <a:pt x="0" y="1013"/>
                    <a:pt x="461" y="1837"/>
                  </a:cubicBezTo>
                  <a:cubicBezTo>
                    <a:pt x="499" y="1913"/>
                    <a:pt x="570" y="1946"/>
                    <a:pt x="644" y="1946"/>
                  </a:cubicBezTo>
                  <a:cubicBezTo>
                    <a:pt x="769" y="1946"/>
                    <a:pt x="903" y="1850"/>
                    <a:pt x="903" y="1701"/>
                  </a:cubicBezTo>
                  <a:cubicBezTo>
                    <a:pt x="903" y="1462"/>
                    <a:pt x="868" y="1226"/>
                    <a:pt x="971" y="987"/>
                  </a:cubicBezTo>
                  <a:cubicBezTo>
                    <a:pt x="1086" y="759"/>
                    <a:pt x="1271" y="674"/>
                    <a:pt x="1489" y="674"/>
                  </a:cubicBezTo>
                  <a:cubicBezTo>
                    <a:pt x="1530" y="674"/>
                    <a:pt x="1572" y="677"/>
                    <a:pt x="1615" y="683"/>
                  </a:cubicBezTo>
                  <a:cubicBezTo>
                    <a:pt x="2058" y="683"/>
                    <a:pt x="2058" y="36"/>
                    <a:pt x="1615" y="4"/>
                  </a:cubicBezTo>
                  <a:cubicBezTo>
                    <a:pt x="1586" y="2"/>
                    <a:pt x="1557" y="1"/>
                    <a:pt x="1528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1968747" y="2649145"/>
              <a:ext cx="36581" cy="37801"/>
            </a:xfrm>
            <a:custGeom>
              <a:rect b="b" l="l" r="r" t="t"/>
              <a:pathLst>
                <a:path extrusionOk="0" h="1975" w="1911">
                  <a:moveTo>
                    <a:pt x="1425" y="0"/>
                  </a:moveTo>
                  <a:cubicBezTo>
                    <a:pt x="1403" y="0"/>
                    <a:pt x="1381" y="2"/>
                    <a:pt x="1358" y="5"/>
                  </a:cubicBezTo>
                  <a:cubicBezTo>
                    <a:pt x="508" y="141"/>
                    <a:pt x="0" y="956"/>
                    <a:pt x="68" y="1770"/>
                  </a:cubicBezTo>
                  <a:cubicBezTo>
                    <a:pt x="84" y="1906"/>
                    <a:pt x="177" y="1974"/>
                    <a:pt x="271" y="1974"/>
                  </a:cubicBezTo>
                  <a:cubicBezTo>
                    <a:pt x="364" y="1974"/>
                    <a:pt x="458" y="1906"/>
                    <a:pt x="475" y="1770"/>
                  </a:cubicBezTo>
                  <a:cubicBezTo>
                    <a:pt x="543" y="1227"/>
                    <a:pt x="847" y="717"/>
                    <a:pt x="1426" y="684"/>
                  </a:cubicBezTo>
                  <a:cubicBezTo>
                    <a:pt x="1911" y="650"/>
                    <a:pt x="1871" y="0"/>
                    <a:pt x="1425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2101919" y="2649432"/>
              <a:ext cx="43396" cy="37361"/>
            </a:xfrm>
            <a:custGeom>
              <a:rect b="b" l="l" r="r" t="t"/>
              <a:pathLst>
                <a:path extrusionOk="0" h="1952" w="2267">
                  <a:moveTo>
                    <a:pt x="1047" y="1"/>
                  </a:moveTo>
                  <a:cubicBezTo>
                    <a:pt x="855" y="1"/>
                    <a:pt x="661" y="67"/>
                    <a:pt x="476" y="226"/>
                  </a:cubicBezTo>
                  <a:cubicBezTo>
                    <a:pt x="69" y="601"/>
                    <a:pt x="1" y="1280"/>
                    <a:pt x="172" y="1755"/>
                  </a:cubicBezTo>
                  <a:cubicBezTo>
                    <a:pt x="220" y="1884"/>
                    <a:pt x="351" y="1951"/>
                    <a:pt x="472" y="1951"/>
                  </a:cubicBezTo>
                  <a:cubicBezTo>
                    <a:pt x="608" y="1951"/>
                    <a:pt x="733" y="1867"/>
                    <a:pt x="715" y="1688"/>
                  </a:cubicBezTo>
                  <a:cubicBezTo>
                    <a:pt x="680" y="1381"/>
                    <a:pt x="715" y="1076"/>
                    <a:pt x="884" y="837"/>
                  </a:cubicBezTo>
                  <a:cubicBezTo>
                    <a:pt x="936" y="754"/>
                    <a:pt x="998" y="722"/>
                    <a:pt x="1062" y="722"/>
                  </a:cubicBezTo>
                  <a:cubicBezTo>
                    <a:pt x="1208" y="722"/>
                    <a:pt x="1368" y="890"/>
                    <a:pt x="1462" y="1008"/>
                  </a:cubicBezTo>
                  <a:cubicBezTo>
                    <a:pt x="1541" y="1087"/>
                    <a:pt x="1630" y="1120"/>
                    <a:pt x="1716" y="1120"/>
                  </a:cubicBezTo>
                  <a:cubicBezTo>
                    <a:pt x="2005" y="1120"/>
                    <a:pt x="2267" y="752"/>
                    <a:pt x="2006" y="465"/>
                  </a:cubicBezTo>
                  <a:cubicBezTo>
                    <a:pt x="1723" y="205"/>
                    <a:pt x="1387" y="1"/>
                    <a:pt x="104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1602688" y="3150590"/>
              <a:ext cx="58844" cy="39352"/>
            </a:xfrm>
            <a:custGeom>
              <a:rect b="b" l="l" r="r" t="t"/>
              <a:pathLst>
                <a:path extrusionOk="0" h="2056" w="3074">
                  <a:moveTo>
                    <a:pt x="395" y="0"/>
                  </a:moveTo>
                  <a:cubicBezTo>
                    <a:pt x="311" y="0"/>
                    <a:pt x="229" y="46"/>
                    <a:pt x="213" y="152"/>
                  </a:cubicBezTo>
                  <a:cubicBezTo>
                    <a:pt x="0" y="1323"/>
                    <a:pt x="936" y="2055"/>
                    <a:pt x="1954" y="2055"/>
                  </a:cubicBezTo>
                  <a:cubicBezTo>
                    <a:pt x="2235" y="2055"/>
                    <a:pt x="2522" y="2000"/>
                    <a:pt x="2793" y="1882"/>
                  </a:cubicBezTo>
                  <a:cubicBezTo>
                    <a:pt x="3073" y="1759"/>
                    <a:pt x="2929" y="1326"/>
                    <a:pt x="2669" y="1326"/>
                  </a:cubicBezTo>
                  <a:cubicBezTo>
                    <a:pt x="2644" y="1326"/>
                    <a:pt x="2617" y="1330"/>
                    <a:pt x="2590" y="1339"/>
                  </a:cubicBezTo>
                  <a:cubicBezTo>
                    <a:pt x="2362" y="1432"/>
                    <a:pt x="2120" y="1479"/>
                    <a:pt x="1885" y="1479"/>
                  </a:cubicBezTo>
                  <a:cubicBezTo>
                    <a:pt x="1176" y="1479"/>
                    <a:pt x="537" y="1052"/>
                    <a:pt x="588" y="185"/>
                  </a:cubicBezTo>
                  <a:cubicBezTo>
                    <a:pt x="606" y="72"/>
                    <a:pt x="499" y="0"/>
                    <a:pt x="395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1706117" y="3210687"/>
              <a:ext cx="46229" cy="23217"/>
            </a:xfrm>
            <a:custGeom>
              <a:rect b="b" l="l" r="r" t="t"/>
              <a:pathLst>
                <a:path extrusionOk="0" h="1213" w="2415">
                  <a:moveTo>
                    <a:pt x="402" y="1"/>
                  </a:moveTo>
                  <a:cubicBezTo>
                    <a:pt x="198" y="1"/>
                    <a:pt x="1" y="196"/>
                    <a:pt x="141" y="407"/>
                  </a:cubicBezTo>
                  <a:cubicBezTo>
                    <a:pt x="468" y="874"/>
                    <a:pt x="1003" y="1213"/>
                    <a:pt x="1548" y="1213"/>
                  </a:cubicBezTo>
                  <a:cubicBezTo>
                    <a:pt x="1795" y="1213"/>
                    <a:pt x="2045" y="1143"/>
                    <a:pt x="2279" y="983"/>
                  </a:cubicBezTo>
                  <a:cubicBezTo>
                    <a:pt x="2414" y="883"/>
                    <a:pt x="2382" y="611"/>
                    <a:pt x="2178" y="611"/>
                  </a:cubicBezTo>
                  <a:cubicBezTo>
                    <a:pt x="2036" y="627"/>
                    <a:pt x="1898" y="637"/>
                    <a:pt x="1764" y="637"/>
                  </a:cubicBezTo>
                  <a:cubicBezTo>
                    <a:pt x="1324" y="637"/>
                    <a:pt x="937" y="526"/>
                    <a:pt x="649" y="136"/>
                  </a:cubicBezTo>
                  <a:cubicBezTo>
                    <a:pt x="586" y="40"/>
                    <a:pt x="493" y="1"/>
                    <a:pt x="402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2154552" y="3280239"/>
              <a:ext cx="65984" cy="31926"/>
            </a:xfrm>
            <a:custGeom>
              <a:rect b="b" l="l" r="r" t="t"/>
              <a:pathLst>
                <a:path extrusionOk="0" h="1668" w="3447">
                  <a:moveTo>
                    <a:pt x="3086" y="0"/>
                  </a:moveTo>
                  <a:cubicBezTo>
                    <a:pt x="3003" y="0"/>
                    <a:pt x="2917" y="39"/>
                    <a:pt x="2854" y="133"/>
                  </a:cubicBezTo>
                  <a:cubicBezTo>
                    <a:pt x="2455" y="782"/>
                    <a:pt x="1854" y="1247"/>
                    <a:pt x="1159" y="1247"/>
                  </a:cubicBezTo>
                  <a:cubicBezTo>
                    <a:pt x="908" y="1247"/>
                    <a:pt x="645" y="1186"/>
                    <a:pt x="375" y="1051"/>
                  </a:cubicBezTo>
                  <a:cubicBezTo>
                    <a:pt x="346" y="1037"/>
                    <a:pt x="318" y="1031"/>
                    <a:pt x="290" y="1031"/>
                  </a:cubicBezTo>
                  <a:cubicBezTo>
                    <a:pt x="123" y="1031"/>
                    <a:pt x="1" y="1274"/>
                    <a:pt x="206" y="1391"/>
                  </a:cubicBezTo>
                  <a:cubicBezTo>
                    <a:pt x="556" y="1581"/>
                    <a:pt x="906" y="1667"/>
                    <a:pt x="1245" y="1667"/>
                  </a:cubicBezTo>
                  <a:cubicBezTo>
                    <a:pt x="2056" y="1667"/>
                    <a:pt x="2803" y="1171"/>
                    <a:pt x="3330" y="405"/>
                  </a:cubicBezTo>
                  <a:cubicBezTo>
                    <a:pt x="3446" y="195"/>
                    <a:pt x="3272" y="0"/>
                    <a:pt x="3086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2247493" y="3150858"/>
              <a:ext cx="47493" cy="55583"/>
            </a:xfrm>
            <a:custGeom>
              <a:rect b="b" l="l" r="r" t="t"/>
              <a:pathLst>
                <a:path extrusionOk="0" h="2904" w="2481">
                  <a:moveTo>
                    <a:pt x="2280" y="1"/>
                  </a:moveTo>
                  <a:cubicBezTo>
                    <a:pt x="2193" y="1"/>
                    <a:pt x="2104" y="44"/>
                    <a:pt x="2073" y="138"/>
                  </a:cubicBezTo>
                  <a:cubicBezTo>
                    <a:pt x="1809" y="994"/>
                    <a:pt x="1449" y="2552"/>
                    <a:pt x="313" y="2552"/>
                  </a:cubicBezTo>
                  <a:cubicBezTo>
                    <a:pt x="278" y="2552"/>
                    <a:pt x="241" y="2551"/>
                    <a:pt x="204" y="2547"/>
                  </a:cubicBezTo>
                  <a:cubicBezTo>
                    <a:pt x="195" y="2546"/>
                    <a:pt x="186" y="2545"/>
                    <a:pt x="177" y="2545"/>
                  </a:cubicBezTo>
                  <a:cubicBezTo>
                    <a:pt x="1" y="2545"/>
                    <a:pt x="10" y="2856"/>
                    <a:pt x="204" y="2887"/>
                  </a:cubicBezTo>
                  <a:cubicBezTo>
                    <a:pt x="280" y="2898"/>
                    <a:pt x="355" y="2903"/>
                    <a:pt x="428" y="2903"/>
                  </a:cubicBezTo>
                  <a:cubicBezTo>
                    <a:pt x="1708" y="2903"/>
                    <a:pt x="2383" y="1263"/>
                    <a:pt x="2480" y="171"/>
                  </a:cubicBezTo>
                  <a:cubicBezTo>
                    <a:pt x="2480" y="61"/>
                    <a:pt x="2381" y="1"/>
                    <a:pt x="228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2306939" y="3032942"/>
              <a:ext cx="32217" cy="67469"/>
            </a:xfrm>
            <a:custGeom>
              <a:rect b="b" l="l" r="r" t="t"/>
              <a:pathLst>
                <a:path extrusionOk="0" h="3525" w="1683">
                  <a:moveTo>
                    <a:pt x="903" y="1"/>
                  </a:moveTo>
                  <a:cubicBezTo>
                    <a:pt x="736" y="1"/>
                    <a:pt x="570" y="179"/>
                    <a:pt x="664" y="391"/>
                  </a:cubicBezTo>
                  <a:cubicBezTo>
                    <a:pt x="1104" y="1342"/>
                    <a:pt x="597" y="2293"/>
                    <a:pt x="121" y="3140"/>
                  </a:cubicBezTo>
                  <a:cubicBezTo>
                    <a:pt x="0" y="3332"/>
                    <a:pt x="168" y="3524"/>
                    <a:pt x="338" y="3524"/>
                  </a:cubicBezTo>
                  <a:cubicBezTo>
                    <a:pt x="408" y="3524"/>
                    <a:pt x="478" y="3491"/>
                    <a:pt x="529" y="3412"/>
                  </a:cubicBezTo>
                  <a:cubicBezTo>
                    <a:pt x="1140" y="2428"/>
                    <a:pt x="1683" y="1239"/>
                    <a:pt x="1104" y="120"/>
                  </a:cubicBezTo>
                  <a:cubicBezTo>
                    <a:pt x="1053" y="36"/>
                    <a:pt x="978" y="1"/>
                    <a:pt x="903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2287149" y="2862374"/>
              <a:ext cx="29250" cy="53343"/>
            </a:xfrm>
            <a:custGeom>
              <a:rect b="b" l="l" r="r" t="t"/>
              <a:pathLst>
                <a:path extrusionOk="0" h="2787" w="1528">
                  <a:moveTo>
                    <a:pt x="272" y="0"/>
                  </a:moveTo>
                  <a:cubicBezTo>
                    <a:pt x="1" y="0"/>
                    <a:pt x="1" y="372"/>
                    <a:pt x="272" y="408"/>
                  </a:cubicBezTo>
                  <a:cubicBezTo>
                    <a:pt x="1052" y="508"/>
                    <a:pt x="848" y="2002"/>
                    <a:pt x="816" y="2545"/>
                  </a:cubicBezTo>
                  <a:cubicBezTo>
                    <a:pt x="796" y="2698"/>
                    <a:pt x="948" y="2786"/>
                    <a:pt x="1091" y="2786"/>
                  </a:cubicBezTo>
                  <a:cubicBezTo>
                    <a:pt x="1203" y="2786"/>
                    <a:pt x="1309" y="2732"/>
                    <a:pt x="1324" y="2613"/>
                  </a:cubicBezTo>
                  <a:cubicBezTo>
                    <a:pt x="1527" y="1766"/>
                    <a:pt x="1495" y="0"/>
                    <a:pt x="272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0"/>
            <p:cNvSpPr/>
            <p:nvPr/>
          </p:nvSpPr>
          <p:spPr>
            <a:xfrm>
              <a:off x="2215683" y="2704801"/>
              <a:ext cx="41405" cy="55066"/>
            </a:xfrm>
            <a:custGeom>
              <a:rect b="b" l="l" r="r" t="t"/>
              <a:pathLst>
                <a:path extrusionOk="0" h="2877" w="2163">
                  <a:moveTo>
                    <a:pt x="353" y="1"/>
                  </a:moveTo>
                  <a:cubicBezTo>
                    <a:pt x="283" y="1"/>
                    <a:pt x="210" y="6"/>
                    <a:pt x="136" y="17"/>
                  </a:cubicBezTo>
                  <a:cubicBezTo>
                    <a:pt x="0" y="49"/>
                    <a:pt x="0" y="221"/>
                    <a:pt x="101" y="288"/>
                  </a:cubicBezTo>
                  <a:cubicBezTo>
                    <a:pt x="236" y="356"/>
                    <a:pt x="372" y="424"/>
                    <a:pt x="475" y="560"/>
                  </a:cubicBezTo>
                  <a:cubicBezTo>
                    <a:pt x="481" y="566"/>
                    <a:pt x="490" y="569"/>
                    <a:pt x="499" y="569"/>
                  </a:cubicBezTo>
                  <a:cubicBezTo>
                    <a:pt x="541" y="569"/>
                    <a:pt x="605" y="519"/>
                    <a:pt x="576" y="492"/>
                  </a:cubicBezTo>
                  <a:cubicBezTo>
                    <a:pt x="543" y="457"/>
                    <a:pt x="508" y="424"/>
                    <a:pt x="508" y="389"/>
                  </a:cubicBezTo>
                  <a:lnTo>
                    <a:pt x="508" y="389"/>
                  </a:lnTo>
                  <a:cubicBezTo>
                    <a:pt x="1358" y="728"/>
                    <a:pt x="1323" y="1883"/>
                    <a:pt x="1494" y="2698"/>
                  </a:cubicBezTo>
                  <a:cubicBezTo>
                    <a:pt x="1528" y="2817"/>
                    <a:pt x="1638" y="2877"/>
                    <a:pt x="1744" y="2877"/>
                  </a:cubicBezTo>
                  <a:cubicBezTo>
                    <a:pt x="1850" y="2877"/>
                    <a:pt x="1952" y="2817"/>
                    <a:pt x="1969" y="2698"/>
                  </a:cubicBezTo>
                  <a:cubicBezTo>
                    <a:pt x="2162" y="1639"/>
                    <a:pt x="1593" y="1"/>
                    <a:pt x="353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1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706" name="Google Shape;706;p21"/>
          <p:cNvGrpSpPr/>
          <p:nvPr/>
        </p:nvGrpSpPr>
        <p:grpSpPr>
          <a:xfrm>
            <a:off x="625807" y="1554616"/>
            <a:ext cx="2164201" cy="1133805"/>
            <a:chOff x="625807" y="1554616"/>
            <a:chExt cx="2164201" cy="1133805"/>
          </a:xfrm>
        </p:grpSpPr>
        <p:sp>
          <p:nvSpPr>
            <p:cNvPr id="707" name="Google Shape;707;p21"/>
            <p:cNvSpPr txBox="1"/>
            <p:nvPr/>
          </p:nvSpPr>
          <p:spPr>
            <a:xfrm>
              <a:off x="625807" y="1554616"/>
              <a:ext cx="20841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Top Challenges</a:t>
              </a:r>
              <a:endParaRPr sz="19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08" name="Google Shape;708;p21"/>
            <p:cNvSpPr txBox="1"/>
            <p:nvPr/>
          </p:nvSpPr>
          <p:spPr>
            <a:xfrm>
              <a:off x="625808" y="1883520"/>
              <a:ext cx="2164200" cy="8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very high temperatures. It is also hotter than the other planets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9" name="Google Shape;709;p21"/>
          <p:cNvGrpSpPr/>
          <p:nvPr/>
        </p:nvGrpSpPr>
        <p:grpSpPr>
          <a:xfrm>
            <a:off x="6349807" y="1555975"/>
            <a:ext cx="2164200" cy="1131934"/>
            <a:chOff x="6349807" y="1555975"/>
            <a:chExt cx="2164200" cy="1131934"/>
          </a:xfrm>
        </p:grpSpPr>
        <p:sp>
          <p:nvSpPr>
            <p:cNvPr id="710" name="Google Shape;710;p21"/>
            <p:cNvSpPr txBox="1"/>
            <p:nvPr/>
          </p:nvSpPr>
          <p:spPr>
            <a:xfrm flipH="1">
              <a:off x="6429907" y="1555975"/>
              <a:ext cx="20841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Responsibilities</a:t>
              </a:r>
              <a:endParaRPr sz="19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11" name="Google Shape;711;p21"/>
            <p:cNvSpPr txBox="1"/>
            <p:nvPr/>
          </p:nvSpPr>
          <p:spPr>
            <a:xfrm>
              <a:off x="6349807" y="1883009"/>
              <a:ext cx="2164200" cy="8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Earth is the third planet from the Sun and the one that harbors life. It’s between Mars and Venus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2" name="Google Shape;712;p21"/>
          <p:cNvGrpSpPr/>
          <p:nvPr/>
        </p:nvGrpSpPr>
        <p:grpSpPr>
          <a:xfrm>
            <a:off x="624613" y="3249044"/>
            <a:ext cx="2164201" cy="1463331"/>
            <a:chOff x="624613" y="3249044"/>
            <a:chExt cx="2164201" cy="1463331"/>
          </a:xfrm>
        </p:grpSpPr>
        <p:sp>
          <p:nvSpPr>
            <p:cNvPr id="713" name="Google Shape;713;p21"/>
            <p:cNvSpPr txBox="1"/>
            <p:nvPr/>
          </p:nvSpPr>
          <p:spPr>
            <a:xfrm>
              <a:off x="624613" y="3889475"/>
              <a:ext cx="8481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Nature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4" name="Google Shape;714;p21"/>
            <p:cNvSpPr/>
            <p:nvPr/>
          </p:nvSpPr>
          <p:spPr>
            <a:xfrm>
              <a:off x="1472708" y="3959863"/>
              <a:ext cx="135001" cy="1101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1"/>
            <p:cNvSpPr/>
            <p:nvPr/>
          </p:nvSpPr>
          <p:spPr>
            <a:xfrm>
              <a:off x="1740756" y="3955020"/>
              <a:ext cx="125231" cy="110037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2" y="1"/>
                    <a:pt x="156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30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3" y="20"/>
                    <a:pt x="346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8" y="1"/>
                    <a:pt x="2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1"/>
            <p:cNvSpPr/>
            <p:nvPr/>
          </p:nvSpPr>
          <p:spPr>
            <a:xfrm>
              <a:off x="2027277" y="3952144"/>
              <a:ext cx="146724" cy="127443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7" y="101"/>
                    <a:pt x="128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1"/>
            <p:cNvSpPr/>
            <p:nvPr/>
          </p:nvSpPr>
          <p:spPr>
            <a:xfrm>
              <a:off x="2272587" y="3951841"/>
              <a:ext cx="137310" cy="121237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2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1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1"/>
            <p:cNvSpPr/>
            <p:nvPr/>
          </p:nvSpPr>
          <p:spPr>
            <a:xfrm>
              <a:off x="2555911" y="3948360"/>
              <a:ext cx="143172" cy="123508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2" y="743"/>
                  </a:cubicBezTo>
                  <a:cubicBezTo>
                    <a:pt x="206" y="794"/>
                    <a:pt x="271" y="815"/>
                    <a:pt x="333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8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1"/>
            <p:cNvSpPr txBox="1"/>
            <p:nvPr/>
          </p:nvSpPr>
          <p:spPr>
            <a:xfrm>
              <a:off x="624613" y="4176425"/>
              <a:ext cx="8481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Sport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0" name="Google Shape;720;p21"/>
            <p:cNvSpPr txBox="1"/>
            <p:nvPr/>
          </p:nvSpPr>
          <p:spPr>
            <a:xfrm>
              <a:off x="624613" y="4463375"/>
              <a:ext cx="8481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272727"/>
                  </a:solidFill>
                  <a:latin typeface="Roboto"/>
                  <a:ea typeface="Roboto"/>
                  <a:cs typeface="Roboto"/>
                  <a:sym typeface="Roboto"/>
                </a:rPr>
                <a:t>Charity</a:t>
              </a:r>
              <a:endParaRPr sz="1200">
                <a:solidFill>
                  <a:srgbClr val="27272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1" name="Google Shape;721;p21"/>
            <p:cNvSpPr/>
            <p:nvPr/>
          </p:nvSpPr>
          <p:spPr>
            <a:xfrm>
              <a:off x="1472708" y="4246815"/>
              <a:ext cx="135001" cy="1101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1"/>
            <p:cNvSpPr/>
            <p:nvPr/>
          </p:nvSpPr>
          <p:spPr>
            <a:xfrm>
              <a:off x="1740756" y="4241971"/>
              <a:ext cx="125231" cy="110037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2" y="1"/>
                    <a:pt x="156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30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3" y="20"/>
                    <a:pt x="346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8" y="1"/>
                    <a:pt x="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1"/>
            <p:cNvSpPr/>
            <p:nvPr/>
          </p:nvSpPr>
          <p:spPr>
            <a:xfrm>
              <a:off x="2027277" y="4239095"/>
              <a:ext cx="146724" cy="127443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7" y="101"/>
                    <a:pt x="128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1"/>
            <p:cNvSpPr/>
            <p:nvPr/>
          </p:nvSpPr>
          <p:spPr>
            <a:xfrm>
              <a:off x="2272587" y="4238793"/>
              <a:ext cx="137310" cy="121237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2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1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1"/>
            <p:cNvSpPr/>
            <p:nvPr/>
          </p:nvSpPr>
          <p:spPr>
            <a:xfrm>
              <a:off x="2555911" y="4235312"/>
              <a:ext cx="143172" cy="123508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2" y="743"/>
                  </a:cubicBezTo>
                  <a:cubicBezTo>
                    <a:pt x="206" y="794"/>
                    <a:pt x="271" y="815"/>
                    <a:pt x="333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8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1"/>
            <p:cNvSpPr/>
            <p:nvPr/>
          </p:nvSpPr>
          <p:spPr>
            <a:xfrm>
              <a:off x="1472708" y="4533776"/>
              <a:ext cx="135001" cy="1101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1"/>
            <p:cNvSpPr/>
            <p:nvPr/>
          </p:nvSpPr>
          <p:spPr>
            <a:xfrm>
              <a:off x="1740756" y="4528932"/>
              <a:ext cx="125231" cy="110037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2" y="1"/>
                    <a:pt x="156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30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3" y="20"/>
                    <a:pt x="346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8" y="1"/>
                    <a:pt x="2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1"/>
            <p:cNvSpPr/>
            <p:nvPr/>
          </p:nvSpPr>
          <p:spPr>
            <a:xfrm>
              <a:off x="2027277" y="4526056"/>
              <a:ext cx="146724" cy="127443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7" y="101"/>
                    <a:pt x="128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1"/>
            <p:cNvSpPr/>
            <p:nvPr/>
          </p:nvSpPr>
          <p:spPr>
            <a:xfrm>
              <a:off x="2272587" y="4525754"/>
              <a:ext cx="137310" cy="121237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2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1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1"/>
            <p:cNvSpPr/>
            <p:nvPr/>
          </p:nvSpPr>
          <p:spPr>
            <a:xfrm>
              <a:off x="2555911" y="4522272"/>
              <a:ext cx="143172" cy="123508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2" y="743"/>
                  </a:cubicBezTo>
                  <a:cubicBezTo>
                    <a:pt x="206" y="794"/>
                    <a:pt x="271" y="815"/>
                    <a:pt x="333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8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1"/>
            <p:cNvSpPr txBox="1"/>
            <p:nvPr/>
          </p:nvSpPr>
          <p:spPr>
            <a:xfrm>
              <a:off x="625807" y="3249044"/>
              <a:ext cx="20841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Motivations</a:t>
              </a:r>
              <a:endParaRPr sz="19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32" name="Google Shape;732;p21"/>
            <p:cNvSpPr txBox="1"/>
            <p:nvPr/>
          </p:nvSpPr>
          <p:spPr>
            <a:xfrm>
              <a:off x="624614" y="3527263"/>
              <a:ext cx="21642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place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3" name="Google Shape;733;p21"/>
          <p:cNvGrpSpPr/>
          <p:nvPr/>
        </p:nvGrpSpPr>
        <p:grpSpPr>
          <a:xfrm>
            <a:off x="5617050" y="3239519"/>
            <a:ext cx="3084786" cy="1566768"/>
            <a:chOff x="5617050" y="3239519"/>
            <a:chExt cx="3084786" cy="1566768"/>
          </a:xfrm>
        </p:grpSpPr>
        <p:sp>
          <p:nvSpPr>
            <p:cNvPr id="734" name="Google Shape;734;p21"/>
            <p:cNvSpPr/>
            <p:nvPr/>
          </p:nvSpPr>
          <p:spPr>
            <a:xfrm rot="-9704450">
              <a:off x="5905208" y="3919560"/>
              <a:ext cx="525668" cy="547678"/>
            </a:xfrm>
            <a:prstGeom prst="blockArc">
              <a:avLst>
                <a:gd fmla="val 12161555" name="adj1"/>
                <a:gd fmla="val 4148733" name="adj2"/>
                <a:gd fmla="val 49768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1"/>
            <p:cNvSpPr/>
            <p:nvPr/>
          </p:nvSpPr>
          <p:spPr>
            <a:xfrm rot="-9704450">
              <a:off x="6896596" y="3919560"/>
              <a:ext cx="525668" cy="547678"/>
            </a:xfrm>
            <a:prstGeom prst="blockArc">
              <a:avLst>
                <a:gd fmla="val 9793255" name="adj1"/>
                <a:gd fmla="val 4148733" name="adj2"/>
                <a:gd fmla="val 49768" name="adj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1"/>
            <p:cNvSpPr/>
            <p:nvPr/>
          </p:nvSpPr>
          <p:spPr>
            <a:xfrm rot="-9704450">
              <a:off x="7888021" y="3919560"/>
              <a:ext cx="525668" cy="547678"/>
            </a:xfrm>
            <a:prstGeom prst="blockArc">
              <a:avLst>
                <a:gd fmla="val 20463023" name="adj1"/>
                <a:gd fmla="val 4148733" name="adj2"/>
                <a:gd fmla="val 49768" name="adj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1"/>
            <p:cNvSpPr txBox="1"/>
            <p:nvPr/>
          </p:nvSpPr>
          <p:spPr>
            <a:xfrm>
              <a:off x="6429907" y="3239519"/>
              <a:ext cx="20841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Values</a:t>
              </a:r>
              <a:endParaRPr sz="19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38" name="Google Shape;738;p21"/>
            <p:cNvSpPr txBox="1"/>
            <p:nvPr/>
          </p:nvSpPr>
          <p:spPr>
            <a:xfrm>
              <a:off x="6349807" y="3515356"/>
              <a:ext cx="21642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9" name="Google Shape;739;p21"/>
            <p:cNvSpPr/>
            <p:nvPr/>
          </p:nvSpPr>
          <p:spPr>
            <a:xfrm>
              <a:off x="5871473" y="3911923"/>
              <a:ext cx="612242" cy="563013"/>
            </a:xfrm>
            <a:custGeom>
              <a:rect b="b" l="l" r="r" t="t"/>
              <a:pathLst>
                <a:path extrusionOk="0" h="9561" w="10397">
                  <a:moveTo>
                    <a:pt x="5033" y="406"/>
                  </a:moveTo>
                  <a:cubicBezTo>
                    <a:pt x="5661" y="406"/>
                    <a:pt x="6286" y="537"/>
                    <a:pt x="6856" y="810"/>
                  </a:cubicBezTo>
                  <a:cubicBezTo>
                    <a:pt x="8903" y="1870"/>
                    <a:pt x="9903" y="4424"/>
                    <a:pt x="8903" y="6545"/>
                  </a:cubicBezTo>
                  <a:cubicBezTo>
                    <a:pt x="8068" y="8352"/>
                    <a:pt x="6516" y="9067"/>
                    <a:pt x="4824" y="9067"/>
                  </a:cubicBezTo>
                  <a:cubicBezTo>
                    <a:pt x="4123" y="9067"/>
                    <a:pt x="3398" y="8945"/>
                    <a:pt x="2689" y="8726"/>
                  </a:cubicBezTo>
                  <a:cubicBezTo>
                    <a:pt x="2665" y="8717"/>
                    <a:pt x="2642" y="8712"/>
                    <a:pt x="2622" y="8712"/>
                  </a:cubicBezTo>
                  <a:cubicBezTo>
                    <a:pt x="2606" y="8712"/>
                    <a:pt x="2590" y="8715"/>
                    <a:pt x="2577" y="8720"/>
                  </a:cubicBezTo>
                  <a:lnTo>
                    <a:pt x="2577" y="8720"/>
                  </a:lnTo>
                  <a:cubicBezTo>
                    <a:pt x="1329" y="7981"/>
                    <a:pt x="568" y="6993"/>
                    <a:pt x="568" y="5485"/>
                  </a:cubicBezTo>
                  <a:cubicBezTo>
                    <a:pt x="568" y="4305"/>
                    <a:pt x="822" y="3050"/>
                    <a:pt x="1435" y="2124"/>
                  </a:cubicBezTo>
                  <a:cubicBezTo>
                    <a:pt x="2293" y="1020"/>
                    <a:pt x="3670" y="406"/>
                    <a:pt x="5033" y="406"/>
                  </a:cubicBezTo>
                  <a:close/>
                  <a:moveTo>
                    <a:pt x="4963" y="1"/>
                  </a:moveTo>
                  <a:cubicBezTo>
                    <a:pt x="3414" y="1"/>
                    <a:pt x="1887" y="759"/>
                    <a:pt x="1061" y="2065"/>
                  </a:cubicBezTo>
                  <a:cubicBezTo>
                    <a:pt x="315" y="3185"/>
                    <a:pt x="1" y="4798"/>
                    <a:pt x="195" y="6112"/>
                  </a:cubicBezTo>
                  <a:cubicBezTo>
                    <a:pt x="369" y="7431"/>
                    <a:pt x="1316" y="8299"/>
                    <a:pt x="2504" y="8909"/>
                  </a:cubicBezTo>
                  <a:lnTo>
                    <a:pt x="2504" y="8909"/>
                  </a:lnTo>
                  <a:cubicBezTo>
                    <a:pt x="2514" y="8933"/>
                    <a:pt x="2531" y="8953"/>
                    <a:pt x="2555" y="8965"/>
                  </a:cubicBezTo>
                  <a:cubicBezTo>
                    <a:pt x="3276" y="9372"/>
                    <a:pt x="4051" y="9560"/>
                    <a:pt x="4817" y="9560"/>
                  </a:cubicBezTo>
                  <a:cubicBezTo>
                    <a:pt x="6636" y="9560"/>
                    <a:pt x="8404" y="8498"/>
                    <a:pt x="9276" y="6784"/>
                  </a:cubicBezTo>
                  <a:cubicBezTo>
                    <a:pt x="10396" y="4365"/>
                    <a:pt x="9276" y="1557"/>
                    <a:pt x="6916" y="437"/>
                  </a:cubicBezTo>
                  <a:cubicBezTo>
                    <a:pt x="6297" y="140"/>
                    <a:pt x="5628" y="1"/>
                    <a:pt x="49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1"/>
            <p:cNvSpPr txBox="1"/>
            <p:nvPr/>
          </p:nvSpPr>
          <p:spPr>
            <a:xfrm>
              <a:off x="5617050" y="4508387"/>
              <a:ext cx="1121400" cy="29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41" name="Google Shape;741;p21"/>
            <p:cNvSpPr/>
            <p:nvPr/>
          </p:nvSpPr>
          <p:spPr>
            <a:xfrm>
              <a:off x="6861218" y="3911923"/>
              <a:ext cx="615728" cy="563023"/>
            </a:xfrm>
            <a:custGeom>
              <a:rect b="b" l="l" r="r" t="t"/>
              <a:pathLst>
                <a:path extrusionOk="0" h="9561" w="10456">
                  <a:moveTo>
                    <a:pt x="5008" y="403"/>
                  </a:moveTo>
                  <a:cubicBezTo>
                    <a:pt x="5638" y="403"/>
                    <a:pt x="6267" y="535"/>
                    <a:pt x="6841" y="810"/>
                  </a:cubicBezTo>
                  <a:cubicBezTo>
                    <a:pt x="8962" y="1870"/>
                    <a:pt x="9948" y="4424"/>
                    <a:pt x="8887" y="6545"/>
                  </a:cubicBezTo>
                  <a:cubicBezTo>
                    <a:pt x="8053" y="8340"/>
                    <a:pt x="6503" y="9053"/>
                    <a:pt x="4811" y="9053"/>
                  </a:cubicBezTo>
                  <a:cubicBezTo>
                    <a:pt x="4110" y="9053"/>
                    <a:pt x="3383" y="8930"/>
                    <a:pt x="2674" y="8711"/>
                  </a:cubicBezTo>
                  <a:cubicBezTo>
                    <a:pt x="2660" y="8705"/>
                    <a:pt x="2646" y="8702"/>
                    <a:pt x="2633" y="8702"/>
                  </a:cubicBezTo>
                  <a:cubicBezTo>
                    <a:pt x="2621" y="8702"/>
                    <a:pt x="2610" y="8704"/>
                    <a:pt x="2600" y="8708"/>
                  </a:cubicBezTo>
                  <a:lnTo>
                    <a:pt x="2600" y="8708"/>
                  </a:lnTo>
                  <a:cubicBezTo>
                    <a:pt x="1361" y="7969"/>
                    <a:pt x="553" y="6985"/>
                    <a:pt x="553" y="5485"/>
                  </a:cubicBezTo>
                  <a:cubicBezTo>
                    <a:pt x="553" y="4305"/>
                    <a:pt x="807" y="3050"/>
                    <a:pt x="1494" y="2124"/>
                  </a:cubicBezTo>
                  <a:cubicBezTo>
                    <a:pt x="2299" y="1013"/>
                    <a:pt x="3654" y="403"/>
                    <a:pt x="5008" y="403"/>
                  </a:cubicBezTo>
                  <a:close/>
                  <a:moveTo>
                    <a:pt x="4994" y="1"/>
                  </a:moveTo>
                  <a:cubicBezTo>
                    <a:pt x="3466" y="1"/>
                    <a:pt x="1924" y="758"/>
                    <a:pt x="1046" y="2064"/>
                  </a:cubicBezTo>
                  <a:cubicBezTo>
                    <a:pt x="299" y="3185"/>
                    <a:pt x="0" y="4798"/>
                    <a:pt x="180" y="6097"/>
                  </a:cubicBezTo>
                  <a:cubicBezTo>
                    <a:pt x="371" y="7451"/>
                    <a:pt x="1330" y="8312"/>
                    <a:pt x="2558" y="8937"/>
                  </a:cubicBezTo>
                  <a:lnTo>
                    <a:pt x="2558" y="8937"/>
                  </a:lnTo>
                  <a:cubicBezTo>
                    <a:pt x="2573" y="8948"/>
                    <a:pt x="2591" y="8958"/>
                    <a:pt x="2614" y="8965"/>
                  </a:cubicBezTo>
                  <a:cubicBezTo>
                    <a:pt x="3313" y="9372"/>
                    <a:pt x="4078" y="9560"/>
                    <a:pt x="4838" y="9560"/>
                  </a:cubicBezTo>
                  <a:cubicBezTo>
                    <a:pt x="6645" y="9560"/>
                    <a:pt x="8430" y="8498"/>
                    <a:pt x="9261" y="6784"/>
                  </a:cubicBezTo>
                  <a:cubicBezTo>
                    <a:pt x="10455" y="4365"/>
                    <a:pt x="9261" y="1557"/>
                    <a:pt x="6901" y="436"/>
                  </a:cubicBezTo>
                  <a:cubicBezTo>
                    <a:pt x="6304" y="140"/>
                    <a:pt x="5651" y="1"/>
                    <a:pt x="4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1"/>
            <p:cNvSpPr txBox="1"/>
            <p:nvPr/>
          </p:nvSpPr>
          <p:spPr>
            <a:xfrm>
              <a:off x="6598744" y="4508387"/>
              <a:ext cx="1121400" cy="29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43" name="Google Shape;743;p21"/>
            <p:cNvSpPr/>
            <p:nvPr/>
          </p:nvSpPr>
          <p:spPr>
            <a:xfrm>
              <a:off x="7854442" y="3911924"/>
              <a:ext cx="612194" cy="563553"/>
            </a:xfrm>
            <a:custGeom>
              <a:rect b="b" l="l" r="r" t="t"/>
              <a:pathLst>
                <a:path extrusionOk="0" h="9570" w="10396">
                  <a:moveTo>
                    <a:pt x="4994" y="413"/>
                  </a:moveTo>
                  <a:cubicBezTo>
                    <a:pt x="5632" y="413"/>
                    <a:pt x="6268" y="545"/>
                    <a:pt x="6841" y="820"/>
                  </a:cubicBezTo>
                  <a:cubicBezTo>
                    <a:pt x="8902" y="1880"/>
                    <a:pt x="9888" y="4434"/>
                    <a:pt x="8902" y="6540"/>
                  </a:cubicBezTo>
                  <a:cubicBezTo>
                    <a:pt x="8015" y="8346"/>
                    <a:pt x="6485" y="9062"/>
                    <a:pt x="4804" y="9062"/>
                  </a:cubicBezTo>
                  <a:cubicBezTo>
                    <a:pt x="4109" y="9062"/>
                    <a:pt x="3387" y="8939"/>
                    <a:pt x="2674" y="8721"/>
                  </a:cubicBezTo>
                  <a:cubicBezTo>
                    <a:pt x="2656" y="8715"/>
                    <a:pt x="2637" y="8712"/>
                    <a:pt x="2620" y="8712"/>
                  </a:cubicBezTo>
                  <a:cubicBezTo>
                    <a:pt x="2603" y="8712"/>
                    <a:pt x="2586" y="8715"/>
                    <a:pt x="2570" y="8720"/>
                  </a:cubicBezTo>
                  <a:lnTo>
                    <a:pt x="2570" y="8720"/>
                  </a:lnTo>
                  <a:cubicBezTo>
                    <a:pt x="1328" y="7980"/>
                    <a:pt x="494" y="7006"/>
                    <a:pt x="494" y="5495"/>
                  </a:cubicBezTo>
                  <a:cubicBezTo>
                    <a:pt x="494" y="4300"/>
                    <a:pt x="747" y="3060"/>
                    <a:pt x="1435" y="2134"/>
                  </a:cubicBezTo>
                  <a:cubicBezTo>
                    <a:pt x="2240" y="1023"/>
                    <a:pt x="3623" y="413"/>
                    <a:pt x="4994" y="413"/>
                  </a:cubicBezTo>
                  <a:close/>
                  <a:moveTo>
                    <a:pt x="4940" y="1"/>
                  </a:moveTo>
                  <a:cubicBezTo>
                    <a:pt x="3398" y="1"/>
                    <a:pt x="1866" y="758"/>
                    <a:pt x="1001" y="2059"/>
                  </a:cubicBezTo>
                  <a:cubicBezTo>
                    <a:pt x="314" y="3180"/>
                    <a:pt x="1" y="4808"/>
                    <a:pt x="120" y="6107"/>
                  </a:cubicBezTo>
                  <a:cubicBezTo>
                    <a:pt x="311" y="7458"/>
                    <a:pt x="1339" y="8318"/>
                    <a:pt x="2495" y="8943"/>
                  </a:cubicBezTo>
                  <a:lnTo>
                    <a:pt x="2495" y="8943"/>
                  </a:lnTo>
                  <a:cubicBezTo>
                    <a:pt x="2510" y="8956"/>
                    <a:pt x="2530" y="8967"/>
                    <a:pt x="2555" y="8975"/>
                  </a:cubicBezTo>
                  <a:cubicBezTo>
                    <a:pt x="3271" y="9382"/>
                    <a:pt x="4043" y="9570"/>
                    <a:pt x="4805" y="9570"/>
                  </a:cubicBezTo>
                  <a:cubicBezTo>
                    <a:pt x="6617" y="9570"/>
                    <a:pt x="8375" y="8508"/>
                    <a:pt x="9216" y="6794"/>
                  </a:cubicBezTo>
                  <a:cubicBezTo>
                    <a:pt x="10396" y="4374"/>
                    <a:pt x="9216" y="1567"/>
                    <a:pt x="6901" y="446"/>
                  </a:cubicBezTo>
                  <a:cubicBezTo>
                    <a:pt x="6281" y="143"/>
                    <a:pt x="5610" y="1"/>
                    <a:pt x="4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1"/>
            <p:cNvSpPr txBox="1"/>
            <p:nvPr/>
          </p:nvSpPr>
          <p:spPr>
            <a:xfrm>
              <a:off x="7580437" y="4508387"/>
              <a:ext cx="1121400" cy="29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cxnSp>
        <p:nvCxnSpPr>
          <p:cNvPr id="745" name="Google Shape;745;p21"/>
          <p:cNvCxnSpPr/>
          <p:nvPr/>
        </p:nvCxnSpPr>
        <p:spPr>
          <a:xfrm>
            <a:off x="5457058" y="2978725"/>
            <a:ext cx="323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21"/>
          <p:cNvCxnSpPr/>
          <p:nvPr/>
        </p:nvCxnSpPr>
        <p:spPr>
          <a:xfrm>
            <a:off x="442183" y="2978700"/>
            <a:ext cx="320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7" name="Google Shape;747;p21"/>
          <p:cNvSpPr/>
          <p:nvPr/>
        </p:nvSpPr>
        <p:spPr>
          <a:xfrm>
            <a:off x="3642408" y="2053050"/>
            <a:ext cx="1842014" cy="1832367"/>
          </a:xfrm>
          <a:custGeom>
            <a:rect b="b" l="l" r="r" t="t"/>
            <a:pathLst>
              <a:path extrusionOk="0" h="67615" w="67971">
                <a:moveTo>
                  <a:pt x="33008" y="997"/>
                </a:moveTo>
                <a:cubicBezTo>
                  <a:pt x="33159" y="1048"/>
                  <a:pt x="33340" y="1048"/>
                  <a:pt x="33522" y="1048"/>
                </a:cubicBezTo>
                <a:cubicBezTo>
                  <a:pt x="33704" y="1048"/>
                  <a:pt x="33886" y="1048"/>
                  <a:pt x="34036" y="1098"/>
                </a:cubicBezTo>
                <a:cubicBezTo>
                  <a:pt x="34147" y="1119"/>
                  <a:pt x="34254" y="1127"/>
                  <a:pt x="34358" y="1127"/>
                </a:cubicBezTo>
                <a:cubicBezTo>
                  <a:pt x="34643" y="1127"/>
                  <a:pt x="34908" y="1069"/>
                  <a:pt x="35192" y="1069"/>
                </a:cubicBezTo>
                <a:cubicBezTo>
                  <a:pt x="35297" y="1069"/>
                  <a:pt x="35403" y="1076"/>
                  <a:pt x="35515" y="1098"/>
                </a:cubicBezTo>
                <a:cubicBezTo>
                  <a:pt x="35615" y="1131"/>
                  <a:pt x="35704" y="1142"/>
                  <a:pt x="35790" y="1142"/>
                </a:cubicBezTo>
                <a:cubicBezTo>
                  <a:pt x="35963" y="1142"/>
                  <a:pt x="36124" y="1098"/>
                  <a:pt x="36342" y="1098"/>
                </a:cubicBezTo>
                <a:lnTo>
                  <a:pt x="36542" y="1098"/>
                </a:lnTo>
                <a:cubicBezTo>
                  <a:pt x="36768" y="1198"/>
                  <a:pt x="36968" y="1198"/>
                  <a:pt x="37169" y="1198"/>
                </a:cubicBezTo>
                <a:cubicBezTo>
                  <a:pt x="37795" y="1298"/>
                  <a:pt x="38522" y="1298"/>
                  <a:pt x="39149" y="1398"/>
                </a:cubicBezTo>
                <a:cubicBezTo>
                  <a:pt x="39775" y="1624"/>
                  <a:pt x="40402" y="1624"/>
                  <a:pt x="41028" y="1724"/>
                </a:cubicBezTo>
                <a:cubicBezTo>
                  <a:pt x="41354" y="1824"/>
                  <a:pt x="41780" y="1925"/>
                  <a:pt x="42081" y="2025"/>
                </a:cubicBezTo>
                <a:cubicBezTo>
                  <a:pt x="42407" y="2125"/>
                  <a:pt x="42708" y="2251"/>
                  <a:pt x="43033" y="2251"/>
                </a:cubicBezTo>
                <a:cubicBezTo>
                  <a:pt x="43234" y="2351"/>
                  <a:pt x="43334" y="2351"/>
                  <a:pt x="43434" y="2451"/>
                </a:cubicBezTo>
                <a:cubicBezTo>
                  <a:pt x="43861" y="2652"/>
                  <a:pt x="44287" y="2752"/>
                  <a:pt x="44688" y="2877"/>
                </a:cubicBezTo>
                <a:cubicBezTo>
                  <a:pt x="44913" y="2977"/>
                  <a:pt x="45214" y="2977"/>
                  <a:pt x="45540" y="3078"/>
                </a:cubicBezTo>
                <a:cubicBezTo>
                  <a:pt x="45941" y="3378"/>
                  <a:pt x="46467" y="3504"/>
                  <a:pt x="46893" y="3704"/>
                </a:cubicBezTo>
                <a:cubicBezTo>
                  <a:pt x="46993" y="3704"/>
                  <a:pt x="47094" y="3704"/>
                  <a:pt x="46993" y="3804"/>
                </a:cubicBezTo>
                <a:cubicBezTo>
                  <a:pt x="46993" y="3905"/>
                  <a:pt x="47018" y="3930"/>
                  <a:pt x="47056" y="3930"/>
                </a:cubicBezTo>
                <a:cubicBezTo>
                  <a:pt x="47094" y="3930"/>
                  <a:pt x="47144" y="3905"/>
                  <a:pt x="47194" y="3905"/>
                </a:cubicBezTo>
                <a:cubicBezTo>
                  <a:pt x="47419" y="3905"/>
                  <a:pt x="47520" y="4130"/>
                  <a:pt x="47620" y="4130"/>
                </a:cubicBezTo>
                <a:cubicBezTo>
                  <a:pt x="47673" y="4130"/>
                  <a:pt x="47725" y="4096"/>
                  <a:pt x="47778" y="4096"/>
                </a:cubicBezTo>
                <a:cubicBezTo>
                  <a:pt x="47826" y="4096"/>
                  <a:pt x="47873" y="4124"/>
                  <a:pt x="47921" y="4231"/>
                </a:cubicBezTo>
                <a:cubicBezTo>
                  <a:pt x="48046" y="4331"/>
                  <a:pt x="48247" y="4331"/>
                  <a:pt x="48447" y="4531"/>
                </a:cubicBezTo>
                <a:cubicBezTo>
                  <a:pt x="48547" y="4632"/>
                  <a:pt x="48673" y="4757"/>
                  <a:pt x="48973" y="4757"/>
                </a:cubicBezTo>
                <a:cubicBezTo>
                  <a:pt x="49074" y="4757"/>
                  <a:pt x="49299" y="4957"/>
                  <a:pt x="49399" y="5058"/>
                </a:cubicBezTo>
                <a:cubicBezTo>
                  <a:pt x="49600" y="5158"/>
                  <a:pt x="49700" y="5258"/>
                  <a:pt x="49926" y="5258"/>
                </a:cubicBezTo>
                <a:cubicBezTo>
                  <a:pt x="50026" y="5258"/>
                  <a:pt x="50026" y="5258"/>
                  <a:pt x="50126" y="5383"/>
                </a:cubicBezTo>
                <a:cubicBezTo>
                  <a:pt x="50327" y="5684"/>
                  <a:pt x="50753" y="5784"/>
                  <a:pt x="51179" y="6110"/>
                </a:cubicBezTo>
                <a:cubicBezTo>
                  <a:pt x="51279" y="6210"/>
                  <a:pt x="51580" y="6210"/>
                  <a:pt x="51680" y="6411"/>
                </a:cubicBezTo>
                <a:cubicBezTo>
                  <a:pt x="51805" y="6511"/>
                  <a:pt x="52106" y="6511"/>
                  <a:pt x="52206" y="6737"/>
                </a:cubicBezTo>
                <a:cubicBezTo>
                  <a:pt x="52432" y="6837"/>
                  <a:pt x="52633" y="6937"/>
                  <a:pt x="52833" y="7038"/>
                </a:cubicBezTo>
                <a:cubicBezTo>
                  <a:pt x="53059" y="7263"/>
                  <a:pt x="53359" y="7363"/>
                  <a:pt x="53685" y="7564"/>
                </a:cubicBezTo>
                <a:cubicBezTo>
                  <a:pt x="53886" y="7664"/>
                  <a:pt x="54086" y="7664"/>
                  <a:pt x="54086" y="7990"/>
                </a:cubicBezTo>
                <a:lnTo>
                  <a:pt x="54186" y="7990"/>
                </a:lnTo>
                <a:cubicBezTo>
                  <a:pt x="54713" y="7990"/>
                  <a:pt x="54813" y="8616"/>
                  <a:pt x="55239" y="8717"/>
                </a:cubicBezTo>
                <a:cubicBezTo>
                  <a:pt x="55339" y="8917"/>
                  <a:pt x="55565" y="9017"/>
                  <a:pt x="55665" y="9143"/>
                </a:cubicBezTo>
                <a:cubicBezTo>
                  <a:pt x="55736" y="9214"/>
                  <a:pt x="55757" y="9285"/>
                  <a:pt x="55798" y="9285"/>
                </a:cubicBezTo>
                <a:cubicBezTo>
                  <a:pt x="55815" y="9285"/>
                  <a:pt x="55836" y="9272"/>
                  <a:pt x="55866" y="9243"/>
                </a:cubicBezTo>
                <a:cubicBezTo>
                  <a:pt x="55966" y="9243"/>
                  <a:pt x="56066" y="9243"/>
                  <a:pt x="56066" y="9444"/>
                </a:cubicBezTo>
                <a:cubicBezTo>
                  <a:pt x="56066" y="9523"/>
                  <a:pt x="56066" y="9681"/>
                  <a:pt x="56228" y="9681"/>
                </a:cubicBezTo>
                <a:cubicBezTo>
                  <a:pt x="56271" y="9681"/>
                  <a:pt x="56324" y="9670"/>
                  <a:pt x="56392" y="9644"/>
                </a:cubicBezTo>
                <a:lnTo>
                  <a:pt x="56492" y="9644"/>
                </a:lnTo>
                <a:cubicBezTo>
                  <a:pt x="56292" y="10070"/>
                  <a:pt x="56693" y="9870"/>
                  <a:pt x="56818" y="10070"/>
                </a:cubicBezTo>
                <a:cubicBezTo>
                  <a:pt x="56818" y="10271"/>
                  <a:pt x="57019" y="10396"/>
                  <a:pt x="57119" y="10596"/>
                </a:cubicBezTo>
                <a:cubicBezTo>
                  <a:pt x="57219" y="10596"/>
                  <a:pt x="57319" y="10596"/>
                  <a:pt x="57319" y="10697"/>
                </a:cubicBezTo>
                <a:cubicBezTo>
                  <a:pt x="57445" y="10697"/>
                  <a:pt x="57545" y="10697"/>
                  <a:pt x="57545" y="10797"/>
                </a:cubicBezTo>
                <a:cubicBezTo>
                  <a:pt x="57545" y="10897"/>
                  <a:pt x="57645" y="11023"/>
                  <a:pt x="57745" y="11023"/>
                </a:cubicBezTo>
                <a:cubicBezTo>
                  <a:pt x="57846" y="11123"/>
                  <a:pt x="57846" y="11123"/>
                  <a:pt x="57846" y="11223"/>
                </a:cubicBezTo>
                <a:cubicBezTo>
                  <a:pt x="57946" y="11524"/>
                  <a:pt x="58071" y="11649"/>
                  <a:pt x="58372" y="11850"/>
                </a:cubicBezTo>
                <a:cubicBezTo>
                  <a:pt x="58472" y="11850"/>
                  <a:pt x="58572" y="11850"/>
                  <a:pt x="58572" y="11950"/>
                </a:cubicBezTo>
                <a:cubicBezTo>
                  <a:pt x="58798" y="12276"/>
                  <a:pt x="58898" y="12376"/>
                  <a:pt x="59099" y="12576"/>
                </a:cubicBezTo>
                <a:cubicBezTo>
                  <a:pt x="59199" y="12576"/>
                  <a:pt x="59199" y="12677"/>
                  <a:pt x="59324" y="12677"/>
                </a:cubicBezTo>
                <a:cubicBezTo>
                  <a:pt x="59525" y="12902"/>
                  <a:pt x="59525" y="13103"/>
                  <a:pt x="59725" y="13303"/>
                </a:cubicBezTo>
                <a:cubicBezTo>
                  <a:pt x="59951" y="13403"/>
                  <a:pt x="59951" y="13729"/>
                  <a:pt x="60151" y="13830"/>
                </a:cubicBezTo>
                <a:cubicBezTo>
                  <a:pt x="60352" y="13930"/>
                  <a:pt x="60352" y="14155"/>
                  <a:pt x="60577" y="14356"/>
                </a:cubicBezTo>
                <a:cubicBezTo>
                  <a:pt x="60577" y="14456"/>
                  <a:pt x="60678" y="14456"/>
                  <a:pt x="60778" y="14556"/>
                </a:cubicBezTo>
                <a:cubicBezTo>
                  <a:pt x="60978" y="14657"/>
                  <a:pt x="61204" y="14982"/>
                  <a:pt x="61304" y="15183"/>
                </a:cubicBezTo>
                <a:cubicBezTo>
                  <a:pt x="61404" y="15183"/>
                  <a:pt x="61404" y="15283"/>
                  <a:pt x="61304" y="15409"/>
                </a:cubicBezTo>
                <a:cubicBezTo>
                  <a:pt x="61304" y="15409"/>
                  <a:pt x="61304" y="15509"/>
                  <a:pt x="61404" y="15509"/>
                </a:cubicBezTo>
                <a:cubicBezTo>
                  <a:pt x="61505" y="15509"/>
                  <a:pt x="61605" y="15609"/>
                  <a:pt x="61605" y="15709"/>
                </a:cubicBezTo>
                <a:cubicBezTo>
                  <a:pt x="61931" y="16135"/>
                  <a:pt x="62332" y="16536"/>
                  <a:pt x="62557" y="17063"/>
                </a:cubicBezTo>
                <a:cubicBezTo>
                  <a:pt x="62658" y="17288"/>
                  <a:pt x="62658" y="17589"/>
                  <a:pt x="62958" y="17589"/>
                </a:cubicBezTo>
                <a:cubicBezTo>
                  <a:pt x="62958" y="17589"/>
                  <a:pt x="62958" y="17689"/>
                  <a:pt x="63084" y="17789"/>
                </a:cubicBezTo>
                <a:cubicBezTo>
                  <a:pt x="63184" y="18216"/>
                  <a:pt x="63284" y="18416"/>
                  <a:pt x="63585" y="18742"/>
                </a:cubicBezTo>
                <a:cubicBezTo>
                  <a:pt x="63585" y="18842"/>
                  <a:pt x="63710" y="18842"/>
                  <a:pt x="63710" y="18942"/>
                </a:cubicBezTo>
                <a:cubicBezTo>
                  <a:pt x="63585" y="19268"/>
                  <a:pt x="63911" y="19469"/>
                  <a:pt x="64011" y="19669"/>
                </a:cubicBezTo>
                <a:cubicBezTo>
                  <a:pt x="64011" y="19895"/>
                  <a:pt x="64011" y="19995"/>
                  <a:pt x="64212" y="20095"/>
                </a:cubicBezTo>
                <a:cubicBezTo>
                  <a:pt x="64337" y="20095"/>
                  <a:pt x="64437" y="20196"/>
                  <a:pt x="64337" y="20296"/>
                </a:cubicBezTo>
                <a:cubicBezTo>
                  <a:pt x="64337" y="20521"/>
                  <a:pt x="64437" y="20622"/>
                  <a:pt x="64537" y="20722"/>
                </a:cubicBezTo>
                <a:cubicBezTo>
                  <a:pt x="64638" y="20722"/>
                  <a:pt x="64537" y="20922"/>
                  <a:pt x="64638" y="20922"/>
                </a:cubicBezTo>
                <a:cubicBezTo>
                  <a:pt x="64738" y="21048"/>
                  <a:pt x="64638" y="21248"/>
                  <a:pt x="64838" y="21348"/>
                </a:cubicBezTo>
                <a:lnTo>
                  <a:pt x="64963" y="21449"/>
                </a:lnTo>
                <a:cubicBezTo>
                  <a:pt x="64963" y="21774"/>
                  <a:pt x="65164" y="22075"/>
                  <a:pt x="65264" y="22401"/>
                </a:cubicBezTo>
                <a:cubicBezTo>
                  <a:pt x="65264" y="22602"/>
                  <a:pt x="65364" y="22602"/>
                  <a:pt x="65364" y="22702"/>
                </a:cubicBezTo>
                <a:cubicBezTo>
                  <a:pt x="65590" y="23028"/>
                  <a:pt x="65590" y="23228"/>
                  <a:pt x="65690" y="23554"/>
                </a:cubicBezTo>
                <a:cubicBezTo>
                  <a:pt x="65790" y="23855"/>
                  <a:pt x="65790" y="24281"/>
                  <a:pt x="65891" y="24682"/>
                </a:cubicBezTo>
                <a:cubicBezTo>
                  <a:pt x="66091" y="25208"/>
                  <a:pt x="66217" y="25734"/>
                  <a:pt x="66317" y="26160"/>
                </a:cubicBezTo>
                <a:cubicBezTo>
                  <a:pt x="66317" y="26561"/>
                  <a:pt x="66417" y="26887"/>
                  <a:pt x="66517" y="27188"/>
                </a:cubicBezTo>
                <a:cubicBezTo>
                  <a:pt x="66517" y="27313"/>
                  <a:pt x="66618" y="27414"/>
                  <a:pt x="66517" y="27614"/>
                </a:cubicBezTo>
                <a:cubicBezTo>
                  <a:pt x="66417" y="27714"/>
                  <a:pt x="66843" y="27714"/>
                  <a:pt x="66618" y="27940"/>
                </a:cubicBezTo>
                <a:cubicBezTo>
                  <a:pt x="66517" y="28040"/>
                  <a:pt x="66517" y="28241"/>
                  <a:pt x="66618" y="28341"/>
                </a:cubicBezTo>
                <a:cubicBezTo>
                  <a:pt x="66618" y="28566"/>
                  <a:pt x="66718" y="28667"/>
                  <a:pt x="66718" y="28767"/>
                </a:cubicBezTo>
                <a:cubicBezTo>
                  <a:pt x="66718" y="28967"/>
                  <a:pt x="66843" y="29193"/>
                  <a:pt x="66843" y="29394"/>
                </a:cubicBezTo>
                <a:cubicBezTo>
                  <a:pt x="66843" y="29820"/>
                  <a:pt x="67044" y="30120"/>
                  <a:pt x="66943" y="30546"/>
                </a:cubicBezTo>
                <a:cubicBezTo>
                  <a:pt x="66943" y="31073"/>
                  <a:pt x="67044" y="31574"/>
                  <a:pt x="66943" y="32100"/>
                </a:cubicBezTo>
                <a:cubicBezTo>
                  <a:pt x="66943" y="32201"/>
                  <a:pt x="67044" y="32426"/>
                  <a:pt x="67044" y="32627"/>
                </a:cubicBezTo>
                <a:cubicBezTo>
                  <a:pt x="67044" y="33353"/>
                  <a:pt x="66943" y="34206"/>
                  <a:pt x="66943" y="34932"/>
                </a:cubicBezTo>
                <a:cubicBezTo>
                  <a:pt x="66943" y="35559"/>
                  <a:pt x="66943" y="36186"/>
                  <a:pt x="66843" y="36712"/>
                </a:cubicBezTo>
                <a:cubicBezTo>
                  <a:pt x="66843" y="37113"/>
                  <a:pt x="66718" y="37539"/>
                  <a:pt x="66618" y="37965"/>
                </a:cubicBezTo>
                <a:cubicBezTo>
                  <a:pt x="66618" y="38366"/>
                  <a:pt x="66618" y="38692"/>
                  <a:pt x="66517" y="39093"/>
                </a:cubicBezTo>
                <a:cubicBezTo>
                  <a:pt x="66517" y="39318"/>
                  <a:pt x="66417" y="39519"/>
                  <a:pt x="66417" y="39719"/>
                </a:cubicBezTo>
                <a:cubicBezTo>
                  <a:pt x="66417" y="40145"/>
                  <a:pt x="66317" y="40672"/>
                  <a:pt x="66091" y="41098"/>
                </a:cubicBezTo>
                <a:cubicBezTo>
                  <a:pt x="65991" y="41298"/>
                  <a:pt x="66217" y="41499"/>
                  <a:pt x="66091" y="41724"/>
                </a:cubicBezTo>
                <a:cubicBezTo>
                  <a:pt x="65790" y="42226"/>
                  <a:pt x="65690" y="42978"/>
                  <a:pt x="65590" y="43604"/>
                </a:cubicBezTo>
                <a:cubicBezTo>
                  <a:pt x="65465" y="43905"/>
                  <a:pt x="65364" y="44231"/>
                  <a:pt x="65264" y="44531"/>
                </a:cubicBezTo>
                <a:cubicBezTo>
                  <a:pt x="65164" y="44958"/>
                  <a:pt x="64963" y="45359"/>
                  <a:pt x="64963" y="45684"/>
                </a:cubicBezTo>
                <a:cubicBezTo>
                  <a:pt x="64963" y="46110"/>
                  <a:pt x="64738" y="46311"/>
                  <a:pt x="64638" y="46612"/>
                </a:cubicBezTo>
                <a:cubicBezTo>
                  <a:pt x="64638" y="46737"/>
                  <a:pt x="64537" y="46837"/>
                  <a:pt x="64537" y="46938"/>
                </a:cubicBezTo>
                <a:cubicBezTo>
                  <a:pt x="64537" y="47138"/>
                  <a:pt x="64437" y="47364"/>
                  <a:pt x="64337" y="47464"/>
                </a:cubicBezTo>
                <a:cubicBezTo>
                  <a:pt x="64212" y="47564"/>
                  <a:pt x="64011" y="47765"/>
                  <a:pt x="64111" y="47990"/>
                </a:cubicBezTo>
                <a:cubicBezTo>
                  <a:pt x="63811" y="48090"/>
                  <a:pt x="63911" y="48291"/>
                  <a:pt x="63811" y="48391"/>
                </a:cubicBezTo>
                <a:cubicBezTo>
                  <a:pt x="63710" y="48617"/>
                  <a:pt x="63585" y="48717"/>
                  <a:pt x="63485" y="48917"/>
                </a:cubicBezTo>
                <a:cubicBezTo>
                  <a:pt x="63485" y="49243"/>
                  <a:pt x="63184" y="49444"/>
                  <a:pt x="63084" y="49745"/>
                </a:cubicBezTo>
                <a:cubicBezTo>
                  <a:pt x="63084" y="49970"/>
                  <a:pt x="62858" y="50171"/>
                  <a:pt x="62758" y="50371"/>
                </a:cubicBezTo>
                <a:cubicBezTo>
                  <a:pt x="62658" y="50371"/>
                  <a:pt x="62557" y="50496"/>
                  <a:pt x="62557" y="50496"/>
                </a:cubicBezTo>
                <a:cubicBezTo>
                  <a:pt x="62457" y="50797"/>
                  <a:pt x="62332" y="50998"/>
                  <a:pt x="62232" y="51223"/>
                </a:cubicBezTo>
                <a:cubicBezTo>
                  <a:pt x="62131" y="51424"/>
                  <a:pt x="61931" y="51524"/>
                  <a:pt x="61705" y="51750"/>
                </a:cubicBezTo>
                <a:cubicBezTo>
                  <a:pt x="61605" y="51850"/>
                  <a:pt x="61605" y="52050"/>
                  <a:pt x="61505" y="52151"/>
                </a:cubicBezTo>
                <a:cubicBezTo>
                  <a:pt x="61404" y="52251"/>
                  <a:pt x="61404" y="52476"/>
                  <a:pt x="61204" y="52577"/>
                </a:cubicBezTo>
                <a:lnTo>
                  <a:pt x="61204" y="52677"/>
                </a:lnTo>
                <a:cubicBezTo>
                  <a:pt x="61079" y="52877"/>
                  <a:pt x="61079" y="52777"/>
                  <a:pt x="60878" y="53003"/>
                </a:cubicBezTo>
                <a:cubicBezTo>
                  <a:pt x="60678" y="53103"/>
                  <a:pt x="60452" y="53203"/>
                  <a:pt x="60577" y="53504"/>
                </a:cubicBezTo>
                <a:cubicBezTo>
                  <a:pt x="60577" y="53504"/>
                  <a:pt x="60452" y="53629"/>
                  <a:pt x="60352" y="53629"/>
                </a:cubicBezTo>
                <a:cubicBezTo>
                  <a:pt x="60252" y="53730"/>
                  <a:pt x="60151" y="53830"/>
                  <a:pt x="60051" y="53930"/>
                </a:cubicBezTo>
                <a:cubicBezTo>
                  <a:pt x="59826" y="54030"/>
                  <a:pt x="59725" y="54131"/>
                  <a:pt x="59725" y="54356"/>
                </a:cubicBezTo>
                <a:lnTo>
                  <a:pt x="59725" y="54557"/>
                </a:lnTo>
                <a:cubicBezTo>
                  <a:pt x="59324" y="54657"/>
                  <a:pt x="59324" y="55283"/>
                  <a:pt x="58798" y="55283"/>
                </a:cubicBezTo>
                <a:cubicBezTo>
                  <a:pt x="58798" y="55283"/>
                  <a:pt x="58698" y="55283"/>
                  <a:pt x="58698" y="55384"/>
                </a:cubicBezTo>
                <a:cubicBezTo>
                  <a:pt x="58572" y="55709"/>
                  <a:pt x="58272" y="55910"/>
                  <a:pt x="58071" y="56136"/>
                </a:cubicBezTo>
                <a:cubicBezTo>
                  <a:pt x="57846" y="56436"/>
                  <a:pt x="57545" y="56637"/>
                  <a:pt x="57319" y="56862"/>
                </a:cubicBezTo>
                <a:cubicBezTo>
                  <a:pt x="57219" y="57063"/>
                  <a:pt x="57019" y="57163"/>
                  <a:pt x="56918" y="57263"/>
                </a:cubicBezTo>
                <a:cubicBezTo>
                  <a:pt x="56693" y="57489"/>
                  <a:pt x="56693" y="57689"/>
                  <a:pt x="56492" y="57790"/>
                </a:cubicBezTo>
                <a:cubicBezTo>
                  <a:pt x="56191" y="57890"/>
                  <a:pt x="56066" y="58316"/>
                  <a:pt x="55665" y="58416"/>
                </a:cubicBezTo>
                <a:cubicBezTo>
                  <a:pt x="55565" y="58416"/>
                  <a:pt x="55565" y="58642"/>
                  <a:pt x="55440" y="58642"/>
                </a:cubicBezTo>
                <a:cubicBezTo>
                  <a:pt x="55339" y="58842"/>
                  <a:pt x="55139" y="58943"/>
                  <a:pt x="55039" y="59043"/>
                </a:cubicBezTo>
                <a:cubicBezTo>
                  <a:pt x="54938" y="59143"/>
                  <a:pt x="54938" y="59143"/>
                  <a:pt x="54813" y="59143"/>
                </a:cubicBezTo>
                <a:cubicBezTo>
                  <a:pt x="54713" y="59268"/>
                  <a:pt x="54713" y="59369"/>
                  <a:pt x="54612" y="59369"/>
                </a:cubicBezTo>
                <a:cubicBezTo>
                  <a:pt x="53986" y="59770"/>
                  <a:pt x="53359" y="60296"/>
                  <a:pt x="52833" y="60722"/>
                </a:cubicBezTo>
                <a:cubicBezTo>
                  <a:pt x="52633" y="60923"/>
                  <a:pt x="52307" y="60923"/>
                  <a:pt x="52006" y="61148"/>
                </a:cubicBezTo>
                <a:cubicBezTo>
                  <a:pt x="51805" y="61349"/>
                  <a:pt x="51379" y="61549"/>
                  <a:pt x="51054" y="61649"/>
                </a:cubicBezTo>
                <a:cubicBezTo>
                  <a:pt x="50853" y="61875"/>
                  <a:pt x="50653" y="62075"/>
                  <a:pt x="50327" y="62176"/>
                </a:cubicBezTo>
                <a:cubicBezTo>
                  <a:pt x="49800" y="62401"/>
                  <a:pt x="49299" y="62903"/>
                  <a:pt x="48673" y="63128"/>
                </a:cubicBezTo>
                <a:lnTo>
                  <a:pt x="48547" y="63228"/>
                </a:lnTo>
                <a:cubicBezTo>
                  <a:pt x="48547" y="63505"/>
                  <a:pt x="48421" y="63602"/>
                  <a:pt x="48243" y="63602"/>
                </a:cubicBezTo>
                <a:cubicBezTo>
                  <a:pt x="48147" y="63602"/>
                  <a:pt x="48035" y="63573"/>
                  <a:pt x="47921" y="63529"/>
                </a:cubicBezTo>
                <a:cubicBezTo>
                  <a:pt x="47720" y="63529"/>
                  <a:pt x="47620" y="63529"/>
                  <a:pt x="47720" y="63755"/>
                </a:cubicBezTo>
                <a:cubicBezTo>
                  <a:pt x="47620" y="63755"/>
                  <a:pt x="47520" y="63855"/>
                  <a:pt x="47520" y="63855"/>
                </a:cubicBezTo>
                <a:cubicBezTo>
                  <a:pt x="47462" y="63797"/>
                  <a:pt x="47396" y="63739"/>
                  <a:pt x="47350" y="63739"/>
                </a:cubicBezTo>
                <a:cubicBezTo>
                  <a:pt x="47317" y="63739"/>
                  <a:pt x="47294" y="63770"/>
                  <a:pt x="47294" y="63855"/>
                </a:cubicBezTo>
                <a:cubicBezTo>
                  <a:pt x="47294" y="64055"/>
                  <a:pt x="47094" y="64055"/>
                  <a:pt x="46993" y="64055"/>
                </a:cubicBezTo>
                <a:cubicBezTo>
                  <a:pt x="46893" y="64281"/>
                  <a:pt x="46793" y="64281"/>
                  <a:pt x="46567" y="64281"/>
                </a:cubicBezTo>
                <a:cubicBezTo>
                  <a:pt x="46500" y="64281"/>
                  <a:pt x="46434" y="64225"/>
                  <a:pt x="46367" y="64225"/>
                </a:cubicBezTo>
                <a:cubicBezTo>
                  <a:pt x="46333" y="64225"/>
                  <a:pt x="46300" y="64239"/>
                  <a:pt x="46267" y="64281"/>
                </a:cubicBezTo>
                <a:cubicBezTo>
                  <a:pt x="46166" y="64281"/>
                  <a:pt x="45941" y="64281"/>
                  <a:pt x="45941" y="64481"/>
                </a:cubicBezTo>
                <a:cubicBezTo>
                  <a:pt x="45881" y="64461"/>
                  <a:pt x="45828" y="64453"/>
                  <a:pt x="45782" y="64453"/>
                </a:cubicBezTo>
                <a:cubicBezTo>
                  <a:pt x="45595" y="64453"/>
                  <a:pt x="45495" y="64582"/>
                  <a:pt x="45314" y="64582"/>
                </a:cubicBezTo>
                <a:cubicBezTo>
                  <a:pt x="45214" y="64682"/>
                  <a:pt x="45013" y="64682"/>
                  <a:pt x="44913" y="64782"/>
                </a:cubicBezTo>
                <a:cubicBezTo>
                  <a:pt x="44788" y="64782"/>
                  <a:pt x="44688" y="64908"/>
                  <a:pt x="44587" y="64908"/>
                </a:cubicBezTo>
                <a:lnTo>
                  <a:pt x="44487" y="65008"/>
                </a:lnTo>
                <a:cubicBezTo>
                  <a:pt x="44425" y="64989"/>
                  <a:pt x="44367" y="64980"/>
                  <a:pt x="44313" y="64980"/>
                </a:cubicBezTo>
                <a:cubicBezTo>
                  <a:pt x="44085" y="64980"/>
                  <a:pt x="43922" y="65127"/>
                  <a:pt x="43760" y="65208"/>
                </a:cubicBezTo>
                <a:cubicBezTo>
                  <a:pt x="43660" y="65309"/>
                  <a:pt x="43535" y="65409"/>
                  <a:pt x="43434" y="65409"/>
                </a:cubicBezTo>
                <a:cubicBezTo>
                  <a:pt x="43234" y="65409"/>
                  <a:pt x="43134" y="65409"/>
                  <a:pt x="43033" y="65534"/>
                </a:cubicBezTo>
                <a:cubicBezTo>
                  <a:pt x="42808" y="65634"/>
                  <a:pt x="42607" y="65735"/>
                  <a:pt x="42282" y="65735"/>
                </a:cubicBezTo>
                <a:cubicBezTo>
                  <a:pt x="41780" y="65935"/>
                  <a:pt x="41154" y="66035"/>
                  <a:pt x="40627" y="66161"/>
                </a:cubicBezTo>
                <a:cubicBezTo>
                  <a:pt x="40561" y="66161"/>
                  <a:pt x="40483" y="66205"/>
                  <a:pt x="40438" y="66205"/>
                </a:cubicBezTo>
                <a:cubicBezTo>
                  <a:pt x="40416" y="66205"/>
                  <a:pt x="40402" y="66194"/>
                  <a:pt x="40402" y="66161"/>
                </a:cubicBezTo>
                <a:cubicBezTo>
                  <a:pt x="40362" y="66030"/>
                  <a:pt x="40289" y="65984"/>
                  <a:pt x="40210" y="65984"/>
                </a:cubicBezTo>
                <a:cubicBezTo>
                  <a:pt x="40092" y="65984"/>
                  <a:pt x="39961" y="66086"/>
                  <a:pt x="39901" y="66161"/>
                </a:cubicBezTo>
                <a:cubicBezTo>
                  <a:pt x="39675" y="66261"/>
                  <a:pt x="39374" y="66161"/>
                  <a:pt x="39274" y="66361"/>
                </a:cubicBezTo>
                <a:lnTo>
                  <a:pt x="39149" y="66361"/>
                </a:lnTo>
                <a:cubicBezTo>
                  <a:pt x="39048" y="66361"/>
                  <a:pt x="39048" y="66261"/>
                  <a:pt x="38948" y="66261"/>
                </a:cubicBezTo>
                <a:cubicBezTo>
                  <a:pt x="38522" y="66461"/>
                  <a:pt x="38121" y="66461"/>
                  <a:pt x="37695" y="66461"/>
                </a:cubicBezTo>
                <a:cubicBezTo>
                  <a:pt x="37269" y="66461"/>
                  <a:pt x="36768" y="66562"/>
                  <a:pt x="36342" y="66562"/>
                </a:cubicBezTo>
                <a:cubicBezTo>
                  <a:pt x="36141" y="66662"/>
                  <a:pt x="35916" y="66787"/>
                  <a:pt x="35715" y="66787"/>
                </a:cubicBezTo>
                <a:cubicBezTo>
                  <a:pt x="35289" y="66662"/>
                  <a:pt x="34888" y="66662"/>
                  <a:pt x="34362" y="66662"/>
                </a:cubicBezTo>
                <a:cubicBezTo>
                  <a:pt x="34036" y="66662"/>
                  <a:pt x="33735" y="66787"/>
                  <a:pt x="33409" y="66787"/>
                </a:cubicBezTo>
                <a:cubicBezTo>
                  <a:pt x="33359" y="66756"/>
                  <a:pt x="33301" y="66747"/>
                  <a:pt x="33238" y="66747"/>
                </a:cubicBezTo>
                <a:cubicBezTo>
                  <a:pt x="33143" y="66747"/>
                  <a:pt x="33035" y="66768"/>
                  <a:pt x="32923" y="66768"/>
                </a:cubicBezTo>
                <a:cubicBezTo>
                  <a:pt x="32811" y="66768"/>
                  <a:pt x="32695" y="66747"/>
                  <a:pt x="32582" y="66662"/>
                </a:cubicBezTo>
                <a:cubicBezTo>
                  <a:pt x="32440" y="66737"/>
                  <a:pt x="32312" y="66762"/>
                  <a:pt x="32192" y="66762"/>
                </a:cubicBezTo>
                <a:cubicBezTo>
                  <a:pt x="31953" y="66762"/>
                  <a:pt x="31747" y="66662"/>
                  <a:pt x="31530" y="66662"/>
                </a:cubicBezTo>
                <a:cubicBezTo>
                  <a:pt x="31429" y="66662"/>
                  <a:pt x="31229" y="66662"/>
                  <a:pt x="31129" y="66562"/>
                </a:cubicBezTo>
                <a:cubicBezTo>
                  <a:pt x="31129" y="66528"/>
                  <a:pt x="31104" y="66517"/>
                  <a:pt x="31066" y="66517"/>
                </a:cubicBezTo>
                <a:cubicBezTo>
                  <a:pt x="30992" y="66517"/>
                  <a:pt x="30870" y="66562"/>
                  <a:pt x="30803" y="66562"/>
                </a:cubicBezTo>
                <a:cubicBezTo>
                  <a:pt x="30692" y="66562"/>
                  <a:pt x="30543" y="66661"/>
                  <a:pt x="30414" y="66661"/>
                </a:cubicBezTo>
                <a:cubicBezTo>
                  <a:pt x="30311" y="66661"/>
                  <a:pt x="30221" y="66596"/>
                  <a:pt x="30176" y="66361"/>
                </a:cubicBezTo>
                <a:lnTo>
                  <a:pt x="30076" y="66361"/>
                </a:lnTo>
                <a:cubicBezTo>
                  <a:pt x="30047" y="66346"/>
                  <a:pt x="30017" y="66340"/>
                  <a:pt x="29987" y="66340"/>
                </a:cubicBezTo>
                <a:cubicBezTo>
                  <a:pt x="29842" y="66340"/>
                  <a:pt x="29696" y="66482"/>
                  <a:pt x="29601" y="66482"/>
                </a:cubicBezTo>
                <a:cubicBezTo>
                  <a:pt x="29582" y="66482"/>
                  <a:pt x="29564" y="66476"/>
                  <a:pt x="29550" y="66461"/>
                </a:cubicBezTo>
                <a:cubicBezTo>
                  <a:pt x="29449" y="66361"/>
                  <a:pt x="29349" y="66361"/>
                  <a:pt x="29124" y="66361"/>
                </a:cubicBezTo>
                <a:cubicBezTo>
                  <a:pt x="28823" y="66261"/>
                  <a:pt x="28397" y="66261"/>
                  <a:pt x="28096" y="66035"/>
                </a:cubicBezTo>
                <a:lnTo>
                  <a:pt x="27570" y="66035"/>
                </a:lnTo>
                <a:cubicBezTo>
                  <a:pt x="27369" y="65935"/>
                  <a:pt x="27144" y="65835"/>
                  <a:pt x="26943" y="65735"/>
                </a:cubicBezTo>
                <a:lnTo>
                  <a:pt x="26417" y="65735"/>
                </a:lnTo>
                <a:cubicBezTo>
                  <a:pt x="25891" y="65735"/>
                  <a:pt x="25490" y="65534"/>
                  <a:pt x="24963" y="65309"/>
                </a:cubicBezTo>
                <a:cubicBezTo>
                  <a:pt x="24863" y="65208"/>
                  <a:pt x="24738" y="65208"/>
                  <a:pt x="24637" y="65208"/>
                </a:cubicBezTo>
                <a:lnTo>
                  <a:pt x="24437" y="65208"/>
                </a:lnTo>
                <a:cubicBezTo>
                  <a:pt x="24111" y="64908"/>
                  <a:pt x="23610" y="64908"/>
                  <a:pt x="23184" y="64682"/>
                </a:cubicBezTo>
                <a:cubicBezTo>
                  <a:pt x="23113" y="64611"/>
                  <a:pt x="23042" y="64540"/>
                  <a:pt x="22927" y="64540"/>
                </a:cubicBezTo>
                <a:cubicBezTo>
                  <a:pt x="22879" y="64540"/>
                  <a:pt x="22824" y="64552"/>
                  <a:pt x="22758" y="64582"/>
                </a:cubicBezTo>
                <a:cubicBezTo>
                  <a:pt x="22657" y="64582"/>
                  <a:pt x="22457" y="64481"/>
                  <a:pt x="22231" y="64381"/>
                </a:cubicBezTo>
                <a:lnTo>
                  <a:pt x="22131" y="64156"/>
                </a:lnTo>
                <a:lnTo>
                  <a:pt x="21830" y="64156"/>
                </a:lnTo>
                <a:cubicBezTo>
                  <a:pt x="21605" y="64055"/>
                  <a:pt x="21404" y="64055"/>
                  <a:pt x="21304" y="63855"/>
                </a:cubicBezTo>
                <a:cubicBezTo>
                  <a:pt x="21104" y="63654"/>
                  <a:pt x="20878" y="63755"/>
                  <a:pt x="20677" y="63654"/>
                </a:cubicBezTo>
                <a:cubicBezTo>
                  <a:pt x="20352" y="63429"/>
                  <a:pt x="19951" y="63429"/>
                  <a:pt x="19725" y="63128"/>
                </a:cubicBezTo>
                <a:cubicBezTo>
                  <a:pt x="19690" y="63137"/>
                  <a:pt x="19657" y="63141"/>
                  <a:pt x="19626" y="63141"/>
                </a:cubicBezTo>
                <a:cubicBezTo>
                  <a:pt x="19335" y="63141"/>
                  <a:pt x="19211" y="62789"/>
                  <a:pt x="18903" y="62789"/>
                </a:cubicBezTo>
                <a:cubicBezTo>
                  <a:pt x="18870" y="62789"/>
                  <a:pt x="18835" y="62793"/>
                  <a:pt x="18798" y="62802"/>
                </a:cubicBezTo>
                <a:cubicBezTo>
                  <a:pt x="18597" y="62602"/>
                  <a:pt x="18271" y="62501"/>
                  <a:pt x="18071" y="62401"/>
                </a:cubicBezTo>
                <a:cubicBezTo>
                  <a:pt x="17971" y="62276"/>
                  <a:pt x="17745" y="62176"/>
                  <a:pt x="17545" y="62176"/>
                </a:cubicBezTo>
                <a:cubicBezTo>
                  <a:pt x="17344" y="62075"/>
                  <a:pt x="17119" y="61875"/>
                  <a:pt x="17018" y="61875"/>
                </a:cubicBezTo>
                <a:cubicBezTo>
                  <a:pt x="16492" y="61649"/>
                  <a:pt x="16191" y="61248"/>
                  <a:pt x="15765" y="61023"/>
                </a:cubicBezTo>
                <a:cubicBezTo>
                  <a:pt x="15765" y="60923"/>
                  <a:pt x="15665" y="60923"/>
                  <a:pt x="15665" y="60923"/>
                </a:cubicBezTo>
                <a:cubicBezTo>
                  <a:pt x="15629" y="60934"/>
                  <a:pt x="15595" y="60938"/>
                  <a:pt x="15562" y="60938"/>
                </a:cubicBezTo>
                <a:cubicBezTo>
                  <a:pt x="15295" y="60938"/>
                  <a:pt x="15117" y="60611"/>
                  <a:pt x="14938" y="60522"/>
                </a:cubicBezTo>
                <a:cubicBezTo>
                  <a:pt x="14713" y="60396"/>
                  <a:pt x="14612" y="60196"/>
                  <a:pt x="14412" y="60095"/>
                </a:cubicBezTo>
                <a:cubicBezTo>
                  <a:pt x="14412" y="60062"/>
                  <a:pt x="14401" y="60051"/>
                  <a:pt x="14386" y="60051"/>
                </a:cubicBezTo>
                <a:cubicBezTo>
                  <a:pt x="14356" y="60051"/>
                  <a:pt x="14312" y="60095"/>
                  <a:pt x="14312" y="60095"/>
                </a:cubicBezTo>
                <a:cubicBezTo>
                  <a:pt x="14261" y="60095"/>
                  <a:pt x="14205" y="60121"/>
                  <a:pt x="14177" y="60121"/>
                </a:cubicBezTo>
                <a:cubicBezTo>
                  <a:pt x="14149" y="60121"/>
                  <a:pt x="14149" y="60095"/>
                  <a:pt x="14211" y="59995"/>
                </a:cubicBezTo>
                <a:lnTo>
                  <a:pt x="14086" y="59895"/>
                </a:lnTo>
                <a:cubicBezTo>
                  <a:pt x="13785" y="59669"/>
                  <a:pt x="13359" y="59469"/>
                  <a:pt x="13058" y="59268"/>
                </a:cubicBezTo>
                <a:cubicBezTo>
                  <a:pt x="12958" y="59268"/>
                  <a:pt x="12833" y="59268"/>
                  <a:pt x="12833" y="59143"/>
                </a:cubicBezTo>
                <a:cubicBezTo>
                  <a:pt x="12733" y="58943"/>
                  <a:pt x="12532" y="58842"/>
                  <a:pt x="12332" y="58642"/>
                </a:cubicBezTo>
                <a:cubicBezTo>
                  <a:pt x="12106" y="58316"/>
                  <a:pt x="11905" y="58216"/>
                  <a:pt x="11705" y="58015"/>
                </a:cubicBezTo>
                <a:cubicBezTo>
                  <a:pt x="11379" y="57790"/>
                  <a:pt x="10953" y="57589"/>
                  <a:pt x="10853" y="57163"/>
                </a:cubicBezTo>
                <a:cubicBezTo>
                  <a:pt x="10853" y="57163"/>
                  <a:pt x="10753" y="57063"/>
                  <a:pt x="10652" y="57063"/>
                </a:cubicBezTo>
                <a:cubicBezTo>
                  <a:pt x="10452" y="56963"/>
                  <a:pt x="10226" y="56862"/>
                  <a:pt x="10226" y="56537"/>
                </a:cubicBezTo>
                <a:lnTo>
                  <a:pt x="10126" y="56436"/>
                </a:lnTo>
                <a:cubicBezTo>
                  <a:pt x="9825" y="56236"/>
                  <a:pt x="9600" y="55910"/>
                  <a:pt x="9199" y="55810"/>
                </a:cubicBezTo>
                <a:cubicBezTo>
                  <a:pt x="9199" y="55709"/>
                  <a:pt x="9199" y="55509"/>
                  <a:pt x="9073" y="55384"/>
                </a:cubicBezTo>
                <a:cubicBezTo>
                  <a:pt x="8973" y="55283"/>
                  <a:pt x="8672" y="55283"/>
                  <a:pt x="8672" y="55083"/>
                </a:cubicBezTo>
                <a:cubicBezTo>
                  <a:pt x="8447" y="55083"/>
                  <a:pt x="8447" y="54983"/>
                  <a:pt x="8447" y="54882"/>
                </a:cubicBezTo>
                <a:cubicBezTo>
                  <a:pt x="8447" y="54757"/>
                  <a:pt x="8447" y="54657"/>
                  <a:pt x="8246" y="54657"/>
                </a:cubicBezTo>
                <a:cubicBezTo>
                  <a:pt x="8146" y="54657"/>
                  <a:pt x="8046" y="54356"/>
                  <a:pt x="7946" y="54256"/>
                </a:cubicBezTo>
                <a:lnTo>
                  <a:pt x="7620" y="53930"/>
                </a:lnTo>
                <a:cubicBezTo>
                  <a:pt x="7519" y="53830"/>
                  <a:pt x="7419" y="53730"/>
                  <a:pt x="7419" y="53629"/>
                </a:cubicBezTo>
                <a:cubicBezTo>
                  <a:pt x="7519" y="53504"/>
                  <a:pt x="7319" y="53404"/>
                  <a:pt x="7194" y="53203"/>
                </a:cubicBezTo>
                <a:lnTo>
                  <a:pt x="6993" y="53203"/>
                </a:lnTo>
                <a:cubicBezTo>
                  <a:pt x="7093" y="52877"/>
                  <a:pt x="6893" y="52877"/>
                  <a:pt x="6793" y="52777"/>
                </a:cubicBezTo>
                <a:cubicBezTo>
                  <a:pt x="6711" y="52613"/>
                  <a:pt x="6696" y="52450"/>
                  <a:pt x="6570" y="52450"/>
                </a:cubicBezTo>
                <a:cubicBezTo>
                  <a:pt x="6542" y="52450"/>
                  <a:pt x="6508" y="52458"/>
                  <a:pt x="6467" y="52476"/>
                </a:cubicBezTo>
                <a:lnTo>
                  <a:pt x="6467" y="52376"/>
                </a:lnTo>
                <a:cubicBezTo>
                  <a:pt x="6367" y="51950"/>
                  <a:pt x="6066" y="51750"/>
                  <a:pt x="5840" y="51424"/>
                </a:cubicBezTo>
                <a:cubicBezTo>
                  <a:pt x="5740" y="51323"/>
                  <a:pt x="5740" y="51323"/>
                  <a:pt x="5740" y="51223"/>
                </a:cubicBezTo>
                <a:cubicBezTo>
                  <a:pt x="5640" y="50797"/>
                  <a:pt x="5439" y="50597"/>
                  <a:pt x="5113" y="50271"/>
                </a:cubicBezTo>
                <a:cubicBezTo>
                  <a:pt x="5013" y="50070"/>
                  <a:pt x="5013" y="49870"/>
                  <a:pt x="5013" y="49745"/>
                </a:cubicBezTo>
                <a:cubicBezTo>
                  <a:pt x="5013" y="49444"/>
                  <a:pt x="4913" y="49344"/>
                  <a:pt x="4813" y="49118"/>
                </a:cubicBezTo>
                <a:cubicBezTo>
                  <a:pt x="4813" y="49018"/>
                  <a:pt x="4687" y="48917"/>
                  <a:pt x="4687" y="48817"/>
                </a:cubicBezTo>
                <a:cubicBezTo>
                  <a:pt x="4687" y="48617"/>
                  <a:pt x="4587" y="48717"/>
                  <a:pt x="4587" y="48617"/>
                </a:cubicBezTo>
                <a:cubicBezTo>
                  <a:pt x="4487" y="48291"/>
                  <a:pt x="4186" y="47990"/>
                  <a:pt x="4061" y="47564"/>
                </a:cubicBezTo>
                <a:cubicBezTo>
                  <a:pt x="3860" y="47038"/>
                  <a:pt x="3660" y="46511"/>
                  <a:pt x="3434" y="46110"/>
                </a:cubicBezTo>
                <a:cubicBezTo>
                  <a:pt x="3234" y="45885"/>
                  <a:pt x="3234" y="45584"/>
                  <a:pt x="3133" y="45359"/>
                </a:cubicBezTo>
                <a:cubicBezTo>
                  <a:pt x="2808" y="44632"/>
                  <a:pt x="2707" y="43905"/>
                  <a:pt x="2407" y="43178"/>
                </a:cubicBezTo>
                <a:cubicBezTo>
                  <a:pt x="2306" y="43078"/>
                  <a:pt x="2306" y="42852"/>
                  <a:pt x="2306" y="42752"/>
                </a:cubicBezTo>
                <a:cubicBezTo>
                  <a:pt x="2306" y="42552"/>
                  <a:pt x="2407" y="42351"/>
                  <a:pt x="2081" y="42226"/>
                </a:cubicBezTo>
                <a:lnTo>
                  <a:pt x="2081" y="42125"/>
                </a:lnTo>
                <a:cubicBezTo>
                  <a:pt x="2181" y="41825"/>
                  <a:pt x="1880" y="41599"/>
                  <a:pt x="1880" y="41298"/>
                </a:cubicBezTo>
                <a:cubicBezTo>
                  <a:pt x="1981" y="41298"/>
                  <a:pt x="1880" y="41198"/>
                  <a:pt x="1880" y="41098"/>
                </a:cubicBezTo>
                <a:cubicBezTo>
                  <a:pt x="1780" y="40973"/>
                  <a:pt x="1680" y="40872"/>
                  <a:pt x="1680" y="40672"/>
                </a:cubicBezTo>
                <a:cubicBezTo>
                  <a:pt x="1680" y="40471"/>
                  <a:pt x="1680" y="40346"/>
                  <a:pt x="1555" y="40145"/>
                </a:cubicBezTo>
                <a:cubicBezTo>
                  <a:pt x="1555" y="40045"/>
                  <a:pt x="1454" y="39945"/>
                  <a:pt x="1555" y="39719"/>
                </a:cubicBezTo>
                <a:cubicBezTo>
                  <a:pt x="1555" y="39719"/>
                  <a:pt x="1454" y="39619"/>
                  <a:pt x="1454" y="39519"/>
                </a:cubicBezTo>
                <a:cubicBezTo>
                  <a:pt x="1354" y="39419"/>
                  <a:pt x="1354" y="39318"/>
                  <a:pt x="1454" y="39218"/>
                </a:cubicBezTo>
                <a:cubicBezTo>
                  <a:pt x="1454" y="39093"/>
                  <a:pt x="1454" y="39093"/>
                  <a:pt x="1555" y="38993"/>
                </a:cubicBezTo>
                <a:cubicBezTo>
                  <a:pt x="1454" y="38993"/>
                  <a:pt x="1454" y="39093"/>
                  <a:pt x="1354" y="39093"/>
                </a:cubicBezTo>
                <a:lnTo>
                  <a:pt x="1354" y="38892"/>
                </a:lnTo>
                <a:cubicBezTo>
                  <a:pt x="1454" y="38592"/>
                  <a:pt x="1254" y="38366"/>
                  <a:pt x="1354" y="38065"/>
                </a:cubicBezTo>
                <a:cubicBezTo>
                  <a:pt x="1354" y="37840"/>
                  <a:pt x="1053" y="37739"/>
                  <a:pt x="1254" y="37539"/>
                </a:cubicBezTo>
                <a:cubicBezTo>
                  <a:pt x="1254" y="37439"/>
                  <a:pt x="1254" y="37439"/>
                  <a:pt x="1154" y="37338"/>
                </a:cubicBezTo>
                <a:lnTo>
                  <a:pt x="1154" y="37113"/>
                </a:lnTo>
                <a:cubicBezTo>
                  <a:pt x="1254" y="37013"/>
                  <a:pt x="1254" y="36812"/>
                  <a:pt x="1254" y="36712"/>
                </a:cubicBezTo>
                <a:cubicBezTo>
                  <a:pt x="928" y="36386"/>
                  <a:pt x="1154" y="36085"/>
                  <a:pt x="1154" y="35760"/>
                </a:cubicBezTo>
                <a:lnTo>
                  <a:pt x="1154" y="33679"/>
                </a:lnTo>
                <a:cubicBezTo>
                  <a:pt x="1154" y="33253"/>
                  <a:pt x="1154" y="32727"/>
                  <a:pt x="1254" y="32326"/>
                </a:cubicBezTo>
                <a:cubicBezTo>
                  <a:pt x="1254" y="32201"/>
                  <a:pt x="1154" y="32100"/>
                  <a:pt x="1154" y="32000"/>
                </a:cubicBezTo>
                <a:cubicBezTo>
                  <a:pt x="1254" y="31574"/>
                  <a:pt x="1254" y="31173"/>
                  <a:pt x="1354" y="30747"/>
                </a:cubicBezTo>
                <a:cubicBezTo>
                  <a:pt x="1454" y="30546"/>
                  <a:pt x="1354" y="30446"/>
                  <a:pt x="1354" y="30221"/>
                </a:cubicBezTo>
                <a:cubicBezTo>
                  <a:pt x="1454" y="29394"/>
                  <a:pt x="1555" y="28566"/>
                  <a:pt x="1780" y="27714"/>
                </a:cubicBezTo>
                <a:cubicBezTo>
                  <a:pt x="1780" y="27414"/>
                  <a:pt x="1780" y="27088"/>
                  <a:pt x="1880" y="26787"/>
                </a:cubicBezTo>
                <a:cubicBezTo>
                  <a:pt x="1981" y="26561"/>
                  <a:pt x="1880" y="26160"/>
                  <a:pt x="2081" y="25935"/>
                </a:cubicBezTo>
                <a:cubicBezTo>
                  <a:pt x="2181" y="25835"/>
                  <a:pt x="2081" y="25734"/>
                  <a:pt x="2081" y="25634"/>
                </a:cubicBezTo>
                <a:cubicBezTo>
                  <a:pt x="2181" y="25208"/>
                  <a:pt x="2407" y="24807"/>
                  <a:pt x="2407" y="24281"/>
                </a:cubicBezTo>
                <a:cubicBezTo>
                  <a:pt x="2707" y="23955"/>
                  <a:pt x="2707" y="23554"/>
                  <a:pt x="2808" y="23228"/>
                </a:cubicBezTo>
                <a:cubicBezTo>
                  <a:pt x="2933" y="22602"/>
                  <a:pt x="3234" y="21975"/>
                  <a:pt x="3334" y="21348"/>
                </a:cubicBezTo>
                <a:cubicBezTo>
                  <a:pt x="3434" y="21248"/>
                  <a:pt x="3660" y="21148"/>
                  <a:pt x="3660" y="20922"/>
                </a:cubicBezTo>
                <a:cubicBezTo>
                  <a:pt x="3560" y="20822"/>
                  <a:pt x="3660" y="20722"/>
                  <a:pt x="3660" y="20622"/>
                </a:cubicBezTo>
                <a:cubicBezTo>
                  <a:pt x="3660" y="20296"/>
                  <a:pt x="3961" y="20196"/>
                  <a:pt x="3961" y="19895"/>
                </a:cubicBezTo>
                <a:cubicBezTo>
                  <a:pt x="4186" y="19895"/>
                  <a:pt x="4061" y="19669"/>
                  <a:pt x="4186" y="19469"/>
                </a:cubicBezTo>
                <a:cubicBezTo>
                  <a:pt x="4286" y="19368"/>
                  <a:pt x="4387" y="19168"/>
                  <a:pt x="4387" y="19043"/>
                </a:cubicBezTo>
                <a:cubicBezTo>
                  <a:pt x="4487" y="18842"/>
                  <a:pt x="4487" y="18642"/>
                  <a:pt x="4587" y="18541"/>
                </a:cubicBezTo>
                <a:cubicBezTo>
                  <a:pt x="4587" y="18416"/>
                  <a:pt x="4687" y="18416"/>
                  <a:pt x="4687" y="18316"/>
                </a:cubicBezTo>
                <a:cubicBezTo>
                  <a:pt x="4813" y="18216"/>
                  <a:pt x="4913" y="18115"/>
                  <a:pt x="4913" y="18015"/>
                </a:cubicBezTo>
                <a:cubicBezTo>
                  <a:pt x="5013" y="17689"/>
                  <a:pt x="5113" y="17288"/>
                  <a:pt x="5439" y="17063"/>
                </a:cubicBezTo>
                <a:cubicBezTo>
                  <a:pt x="5314" y="16862"/>
                  <a:pt x="5740" y="16762"/>
                  <a:pt x="5640" y="16436"/>
                </a:cubicBezTo>
                <a:cubicBezTo>
                  <a:pt x="5640" y="16336"/>
                  <a:pt x="5740" y="16135"/>
                  <a:pt x="5941" y="16135"/>
                </a:cubicBezTo>
                <a:cubicBezTo>
                  <a:pt x="6166" y="16035"/>
                  <a:pt x="5840" y="15910"/>
                  <a:pt x="6066" y="15810"/>
                </a:cubicBezTo>
                <a:cubicBezTo>
                  <a:pt x="6166" y="15709"/>
                  <a:pt x="6166" y="15609"/>
                  <a:pt x="6266" y="15509"/>
                </a:cubicBezTo>
                <a:cubicBezTo>
                  <a:pt x="6367" y="15283"/>
                  <a:pt x="6467" y="15083"/>
                  <a:pt x="6567" y="14882"/>
                </a:cubicBezTo>
                <a:cubicBezTo>
                  <a:pt x="6692" y="14657"/>
                  <a:pt x="6793" y="14556"/>
                  <a:pt x="6993" y="14456"/>
                </a:cubicBezTo>
                <a:cubicBezTo>
                  <a:pt x="7093" y="14356"/>
                  <a:pt x="6692" y="14256"/>
                  <a:pt x="6993" y="14256"/>
                </a:cubicBezTo>
                <a:cubicBezTo>
                  <a:pt x="7194" y="14256"/>
                  <a:pt x="6993" y="14030"/>
                  <a:pt x="7093" y="13930"/>
                </a:cubicBezTo>
                <a:cubicBezTo>
                  <a:pt x="7194" y="13930"/>
                  <a:pt x="7319" y="13830"/>
                  <a:pt x="7419" y="13729"/>
                </a:cubicBezTo>
                <a:lnTo>
                  <a:pt x="7519" y="13629"/>
                </a:lnTo>
                <a:cubicBezTo>
                  <a:pt x="7620" y="13403"/>
                  <a:pt x="7620" y="13103"/>
                  <a:pt x="7720" y="13002"/>
                </a:cubicBezTo>
                <a:cubicBezTo>
                  <a:pt x="7946" y="12902"/>
                  <a:pt x="8146" y="12777"/>
                  <a:pt x="8246" y="12677"/>
                </a:cubicBezTo>
                <a:cubicBezTo>
                  <a:pt x="8672" y="12050"/>
                  <a:pt x="9299" y="11749"/>
                  <a:pt x="9600" y="11123"/>
                </a:cubicBezTo>
                <a:cubicBezTo>
                  <a:pt x="9700" y="10897"/>
                  <a:pt x="10026" y="10797"/>
                  <a:pt x="10226" y="10596"/>
                </a:cubicBezTo>
                <a:cubicBezTo>
                  <a:pt x="10327" y="10496"/>
                  <a:pt x="10552" y="10396"/>
                  <a:pt x="10552" y="10396"/>
                </a:cubicBezTo>
                <a:cubicBezTo>
                  <a:pt x="10552" y="10070"/>
                  <a:pt x="10753" y="9970"/>
                  <a:pt x="10953" y="9870"/>
                </a:cubicBezTo>
                <a:cubicBezTo>
                  <a:pt x="11078" y="9644"/>
                  <a:pt x="11379" y="9644"/>
                  <a:pt x="11379" y="9343"/>
                </a:cubicBezTo>
                <a:lnTo>
                  <a:pt x="11479" y="9243"/>
                </a:lnTo>
                <a:cubicBezTo>
                  <a:pt x="11805" y="8917"/>
                  <a:pt x="12106" y="8717"/>
                  <a:pt x="12332" y="8291"/>
                </a:cubicBezTo>
                <a:cubicBezTo>
                  <a:pt x="12432" y="8190"/>
                  <a:pt x="12532" y="8090"/>
                  <a:pt x="12733" y="7990"/>
                </a:cubicBezTo>
                <a:cubicBezTo>
                  <a:pt x="12833" y="7890"/>
                  <a:pt x="13058" y="7764"/>
                  <a:pt x="13159" y="7664"/>
                </a:cubicBezTo>
                <a:cubicBezTo>
                  <a:pt x="13359" y="7464"/>
                  <a:pt x="13585" y="7363"/>
                  <a:pt x="13785" y="7363"/>
                </a:cubicBezTo>
                <a:lnTo>
                  <a:pt x="13885" y="7263"/>
                </a:lnTo>
                <a:cubicBezTo>
                  <a:pt x="14086" y="6937"/>
                  <a:pt x="14312" y="6737"/>
                  <a:pt x="14612" y="6737"/>
                </a:cubicBezTo>
                <a:cubicBezTo>
                  <a:pt x="14713" y="6737"/>
                  <a:pt x="14838" y="6637"/>
                  <a:pt x="14838" y="6637"/>
                </a:cubicBezTo>
                <a:cubicBezTo>
                  <a:pt x="15038" y="6311"/>
                  <a:pt x="15339" y="6210"/>
                  <a:pt x="15665" y="6010"/>
                </a:cubicBezTo>
                <a:cubicBezTo>
                  <a:pt x="15865" y="5885"/>
                  <a:pt x="16191" y="5684"/>
                  <a:pt x="16492" y="5584"/>
                </a:cubicBezTo>
                <a:cubicBezTo>
                  <a:pt x="16718" y="5484"/>
                  <a:pt x="16918" y="5484"/>
                  <a:pt x="17018" y="5258"/>
                </a:cubicBezTo>
                <a:cubicBezTo>
                  <a:pt x="17219" y="5158"/>
                  <a:pt x="17444" y="5058"/>
                  <a:pt x="17545" y="4957"/>
                </a:cubicBezTo>
                <a:cubicBezTo>
                  <a:pt x="17645" y="4857"/>
                  <a:pt x="17745" y="4857"/>
                  <a:pt x="17845" y="4757"/>
                </a:cubicBezTo>
                <a:cubicBezTo>
                  <a:pt x="18071" y="4531"/>
                  <a:pt x="18372" y="4757"/>
                  <a:pt x="18372" y="4431"/>
                </a:cubicBezTo>
                <a:cubicBezTo>
                  <a:pt x="18597" y="4431"/>
                  <a:pt x="18697" y="4231"/>
                  <a:pt x="18898" y="4231"/>
                </a:cubicBezTo>
                <a:cubicBezTo>
                  <a:pt x="19224" y="4130"/>
                  <a:pt x="19424" y="3905"/>
                  <a:pt x="19625" y="3804"/>
                </a:cubicBezTo>
                <a:cubicBezTo>
                  <a:pt x="19850" y="3704"/>
                  <a:pt x="20051" y="3704"/>
                  <a:pt x="20151" y="3504"/>
                </a:cubicBezTo>
                <a:lnTo>
                  <a:pt x="20477" y="3504"/>
                </a:lnTo>
                <a:cubicBezTo>
                  <a:pt x="20778" y="3278"/>
                  <a:pt x="21104" y="3078"/>
                  <a:pt x="21505" y="2977"/>
                </a:cubicBezTo>
                <a:cubicBezTo>
                  <a:pt x="21605" y="2977"/>
                  <a:pt x="21730" y="2877"/>
                  <a:pt x="21830" y="2877"/>
                </a:cubicBezTo>
                <a:cubicBezTo>
                  <a:pt x="21902" y="2788"/>
                  <a:pt x="21922" y="2711"/>
                  <a:pt x="21965" y="2711"/>
                </a:cubicBezTo>
                <a:cubicBezTo>
                  <a:pt x="21982" y="2711"/>
                  <a:pt x="22002" y="2723"/>
                  <a:pt x="22031" y="2752"/>
                </a:cubicBezTo>
                <a:cubicBezTo>
                  <a:pt x="22031" y="2877"/>
                  <a:pt x="22131" y="2877"/>
                  <a:pt x="22131" y="2877"/>
                </a:cubicBezTo>
                <a:cubicBezTo>
                  <a:pt x="22194" y="2736"/>
                  <a:pt x="22306" y="2644"/>
                  <a:pt x="22430" y="2644"/>
                </a:cubicBezTo>
                <a:cubicBezTo>
                  <a:pt x="22504" y="2644"/>
                  <a:pt x="22582" y="2677"/>
                  <a:pt x="22657" y="2752"/>
                </a:cubicBezTo>
                <a:lnTo>
                  <a:pt x="22758" y="2652"/>
                </a:lnTo>
                <a:cubicBezTo>
                  <a:pt x="22858" y="2551"/>
                  <a:pt x="22983" y="2451"/>
                  <a:pt x="23083" y="2351"/>
                </a:cubicBezTo>
                <a:cubicBezTo>
                  <a:pt x="23121" y="2266"/>
                  <a:pt x="23145" y="2231"/>
                  <a:pt x="23165" y="2231"/>
                </a:cubicBezTo>
                <a:cubicBezTo>
                  <a:pt x="23198" y="2231"/>
                  <a:pt x="23222" y="2326"/>
                  <a:pt x="23284" y="2451"/>
                </a:cubicBezTo>
                <a:cubicBezTo>
                  <a:pt x="23384" y="2451"/>
                  <a:pt x="23384" y="2551"/>
                  <a:pt x="23384" y="2551"/>
                </a:cubicBezTo>
                <a:cubicBezTo>
                  <a:pt x="23384" y="2451"/>
                  <a:pt x="23384" y="2451"/>
                  <a:pt x="23484" y="2451"/>
                </a:cubicBezTo>
                <a:cubicBezTo>
                  <a:pt x="23610" y="2351"/>
                  <a:pt x="23710" y="2351"/>
                  <a:pt x="23810" y="2351"/>
                </a:cubicBezTo>
                <a:cubicBezTo>
                  <a:pt x="24011" y="2351"/>
                  <a:pt x="24236" y="2251"/>
                  <a:pt x="24236" y="2025"/>
                </a:cubicBezTo>
                <a:cubicBezTo>
                  <a:pt x="24295" y="1908"/>
                  <a:pt x="24354" y="1859"/>
                  <a:pt x="24413" y="1859"/>
                </a:cubicBezTo>
                <a:cubicBezTo>
                  <a:pt x="24454" y="1859"/>
                  <a:pt x="24496" y="1883"/>
                  <a:pt x="24537" y="1925"/>
                </a:cubicBezTo>
                <a:cubicBezTo>
                  <a:pt x="24608" y="1996"/>
                  <a:pt x="24679" y="2067"/>
                  <a:pt x="24759" y="2067"/>
                </a:cubicBezTo>
                <a:cubicBezTo>
                  <a:pt x="24792" y="2067"/>
                  <a:pt x="24826" y="2054"/>
                  <a:pt x="24863" y="2025"/>
                </a:cubicBezTo>
                <a:cubicBezTo>
                  <a:pt x="25164" y="1925"/>
                  <a:pt x="25490" y="2025"/>
                  <a:pt x="25590" y="1824"/>
                </a:cubicBezTo>
                <a:cubicBezTo>
                  <a:pt x="25647" y="1844"/>
                  <a:pt x="25702" y="1852"/>
                  <a:pt x="25755" y="1852"/>
                </a:cubicBezTo>
                <a:cubicBezTo>
                  <a:pt x="25979" y="1852"/>
                  <a:pt x="26174" y="1705"/>
                  <a:pt x="26417" y="1624"/>
                </a:cubicBezTo>
                <a:cubicBezTo>
                  <a:pt x="26843" y="1624"/>
                  <a:pt x="27244" y="1499"/>
                  <a:pt x="27670" y="1398"/>
                </a:cubicBezTo>
                <a:lnTo>
                  <a:pt x="27870" y="1398"/>
                </a:lnTo>
                <a:cubicBezTo>
                  <a:pt x="28196" y="1298"/>
                  <a:pt x="28397" y="1298"/>
                  <a:pt x="28723" y="1198"/>
                </a:cubicBezTo>
                <a:cubicBezTo>
                  <a:pt x="28823" y="1198"/>
                  <a:pt x="28954" y="1223"/>
                  <a:pt x="29086" y="1223"/>
                </a:cubicBezTo>
                <a:cubicBezTo>
                  <a:pt x="29218" y="1223"/>
                  <a:pt x="29349" y="1198"/>
                  <a:pt x="29449" y="1098"/>
                </a:cubicBezTo>
                <a:cubicBezTo>
                  <a:pt x="29449" y="997"/>
                  <a:pt x="29650" y="997"/>
                  <a:pt x="29750" y="997"/>
                </a:cubicBezTo>
                <a:cubicBezTo>
                  <a:pt x="30001" y="1031"/>
                  <a:pt x="30238" y="1042"/>
                  <a:pt x="30469" y="1042"/>
                </a:cubicBezTo>
                <a:cubicBezTo>
                  <a:pt x="30931" y="1042"/>
                  <a:pt x="31371" y="997"/>
                  <a:pt x="31855" y="997"/>
                </a:cubicBezTo>
                <a:close/>
                <a:moveTo>
                  <a:pt x="34144" y="0"/>
                </a:moveTo>
                <a:cubicBezTo>
                  <a:pt x="34003" y="0"/>
                  <a:pt x="33869" y="45"/>
                  <a:pt x="33735" y="45"/>
                </a:cubicBezTo>
                <a:lnTo>
                  <a:pt x="33008" y="45"/>
                </a:lnTo>
                <a:cubicBezTo>
                  <a:pt x="32858" y="45"/>
                  <a:pt x="32719" y="90"/>
                  <a:pt x="32613" y="90"/>
                </a:cubicBezTo>
                <a:cubicBezTo>
                  <a:pt x="32560" y="90"/>
                  <a:pt x="32515" y="78"/>
                  <a:pt x="32482" y="45"/>
                </a:cubicBezTo>
                <a:cubicBezTo>
                  <a:pt x="32328" y="16"/>
                  <a:pt x="32182" y="3"/>
                  <a:pt x="32043" y="3"/>
                </a:cubicBezTo>
                <a:cubicBezTo>
                  <a:pt x="31708" y="3"/>
                  <a:pt x="31412" y="74"/>
                  <a:pt x="31129" y="145"/>
                </a:cubicBezTo>
                <a:cubicBezTo>
                  <a:pt x="30602" y="145"/>
                  <a:pt x="30176" y="145"/>
                  <a:pt x="29650" y="246"/>
                </a:cubicBezTo>
                <a:cubicBezTo>
                  <a:pt x="29449" y="308"/>
                  <a:pt x="29243" y="308"/>
                  <a:pt x="29033" y="308"/>
                </a:cubicBezTo>
                <a:cubicBezTo>
                  <a:pt x="28823" y="308"/>
                  <a:pt x="28610" y="308"/>
                  <a:pt x="28397" y="371"/>
                </a:cubicBezTo>
                <a:cubicBezTo>
                  <a:pt x="28363" y="404"/>
                  <a:pt x="28330" y="415"/>
                  <a:pt x="28297" y="415"/>
                </a:cubicBezTo>
                <a:cubicBezTo>
                  <a:pt x="28230" y="415"/>
                  <a:pt x="28163" y="371"/>
                  <a:pt x="28096" y="371"/>
                </a:cubicBezTo>
                <a:lnTo>
                  <a:pt x="27870" y="371"/>
                </a:lnTo>
                <a:cubicBezTo>
                  <a:pt x="27570" y="471"/>
                  <a:pt x="27144" y="571"/>
                  <a:pt x="26843" y="571"/>
                </a:cubicBezTo>
                <a:cubicBezTo>
                  <a:pt x="26116" y="772"/>
                  <a:pt x="25364" y="872"/>
                  <a:pt x="24738" y="1098"/>
                </a:cubicBezTo>
                <a:cubicBezTo>
                  <a:pt x="24537" y="1098"/>
                  <a:pt x="24337" y="1198"/>
                  <a:pt x="24111" y="1198"/>
                </a:cubicBezTo>
                <a:cubicBezTo>
                  <a:pt x="24111" y="1298"/>
                  <a:pt x="24011" y="1298"/>
                  <a:pt x="23911" y="1298"/>
                </a:cubicBezTo>
                <a:cubicBezTo>
                  <a:pt x="23610" y="1398"/>
                  <a:pt x="23184" y="1624"/>
                  <a:pt x="22858" y="1724"/>
                </a:cubicBezTo>
                <a:cubicBezTo>
                  <a:pt x="22457" y="1824"/>
                  <a:pt x="22131" y="1925"/>
                  <a:pt x="21730" y="2025"/>
                </a:cubicBezTo>
                <a:cubicBezTo>
                  <a:pt x="21304" y="2125"/>
                  <a:pt x="20978" y="2351"/>
                  <a:pt x="20577" y="2451"/>
                </a:cubicBezTo>
                <a:cubicBezTo>
                  <a:pt x="20151" y="2551"/>
                  <a:pt x="19725" y="2752"/>
                  <a:pt x="19324" y="3078"/>
                </a:cubicBezTo>
                <a:cubicBezTo>
                  <a:pt x="19324" y="3078"/>
                  <a:pt x="19224" y="3178"/>
                  <a:pt x="19098" y="3178"/>
                </a:cubicBezTo>
                <a:cubicBezTo>
                  <a:pt x="19056" y="3167"/>
                  <a:pt x="19017" y="3163"/>
                  <a:pt x="18981" y="3163"/>
                </a:cubicBezTo>
                <a:cubicBezTo>
                  <a:pt x="18673" y="3163"/>
                  <a:pt x="18552" y="3504"/>
                  <a:pt x="18171" y="3504"/>
                </a:cubicBezTo>
                <a:cubicBezTo>
                  <a:pt x="17971" y="3804"/>
                  <a:pt x="17444" y="3704"/>
                  <a:pt x="17219" y="4005"/>
                </a:cubicBezTo>
                <a:cubicBezTo>
                  <a:pt x="17018" y="4005"/>
                  <a:pt x="16818" y="4130"/>
                  <a:pt x="16818" y="4331"/>
                </a:cubicBezTo>
                <a:cubicBezTo>
                  <a:pt x="16751" y="4331"/>
                  <a:pt x="16729" y="4375"/>
                  <a:pt x="16684" y="4375"/>
                </a:cubicBezTo>
                <a:cubicBezTo>
                  <a:pt x="16662" y="4375"/>
                  <a:pt x="16634" y="4364"/>
                  <a:pt x="16592" y="4331"/>
                </a:cubicBezTo>
                <a:cubicBezTo>
                  <a:pt x="16392" y="4331"/>
                  <a:pt x="16191" y="4531"/>
                  <a:pt x="15966" y="4531"/>
                </a:cubicBezTo>
                <a:cubicBezTo>
                  <a:pt x="15665" y="4757"/>
                  <a:pt x="15464" y="5058"/>
                  <a:pt x="15038" y="5058"/>
                </a:cubicBezTo>
                <a:cubicBezTo>
                  <a:pt x="15038" y="5383"/>
                  <a:pt x="14713" y="5383"/>
                  <a:pt x="14612" y="5484"/>
                </a:cubicBezTo>
                <a:cubicBezTo>
                  <a:pt x="14312" y="5484"/>
                  <a:pt x="14312" y="5784"/>
                  <a:pt x="14086" y="5784"/>
                </a:cubicBezTo>
                <a:cubicBezTo>
                  <a:pt x="13885" y="5784"/>
                  <a:pt x="13785" y="6010"/>
                  <a:pt x="13585" y="6110"/>
                </a:cubicBezTo>
                <a:cubicBezTo>
                  <a:pt x="13459" y="6210"/>
                  <a:pt x="13359" y="6210"/>
                  <a:pt x="13259" y="6311"/>
                </a:cubicBezTo>
                <a:cubicBezTo>
                  <a:pt x="13058" y="6411"/>
                  <a:pt x="12958" y="6511"/>
                  <a:pt x="12833" y="6637"/>
                </a:cubicBezTo>
                <a:cubicBezTo>
                  <a:pt x="12733" y="6737"/>
                  <a:pt x="13058" y="6737"/>
                  <a:pt x="12833" y="6837"/>
                </a:cubicBezTo>
                <a:cubicBezTo>
                  <a:pt x="12532" y="6837"/>
                  <a:pt x="12332" y="6937"/>
                  <a:pt x="12206" y="7138"/>
                </a:cubicBezTo>
                <a:cubicBezTo>
                  <a:pt x="11805" y="7464"/>
                  <a:pt x="11379" y="7664"/>
                  <a:pt x="11179" y="8090"/>
                </a:cubicBezTo>
                <a:cubicBezTo>
                  <a:pt x="10953" y="8291"/>
                  <a:pt x="10753" y="8516"/>
                  <a:pt x="10552" y="8616"/>
                </a:cubicBezTo>
                <a:cubicBezTo>
                  <a:pt x="10327" y="8817"/>
                  <a:pt x="10026" y="9017"/>
                  <a:pt x="9825" y="9243"/>
                </a:cubicBezTo>
                <a:cubicBezTo>
                  <a:pt x="9499" y="9644"/>
                  <a:pt x="9199" y="10070"/>
                  <a:pt x="8873" y="10496"/>
                </a:cubicBezTo>
                <a:cubicBezTo>
                  <a:pt x="8672" y="10596"/>
                  <a:pt x="8672" y="10797"/>
                  <a:pt x="8447" y="10897"/>
                </a:cubicBezTo>
                <a:cubicBezTo>
                  <a:pt x="8246" y="11023"/>
                  <a:pt x="8046" y="11123"/>
                  <a:pt x="8146" y="11323"/>
                </a:cubicBezTo>
                <a:cubicBezTo>
                  <a:pt x="8146" y="11424"/>
                  <a:pt x="8046" y="11424"/>
                  <a:pt x="8046" y="11424"/>
                </a:cubicBezTo>
                <a:cubicBezTo>
                  <a:pt x="7820" y="11649"/>
                  <a:pt x="7519" y="11649"/>
                  <a:pt x="7519" y="12050"/>
                </a:cubicBezTo>
                <a:lnTo>
                  <a:pt x="7519" y="12150"/>
                </a:lnTo>
                <a:cubicBezTo>
                  <a:pt x="7462" y="12133"/>
                  <a:pt x="7415" y="12125"/>
                  <a:pt x="7377" y="12125"/>
                </a:cubicBezTo>
                <a:cubicBezTo>
                  <a:pt x="7194" y="12125"/>
                  <a:pt x="7194" y="12293"/>
                  <a:pt x="7194" y="12376"/>
                </a:cubicBezTo>
                <a:cubicBezTo>
                  <a:pt x="7093" y="12576"/>
                  <a:pt x="6993" y="12777"/>
                  <a:pt x="6893" y="12902"/>
                </a:cubicBezTo>
                <a:cubicBezTo>
                  <a:pt x="6567" y="13002"/>
                  <a:pt x="6692" y="13203"/>
                  <a:pt x="6567" y="13403"/>
                </a:cubicBezTo>
                <a:lnTo>
                  <a:pt x="6467" y="13403"/>
                </a:lnTo>
                <a:cubicBezTo>
                  <a:pt x="6367" y="13529"/>
                  <a:pt x="6266" y="13629"/>
                  <a:pt x="6266" y="13729"/>
                </a:cubicBezTo>
                <a:cubicBezTo>
                  <a:pt x="6166" y="13830"/>
                  <a:pt x="6066" y="14030"/>
                  <a:pt x="5941" y="14155"/>
                </a:cubicBezTo>
                <a:cubicBezTo>
                  <a:pt x="5640" y="14657"/>
                  <a:pt x="5214" y="15183"/>
                  <a:pt x="5013" y="15709"/>
                </a:cubicBezTo>
                <a:cubicBezTo>
                  <a:pt x="4913" y="16035"/>
                  <a:pt x="4687" y="16135"/>
                  <a:pt x="4687" y="16436"/>
                </a:cubicBezTo>
                <a:cubicBezTo>
                  <a:pt x="4387" y="16662"/>
                  <a:pt x="4487" y="17063"/>
                  <a:pt x="4186" y="17163"/>
                </a:cubicBezTo>
                <a:cubicBezTo>
                  <a:pt x="4186" y="17689"/>
                  <a:pt x="3760" y="17915"/>
                  <a:pt x="3660" y="18316"/>
                </a:cubicBezTo>
                <a:lnTo>
                  <a:pt x="3660" y="18541"/>
                </a:lnTo>
                <a:cubicBezTo>
                  <a:pt x="3334" y="18742"/>
                  <a:pt x="3434" y="19268"/>
                  <a:pt x="3133" y="19368"/>
                </a:cubicBezTo>
                <a:cubicBezTo>
                  <a:pt x="3234" y="19795"/>
                  <a:pt x="2933" y="19895"/>
                  <a:pt x="2933" y="20196"/>
                </a:cubicBezTo>
                <a:cubicBezTo>
                  <a:pt x="2933" y="20521"/>
                  <a:pt x="2607" y="20722"/>
                  <a:pt x="2607" y="20922"/>
                </a:cubicBezTo>
                <a:cubicBezTo>
                  <a:pt x="2306" y="21674"/>
                  <a:pt x="2081" y="22501"/>
                  <a:pt x="1780" y="23228"/>
                </a:cubicBezTo>
                <a:cubicBezTo>
                  <a:pt x="1555" y="23754"/>
                  <a:pt x="1454" y="24281"/>
                  <a:pt x="1354" y="24807"/>
                </a:cubicBezTo>
                <a:cubicBezTo>
                  <a:pt x="1154" y="25308"/>
                  <a:pt x="1154" y="25935"/>
                  <a:pt x="928" y="26461"/>
                </a:cubicBezTo>
                <a:cubicBezTo>
                  <a:pt x="828" y="26461"/>
                  <a:pt x="928" y="26561"/>
                  <a:pt x="928" y="26687"/>
                </a:cubicBezTo>
                <a:cubicBezTo>
                  <a:pt x="828" y="26787"/>
                  <a:pt x="828" y="26988"/>
                  <a:pt x="828" y="27088"/>
                </a:cubicBezTo>
                <a:cubicBezTo>
                  <a:pt x="727" y="27514"/>
                  <a:pt x="627" y="27940"/>
                  <a:pt x="627" y="28241"/>
                </a:cubicBezTo>
                <a:cubicBezTo>
                  <a:pt x="427" y="29068"/>
                  <a:pt x="301" y="29920"/>
                  <a:pt x="101" y="30747"/>
                </a:cubicBezTo>
                <a:cubicBezTo>
                  <a:pt x="101" y="30947"/>
                  <a:pt x="101" y="31073"/>
                  <a:pt x="201" y="31173"/>
                </a:cubicBezTo>
                <a:cubicBezTo>
                  <a:pt x="201" y="31374"/>
                  <a:pt x="201" y="31474"/>
                  <a:pt x="101" y="31574"/>
                </a:cubicBezTo>
                <a:cubicBezTo>
                  <a:pt x="1" y="31699"/>
                  <a:pt x="101" y="31699"/>
                  <a:pt x="101" y="31800"/>
                </a:cubicBezTo>
                <a:cubicBezTo>
                  <a:pt x="201" y="31800"/>
                  <a:pt x="201" y="31900"/>
                  <a:pt x="101" y="32000"/>
                </a:cubicBezTo>
                <a:lnTo>
                  <a:pt x="101" y="32100"/>
                </a:lnTo>
                <a:cubicBezTo>
                  <a:pt x="201" y="32326"/>
                  <a:pt x="301" y="32526"/>
                  <a:pt x="1" y="32727"/>
                </a:cubicBezTo>
                <a:lnTo>
                  <a:pt x="1" y="32827"/>
                </a:lnTo>
                <a:cubicBezTo>
                  <a:pt x="201" y="33153"/>
                  <a:pt x="201" y="33253"/>
                  <a:pt x="101" y="33454"/>
                </a:cubicBezTo>
                <a:cubicBezTo>
                  <a:pt x="1" y="33679"/>
                  <a:pt x="1" y="33780"/>
                  <a:pt x="101" y="33980"/>
                </a:cubicBezTo>
                <a:lnTo>
                  <a:pt x="101" y="34206"/>
                </a:lnTo>
                <a:cubicBezTo>
                  <a:pt x="101" y="34506"/>
                  <a:pt x="1" y="34832"/>
                  <a:pt x="101" y="35133"/>
                </a:cubicBezTo>
                <a:lnTo>
                  <a:pt x="101" y="35333"/>
                </a:lnTo>
                <a:lnTo>
                  <a:pt x="101" y="35559"/>
                </a:lnTo>
                <a:cubicBezTo>
                  <a:pt x="101" y="35659"/>
                  <a:pt x="201" y="35760"/>
                  <a:pt x="201" y="35760"/>
                </a:cubicBezTo>
                <a:cubicBezTo>
                  <a:pt x="1" y="35960"/>
                  <a:pt x="201" y="36085"/>
                  <a:pt x="201" y="36286"/>
                </a:cubicBezTo>
                <a:cubicBezTo>
                  <a:pt x="101" y="36386"/>
                  <a:pt x="201" y="36587"/>
                  <a:pt x="201" y="36812"/>
                </a:cubicBezTo>
                <a:cubicBezTo>
                  <a:pt x="101" y="37439"/>
                  <a:pt x="301" y="38065"/>
                  <a:pt x="301" y="38692"/>
                </a:cubicBezTo>
                <a:cubicBezTo>
                  <a:pt x="301" y="38993"/>
                  <a:pt x="301" y="39318"/>
                  <a:pt x="527" y="39619"/>
                </a:cubicBezTo>
                <a:lnTo>
                  <a:pt x="527" y="39719"/>
                </a:lnTo>
                <a:cubicBezTo>
                  <a:pt x="527" y="39845"/>
                  <a:pt x="427" y="39945"/>
                  <a:pt x="427" y="39945"/>
                </a:cubicBezTo>
                <a:cubicBezTo>
                  <a:pt x="627" y="40145"/>
                  <a:pt x="427" y="40572"/>
                  <a:pt x="727" y="40672"/>
                </a:cubicBezTo>
                <a:cubicBezTo>
                  <a:pt x="727" y="40672"/>
                  <a:pt x="727" y="40872"/>
                  <a:pt x="828" y="40872"/>
                </a:cubicBezTo>
                <a:cubicBezTo>
                  <a:pt x="928" y="41298"/>
                  <a:pt x="928" y="41599"/>
                  <a:pt x="1053" y="42025"/>
                </a:cubicBezTo>
                <a:cubicBezTo>
                  <a:pt x="1154" y="42226"/>
                  <a:pt x="1154" y="42552"/>
                  <a:pt x="1254" y="42852"/>
                </a:cubicBezTo>
                <a:cubicBezTo>
                  <a:pt x="1454" y="43278"/>
                  <a:pt x="1454" y="43704"/>
                  <a:pt x="1555" y="44105"/>
                </a:cubicBezTo>
                <a:cubicBezTo>
                  <a:pt x="1680" y="44531"/>
                  <a:pt x="1981" y="44857"/>
                  <a:pt x="1981" y="45158"/>
                </a:cubicBezTo>
                <a:cubicBezTo>
                  <a:pt x="2081" y="45484"/>
                  <a:pt x="2181" y="45785"/>
                  <a:pt x="2306" y="45985"/>
                </a:cubicBezTo>
                <a:cubicBezTo>
                  <a:pt x="2407" y="46211"/>
                  <a:pt x="2407" y="46411"/>
                  <a:pt x="2507" y="46612"/>
                </a:cubicBezTo>
                <a:cubicBezTo>
                  <a:pt x="2507" y="46737"/>
                  <a:pt x="2707" y="46938"/>
                  <a:pt x="2707" y="47138"/>
                </a:cubicBezTo>
                <a:cubicBezTo>
                  <a:pt x="2808" y="47364"/>
                  <a:pt x="2808" y="47564"/>
                  <a:pt x="2808" y="47664"/>
                </a:cubicBezTo>
                <a:cubicBezTo>
                  <a:pt x="2933" y="47865"/>
                  <a:pt x="3033" y="47990"/>
                  <a:pt x="3133" y="48090"/>
                </a:cubicBezTo>
                <a:cubicBezTo>
                  <a:pt x="3234" y="48391"/>
                  <a:pt x="3334" y="48717"/>
                  <a:pt x="3434" y="49018"/>
                </a:cubicBezTo>
                <a:cubicBezTo>
                  <a:pt x="3660" y="49344"/>
                  <a:pt x="3860" y="49745"/>
                  <a:pt x="4061" y="50171"/>
                </a:cubicBezTo>
                <a:cubicBezTo>
                  <a:pt x="4186" y="50496"/>
                  <a:pt x="4286" y="50797"/>
                  <a:pt x="4587" y="51123"/>
                </a:cubicBezTo>
                <a:lnTo>
                  <a:pt x="4587" y="51223"/>
                </a:lnTo>
                <a:cubicBezTo>
                  <a:pt x="4687" y="51424"/>
                  <a:pt x="4813" y="51624"/>
                  <a:pt x="4913" y="51850"/>
                </a:cubicBezTo>
                <a:cubicBezTo>
                  <a:pt x="5113" y="51950"/>
                  <a:pt x="5214" y="52251"/>
                  <a:pt x="5314" y="52376"/>
                </a:cubicBezTo>
                <a:cubicBezTo>
                  <a:pt x="5439" y="52577"/>
                  <a:pt x="5540" y="52677"/>
                  <a:pt x="5640" y="52777"/>
                </a:cubicBezTo>
                <a:cubicBezTo>
                  <a:pt x="5740" y="53003"/>
                  <a:pt x="5740" y="53203"/>
                  <a:pt x="5941" y="53303"/>
                </a:cubicBezTo>
                <a:cubicBezTo>
                  <a:pt x="6166" y="53404"/>
                  <a:pt x="6166" y="53629"/>
                  <a:pt x="6266" y="53830"/>
                </a:cubicBezTo>
                <a:cubicBezTo>
                  <a:pt x="6567" y="54131"/>
                  <a:pt x="6793" y="54557"/>
                  <a:pt x="7093" y="54983"/>
                </a:cubicBezTo>
                <a:cubicBezTo>
                  <a:pt x="7194" y="54983"/>
                  <a:pt x="7319" y="55083"/>
                  <a:pt x="7319" y="55083"/>
                </a:cubicBezTo>
                <a:cubicBezTo>
                  <a:pt x="7319" y="55183"/>
                  <a:pt x="7194" y="55283"/>
                  <a:pt x="7419" y="55384"/>
                </a:cubicBezTo>
                <a:cubicBezTo>
                  <a:pt x="7820" y="55609"/>
                  <a:pt x="7946" y="56136"/>
                  <a:pt x="8347" y="56236"/>
                </a:cubicBezTo>
                <a:cubicBezTo>
                  <a:pt x="8572" y="56336"/>
                  <a:pt x="8672" y="56637"/>
                  <a:pt x="8773" y="56862"/>
                </a:cubicBezTo>
                <a:cubicBezTo>
                  <a:pt x="8873" y="56963"/>
                  <a:pt x="9073" y="56862"/>
                  <a:pt x="8973" y="57063"/>
                </a:cubicBezTo>
                <a:cubicBezTo>
                  <a:pt x="8973" y="57163"/>
                  <a:pt x="9199" y="57263"/>
                  <a:pt x="9299" y="57389"/>
                </a:cubicBezTo>
                <a:cubicBezTo>
                  <a:pt x="9399" y="57489"/>
                  <a:pt x="9499" y="57489"/>
                  <a:pt x="9600" y="57489"/>
                </a:cubicBezTo>
                <a:cubicBezTo>
                  <a:pt x="9600" y="57589"/>
                  <a:pt x="9700" y="57589"/>
                  <a:pt x="9700" y="57689"/>
                </a:cubicBezTo>
                <a:cubicBezTo>
                  <a:pt x="9825" y="57790"/>
                  <a:pt x="9926" y="58015"/>
                  <a:pt x="10126" y="58015"/>
                </a:cubicBezTo>
                <a:cubicBezTo>
                  <a:pt x="10652" y="58416"/>
                  <a:pt x="11078" y="58943"/>
                  <a:pt x="11705" y="59469"/>
                </a:cubicBezTo>
                <a:cubicBezTo>
                  <a:pt x="11905" y="59669"/>
                  <a:pt x="12106" y="59770"/>
                  <a:pt x="12332" y="59895"/>
                </a:cubicBezTo>
                <a:cubicBezTo>
                  <a:pt x="12432" y="59995"/>
                  <a:pt x="12532" y="59995"/>
                  <a:pt x="12532" y="59995"/>
                </a:cubicBezTo>
                <a:cubicBezTo>
                  <a:pt x="12833" y="60396"/>
                  <a:pt x="13259" y="60622"/>
                  <a:pt x="13585" y="60923"/>
                </a:cubicBezTo>
                <a:cubicBezTo>
                  <a:pt x="13885" y="61148"/>
                  <a:pt x="14312" y="61248"/>
                  <a:pt x="14412" y="61649"/>
                </a:cubicBezTo>
                <a:cubicBezTo>
                  <a:pt x="14512" y="61649"/>
                  <a:pt x="14612" y="61775"/>
                  <a:pt x="14713" y="61775"/>
                </a:cubicBezTo>
                <a:cubicBezTo>
                  <a:pt x="15038" y="61875"/>
                  <a:pt x="15239" y="62075"/>
                  <a:pt x="15565" y="62276"/>
                </a:cubicBezTo>
                <a:cubicBezTo>
                  <a:pt x="15865" y="62501"/>
                  <a:pt x="16191" y="62702"/>
                  <a:pt x="16492" y="62903"/>
                </a:cubicBezTo>
                <a:cubicBezTo>
                  <a:pt x="17119" y="63228"/>
                  <a:pt x="17645" y="63654"/>
                  <a:pt x="18372" y="63855"/>
                </a:cubicBezTo>
                <a:cubicBezTo>
                  <a:pt x="18798" y="63955"/>
                  <a:pt x="19224" y="64156"/>
                  <a:pt x="19625" y="64381"/>
                </a:cubicBezTo>
                <a:cubicBezTo>
                  <a:pt x="20251" y="64682"/>
                  <a:pt x="20978" y="64908"/>
                  <a:pt x="21730" y="65108"/>
                </a:cubicBezTo>
                <a:cubicBezTo>
                  <a:pt x="21931" y="65108"/>
                  <a:pt x="22131" y="65108"/>
                  <a:pt x="22231" y="65208"/>
                </a:cubicBezTo>
                <a:cubicBezTo>
                  <a:pt x="22657" y="65534"/>
                  <a:pt x="23284" y="65534"/>
                  <a:pt x="23810" y="65835"/>
                </a:cubicBezTo>
                <a:cubicBezTo>
                  <a:pt x="24111" y="65935"/>
                  <a:pt x="24437" y="66035"/>
                  <a:pt x="24738" y="66161"/>
                </a:cubicBezTo>
                <a:cubicBezTo>
                  <a:pt x="24963" y="66361"/>
                  <a:pt x="25264" y="66361"/>
                  <a:pt x="25490" y="66361"/>
                </a:cubicBezTo>
                <a:cubicBezTo>
                  <a:pt x="25747" y="66361"/>
                  <a:pt x="25931" y="66582"/>
                  <a:pt x="26184" y="66582"/>
                </a:cubicBezTo>
                <a:cubicBezTo>
                  <a:pt x="26226" y="66582"/>
                  <a:pt x="26270" y="66576"/>
                  <a:pt x="26317" y="66562"/>
                </a:cubicBezTo>
                <a:cubicBezTo>
                  <a:pt x="26517" y="66662"/>
                  <a:pt x="26843" y="66662"/>
                  <a:pt x="27043" y="66787"/>
                </a:cubicBezTo>
                <a:cubicBezTo>
                  <a:pt x="27469" y="66887"/>
                  <a:pt x="27870" y="66887"/>
                  <a:pt x="28297" y="66988"/>
                </a:cubicBezTo>
                <a:cubicBezTo>
                  <a:pt x="28397" y="66988"/>
                  <a:pt x="28497" y="67088"/>
                  <a:pt x="28622" y="67088"/>
                </a:cubicBezTo>
                <a:cubicBezTo>
                  <a:pt x="28694" y="67074"/>
                  <a:pt x="28764" y="67068"/>
                  <a:pt x="28833" y="67068"/>
                </a:cubicBezTo>
                <a:cubicBezTo>
                  <a:pt x="29245" y="67068"/>
                  <a:pt x="29611" y="67288"/>
                  <a:pt x="29976" y="67288"/>
                </a:cubicBezTo>
                <a:cubicBezTo>
                  <a:pt x="30176" y="67288"/>
                  <a:pt x="30277" y="67414"/>
                  <a:pt x="30502" y="67414"/>
                </a:cubicBezTo>
                <a:cubicBezTo>
                  <a:pt x="30569" y="67414"/>
                  <a:pt x="30636" y="67358"/>
                  <a:pt x="30732" y="67358"/>
                </a:cubicBezTo>
                <a:cubicBezTo>
                  <a:pt x="30781" y="67358"/>
                  <a:pt x="30836" y="67372"/>
                  <a:pt x="30903" y="67414"/>
                </a:cubicBezTo>
                <a:cubicBezTo>
                  <a:pt x="30903" y="67447"/>
                  <a:pt x="30939" y="67458"/>
                  <a:pt x="30991" y="67458"/>
                </a:cubicBezTo>
                <a:cubicBezTo>
                  <a:pt x="31095" y="67458"/>
                  <a:pt x="31262" y="67414"/>
                  <a:pt x="31329" y="67414"/>
                </a:cubicBezTo>
                <a:cubicBezTo>
                  <a:pt x="31630" y="67414"/>
                  <a:pt x="31855" y="67514"/>
                  <a:pt x="32156" y="67514"/>
                </a:cubicBezTo>
                <a:cubicBezTo>
                  <a:pt x="32223" y="67514"/>
                  <a:pt x="32301" y="67470"/>
                  <a:pt x="32375" y="67470"/>
                </a:cubicBezTo>
                <a:cubicBezTo>
                  <a:pt x="32412" y="67470"/>
                  <a:pt x="32449" y="67481"/>
                  <a:pt x="32482" y="67514"/>
                </a:cubicBezTo>
                <a:lnTo>
                  <a:pt x="32582" y="67614"/>
                </a:lnTo>
                <a:cubicBezTo>
                  <a:pt x="32724" y="67543"/>
                  <a:pt x="32816" y="67473"/>
                  <a:pt x="32937" y="67473"/>
                </a:cubicBezTo>
                <a:cubicBezTo>
                  <a:pt x="32987" y="67473"/>
                  <a:pt x="33043" y="67485"/>
                  <a:pt x="33109" y="67514"/>
                </a:cubicBezTo>
                <a:cubicBezTo>
                  <a:pt x="33142" y="67581"/>
                  <a:pt x="33187" y="67603"/>
                  <a:pt x="33235" y="67603"/>
                </a:cubicBezTo>
                <a:cubicBezTo>
                  <a:pt x="33331" y="67603"/>
                  <a:pt x="33443" y="67514"/>
                  <a:pt x="33510" y="67514"/>
                </a:cubicBezTo>
                <a:cubicBezTo>
                  <a:pt x="33835" y="67614"/>
                  <a:pt x="34136" y="67614"/>
                  <a:pt x="34362" y="67614"/>
                </a:cubicBezTo>
                <a:cubicBezTo>
                  <a:pt x="34675" y="67514"/>
                  <a:pt x="35013" y="67489"/>
                  <a:pt x="35352" y="67489"/>
                </a:cubicBezTo>
                <a:cubicBezTo>
                  <a:pt x="35690" y="67489"/>
                  <a:pt x="36028" y="67514"/>
                  <a:pt x="36342" y="67514"/>
                </a:cubicBezTo>
                <a:cubicBezTo>
                  <a:pt x="36442" y="67464"/>
                  <a:pt x="36574" y="67464"/>
                  <a:pt x="36705" y="67464"/>
                </a:cubicBezTo>
                <a:cubicBezTo>
                  <a:pt x="36837" y="67464"/>
                  <a:pt x="36968" y="67464"/>
                  <a:pt x="37069" y="67414"/>
                </a:cubicBezTo>
                <a:cubicBezTo>
                  <a:pt x="37069" y="67351"/>
                  <a:pt x="37094" y="67320"/>
                  <a:pt x="37131" y="67320"/>
                </a:cubicBezTo>
                <a:cubicBezTo>
                  <a:pt x="37169" y="67320"/>
                  <a:pt x="37219" y="67351"/>
                  <a:pt x="37269" y="67414"/>
                </a:cubicBezTo>
                <a:cubicBezTo>
                  <a:pt x="37333" y="67442"/>
                  <a:pt x="37388" y="67455"/>
                  <a:pt x="37437" y="67455"/>
                </a:cubicBezTo>
                <a:cubicBezTo>
                  <a:pt x="37560" y="67455"/>
                  <a:pt x="37652" y="67378"/>
                  <a:pt x="37795" y="67288"/>
                </a:cubicBezTo>
                <a:lnTo>
                  <a:pt x="38021" y="67288"/>
                </a:lnTo>
                <a:cubicBezTo>
                  <a:pt x="38077" y="67331"/>
                  <a:pt x="38130" y="67346"/>
                  <a:pt x="38180" y="67346"/>
                </a:cubicBezTo>
                <a:cubicBezTo>
                  <a:pt x="38335" y="67346"/>
                  <a:pt x="38464" y="67193"/>
                  <a:pt x="38592" y="67193"/>
                </a:cubicBezTo>
                <a:cubicBezTo>
                  <a:pt x="38643" y="67193"/>
                  <a:pt x="38695" y="67218"/>
                  <a:pt x="38748" y="67288"/>
                </a:cubicBezTo>
                <a:lnTo>
                  <a:pt x="38848" y="67288"/>
                </a:lnTo>
                <a:cubicBezTo>
                  <a:pt x="38848" y="66988"/>
                  <a:pt x="39149" y="66988"/>
                  <a:pt x="39274" y="66988"/>
                </a:cubicBezTo>
                <a:cubicBezTo>
                  <a:pt x="39362" y="67017"/>
                  <a:pt x="39442" y="67029"/>
                  <a:pt x="39518" y="67029"/>
                </a:cubicBezTo>
                <a:cubicBezTo>
                  <a:pt x="39703" y="67029"/>
                  <a:pt x="39871" y="66958"/>
                  <a:pt x="40101" y="66887"/>
                </a:cubicBezTo>
                <a:lnTo>
                  <a:pt x="40302" y="66887"/>
                </a:lnTo>
                <a:cubicBezTo>
                  <a:pt x="40402" y="66887"/>
                  <a:pt x="40527" y="66787"/>
                  <a:pt x="40627" y="66787"/>
                </a:cubicBezTo>
                <a:cubicBezTo>
                  <a:pt x="40694" y="66787"/>
                  <a:pt x="40761" y="66832"/>
                  <a:pt x="40858" y="66832"/>
                </a:cubicBezTo>
                <a:cubicBezTo>
                  <a:pt x="40906" y="66832"/>
                  <a:pt x="40962" y="66821"/>
                  <a:pt x="41028" y="66787"/>
                </a:cubicBezTo>
                <a:cubicBezTo>
                  <a:pt x="41455" y="66787"/>
                  <a:pt x="41780" y="66562"/>
                  <a:pt x="42181" y="66461"/>
                </a:cubicBezTo>
                <a:cubicBezTo>
                  <a:pt x="42282" y="66461"/>
                  <a:pt x="42507" y="66361"/>
                  <a:pt x="42507" y="66361"/>
                </a:cubicBezTo>
                <a:cubicBezTo>
                  <a:pt x="42607" y="66411"/>
                  <a:pt x="42683" y="66436"/>
                  <a:pt x="42745" y="66436"/>
                </a:cubicBezTo>
                <a:cubicBezTo>
                  <a:pt x="42808" y="66436"/>
                  <a:pt x="42858" y="66411"/>
                  <a:pt x="42908" y="66361"/>
                </a:cubicBezTo>
                <a:cubicBezTo>
                  <a:pt x="43134" y="66361"/>
                  <a:pt x="43234" y="66361"/>
                  <a:pt x="43334" y="66261"/>
                </a:cubicBezTo>
                <a:cubicBezTo>
                  <a:pt x="43475" y="66191"/>
                  <a:pt x="43578" y="66108"/>
                  <a:pt x="43662" y="66108"/>
                </a:cubicBezTo>
                <a:cubicBezTo>
                  <a:pt x="43698" y="66108"/>
                  <a:pt x="43730" y="66123"/>
                  <a:pt x="43760" y="66161"/>
                </a:cubicBezTo>
                <a:cubicBezTo>
                  <a:pt x="43787" y="66174"/>
                  <a:pt x="43812" y="66180"/>
                  <a:pt x="43835" y="66180"/>
                </a:cubicBezTo>
                <a:cubicBezTo>
                  <a:pt x="43988" y="66180"/>
                  <a:pt x="44074" y="65935"/>
                  <a:pt x="44161" y="65935"/>
                </a:cubicBezTo>
                <a:cubicBezTo>
                  <a:pt x="44587" y="65835"/>
                  <a:pt x="45013" y="65634"/>
                  <a:pt x="45414" y="65534"/>
                </a:cubicBezTo>
                <a:cubicBezTo>
                  <a:pt x="45540" y="65534"/>
                  <a:pt x="45740" y="65534"/>
                  <a:pt x="45840" y="65409"/>
                </a:cubicBezTo>
                <a:cubicBezTo>
                  <a:pt x="46367" y="65108"/>
                  <a:pt x="46993" y="65108"/>
                  <a:pt x="47419" y="64682"/>
                </a:cubicBezTo>
                <a:cubicBezTo>
                  <a:pt x="47820" y="64682"/>
                  <a:pt x="48146" y="64381"/>
                  <a:pt x="48547" y="64281"/>
                </a:cubicBezTo>
                <a:cubicBezTo>
                  <a:pt x="48773" y="64156"/>
                  <a:pt x="48973" y="64055"/>
                  <a:pt x="49174" y="63955"/>
                </a:cubicBezTo>
                <a:cubicBezTo>
                  <a:pt x="49800" y="63654"/>
                  <a:pt x="50427" y="63329"/>
                  <a:pt x="50953" y="63028"/>
                </a:cubicBezTo>
                <a:cubicBezTo>
                  <a:pt x="51054" y="62903"/>
                  <a:pt x="51054" y="62903"/>
                  <a:pt x="51179" y="62802"/>
                </a:cubicBezTo>
                <a:cubicBezTo>
                  <a:pt x="51179" y="62602"/>
                  <a:pt x="51179" y="62602"/>
                  <a:pt x="51379" y="62602"/>
                </a:cubicBezTo>
                <a:lnTo>
                  <a:pt x="51480" y="62602"/>
                </a:lnTo>
                <a:cubicBezTo>
                  <a:pt x="51680" y="62276"/>
                  <a:pt x="52206" y="62401"/>
                  <a:pt x="52432" y="61975"/>
                </a:cubicBezTo>
                <a:cubicBezTo>
                  <a:pt x="52432" y="61875"/>
                  <a:pt x="52633" y="61875"/>
                  <a:pt x="52733" y="61775"/>
                </a:cubicBezTo>
                <a:cubicBezTo>
                  <a:pt x="52833" y="61775"/>
                  <a:pt x="52933" y="61775"/>
                  <a:pt x="53159" y="61649"/>
                </a:cubicBezTo>
                <a:cubicBezTo>
                  <a:pt x="53259" y="61649"/>
                  <a:pt x="53059" y="61549"/>
                  <a:pt x="53259" y="61449"/>
                </a:cubicBezTo>
                <a:cubicBezTo>
                  <a:pt x="53685" y="61248"/>
                  <a:pt x="54086" y="61023"/>
                  <a:pt x="54412" y="60722"/>
                </a:cubicBezTo>
                <a:cubicBezTo>
                  <a:pt x="54713" y="60396"/>
                  <a:pt x="55039" y="60296"/>
                  <a:pt x="55239" y="59995"/>
                </a:cubicBezTo>
                <a:cubicBezTo>
                  <a:pt x="55239" y="59895"/>
                  <a:pt x="55239" y="59895"/>
                  <a:pt x="55339" y="59895"/>
                </a:cubicBezTo>
                <a:cubicBezTo>
                  <a:pt x="55866" y="59469"/>
                  <a:pt x="56392" y="59043"/>
                  <a:pt x="56918" y="58742"/>
                </a:cubicBezTo>
                <a:cubicBezTo>
                  <a:pt x="56918" y="58642"/>
                  <a:pt x="57019" y="58642"/>
                  <a:pt x="57019" y="58517"/>
                </a:cubicBezTo>
                <a:cubicBezTo>
                  <a:pt x="57119" y="58416"/>
                  <a:pt x="57219" y="58316"/>
                  <a:pt x="57219" y="58316"/>
                </a:cubicBezTo>
                <a:cubicBezTo>
                  <a:pt x="57319" y="58116"/>
                  <a:pt x="57545" y="58015"/>
                  <a:pt x="57745" y="58015"/>
                </a:cubicBezTo>
                <a:cubicBezTo>
                  <a:pt x="58071" y="57790"/>
                  <a:pt x="58171" y="57389"/>
                  <a:pt x="58472" y="57063"/>
                </a:cubicBezTo>
                <a:cubicBezTo>
                  <a:pt x="58898" y="56862"/>
                  <a:pt x="59199" y="56436"/>
                  <a:pt x="59525" y="56136"/>
                </a:cubicBezTo>
                <a:cubicBezTo>
                  <a:pt x="59625" y="56010"/>
                  <a:pt x="59826" y="55910"/>
                  <a:pt x="59625" y="55709"/>
                </a:cubicBezTo>
                <a:lnTo>
                  <a:pt x="59625" y="55609"/>
                </a:lnTo>
                <a:cubicBezTo>
                  <a:pt x="60051" y="55609"/>
                  <a:pt x="60051" y="55283"/>
                  <a:pt x="60151" y="54983"/>
                </a:cubicBezTo>
                <a:lnTo>
                  <a:pt x="60252" y="54882"/>
                </a:lnTo>
                <a:cubicBezTo>
                  <a:pt x="60286" y="54893"/>
                  <a:pt x="60317" y="54898"/>
                  <a:pt x="60344" y="54898"/>
                </a:cubicBezTo>
                <a:cubicBezTo>
                  <a:pt x="60580" y="54898"/>
                  <a:pt x="60599" y="54557"/>
                  <a:pt x="60778" y="54557"/>
                </a:cubicBezTo>
                <a:cubicBezTo>
                  <a:pt x="60778" y="54256"/>
                  <a:pt x="61204" y="54256"/>
                  <a:pt x="61204" y="54030"/>
                </a:cubicBezTo>
                <a:cubicBezTo>
                  <a:pt x="61404" y="53504"/>
                  <a:pt x="61931" y="53303"/>
                  <a:pt x="62031" y="52777"/>
                </a:cubicBezTo>
                <a:cubicBezTo>
                  <a:pt x="62332" y="52577"/>
                  <a:pt x="62232" y="52151"/>
                  <a:pt x="62658" y="52050"/>
                </a:cubicBezTo>
                <a:cubicBezTo>
                  <a:pt x="62557" y="51750"/>
                  <a:pt x="62958" y="51624"/>
                  <a:pt x="62958" y="51424"/>
                </a:cubicBezTo>
                <a:cubicBezTo>
                  <a:pt x="62958" y="51123"/>
                  <a:pt x="63184" y="50998"/>
                  <a:pt x="63384" y="50797"/>
                </a:cubicBezTo>
                <a:lnTo>
                  <a:pt x="63384" y="50697"/>
                </a:lnTo>
                <a:cubicBezTo>
                  <a:pt x="63384" y="50496"/>
                  <a:pt x="63485" y="50371"/>
                  <a:pt x="63710" y="50171"/>
                </a:cubicBezTo>
                <a:cubicBezTo>
                  <a:pt x="63710" y="50171"/>
                  <a:pt x="63811" y="50070"/>
                  <a:pt x="63811" y="49970"/>
                </a:cubicBezTo>
                <a:cubicBezTo>
                  <a:pt x="63911" y="49644"/>
                  <a:pt x="64111" y="49344"/>
                  <a:pt x="64212" y="49018"/>
                </a:cubicBezTo>
                <a:cubicBezTo>
                  <a:pt x="64437" y="48617"/>
                  <a:pt x="64738" y="48291"/>
                  <a:pt x="64738" y="47865"/>
                </a:cubicBezTo>
                <a:cubicBezTo>
                  <a:pt x="64738" y="47765"/>
                  <a:pt x="64838" y="47664"/>
                  <a:pt x="64963" y="47464"/>
                </a:cubicBezTo>
                <a:cubicBezTo>
                  <a:pt x="65064" y="47364"/>
                  <a:pt x="65064" y="47238"/>
                  <a:pt x="65164" y="47138"/>
                </a:cubicBezTo>
                <a:cubicBezTo>
                  <a:pt x="65164" y="47038"/>
                  <a:pt x="65264" y="46837"/>
                  <a:pt x="65264" y="46737"/>
                </a:cubicBezTo>
                <a:cubicBezTo>
                  <a:pt x="65364" y="46612"/>
                  <a:pt x="65465" y="46511"/>
                  <a:pt x="65364" y="46411"/>
                </a:cubicBezTo>
                <a:cubicBezTo>
                  <a:pt x="65364" y="46211"/>
                  <a:pt x="65590" y="45985"/>
                  <a:pt x="65690" y="45785"/>
                </a:cubicBezTo>
                <a:cubicBezTo>
                  <a:pt x="65690" y="45684"/>
                  <a:pt x="65790" y="45584"/>
                  <a:pt x="65790" y="45359"/>
                </a:cubicBezTo>
                <a:cubicBezTo>
                  <a:pt x="65991" y="45058"/>
                  <a:pt x="66091" y="44732"/>
                  <a:pt x="66217" y="44331"/>
                </a:cubicBezTo>
                <a:cubicBezTo>
                  <a:pt x="66317" y="44005"/>
                  <a:pt x="66317" y="43704"/>
                  <a:pt x="66417" y="43379"/>
                </a:cubicBezTo>
                <a:cubicBezTo>
                  <a:pt x="66517" y="43178"/>
                  <a:pt x="66517" y="43078"/>
                  <a:pt x="66618" y="42852"/>
                </a:cubicBezTo>
                <a:cubicBezTo>
                  <a:pt x="66618" y="42652"/>
                  <a:pt x="66618" y="42451"/>
                  <a:pt x="66718" y="42226"/>
                </a:cubicBezTo>
                <a:cubicBezTo>
                  <a:pt x="66718" y="42025"/>
                  <a:pt x="66943" y="41825"/>
                  <a:pt x="66943" y="41599"/>
                </a:cubicBezTo>
                <a:cubicBezTo>
                  <a:pt x="66943" y="41399"/>
                  <a:pt x="67144" y="41198"/>
                  <a:pt x="67044" y="41098"/>
                </a:cubicBezTo>
                <a:cubicBezTo>
                  <a:pt x="66943" y="40772"/>
                  <a:pt x="67144" y="40672"/>
                  <a:pt x="67144" y="40471"/>
                </a:cubicBezTo>
                <a:cubicBezTo>
                  <a:pt x="67244" y="39719"/>
                  <a:pt x="67470" y="39093"/>
                  <a:pt x="67470" y="38366"/>
                </a:cubicBezTo>
                <a:lnTo>
                  <a:pt x="67470" y="38266"/>
                </a:lnTo>
                <a:cubicBezTo>
                  <a:pt x="67670" y="38065"/>
                  <a:pt x="67670" y="37965"/>
                  <a:pt x="67570" y="37739"/>
                </a:cubicBezTo>
                <a:cubicBezTo>
                  <a:pt x="67570" y="37439"/>
                  <a:pt x="67670" y="37113"/>
                  <a:pt x="67670" y="36812"/>
                </a:cubicBezTo>
                <a:cubicBezTo>
                  <a:pt x="67770" y="36085"/>
                  <a:pt x="67670" y="35233"/>
                  <a:pt x="67770" y="34506"/>
                </a:cubicBezTo>
                <a:cubicBezTo>
                  <a:pt x="67871" y="34080"/>
                  <a:pt x="67770" y="33679"/>
                  <a:pt x="67871" y="33353"/>
                </a:cubicBezTo>
                <a:cubicBezTo>
                  <a:pt x="67871" y="32727"/>
                  <a:pt x="67770" y="32100"/>
                  <a:pt x="67871" y="31474"/>
                </a:cubicBezTo>
                <a:cubicBezTo>
                  <a:pt x="67971" y="30847"/>
                  <a:pt x="67770" y="30221"/>
                  <a:pt x="67670" y="29494"/>
                </a:cubicBezTo>
                <a:lnTo>
                  <a:pt x="67670" y="28566"/>
                </a:lnTo>
                <a:lnTo>
                  <a:pt x="67670" y="28341"/>
                </a:lnTo>
                <a:cubicBezTo>
                  <a:pt x="67470" y="27940"/>
                  <a:pt x="67570" y="27514"/>
                  <a:pt x="67344" y="27088"/>
                </a:cubicBezTo>
                <a:lnTo>
                  <a:pt x="67344" y="26887"/>
                </a:lnTo>
                <a:cubicBezTo>
                  <a:pt x="67244" y="26160"/>
                  <a:pt x="67044" y="25434"/>
                  <a:pt x="66943" y="24807"/>
                </a:cubicBezTo>
                <a:cubicBezTo>
                  <a:pt x="66843" y="24481"/>
                  <a:pt x="66943" y="24055"/>
                  <a:pt x="66618" y="23754"/>
                </a:cubicBezTo>
                <a:cubicBezTo>
                  <a:pt x="66718" y="23554"/>
                  <a:pt x="66618" y="23328"/>
                  <a:pt x="66517" y="23128"/>
                </a:cubicBezTo>
                <a:cubicBezTo>
                  <a:pt x="66317" y="22401"/>
                  <a:pt x="66091" y="21674"/>
                  <a:pt x="65790" y="21048"/>
                </a:cubicBezTo>
                <a:cubicBezTo>
                  <a:pt x="65364" y="20421"/>
                  <a:pt x="65164" y="19795"/>
                  <a:pt x="64738" y="19168"/>
                </a:cubicBezTo>
                <a:cubicBezTo>
                  <a:pt x="64638" y="18541"/>
                  <a:pt x="64011" y="18115"/>
                  <a:pt x="63911" y="17489"/>
                </a:cubicBezTo>
                <a:cubicBezTo>
                  <a:pt x="63911" y="17388"/>
                  <a:pt x="63811" y="17388"/>
                  <a:pt x="63811" y="17288"/>
                </a:cubicBezTo>
                <a:cubicBezTo>
                  <a:pt x="63710" y="17288"/>
                  <a:pt x="63710" y="17163"/>
                  <a:pt x="63585" y="17063"/>
                </a:cubicBezTo>
                <a:cubicBezTo>
                  <a:pt x="63384" y="16762"/>
                  <a:pt x="63284" y="16236"/>
                  <a:pt x="62858" y="16035"/>
                </a:cubicBezTo>
                <a:lnTo>
                  <a:pt x="62758" y="16035"/>
                </a:lnTo>
                <a:cubicBezTo>
                  <a:pt x="62758" y="15709"/>
                  <a:pt x="62557" y="15509"/>
                  <a:pt x="62457" y="15283"/>
                </a:cubicBezTo>
                <a:cubicBezTo>
                  <a:pt x="62131" y="14782"/>
                  <a:pt x="61831" y="14356"/>
                  <a:pt x="61404" y="13930"/>
                </a:cubicBezTo>
                <a:cubicBezTo>
                  <a:pt x="61304" y="13729"/>
                  <a:pt x="61204" y="13629"/>
                  <a:pt x="61079" y="13529"/>
                </a:cubicBezTo>
                <a:cubicBezTo>
                  <a:pt x="60878" y="13203"/>
                  <a:pt x="60452" y="13002"/>
                  <a:pt x="60352" y="12677"/>
                </a:cubicBezTo>
                <a:cubicBezTo>
                  <a:pt x="60151" y="12150"/>
                  <a:pt x="59625" y="11950"/>
                  <a:pt x="59425" y="11524"/>
                </a:cubicBezTo>
                <a:cubicBezTo>
                  <a:pt x="58998" y="11123"/>
                  <a:pt x="58572" y="10697"/>
                  <a:pt x="58171" y="10271"/>
                </a:cubicBezTo>
                <a:cubicBezTo>
                  <a:pt x="57745" y="9769"/>
                  <a:pt x="57319" y="9343"/>
                  <a:pt x="56818" y="8917"/>
                </a:cubicBezTo>
                <a:cubicBezTo>
                  <a:pt x="56693" y="8817"/>
                  <a:pt x="56492" y="8616"/>
                  <a:pt x="56292" y="8516"/>
                </a:cubicBezTo>
                <a:cubicBezTo>
                  <a:pt x="55966" y="8190"/>
                  <a:pt x="55565" y="7890"/>
                  <a:pt x="55239" y="7564"/>
                </a:cubicBezTo>
                <a:cubicBezTo>
                  <a:pt x="54938" y="7363"/>
                  <a:pt x="54612" y="7263"/>
                  <a:pt x="54512" y="6937"/>
                </a:cubicBezTo>
                <a:cubicBezTo>
                  <a:pt x="54412" y="6937"/>
                  <a:pt x="54412" y="6837"/>
                  <a:pt x="54312" y="6837"/>
                </a:cubicBezTo>
                <a:cubicBezTo>
                  <a:pt x="53986" y="6411"/>
                  <a:pt x="53359" y="6311"/>
                  <a:pt x="53059" y="5885"/>
                </a:cubicBezTo>
                <a:cubicBezTo>
                  <a:pt x="52933" y="5784"/>
                  <a:pt x="52833" y="5784"/>
                  <a:pt x="52733" y="5684"/>
                </a:cubicBezTo>
                <a:cubicBezTo>
                  <a:pt x="52633" y="5684"/>
                  <a:pt x="52633" y="5684"/>
                  <a:pt x="52432" y="5484"/>
                </a:cubicBezTo>
                <a:cubicBezTo>
                  <a:pt x="52432" y="5484"/>
                  <a:pt x="52376" y="5439"/>
                  <a:pt x="52339" y="5439"/>
                </a:cubicBezTo>
                <a:cubicBezTo>
                  <a:pt x="52321" y="5439"/>
                  <a:pt x="52307" y="5450"/>
                  <a:pt x="52307" y="5484"/>
                </a:cubicBezTo>
                <a:cubicBezTo>
                  <a:pt x="52248" y="5513"/>
                  <a:pt x="52198" y="5525"/>
                  <a:pt x="52156" y="5525"/>
                </a:cubicBezTo>
                <a:cubicBezTo>
                  <a:pt x="52056" y="5525"/>
                  <a:pt x="52006" y="5454"/>
                  <a:pt x="52006" y="5383"/>
                </a:cubicBezTo>
                <a:cubicBezTo>
                  <a:pt x="51906" y="5258"/>
                  <a:pt x="51906" y="5158"/>
                  <a:pt x="51805" y="5058"/>
                </a:cubicBezTo>
                <a:cubicBezTo>
                  <a:pt x="51480" y="5058"/>
                  <a:pt x="51279" y="4857"/>
                  <a:pt x="51054" y="4757"/>
                </a:cubicBezTo>
                <a:cubicBezTo>
                  <a:pt x="50953" y="4632"/>
                  <a:pt x="50953" y="4632"/>
                  <a:pt x="50853" y="4632"/>
                </a:cubicBezTo>
                <a:lnTo>
                  <a:pt x="50427" y="4431"/>
                </a:lnTo>
                <a:cubicBezTo>
                  <a:pt x="50347" y="4431"/>
                  <a:pt x="50267" y="4303"/>
                  <a:pt x="50186" y="4303"/>
                </a:cubicBezTo>
                <a:cubicBezTo>
                  <a:pt x="50166" y="4303"/>
                  <a:pt x="50146" y="4311"/>
                  <a:pt x="50126" y="4331"/>
                </a:cubicBezTo>
                <a:cubicBezTo>
                  <a:pt x="50105" y="4341"/>
                  <a:pt x="50087" y="4346"/>
                  <a:pt x="50071" y="4346"/>
                </a:cubicBezTo>
                <a:cubicBezTo>
                  <a:pt x="49962" y="4346"/>
                  <a:pt x="49989" y="4107"/>
                  <a:pt x="49873" y="4107"/>
                </a:cubicBezTo>
                <a:cubicBezTo>
                  <a:pt x="49854" y="4107"/>
                  <a:pt x="49830" y="4114"/>
                  <a:pt x="49800" y="4130"/>
                </a:cubicBezTo>
                <a:lnTo>
                  <a:pt x="49700" y="4005"/>
                </a:lnTo>
                <a:cubicBezTo>
                  <a:pt x="49658" y="4031"/>
                  <a:pt x="49621" y="4042"/>
                  <a:pt x="49587" y="4042"/>
                </a:cubicBezTo>
                <a:cubicBezTo>
                  <a:pt x="49458" y="4042"/>
                  <a:pt x="49379" y="3884"/>
                  <a:pt x="49299" y="3804"/>
                </a:cubicBezTo>
                <a:cubicBezTo>
                  <a:pt x="48973" y="3504"/>
                  <a:pt x="48547" y="3278"/>
                  <a:pt x="48046" y="3178"/>
                </a:cubicBezTo>
                <a:cubicBezTo>
                  <a:pt x="47946" y="3178"/>
                  <a:pt x="47797" y="3050"/>
                  <a:pt x="47639" y="3050"/>
                </a:cubicBezTo>
                <a:cubicBezTo>
                  <a:pt x="47600" y="3050"/>
                  <a:pt x="47560" y="3058"/>
                  <a:pt x="47520" y="3078"/>
                </a:cubicBezTo>
                <a:cubicBezTo>
                  <a:pt x="47520" y="3078"/>
                  <a:pt x="47419" y="2877"/>
                  <a:pt x="47294" y="2752"/>
                </a:cubicBezTo>
                <a:lnTo>
                  <a:pt x="47094" y="2752"/>
                </a:lnTo>
                <a:cubicBezTo>
                  <a:pt x="46893" y="2652"/>
                  <a:pt x="46793" y="2451"/>
                  <a:pt x="46567" y="2451"/>
                </a:cubicBezTo>
                <a:cubicBezTo>
                  <a:pt x="46367" y="2451"/>
                  <a:pt x="46267" y="2451"/>
                  <a:pt x="46041" y="2351"/>
                </a:cubicBezTo>
                <a:cubicBezTo>
                  <a:pt x="46024" y="2384"/>
                  <a:pt x="46010" y="2397"/>
                  <a:pt x="45998" y="2397"/>
                </a:cubicBezTo>
                <a:cubicBezTo>
                  <a:pt x="45949" y="2397"/>
                  <a:pt x="45921" y="2193"/>
                  <a:pt x="45832" y="2193"/>
                </a:cubicBezTo>
                <a:cubicBezTo>
                  <a:pt x="45807" y="2193"/>
                  <a:pt x="45777" y="2209"/>
                  <a:pt x="45740" y="2251"/>
                </a:cubicBezTo>
                <a:cubicBezTo>
                  <a:pt x="45540" y="1925"/>
                  <a:pt x="45214" y="1925"/>
                  <a:pt x="44913" y="1925"/>
                </a:cubicBezTo>
                <a:cubicBezTo>
                  <a:pt x="44876" y="1954"/>
                  <a:pt x="44833" y="1966"/>
                  <a:pt x="44788" y="1966"/>
                </a:cubicBezTo>
                <a:cubicBezTo>
                  <a:pt x="44679" y="1966"/>
                  <a:pt x="44558" y="1895"/>
                  <a:pt x="44487" y="1824"/>
                </a:cubicBezTo>
                <a:cubicBezTo>
                  <a:pt x="44413" y="1750"/>
                  <a:pt x="44336" y="1731"/>
                  <a:pt x="44267" y="1731"/>
                </a:cubicBezTo>
                <a:cubicBezTo>
                  <a:pt x="44193" y="1731"/>
                  <a:pt x="44129" y="1754"/>
                  <a:pt x="44093" y="1754"/>
                </a:cubicBezTo>
                <a:cubicBezTo>
                  <a:pt x="44073" y="1754"/>
                  <a:pt x="44061" y="1747"/>
                  <a:pt x="44061" y="1724"/>
                </a:cubicBezTo>
                <a:cubicBezTo>
                  <a:pt x="44025" y="1642"/>
                  <a:pt x="43988" y="1620"/>
                  <a:pt x="43951" y="1620"/>
                </a:cubicBezTo>
                <a:cubicBezTo>
                  <a:pt x="43908" y="1620"/>
                  <a:pt x="43865" y="1651"/>
                  <a:pt x="43821" y="1651"/>
                </a:cubicBezTo>
                <a:cubicBezTo>
                  <a:pt x="43801" y="1651"/>
                  <a:pt x="43781" y="1644"/>
                  <a:pt x="43760" y="1624"/>
                </a:cubicBezTo>
                <a:cubicBezTo>
                  <a:pt x="43660" y="1624"/>
                  <a:pt x="43660" y="1398"/>
                  <a:pt x="43535" y="1398"/>
                </a:cubicBezTo>
                <a:cubicBezTo>
                  <a:pt x="43434" y="1298"/>
                  <a:pt x="43334" y="1298"/>
                  <a:pt x="43134" y="1298"/>
                </a:cubicBezTo>
                <a:cubicBezTo>
                  <a:pt x="42908" y="1198"/>
                  <a:pt x="42607" y="1298"/>
                  <a:pt x="42407" y="1098"/>
                </a:cubicBezTo>
                <a:cubicBezTo>
                  <a:pt x="42356" y="1075"/>
                  <a:pt x="42301" y="1068"/>
                  <a:pt x="42245" y="1068"/>
                </a:cubicBezTo>
                <a:cubicBezTo>
                  <a:pt x="42146" y="1068"/>
                  <a:pt x="42045" y="1091"/>
                  <a:pt x="41960" y="1091"/>
                </a:cubicBezTo>
                <a:cubicBezTo>
                  <a:pt x="41882" y="1091"/>
                  <a:pt x="41817" y="1071"/>
                  <a:pt x="41780" y="997"/>
                </a:cubicBezTo>
                <a:cubicBezTo>
                  <a:pt x="41660" y="824"/>
                  <a:pt x="41548" y="800"/>
                  <a:pt x="41438" y="800"/>
                </a:cubicBezTo>
                <a:cubicBezTo>
                  <a:pt x="41395" y="800"/>
                  <a:pt x="41352" y="804"/>
                  <a:pt x="41310" y="804"/>
                </a:cubicBezTo>
                <a:cubicBezTo>
                  <a:pt x="41257" y="804"/>
                  <a:pt x="41206" y="798"/>
                  <a:pt x="41154" y="772"/>
                </a:cubicBezTo>
                <a:cubicBezTo>
                  <a:pt x="40860" y="703"/>
                  <a:pt x="40566" y="586"/>
                  <a:pt x="40239" y="586"/>
                </a:cubicBezTo>
                <a:cubicBezTo>
                  <a:pt x="40092" y="586"/>
                  <a:pt x="39939" y="609"/>
                  <a:pt x="39775" y="672"/>
                </a:cubicBezTo>
                <a:cubicBezTo>
                  <a:pt x="39775" y="672"/>
                  <a:pt x="39775" y="571"/>
                  <a:pt x="39675" y="571"/>
                </a:cubicBezTo>
                <a:cubicBezTo>
                  <a:pt x="39274" y="471"/>
                  <a:pt x="38748" y="471"/>
                  <a:pt x="38221" y="371"/>
                </a:cubicBezTo>
                <a:cubicBezTo>
                  <a:pt x="38021" y="371"/>
                  <a:pt x="37795" y="371"/>
                  <a:pt x="37695" y="246"/>
                </a:cubicBezTo>
                <a:cubicBezTo>
                  <a:pt x="37495" y="145"/>
                  <a:pt x="37394" y="145"/>
                  <a:pt x="37269" y="145"/>
                </a:cubicBezTo>
                <a:cubicBezTo>
                  <a:pt x="37236" y="179"/>
                  <a:pt x="37191" y="190"/>
                  <a:pt x="37143" y="190"/>
                </a:cubicBezTo>
                <a:cubicBezTo>
                  <a:pt x="37046" y="190"/>
                  <a:pt x="36935" y="145"/>
                  <a:pt x="36868" y="145"/>
                </a:cubicBezTo>
                <a:cubicBezTo>
                  <a:pt x="36718" y="145"/>
                  <a:pt x="36578" y="12"/>
                  <a:pt x="36413" y="12"/>
                </a:cubicBezTo>
                <a:cubicBezTo>
                  <a:pt x="36331" y="12"/>
                  <a:pt x="36241" y="45"/>
                  <a:pt x="36141" y="145"/>
                </a:cubicBezTo>
                <a:cubicBezTo>
                  <a:pt x="35978" y="95"/>
                  <a:pt x="35822" y="95"/>
                  <a:pt x="35665" y="95"/>
                </a:cubicBezTo>
                <a:cubicBezTo>
                  <a:pt x="35508" y="95"/>
                  <a:pt x="35352" y="95"/>
                  <a:pt x="35189" y="45"/>
                </a:cubicBezTo>
                <a:cubicBezTo>
                  <a:pt x="35089" y="12"/>
                  <a:pt x="34986" y="0"/>
                  <a:pt x="34885" y="0"/>
                </a:cubicBezTo>
                <a:cubicBezTo>
                  <a:pt x="34685" y="0"/>
                  <a:pt x="34495" y="45"/>
                  <a:pt x="34362" y="45"/>
                </a:cubicBezTo>
                <a:cubicBezTo>
                  <a:pt x="34287" y="12"/>
                  <a:pt x="34214" y="0"/>
                  <a:pt x="34144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8" name="Google Shape;748;p21"/>
          <p:cNvCxnSpPr/>
          <p:nvPr/>
        </p:nvCxnSpPr>
        <p:spPr>
          <a:xfrm>
            <a:off x="4571233" y="3877325"/>
            <a:ext cx="0" cy="84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49" name="Google Shape;749;p21"/>
          <p:cNvGrpSpPr/>
          <p:nvPr/>
        </p:nvGrpSpPr>
        <p:grpSpPr>
          <a:xfrm>
            <a:off x="3532961" y="1136875"/>
            <a:ext cx="2084100" cy="736568"/>
            <a:chOff x="3532961" y="1136875"/>
            <a:chExt cx="2084100" cy="736568"/>
          </a:xfrm>
        </p:grpSpPr>
        <p:sp>
          <p:nvSpPr>
            <p:cNvPr id="750" name="Google Shape;750;p21"/>
            <p:cNvSpPr txBox="1"/>
            <p:nvPr/>
          </p:nvSpPr>
          <p:spPr>
            <a:xfrm>
              <a:off x="3753758" y="1136875"/>
              <a:ext cx="15624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Peter Smith</a:t>
              </a:r>
              <a:endParaRPr sz="19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51" name="Google Shape;751;p21"/>
            <p:cNvSpPr txBox="1"/>
            <p:nvPr/>
          </p:nvSpPr>
          <p:spPr>
            <a:xfrm>
              <a:off x="3532961" y="1499343"/>
              <a:ext cx="2084100" cy="3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</a:t>
              </a:r>
              <a:b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place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52" name="Google Shape;752;p21"/>
          <p:cNvSpPr/>
          <p:nvPr/>
        </p:nvSpPr>
        <p:spPr>
          <a:xfrm>
            <a:off x="3779525" y="2189450"/>
            <a:ext cx="1562483" cy="1554300"/>
          </a:xfrm>
          <a:custGeom>
            <a:rect b="b" l="l" r="r" t="t"/>
            <a:pathLst>
              <a:path extrusionOk="0" h="67615" w="67971">
                <a:moveTo>
                  <a:pt x="33008" y="997"/>
                </a:moveTo>
                <a:cubicBezTo>
                  <a:pt x="33159" y="1048"/>
                  <a:pt x="33340" y="1048"/>
                  <a:pt x="33522" y="1048"/>
                </a:cubicBezTo>
                <a:cubicBezTo>
                  <a:pt x="33704" y="1048"/>
                  <a:pt x="33886" y="1048"/>
                  <a:pt x="34036" y="1098"/>
                </a:cubicBezTo>
                <a:cubicBezTo>
                  <a:pt x="34147" y="1119"/>
                  <a:pt x="34254" y="1127"/>
                  <a:pt x="34358" y="1127"/>
                </a:cubicBezTo>
                <a:cubicBezTo>
                  <a:pt x="34643" y="1127"/>
                  <a:pt x="34908" y="1069"/>
                  <a:pt x="35192" y="1069"/>
                </a:cubicBezTo>
                <a:cubicBezTo>
                  <a:pt x="35297" y="1069"/>
                  <a:pt x="35403" y="1076"/>
                  <a:pt x="35515" y="1098"/>
                </a:cubicBezTo>
                <a:cubicBezTo>
                  <a:pt x="35615" y="1131"/>
                  <a:pt x="35704" y="1142"/>
                  <a:pt x="35790" y="1142"/>
                </a:cubicBezTo>
                <a:cubicBezTo>
                  <a:pt x="35963" y="1142"/>
                  <a:pt x="36124" y="1098"/>
                  <a:pt x="36342" y="1098"/>
                </a:cubicBezTo>
                <a:lnTo>
                  <a:pt x="36542" y="1098"/>
                </a:lnTo>
                <a:cubicBezTo>
                  <a:pt x="36768" y="1198"/>
                  <a:pt x="36968" y="1198"/>
                  <a:pt x="37169" y="1198"/>
                </a:cubicBezTo>
                <a:cubicBezTo>
                  <a:pt x="37795" y="1298"/>
                  <a:pt x="38522" y="1298"/>
                  <a:pt x="39149" y="1398"/>
                </a:cubicBezTo>
                <a:cubicBezTo>
                  <a:pt x="39775" y="1624"/>
                  <a:pt x="40402" y="1624"/>
                  <a:pt x="41028" y="1724"/>
                </a:cubicBezTo>
                <a:cubicBezTo>
                  <a:pt x="41354" y="1824"/>
                  <a:pt x="41780" y="1925"/>
                  <a:pt x="42081" y="2025"/>
                </a:cubicBezTo>
                <a:cubicBezTo>
                  <a:pt x="42407" y="2125"/>
                  <a:pt x="42708" y="2251"/>
                  <a:pt x="43033" y="2251"/>
                </a:cubicBezTo>
                <a:cubicBezTo>
                  <a:pt x="43234" y="2351"/>
                  <a:pt x="43334" y="2351"/>
                  <a:pt x="43434" y="2451"/>
                </a:cubicBezTo>
                <a:cubicBezTo>
                  <a:pt x="43861" y="2652"/>
                  <a:pt x="44287" y="2752"/>
                  <a:pt x="44688" y="2877"/>
                </a:cubicBezTo>
                <a:cubicBezTo>
                  <a:pt x="44913" y="2977"/>
                  <a:pt x="45214" y="2977"/>
                  <a:pt x="45540" y="3078"/>
                </a:cubicBezTo>
                <a:cubicBezTo>
                  <a:pt x="45941" y="3378"/>
                  <a:pt x="46467" y="3504"/>
                  <a:pt x="46893" y="3704"/>
                </a:cubicBezTo>
                <a:cubicBezTo>
                  <a:pt x="46993" y="3704"/>
                  <a:pt x="47094" y="3704"/>
                  <a:pt x="46993" y="3804"/>
                </a:cubicBezTo>
                <a:cubicBezTo>
                  <a:pt x="46993" y="3905"/>
                  <a:pt x="47018" y="3930"/>
                  <a:pt x="47056" y="3930"/>
                </a:cubicBezTo>
                <a:cubicBezTo>
                  <a:pt x="47094" y="3930"/>
                  <a:pt x="47144" y="3905"/>
                  <a:pt x="47194" y="3905"/>
                </a:cubicBezTo>
                <a:cubicBezTo>
                  <a:pt x="47419" y="3905"/>
                  <a:pt x="47520" y="4130"/>
                  <a:pt x="47620" y="4130"/>
                </a:cubicBezTo>
                <a:cubicBezTo>
                  <a:pt x="47673" y="4130"/>
                  <a:pt x="47725" y="4096"/>
                  <a:pt x="47778" y="4096"/>
                </a:cubicBezTo>
                <a:cubicBezTo>
                  <a:pt x="47826" y="4096"/>
                  <a:pt x="47873" y="4124"/>
                  <a:pt x="47921" y="4231"/>
                </a:cubicBezTo>
                <a:cubicBezTo>
                  <a:pt x="48046" y="4331"/>
                  <a:pt x="48247" y="4331"/>
                  <a:pt x="48447" y="4531"/>
                </a:cubicBezTo>
                <a:cubicBezTo>
                  <a:pt x="48547" y="4632"/>
                  <a:pt x="48673" y="4757"/>
                  <a:pt x="48973" y="4757"/>
                </a:cubicBezTo>
                <a:cubicBezTo>
                  <a:pt x="49074" y="4757"/>
                  <a:pt x="49299" y="4957"/>
                  <a:pt x="49399" y="5058"/>
                </a:cubicBezTo>
                <a:cubicBezTo>
                  <a:pt x="49600" y="5158"/>
                  <a:pt x="49700" y="5258"/>
                  <a:pt x="49926" y="5258"/>
                </a:cubicBezTo>
                <a:cubicBezTo>
                  <a:pt x="50026" y="5258"/>
                  <a:pt x="50026" y="5258"/>
                  <a:pt x="50126" y="5383"/>
                </a:cubicBezTo>
                <a:cubicBezTo>
                  <a:pt x="50327" y="5684"/>
                  <a:pt x="50753" y="5784"/>
                  <a:pt x="51179" y="6110"/>
                </a:cubicBezTo>
                <a:cubicBezTo>
                  <a:pt x="51279" y="6210"/>
                  <a:pt x="51580" y="6210"/>
                  <a:pt x="51680" y="6411"/>
                </a:cubicBezTo>
                <a:cubicBezTo>
                  <a:pt x="51805" y="6511"/>
                  <a:pt x="52106" y="6511"/>
                  <a:pt x="52206" y="6737"/>
                </a:cubicBezTo>
                <a:cubicBezTo>
                  <a:pt x="52432" y="6837"/>
                  <a:pt x="52633" y="6937"/>
                  <a:pt x="52833" y="7038"/>
                </a:cubicBezTo>
                <a:cubicBezTo>
                  <a:pt x="53059" y="7263"/>
                  <a:pt x="53359" y="7363"/>
                  <a:pt x="53685" y="7564"/>
                </a:cubicBezTo>
                <a:cubicBezTo>
                  <a:pt x="53886" y="7664"/>
                  <a:pt x="54086" y="7664"/>
                  <a:pt x="54086" y="7990"/>
                </a:cubicBezTo>
                <a:lnTo>
                  <a:pt x="54186" y="7990"/>
                </a:lnTo>
                <a:cubicBezTo>
                  <a:pt x="54713" y="7990"/>
                  <a:pt x="54813" y="8616"/>
                  <a:pt x="55239" y="8717"/>
                </a:cubicBezTo>
                <a:cubicBezTo>
                  <a:pt x="55339" y="8917"/>
                  <a:pt x="55565" y="9017"/>
                  <a:pt x="55665" y="9143"/>
                </a:cubicBezTo>
                <a:cubicBezTo>
                  <a:pt x="55736" y="9214"/>
                  <a:pt x="55757" y="9285"/>
                  <a:pt x="55798" y="9285"/>
                </a:cubicBezTo>
                <a:cubicBezTo>
                  <a:pt x="55815" y="9285"/>
                  <a:pt x="55836" y="9272"/>
                  <a:pt x="55866" y="9243"/>
                </a:cubicBezTo>
                <a:cubicBezTo>
                  <a:pt x="55966" y="9243"/>
                  <a:pt x="56066" y="9243"/>
                  <a:pt x="56066" y="9444"/>
                </a:cubicBezTo>
                <a:cubicBezTo>
                  <a:pt x="56066" y="9523"/>
                  <a:pt x="56066" y="9681"/>
                  <a:pt x="56228" y="9681"/>
                </a:cubicBezTo>
                <a:cubicBezTo>
                  <a:pt x="56271" y="9681"/>
                  <a:pt x="56324" y="9670"/>
                  <a:pt x="56392" y="9644"/>
                </a:cubicBezTo>
                <a:lnTo>
                  <a:pt x="56492" y="9644"/>
                </a:lnTo>
                <a:cubicBezTo>
                  <a:pt x="56292" y="10070"/>
                  <a:pt x="56693" y="9870"/>
                  <a:pt x="56818" y="10070"/>
                </a:cubicBezTo>
                <a:cubicBezTo>
                  <a:pt x="56818" y="10271"/>
                  <a:pt x="57019" y="10396"/>
                  <a:pt x="57119" y="10596"/>
                </a:cubicBezTo>
                <a:cubicBezTo>
                  <a:pt x="57219" y="10596"/>
                  <a:pt x="57319" y="10596"/>
                  <a:pt x="57319" y="10697"/>
                </a:cubicBezTo>
                <a:cubicBezTo>
                  <a:pt x="57445" y="10697"/>
                  <a:pt x="57545" y="10697"/>
                  <a:pt x="57545" y="10797"/>
                </a:cubicBezTo>
                <a:cubicBezTo>
                  <a:pt x="57545" y="10897"/>
                  <a:pt x="57645" y="11023"/>
                  <a:pt x="57745" y="11023"/>
                </a:cubicBezTo>
                <a:cubicBezTo>
                  <a:pt x="57846" y="11123"/>
                  <a:pt x="57846" y="11123"/>
                  <a:pt x="57846" y="11223"/>
                </a:cubicBezTo>
                <a:cubicBezTo>
                  <a:pt x="57946" y="11524"/>
                  <a:pt x="58071" y="11649"/>
                  <a:pt x="58372" y="11850"/>
                </a:cubicBezTo>
                <a:cubicBezTo>
                  <a:pt x="58472" y="11850"/>
                  <a:pt x="58572" y="11850"/>
                  <a:pt x="58572" y="11950"/>
                </a:cubicBezTo>
                <a:cubicBezTo>
                  <a:pt x="58798" y="12276"/>
                  <a:pt x="58898" y="12376"/>
                  <a:pt x="59099" y="12576"/>
                </a:cubicBezTo>
                <a:cubicBezTo>
                  <a:pt x="59199" y="12576"/>
                  <a:pt x="59199" y="12677"/>
                  <a:pt x="59324" y="12677"/>
                </a:cubicBezTo>
                <a:cubicBezTo>
                  <a:pt x="59525" y="12902"/>
                  <a:pt x="59525" y="13103"/>
                  <a:pt x="59725" y="13303"/>
                </a:cubicBezTo>
                <a:cubicBezTo>
                  <a:pt x="59951" y="13403"/>
                  <a:pt x="59951" y="13729"/>
                  <a:pt x="60151" y="13830"/>
                </a:cubicBezTo>
                <a:cubicBezTo>
                  <a:pt x="60352" y="13930"/>
                  <a:pt x="60352" y="14155"/>
                  <a:pt x="60577" y="14356"/>
                </a:cubicBezTo>
                <a:cubicBezTo>
                  <a:pt x="60577" y="14456"/>
                  <a:pt x="60678" y="14456"/>
                  <a:pt x="60778" y="14556"/>
                </a:cubicBezTo>
                <a:cubicBezTo>
                  <a:pt x="60978" y="14657"/>
                  <a:pt x="61204" y="14982"/>
                  <a:pt x="61304" y="15183"/>
                </a:cubicBezTo>
                <a:cubicBezTo>
                  <a:pt x="61404" y="15183"/>
                  <a:pt x="61404" y="15283"/>
                  <a:pt x="61304" y="15409"/>
                </a:cubicBezTo>
                <a:cubicBezTo>
                  <a:pt x="61304" y="15409"/>
                  <a:pt x="61304" y="15509"/>
                  <a:pt x="61404" y="15509"/>
                </a:cubicBezTo>
                <a:cubicBezTo>
                  <a:pt x="61505" y="15509"/>
                  <a:pt x="61605" y="15609"/>
                  <a:pt x="61605" y="15709"/>
                </a:cubicBezTo>
                <a:cubicBezTo>
                  <a:pt x="61931" y="16135"/>
                  <a:pt x="62332" y="16536"/>
                  <a:pt x="62557" y="17063"/>
                </a:cubicBezTo>
                <a:cubicBezTo>
                  <a:pt x="62658" y="17288"/>
                  <a:pt x="62658" y="17589"/>
                  <a:pt x="62958" y="17589"/>
                </a:cubicBezTo>
                <a:cubicBezTo>
                  <a:pt x="62958" y="17589"/>
                  <a:pt x="62958" y="17689"/>
                  <a:pt x="63084" y="17789"/>
                </a:cubicBezTo>
                <a:cubicBezTo>
                  <a:pt x="63184" y="18216"/>
                  <a:pt x="63284" y="18416"/>
                  <a:pt x="63585" y="18742"/>
                </a:cubicBezTo>
                <a:cubicBezTo>
                  <a:pt x="63585" y="18842"/>
                  <a:pt x="63710" y="18842"/>
                  <a:pt x="63710" y="18942"/>
                </a:cubicBezTo>
                <a:cubicBezTo>
                  <a:pt x="63585" y="19268"/>
                  <a:pt x="63911" y="19469"/>
                  <a:pt x="64011" y="19669"/>
                </a:cubicBezTo>
                <a:cubicBezTo>
                  <a:pt x="64011" y="19895"/>
                  <a:pt x="64011" y="19995"/>
                  <a:pt x="64212" y="20095"/>
                </a:cubicBezTo>
                <a:cubicBezTo>
                  <a:pt x="64337" y="20095"/>
                  <a:pt x="64437" y="20196"/>
                  <a:pt x="64337" y="20296"/>
                </a:cubicBezTo>
                <a:cubicBezTo>
                  <a:pt x="64337" y="20521"/>
                  <a:pt x="64437" y="20622"/>
                  <a:pt x="64537" y="20722"/>
                </a:cubicBezTo>
                <a:cubicBezTo>
                  <a:pt x="64638" y="20722"/>
                  <a:pt x="64537" y="20922"/>
                  <a:pt x="64638" y="20922"/>
                </a:cubicBezTo>
                <a:cubicBezTo>
                  <a:pt x="64738" y="21048"/>
                  <a:pt x="64638" y="21248"/>
                  <a:pt x="64838" y="21348"/>
                </a:cubicBezTo>
                <a:lnTo>
                  <a:pt x="64963" y="21449"/>
                </a:lnTo>
                <a:cubicBezTo>
                  <a:pt x="64963" y="21774"/>
                  <a:pt x="65164" y="22075"/>
                  <a:pt x="65264" y="22401"/>
                </a:cubicBezTo>
                <a:cubicBezTo>
                  <a:pt x="65264" y="22602"/>
                  <a:pt x="65364" y="22602"/>
                  <a:pt x="65364" y="22702"/>
                </a:cubicBezTo>
                <a:cubicBezTo>
                  <a:pt x="65590" y="23028"/>
                  <a:pt x="65590" y="23228"/>
                  <a:pt x="65690" y="23554"/>
                </a:cubicBezTo>
                <a:cubicBezTo>
                  <a:pt x="65790" y="23855"/>
                  <a:pt x="65790" y="24281"/>
                  <a:pt x="65891" y="24682"/>
                </a:cubicBezTo>
                <a:cubicBezTo>
                  <a:pt x="66091" y="25208"/>
                  <a:pt x="66217" y="25734"/>
                  <a:pt x="66317" y="26160"/>
                </a:cubicBezTo>
                <a:cubicBezTo>
                  <a:pt x="66317" y="26561"/>
                  <a:pt x="66417" y="26887"/>
                  <a:pt x="66517" y="27188"/>
                </a:cubicBezTo>
                <a:cubicBezTo>
                  <a:pt x="66517" y="27313"/>
                  <a:pt x="66618" y="27414"/>
                  <a:pt x="66517" y="27614"/>
                </a:cubicBezTo>
                <a:cubicBezTo>
                  <a:pt x="66417" y="27714"/>
                  <a:pt x="66843" y="27714"/>
                  <a:pt x="66618" y="27940"/>
                </a:cubicBezTo>
                <a:cubicBezTo>
                  <a:pt x="66517" y="28040"/>
                  <a:pt x="66517" y="28241"/>
                  <a:pt x="66618" y="28341"/>
                </a:cubicBezTo>
                <a:cubicBezTo>
                  <a:pt x="66618" y="28566"/>
                  <a:pt x="66718" y="28667"/>
                  <a:pt x="66718" y="28767"/>
                </a:cubicBezTo>
                <a:cubicBezTo>
                  <a:pt x="66718" y="28967"/>
                  <a:pt x="66843" y="29193"/>
                  <a:pt x="66843" y="29394"/>
                </a:cubicBezTo>
                <a:cubicBezTo>
                  <a:pt x="66843" y="29820"/>
                  <a:pt x="67044" y="30120"/>
                  <a:pt x="66943" y="30546"/>
                </a:cubicBezTo>
                <a:cubicBezTo>
                  <a:pt x="66943" y="31073"/>
                  <a:pt x="67044" y="31574"/>
                  <a:pt x="66943" y="32100"/>
                </a:cubicBezTo>
                <a:cubicBezTo>
                  <a:pt x="66943" y="32201"/>
                  <a:pt x="67044" y="32426"/>
                  <a:pt x="67044" y="32627"/>
                </a:cubicBezTo>
                <a:cubicBezTo>
                  <a:pt x="67044" y="33353"/>
                  <a:pt x="66943" y="34206"/>
                  <a:pt x="66943" y="34932"/>
                </a:cubicBezTo>
                <a:cubicBezTo>
                  <a:pt x="66943" y="35559"/>
                  <a:pt x="66943" y="36186"/>
                  <a:pt x="66843" y="36712"/>
                </a:cubicBezTo>
                <a:cubicBezTo>
                  <a:pt x="66843" y="37113"/>
                  <a:pt x="66718" y="37539"/>
                  <a:pt x="66618" y="37965"/>
                </a:cubicBezTo>
                <a:cubicBezTo>
                  <a:pt x="66618" y="38366"/>
                  <a:pt x="66618" y="38692"/>
                  <a:pt x="66517" y="39093"/>
                </a:cubicBezTo>
                <a:cubicBezTo>
                  <a:pt x="66517" y="39318"/>
                  <a:pt x="66417" y="39519"/>
                  <a:pt x="66417" y="39719"/>
                </a:cubicBezTo>
                <a:cubicBezTo>
                  <a:pt x="66417" y="40145"/>
                  <a:pt x="66317" y="40672"/>
                  <a:pt x="66091" y="41098"/>
                </a:cubicBezTo>
                <a:cubicBezTo>
                  <a:pt x="65991" y="41298"/>
                  <a:pt x="66217" y="41499"/>
                  <a:pt x="66091" y="41724"/>
                </a:cubicBezTo>
                <a:cubicBezTo>
                  <a:pt x="65790" y="42226"/>
                  <a:pt x="65690" y="42978"/>
                  <a:pt x="65590" y="43604"/>
                </a:cubicBezTo>
                <a:cubicBezTo>
                  <a:pt x="65465" y="43905"/>
                  <a:pt x="65364" y="44231"/>
                  <a:pt x="65264" y="44531"/>
                </a:cubicBezTo>
                <a:cubicBezTo>
                  <a:pt x="65164" y="44958"/>
                  <a:pt x="64963" y="45359"/>
                  <a:pt x="64963" y="45684"/>
                </a:cubicBezTo>
                <a:cubicBezTo>
                  <a:pt x="64963" y="46110"/>
                  <a:pt x="64738" y="46311"/>
                  <a:pt x="64638" y="46612"/>
                </a:cubicBezTo>
                <a:cubicBezTo>
                  <a:pt x="64638" y="46737"/>
                  <a:pt x="64537" y="46837"/>
                  <a:pt x="64537" y="46938"/>
                </a:cubicBezTo>
                <a:cubicBezTo>
                  <a:pt x="64537" y="47138"/>
                  <a:pt x="64437" y="47364"/>
                  <a:pt x="64337" y="47464"/>
                </a:cubicBezTo>
                <a:cubicBezTo>
                  <a:pt x="64212" y="47564"/>
                  <a:pt x="64011" y="47765"/>
                  <a:pt x="64111" y="47990"/>
                </a:cubicBezTo>
                <a:cubicBezTo>
                  <a:pt x="63811" y="48090"/>
                  <a:pt x="63911" y="48291"/>
                  <a:pt x="63811" y="48391"/>
                </a:cubicBezTo>
                <a:cubicBezTo>
                  <a:pt x="63710" y="48617"/>
                  <a:pt x="63585" y="48717"/>
                  <a:pt x="63485" y="48917"/>
                </a:cubicBezTo>
                <a:cubicBezTo>
                  <a:pt x="63485" y="49243"/>
                  <a:pt x="63184" y="49444"/>
                  <a:pt x="63084" y="49745"/>
                </a:cubicBezTo>
                <a:cubicBezTo>
                  <a:pt x="63084" y="49970"/>
                  <a:pt x="62858" y="50171"/>
                  <a:pt x="62758" y="50371"/>
                </a:cubicBezTo>
                <a:cubicBezTo>
                  <a:pt x="62658" y="50371"/>
                  <a:pt x="62557" y="50496"/>
                  <a:pt x="62557" y="50496"/>
                </a:cubicBezTo>
                <a:cubicBezTo>
                  <a:pt x="62457" y="50797"/>
                  <a:pt x="62332" y="50998"/>
                  <a:pt x="62232" y="51223"/>
                </a:cubicBezTo>
                <a:cubicBezTo>
                  <a:pt x="62131" y="51424"/>
                  <a:pt x="61931" y="51524"/>
                  <a:pt x="61705" y="51750"/>
                </a:cubicBezTo>
                <a:cubicBezTo>
                  <a:pt x="61605" y="51850"/>
                  <a:pt x="61605" y="52050"/>
                  <a:pt x="61505" y="52151"/>
                </a:cubicBezTo>
                <a:cubicBezTo>
                  <a:pt x="61404" y="52251"/>
                  <a:pt x="61404" y="52476"/>
                  <a:pt x="61204" y="52577"/>
                </a:cubicBezTo>
                <a:lnTo>
                  <a:pt x="61204" y="52677"/>
                </a:lnTo>
                <a:cubicBezTo>
                  <a:pt x="61079" y="52877"/>
                  <a:pt x="61079" y="52777"/>
                  <a:pt x="60878" y="53003"/>
                </a:cubicBezTo>
                <a:cubicBezTo>
                  <a:pt x="60678" y="53103"/>
                  <a:pt x="60452" y="53203"/>
                  <a:pt x="60577" y="53504"/>
                </a:cubicBezTo>
                <a:cubicBezTo>
                  <a:pt x="60577" y="53504"/>
                  <a:pt x="60452" y="53629"/>
                  <a:pt x="60352" y="53629"/>
                </a:cubicBezTo>
                <a:cubicBezTo>
                  <a:pt x="60252" y="53730"/>
                  <a:pt x="60151" y="53830"/>
                  <a:pt x="60051" y="53930"/>
                </a:cubicBezTo>
                <a:cubicBezTo>
                  <a:pt x="59826" y="54030"/>
                  <a:pt x="59725" y="54131"/>
                  <a:pt x="59725" y="54356"/>
                </a:cubicBezTo>
                <a:lnTo>
                  <a:pt x="59725" y="54557"/>
                </a:lnTo>
                <a:cubicBezTo>
                  <a:pt x="59324" y="54657"/>
                  <a:pt x="59324" y="55283"/>
                  <a:pt x="58798" y="55283"/>
                </a:cubicBezTo>
                <a:cubicBezTo>
                  <a:pt x="58798" y="55283"/>
                  <a:pt x="58698" y="55283"/>
                  <a:pt x="58698" y="55384"/>
                </a:cubicBezTo>
                <a:cubicBezTo>
                  <a:pt x="58572" y="55709"/>
                  <a:pt x="58272" y="55910"/>
                  <a:pt x="58071" y="56136"/>
                </a:cubicBezTo>
                <a:cubicBezTo>
                  <a:pt x="57846" y="56436"/>
                  <a:pt x="57545" y="56637"/>
                  <a:pt x="57319" y="56862"/>
                </a:cubicBezTo>
                <a:cubicBezTo>
                  <a:pt x="57219" y="57063"/>
                  <a:pt x="57019" y="57163"/>
                  <a:pt x="56918" y="57263"/>
                </a:cubicBezTo>
                <a:cubicBezTo>
                  <a:pt x="56693" y="57489"/>
                  <a:pt x="56693" y="57689"/>
                  <a:pt x="56492" y="57790"/>
                </a:cubicBezTo>
                <a:cubicBezTo>
                  <a:pt x="56191" y="57890"/>
                  <a:pt x="56066" y="58316"/>
                  <a:pt x="55665" y="58416"/>
                </a:cubicBezTo>
                <a:cubicBezTo>
                  <a:pt x="55565" y="58416"/>
                  <a:pt x="55565" y="58642"/>
                  <a:pt x="55440" y="58642"/>
                </a:cubicBezTo>
                <a:cubicBezTo>
                  <a:pt x="55339" y="58842"/>
                  <a:pt x="55139" y="58943"/>
                  <a:pt x="55039" y="59043"/>
                </a:cubicBezTo>
                <a:cubicBezTo>
                  <a:pt x="54938" y="59143"/>
                  <a:pt x="54938" y="59143"/>
                  <a:pt x="54813" y="59143"/>
                </a:cubicBezTo>
                <a:cubicBezTo>
                  <a:pt x="54713" y="59268"/>
                  <a:pt x="54713" y="59369"/>
                  <a:pt x="54612" y="59369"/>
                </a:cubicBezTo>
                <a:cubicBezTo>
                  <a:pt x="53986" y="59770"/>
                  <a:pt x="53359" y="60296"/>
                  <a:pt x="52833" y="60722"/>
                </a:cubicBezTo>
                <a:cubicBezTo>
                  <a:pt x="52633" y="60923"/>
                  <a:pt x="52307" y="60923"/>
                  <a:pt x="52006" y="61148"/>
                </a:cubicBezTo>
                <a:cubicBezTo>
                  <a:pt x="51805" y="61349"/>
                  <a:pt x="51379" y="61549"/>
                  <a:pt x="51054" y="61649"/>
                </a:cubicBezTo>
                <a:cubicBezTo>
                  <a:pt x="50853" y="61875"/>
                  <a:pt x="50653" y="62075"/>
                  <a:pt x="50327" y="62176"/>
                </a:cubicBezTo>
                <a:cubicBezTo>
                  <a:pt x="49800" y="62401"/>
                  <a:pt x="49299" y="62903"/>
                  <a:pt x="48673" y="63128"/>
                </a:cubicBezTo>
                <a:lnTo>
                  <a:pt x="48547" y="63228"/>
                </a:lnTo>
                <a:cubicBezTo>
                  <a:pt x="48547" y="63505"/>
                  <a:pt x="48421" y="63602"/>
                  <a:pt x="48243" y="63602"/>
                </a:cubicBezTo>
                <a:cubicBezTo>
                  <a:pt x="48147" y="63602"/>
                  <a:pt x="48035" y="63573"/>
                  <a:pt x="47921" y="63529"/>
                </a:cubicBezTo>
                <a:cubicBezTo>
                  <a:pt x="47720" y="63529"/>
                  <a:pt x="47620" y="63529"/>
                  <a:pt x="47720" y="63755"/>
                </a:cubicBezTo>
                <a:cubicBezTo>
                  <a:pt x="47620" y="63755"/>
                  <a:pt x="47520" y="63855"/>
                  <a:pt x="47520" y="63855"/>
                </a:cubicBezTo>
                <a:cubicBezTo>
                  <a:pt x="47462" y="63797"/>
                  <a:pt x="47396" y="63739"/>
                  <a:pt x="47350" y="63739"/>
                </a:cubicBezTo>
                <a:cubicBezTo>
                  <a:pt x="47317" y="63739"/>
                  <a:pt x="47294" y="63770"/>
                  <a:pt x="47294" y="63855"/>
                </a:cubicBezTo>
                <a:cubicBezTo>
                  <a:pt x="47294" y="64055"/>
                  <a:pt x="47094" y="64055"/>
                  <a:pt x="46993" y="64055"/>
                </a:cubicBezTo>
                <a:cubicBezTo>
                  <a:pt x="46893" y="64281"/>
                  <a:pt x="46793" y="64281"/>
                  <a:pt x="46567" y="64281"/>
                </a:cubicBezTo>
                <a:cubicBezTo>
                  <a:pt x="46500" y="64281"/>
                  <a:pt x="46434" y="64225"/>
                  <a:pt x="46367" y="64225"/>
                </a:cubicBezTo>
                <a:cubicBezTo>
                  <a:pt x="46333" y="64225"/>
                  <a:pt x="46300" y="64239"/>
                  <a:pt x="46267" y="64281"/>
                </a:cubicBezTo>
                <a:cubicBezTo>
                  <a:pt x="46166" y="64281"/>
                  <a:pt x="45941" y="64281"/>
                  <a:pt x="45941" y="64481"/>
                </a:cubicBezTo>
                <a:cubicBezTo>
                  <a:pt x="45881" y="64461"/>
                  <a:pt x="45828" y="64453"/>
                  <a:pt x="45782" y="64453"/>
                </a:cubicBezTo>
                <a:cubicBezTo>
                  <a:pt x="45595" y="64453"/>
                  <a:pt x="45495" y="64582"/>
                  <a:pt x="45314" y="64582"/>
                </a:cubicBezTo>
                <a:cubicBezTo>
                  <a:pt x="45214" y="64682"/>
                  <a:pt x="45013" y="64682"/>
                  <a:pt x="44913" y="64782"/>
                </a:cubicBezTo>
                <a:cubicBezTo>
                  <a:pt x="44788" y="64782"/>
                  <a:pt x="44688" y="64908"/>
                  <a:pt x="44587" y="64908"/>
                </a:cubicBezTo>
                <a:lnTo>
                  <a:pt x="44487" y="65008"/>
                </a:lnTo>
                <a:cubicBezTo>
                  <a:pt x="44425" y="64989"/>
                  <a:pt x="44367" y="64980"/>
                  <a:pt x="44313" y="64980"/>
                </a:cubicBezTo>
                <a:cubicBezTo>
                  <a:pt x="44085" y="64980"/>
                  <a:pt x="43922" y="65127"/>
                  <a:pt x="43760" y="65208"/>
                </a:cubicBezTo>
                <a:cubicBezTo>
                  <a:pt x="43660" y="65309"/>
                  <a:pt x="43535" y="65409"/>
                  <a:pt x="43434" y="65409"/>
                </a:cubicBezTo>
                <a:cubicBezTo>
                  <a:pt x="43234" y="65409"/>
                  <a:pt x="43134" y="65409"/>
                  <a:pt x="43033" y="65534"/>
                </a:cubicBezTo>
                <a:cubicBezTo>
                  <a:pt x="42808" y="65634"/>
                  <a:pt x="42607" y="65735"/>
                  <a:pt x="42282" y="65735"/>
                </a:cubicBezTo>
                <a:cubicBezTo>
                  <a:pt x="41780" y="65935"/>
                  <a:pt x="41154" y="66035"/>
                  <a:pt x="40627" y="66161"/>
                </a:cubicBezTo>
                <a:cubicBezTo>
                  <a:pt x="40561" y="66161"/>
                  <a:pt x="40483" y="66205"/>
                  <a:pt x="40438" y="66205"/>
                </a:cubicBezTo>
                <a:cubicBezTo>
                  <a:pt x="40416" y="66205"/>
                  <a:pt x="40402" y="66194"/>
                  <a:pt x="40402" y="66161"/>
                </a:cubicBezTo>
                <a:cubicBezTo>
                  <a:pt x="40362" y="66030"/>
                  <a:pt x="40289" y="65984"/>
                  <a:pt x="40210" y="65984"/>
                </a:cubicBezTo>
                <a:cubicBezTo>
                  <a:pt x="40092" y="65984"/>
                  <a:pt x="39961" y="66086"/>
                  <a:pt x="39901" y="66161"/>
                </a:cubicBezTo>
                <a:cubicBezTo>
                  <a:pt x="39675" y="66261"/>
                  <a:pt x="39374" y="66161"/>
                  <a:pt x="39274" y="66361"/>
                </a:cubicBezTo>
                <a:lnTo>
                  <a:pt x="39149" y="66361"/>
                </a:lnTo>
                <a:cubicBezTo>
                  <a:pt x="39048" y="66361"/>
                  <a:pt x="39048" y="66261"/>
                  <a:pt x="38948" y="66261"/>
                </a:cubicBezTo>
                <a:cubicBezTo>
                  <a:pt x="38522" y="66461"/>
                  <a:pt x="38121" y="66461"/>
                  <a:pt x="37695" y="66461"/>
                </a:cubicBezTo>
                <a:cubicBezTo>
                  <a:pt x="37269" y="66461"/>
                  <a:pt x="36768" y="66562"/>
                  <a:pt x="36342" y="66562"/>
                </a:cubicBezTo>
                <a:cubicBezTo>
                  <a:pt x="36141" y="66662"/>
                  <a:pt x="35916" y="66787"/>
                  <a:pt x="35715" y="66787"/>
                </a:cubicBezTo>
                <a:cubicBezTo>
                  <a:pt x="35289" y="66662"/>
                  <a:pt x="34888" y="66662"/>
                  <a:pt x="34362" y="66662"/>
                </a:cubicBezTo>
                <a:cubicBezTo>
                  <a:pt x="34036" y="66662"/>
                  <a:pt x="33735" y="66787"/>
                  <a:pt x="33409" y="66787"/>
                </a:cubicBezTo>
                <a:cubicBezTo>
                  <a:pt x="33359" y="66756"/>
                  <a:pt x="33301" y="66747"/>
                  <a:pt x="33238" y="66747"/>
                </a:cubicBezTo>
                <a:cubicBezTo>
                  <a:pt x="33143" y="66747"/>
                  <a:pt x="33035" y="66768"/>
                  <a:pt x="32923" y="66768"/>
                </a:cubicBezTo>
                <a:cubicBezTo>
                  <a:pt x="32811" y="66768"/>
                  <a:pt x="32695" y="66747"/>
                  <a:pt x="32582" y="66662"/>
                </a:cubicBezTo>
                <a:cubicBezTo>
                  <a:pt x="32440" y="66737"/>
                  <a:pt x="32312" y="66762"/>
                  <a:pt x="32192" y="66762"/>
                </a:cubicBezTo>
                <a:cubicBezTo>
                  <a:pt x="31953" y="66762"/>
                  <a:pt x="31747" y="66662"/>
                  <a:pt x="31530" y="66662"/>
                </a:cubicBezTo>
                <a:cubicBezTo>
                  <a:pt x="31429" y="66662"/>
                  <a:pt x="31229" y="66662"/>
                  <a:pt x="31129" y="66562"/>
                </a:cubicBezTo>
                <a:cubicBezTo>
                  <a:pt x="31129" y="66528"/>
                  <a:pt x="31104" y="66517"/>
                  <a:pt x="31066" y="66517"/>
                </a:cubicBezTo>
                <a:cubicBezTo>
                  <a:pt x="30992" y="66517"/>
                  <a:pt x="30870" y="66562"/>
                  <a:pt x="30803" y="66562"/>
                </a:cubicBezTo>
                <a:cubicBezTo>
                  <a:pt x="30692" y="66562"/>
                  <a:pt x="30543" y="66661"/>
                  <a:pt x="30414" y="66661"/>
                </a:cubicBezTo>
                <a:cubicBezTo>
                  <a:pt x="30311" y="66661"/>
                  <a:pt x="30221" y="66596"/>
                  <a:pt x="30176" y="66361"/>
                </a:cubicBezTo>
                <a:lnTo>
                  <a:pt x="30076" y="66361"/>
                </a:lnTo>
                <a:cubicBezTo>
                  <a:pt x="30047" y="66346"/>
                  <a:pt x="30017" y="66340"/>
                  <a:pt x="29987" y="66340"/>
                </a:cubicBezTo>
                <a:cubicBezTo>
                  <a:pt x="29842" y="66340"/>
                  <a:pt x="29696" y="66482"/>
                  <a:pt x="29601" y="66482"/>
                </a:cubicBezTo>
                <a:cubicBezTo>
                  <a:pt x="29582" y="66482"/>
                  <a:pt x="29564" y="66476"/>
                  <a:pt x="29550" y="66461"/>
                </a:cubicBezTo>
                <a:cubicBezTo>
                  <a:pt x="29449" y="66361"/>
                  <a:pt x="29349" y="66361"/>
                  <a:pt x="29124" y="66361"/>
                </a:cubicBezTo>
                <a:cubicBezTo>
                  <a:pt x="28823" y="66261"/>
                  <a:pt x="28397" y="66261"/>
                  <a:pt x="28096" y="66035"/>
                </a:cubicBezTo>
                <a:lnTo>
                  <a:pt x="27570" y="66035"/>
                </a:lnTo>
                <a:cubicBezTo>
                  <a:pt x="27369" y="65935"/>
                  <a:pt x="27144" y="65835"/>
                  <a:pt x="26943" y="65735"/>
                </a:cubicBezTo>
                <a:lnTo>
                  <a:pt x="26417" y="65735"/>
                </a:lnTo>
                <a:cubicBezTo>
                  <a:pt x="25891" y="65735"/>
                  <a:pt x="25490" y="65534"/>
                  <a:pt x="24963" y="65309"/>
                </a:cubicBezTo>
                <a:cubicBezTo>
                  <a:pt x="24863" y="65208"/>
                  <a:pt x="24738" y="65208"/>
                  <a:pt x="24637" y="65208"/>
                </a:cubicBezTo>
                <a:lnTo>
                  <a:pt x="24437" y="65208"/>
                </a:lnTo>
                <a:cubicBezTo>
                  <a:pt x="24111" y="64908"/>
                  <a:pt x="23610" y="64908"/>
                  <a:pt x="23184" y="64682"/>
                </a:cubicBezTo>
                <a:cubicBezTo>
                  <a:pt x="23113" y="64611"/>
                  <a:pt x="23042" y="64540"/>
                  <a:pt x="22927" y="64540"/>
                </a:cubicBezTo>
                <a:cubicBezTo>
                  <a:pt x="22879" y="64540"/>
                  <a:pt x="22824" y="64552"/>
                  <a:pt x="22758" y="64582"/>
                </a:cubicBezTo>
                <a:cubicBezTo>
                  <a:pt x="22657" y="64582"/>
                  <a:pt x="22457" y="64481"/>
                  <a:pt x="22231" y="64381"/>
                </a:cubicBezTo>
                <a:lnTo>
                  <a:pt x="22131" y="64156"/>
                </a:lnTo>
                <a:lnTo>
                  <a:pt x="21830" y="64156"/>
                </a:lnTo>
                <a:cubicBezTo>
                  <a:pt x="21605" y="64055"/>
                  <a:pt x="21404" y="64055"/>
                  <a:pt x="21304" y="63855"/>
                </a:cubicBezTo>
                <a:cubicBezTo>
                  <a:pt x="21104" y="63654"/>
                  <a:pt x="20878" y="63755"/>
                  <a:pt x="20677" y="63654"/>
                </a:cubicBezTo>
                <a:cubicBezTo>
                  <a:pt x="20352" y="63429"/>
                  <a:pt x="19951" y="63429"/>
                  <a:pt x="19725" y="63128"/>
                </a:cubicBezTo>
                <a:cubicBezTo>
                  <a:pt x="19690" y="63137"/>
                  <a:pt x="19657" y="63141"/>
                  <a:pt x="19626" y="63141"/>
                </a:cubicBezTo>
                <a:cubicBezTo>
                  <a:pt x="19335" y="63141"/>
                  <a:pt x="19211" y="62789"/>
                  <a:pt x="18903" y="62789"/>
                </a:cubicBezTo>
                <a:cubicBezTo>
                  <a:pt x="18870" y="62789"/>
                  <a:pt x="18835" y="62793"/>
                  <a:pt x="18798" y="62802"/>
                </a:cubicBezTo>
                <a:cubicBezTo>
                  <a:pt x="18597" y="62602"/>
                  <a:pt x="18271" y="62501"/>
                  <a:pt x="18071" y="62401"/>
                </a:cubicBezTo>
                <a:cubicBezTo>
                  <a:pt x="17971" y="62276"/>
                  <a:pt x="17745" y="62176"/>
                  <a:pt x="17545" y="62176"/>
                </a:cubicBezTo>
                <a:cubicBezTo>
                  <a:pt x="17344" y="62075"/>
                  <a:pt x="17119" y="61875"/>
                  <a:pt x="17018" y="61875"/>
                </a:cubicBezTo>
                <a:cubicBezTo>
                  <a:pt x="16492" y="61649"/>
                  <a:pt x="16191" y="61248"/>
                  <a:pt x="15765" y="61023"/>
                </a:cubicBezTo>
                <a:cubicBezTo>
                  <a:pt x="15765" y="60923"/>
                  <a:pt x="15665" y="60923"/>
                  <a:pt x="15665" y="60923"/>
                </a:cubicBezTo>
                <a:cubicBezTo>
                  <a:pt x="15629" y="60934"/>
                  <a:pt x="15595" y="60938"/>
                  <a:pt x="15562" y="60938"/>
                </a:cubicBezTo>
                <a:cubicBezTo>
                  <a:pt x="15295" y="60938"/>
                  <a:pt x="15117" y="60611"/>
                  <a:pt x="14938" y="60522"/>
                </a:cubicBezTo>
                <a:cubicBezTo>
                  <a:pt x="14713" y="60396"/>
                  <a:pt x="14612" y="60196"/>
                  <a:pt x="14412" y="60095"/>
                </a:cubicBezTo>
                <a:cubicBezTo>
                  <a:pt x="14412" y="60062"/>
                  <a:pt x="14401" y="60051"/>
                  <a:pt x="14386" y="60051"/>
                </a:cubicBezTo>
                <a:cubicBezTo>
                  <a:pt x="14356" y="60051"/>
                  <a:pt x="14312" y="60095"/>
                  <a:pt x="14312" y="60095"/>
                </a:cubicBezTo>
                <a:cubicBezTo>
                  <a:pt x="14261" y="60095"/>
                  <a:pt x="14205" y="60121"/>
                  <a:pt x="14177" y="60121"/>
                </a:cubicBezTo>
                <a:cubicBezTo>
                  <a:pt x="14149" y="60121"/>
                  <a:pt x="14149" y="60095"/>
                  <a:pt x="14211" y="59995"/>
                </a:cubicBezTo>
                <a:lnTo>
                  <a:pt x="14086" y="59895"/>
                </a:lnTo>
                <a:cubicBezTo>
                  <a:pt x="13785" y="59669"/>
                  <a:pt x="13359" y="59469"/>
                  <a:pt x="13058" y="59268"/>
                </a:cubicBezTo>
                <a:cubicBezTo>
                  <a:pt x="12958" y="59268"/>
                  <a:pt x="12833" y="59268"/>
                  <a:pt x="12833" y="59143"/>
                </a:cubicBezTo>
                <a:cubicBezTo>
                  <a:pt x="12733" y="58943"/>
                  <a:pt x="12532" y="58842"/>
                  <a:pt x="12332" y="58642"/>
                </a:cubicBezTo>
                <a:cubicBezTo>
                  <a:pt x="12106" y="58316"/>
                  <a:pt x="11905" y="58216"/>
                  <a:pt x="11705" y="58015"/>
                </a:cubicBezTo>
                <a:cubicBezTo>
                  <a:pt x="11379" y="57790"/>
                  <a:pt x="10953" y="57589"/>
                  <a:pt x="10853" y="57163"/>
                </a:cubicBezTo>
                <a:cubicBezTo>
                  <a:pt x="10853" y="57163"/>
                  <a:pt x="10753" y="57063"/>
                  <a:pt x="10652" y="57063"/>
                </a:cubicBezTo>
                <a:cubicBezTo>
                  <a:pt x="10452" y="56963"/>
                  <a:pt x="10226" y="56862"/>
                  <a:pt x="10226" y="56537"/>
                </a:cubicBezTo>
                <a:lnTo>
                  <a:pt x="10126" y="56436"/>
                </a:lnTo>
                <a:cubicBezTo>
                  <a:pt x="9825" y="56236"/>
                  <a:pt x="9600" y="55910"/>
                  <a:pt x="9199" y="55810"/>
                </a:cubicBezTo>
                <a:cubicBezTo>
                  <a:pt x="9199" y="55709"/>
                  <a:pt x="9199" y="55509"/>
                  <a:pt x="9073" y="55384"/>
                </a:cubicBezTo>
                <a:cubicBezTo>
                  <a:pt x="8973" y="55283"/>
                  <a:pt x="8672" y="55283"/>
                  <a:pt x="8672" y="55083"/>
                </a:cubicBezTo>
                <a:cubicBezTo>
                  <a:pt x="8447" y="55083"/>
                  <a:pt x="8447" y="54983"/>
                  <a:pt x="8447" y="54882"/>
                </a:cubicBezTo>
                <a:cubicBezTo>
                  <a:pt x="8447" y="54757"/>
                  <a:pt x="8447" y="54657"/>
                  <a:pt x="8246" y="54657"/>
                </a:cubicBezTo>
                <a:cubicBezTo>
                  <a:pt x="8146" y="54657"/>
                  <a:pt x="8046" y="54356"/>
                  <a:pt x="7946" y="54256"/>
                </a:cubicBezTo>
                <a:lnTo>
                  <a:pt x="7620" y="53930"/>
                </a:lnTo>
                <a:cubicBezTo>
                  <a:pt x="7519" y="53830"/>
                  <a:pt x="7419" y="53730"/>
                  <a:pt x="7419" y="53629"/>
                </a:cubicBezTo>
                <a:cubicBezTo>
                  <a:pt x="7519" y="53504"/>
                  <a:pt x="7319" y="53404"/>
                  <a:pt x="7194" y="53203"/>
                </a:cubicBezTo>
                <a:lnTo>
                  <a:pt x="6993" y="53203"/>
                </a:lnTo>
                <a:cubicBezTo>
                  <a:pt x="7093" y="52877"/>
                  <a:pt x="6893" y="52877"/>
                  <a:pt x="6793" y="52777"/>
                </a:cubicBezTo>
                <a:cubicBezTo>
                  <a:pt x="6711" y="52613"/>
                  <a:pt x="6696" y="52450"/>
                  <a:pt x="6570" y="52450"/>
                </a:cubicBezTo>
                <a:cubicBezTo>
                  <a:pt x="6542" y="52450"/>
                  <a:pt x="6508" y="52458"/>
                  <a:pt x="6467" y="52476"/>
                </a:cubicBezTo>
                <a:lnTo>
                  <a:pt x="6467" y="52376"/>
                </a:lnTo>
                <a:cubicBezTo>
                  <a:pt x="6367" y="51950"/>
                  <a:pt x="6066" y="51750"/>
                  <a:pt x="5840" y="51424"/>
                </a:cubicBezTo>
                <a:cubicBezTo>
                  <a:pt x="5740" y="51323"/>
                  <a:pt x="5740" y="51323"/>
                  <a:pt x="5740" y="51223"/>
                </a:cubicBezTo>
                <a:cubicBezTo>
                  <a:pt x="5640" y="50797"/>
                  <a:pt x="5439" y="50597"/>
                  <a:pt x="5113" y="50271"/>
                </a:cubicBezTo>
                <a:cubicBezTo>
                  <a:pt x="5013" y="50070"/>
                  <a:pt x="5013" y="49870"/>
                  <a:pt x="5013" y="49745"/>
                </a:cubicBezTo>
                <a:cubicBezTo>
                  <a:pt x="5013" y="49444"/>
                  <a:pt x="4913" y="49344"/>
                  <a:pt x="4813" y="49118"/>
                </a:cubicBezTo>
                <a:cubicBezTo>
                  <a:pt x="4813" y="49018"/>
                  <a:pt x="4687" y="48917"/>
                  <a:pt x="4687" y="48817"/>
                </a:cubicBezTo>
                <a:cubicBezTo>
                  <a:pt x="4687" y="48617"/>
                  <a:pt x="4587" y="48717"/>
                  <a:pt x="4587" y="48617"/>
                </a:cubicBezTo>
                <a:cubicBezTo>
                  <a:pt x="4487" y="48291"/>
                  <a:pt x="4186" y="47990"/>
                  <a:pt x="4061" y="47564"/>
                </a:cubicBezTo>
                <a:cubicBezTo>
                  <a:pt x="3860" y="47038"/>
                  <a:pt x="3660" y="46511"/>
                  <a:pt x="3434" y="46110"/>
                </a:cubicBezTo>
                <a:cubicBezTo>
                  <a:pt x="3234" y="45885"/>
                  <a:pt x="3234" y="45584"/>
                  <a:pt x="3133" y="45359"/>
                </a:cubicBezTo>
                <a:cubicBezTo>
                  <a:pt x="2808" y="44632"/>
                  <a:pt x="2707" y="43905"/>
                  <a:pt x="2407" y="43178"/>
                </a:cubicBezTo>
                <a:cubicBezTo>
                  <a:pt x="2306" y="43078"/>
                  <a:pt x="2306" y="42852"/>
                  <a:pt x="2306" y="42752"/>
                </a:cubicBezTo>
                <a:cubicBezTo>
                  <a:pt x="2306" y="42552"/>
                  <a:pt x="2407" y="42351"/>
                  <a:pt x="2081" y="42226"/>
                </a:cubicBezTo>
                <a:lnTo>
                  <a:pt x="2081" y="42125"/>
                </a:lnTo>
                <a:cubicBezTo>
                  <a:pt x="2181" y="41825"/>
                  <a:pt x="1880" y="41599"/>
                  <a:pt x="1880" y="41298"/>
                </a:cubicBezTo>
                <a:cubicBezTo>
                  <a:pt x="1981" y="41298"/>
                  <a:pt x="1880" y="41198"/>
                  <a:pt x="1880" y="41098"/>
                </a:cubicBezTo>
                <a:cubicBezTo>
                  <a:pt x="1780" y="40973"/>
                  <a:pt x="1680" y="40872"/>
                  <a:pt x="1680" y="40672"/>
                </a:cubicBezTo>
                <a:cubicBezTo>
                  <a:pt x="1680" y="40471"/>
                  <a:pt x="1680" y="40346"/>
                  <a:pt x="1555" y="40145"/>
                </a:cubicBezTo>
                <a:cubicBezTo>
                  <a:pt x="1555" y="40045"/>
                  <a:pt x="1454" y="39945"/>
                  <a:pt x="1555" y="39719"/>
                </a:cubicBezTo>
                <a:cubicBezTo>
                  <a:pt x="1555" y="39719"/>
                  <a:pt x="1454" y="39619"/>
                  <a:pt x="1454" y="39519"/>
                </a:cubicBezTo>
                <a:cubicBezTo>
                  <a:pt x="1354" y="39419"/>
                  <a:pt x="1354" y="39318"/>
                  <a:pt x="1454" y="39218"/>
                </a:cubicBezTo>
                <a:cubicBezTo>
                  <a:pt x="1454" y="39093"/>
                  <a:pt x="1454" y="39093"/>
                  <a:pt x="1555" y="38993"/>
                </a:cubicBezTo>
                <a:cubicBezTo>
                  <a:pt x="1454" y="38993"/>
                  <a:pt x="1454" y="39093"/>
                  <a:pt x="1354" y="39093"/>
                </a:cubicBezTo>
                <a:lnTo>
                  <a:pt x="1354" y="38892"/>
                </a:lnTo>
                <a:cubicBezTo>
                  <a:pt x="1454" y="38592"/>
                  <a:pt x="1254" y="38366"/>
                  <a:pt x="1354" y="38065"/>
                </a:cubicBezTo>
                <a:cubicBezTo>
                  <a:pt x="1354" y="37840"/>
                  <a:pt x="1053" y="37739"/>
                  <a:pt x="1254" y="37539"/>
                </a:cubicBezTo>
                <a:cubicBezTo>
                  <a:pt x="1254" y="37439"/>
                  <a:pt x="1254" y="37439"/>
                  <a:pt x="1154" y="37338"/>
                </a:cubicBezTo>
                <a:lnTo>
                  <a:pt x="1154" y="37113"/>
                </a:lnTo>
                <a:cubicBezTo>
                  <a:pt x="1254" y="37013"/>
                  <a:pt x="1254" y="36812"/>
                  <a:pt x="1254" y="36712"/>
                </a:cubicBezTo>
                <a:cubicBezTo>
                  <a:pt x="928" y="36386"/>
                  <a:pt x="1154" y="36085"/>
                  <a:pt x="1154" y="35760"/>
                </a:cubicBezTo>
                <a:lnTo>
                  <a:pt x="1154" y="33679"/>
                </a:lnTo>
                <a:cubicBezTo>
                  <a:pt x="1154" y="33253"/>
                  <a:pt x="1154" y="32727"/>
                  <a:pt x="1254" y="32326"/>
                </a:cubicBezTo>
                <a:cubicBezTo>
                  <a:pt x="1254" y="32201"/>
                  <a:pt x="1154" y="32100"/>
                  <a:pt x="1154" y="32000"/>
                </a:cubicBezTo>
                <a:cubicBezTo>
                  <a:pt x="1254" y="31574"/>
                  <a:pt x="1254" y="31173"/>
                  <a:pt x="1354" y="30747"/>
                </a:cubicBezTo>
                <a:cubicBezTo>
                  <a:pt x="1454" y="30546"/>
                  <a:pt x="1354" y="30446"/>
                  <a:pt x="1354" y="30221"/>
                </a:cubicBezTo>
                <a:cubicBezTo>
                  <a:pt x="1454" y="29394"/>
                  <a:pt x="1555" y="28566"/>
                  <a:pt x="1780" y="27714"/>
                </a:cubicBezTo>
                <a:cubicBezTo>
                  <a:pt x="1780" y="27414"/>
                  <a:pt x="1780" y="27088"/>
                  <a:pt x="1880" y="26787"/>
                </a:cubicBezTo>
                <a:cubicBezTo>
                  <a:pt x="1981" y="26561"/>
                  <a:pt x="1880" y="26160"/>
                  <a:pt x="2081" y="25935"/>
                </a:cubicBezTo>
                <a:cubicBezTo>
                  <a:pt x="2181" y="25835"/>
                  <a:pt x="2081" y="25734"/>
                  <a:pt x="2081" y="25634"/>
                </a:cubicBezTo>
                <a:cubicBezTo>
                  <a:pt x="2181" y="25208"/>
                  <a:pt x="2407" y="24807"/>
                  <a:pt x="2407" y="24281"/>
                </a:cubicBezTo>
                <a:cubicBezTo>
                  <a:pt x="2707" y="23955"/>
                  <a:pt x="2707" y="23554"/>
                  <a:pt x="2808" y="23228"/>
                </a:cubicBezTo>
                <a:cubicBezTo>
                  <a:pt x="2933" y="22602"/>
                  <a:pt x="3234" y="21975"/>
                  <a:pt x="3334" y="21348"/>
                </a:cubicBezTo>
                <a:cubicBezTo>
                  <a:pt x="3434" y="21248"/>
                  <a:pt x="3660" y="21148"/>
                  <a:pt x="3660" y="20922"/>
                </a:cubicBezTo>
                <a:cubicBezTo>
                  <a:pt x="3560" y="20822"/>
                  <a:pt x="3660" y="20722"/>
                  <a:pt x="3660" y="20622"/>
                </a:cubicBezTo>
                <a:cubicBezTo>
                  <a:pt x="3660" y="20296"/>
                  <a:pt x="3961" y="20196"/>
                  <a:pt x="3961" y="19895"/>
                </a:cubicBezTo>
                <a:cubicBezTo>
                  <a:pt x="4186" y="19895"/>
                  <a:pt x="4061" y="19669"/>
                  <a:pt x="4186" y="19469"/>
                </a:cubicBezTo>
                <a:cubicBezTo>
                  <a:pt x="4286" y="19368"/>
                  <a:pt x="4387" y="19168"/>
                  <a:pt x="4387" y="19043"/>
                </a:cubicBezTo>
                <a:cubicBezTo>
                  <a:pt x="4487" y="18842"/>
                  <a:pt x="4487" y="18642"/>
                  <a:pt x="4587" y="18541"/>
                </a:cubicBezTo>
                <a:cubicBezTo>
                  <a:pt x="4587" y="18416"/>
                  <a:pt x="4687" y="18416"/>
                  <a:pt x="4687" y="18316"/>
                </a:cubicBezTo>
                <a:cubicBezTo>
                  <a:pt x="4813" y="18216"/>
                  <a:pt x="4913" y="18115"/>
                  <a:pt x="4913" y="18015"/>
                </a:cubicBezTo>
                <a:cubicBezTo>
                  <a:pt x="5013" y="17689"/>
                  <a:pt x="5113" y="17288"/>
                  <a:pt x="5439" y="17063"/>
                </a:cubicBezTo>
                <a:cubicBezTo>
                  <a:pt x="5314" y="16862"/>
                  <a:pt x="5740" y="16762"/>
                  <a:pt x="5640" y="16436"/>
                </a:cubicBezTo>
                <a:cubicBezTo>
                  <a:pt x="5640" y="16336"/>
                  <a:pt x="5740" y="16135"/>
                  <a:pt x="5941" y="16135"/>
                </a:cubicBezTo>
                <a:cubicBezTo>
                  <a:pt x="6166" y="16035"/>
                  <a:pt x="5840" y="15910"/>
                  <a:pt x="6066" y="15810"/>
                </a:cubicBezTo>
                <a:cubicBezTo>
                  <a:pt x="6166" y="15709"/>
                  <a:pt x="6166" y="15609"/>
                  <a:pt x="6266" y="15509"/>
                </a:cubicBezTo>
                <a:cubicBezTo>
                  <a:pt x="6367" y="15283"/>
                  <a:pt x="6467" y="15083"/>
                  <a:pt x="6567" y="14882"/>
                </a:cubicBezTo>
                <a:cubicBezTo>
                  <a:pt x="6692" y="14657"/>
                  <a:pt x="6793" y="14556"/>
                  <a:pt x="6993" y="14456"/>
                </a:cubicBezTo>
                <a:cubicBezTo>
                  <a:pt x="7093" y="14356"/>
                  <a:pt x="6692" y="14256"/>
                  <a:pt x="6993" y="14256"/>
                </a:cubicBezTo>
                <a:cubicBezTo>
                  <a:pt x="7194" y="14256"/>
                  <a:pt x="6993" y="14030"/>
                  <a:pt x="7093" y="13930"/>
                </a:cubicBezTo>
                <a:cubicBezTo>
                  <a:pt x="7194" y="13930"/>
                  <a:pt x="7319" y="13830"/>
                  <a:pt x="7419" y="13729"/>
                </a:cubicBezTo>
                <a:lnTo>
                  <a:pt x="7519" y="13629"/>
                </a:lnTo>
                <a:cubicBezTo>
                  <a:pt x="7620" y="13403"/>
                  <a:pt x="7620" y="13103"/>
                  <a:pt x="7720" y="13002"/>
                </a:cubicBezTo>
                <a:cubicBezTo>
                  <a:pt x="7946" y="12902"/>
                  <a:pt x="8146" y="12777"/>
                  <a:pt x="8246" y="12677"/>
                </a:cubicBezTo>
                <a:cubicBezTo>
                  <a:pt x="8672" y="12050"/>
                  <a:pt x="9299" y="11749"/>
                  <a:pt x="9600" y="11123"/>
                </a:cubicBezTo>
                <a:cubicBezTo>
                  <a:pt x="9700" y="10897"/>
                  <a:pt x="10026" y="10797"/>
                  <a:pt x="10226" y="10596"/>
                </a:cubicBezTo>
                <a:cubicBezTo>
                  <a:pt x="10327" y="10496"/>
                  <a:pt x="10552" y="10396"/>
                  <a:pt x="10552" y="10396"/>
                </a:cubicBezTo>
                <a:cubicBezTo>
                  <a:pt x="10552" y="10070"/>
                  <a:pt x="10753" y="9970"/>
                  <a:pt x="10953" y="9870"/>
                </a:cubicBezTo>
                <a:cubicBezTo>
                  <a:pt x="11078" y="9644"/>
                  <a:pt x="11379" y="9644"/>
                  <a:pt x="11379" y="9343"/>
                </a:cubicBezTo>
                <a:lnTo>
                  <a:pt x="11479" y="9243"/>
                </a:lnTo>
                <a:cubicBezTo>
                  <a:pt x="11805" y="8917"/>
                  <a:pt x="12106" y="8717"/>
                  <a:pt x="12332" y="8291"/>
                </a:cubicBezTo>
                <a:cubicBezTo>
                  <a:pt x="12432" y="8190"/>
                  <a:pt x="12532" y="8090"/>
                  <a:pt x="12733" y="7990"/>
                </a:cubicBezTo>
                <a:cubicBezTo>
                  <a:pt x="12833" y="7890"/>
                  <a:pt x="13058" y="7764"/>
                  <a:pt x="13159" y="7664"/>
                </a:cubicBezTo>
                <a:cubicBezTo>
                  <a:pt x="13359" y="7464"/>
                  <a:pt x="13585" y="7363"/>
                  <a:pt x="13785" y="7363"/>
                </a:cubicBezTo>
                <a:lnTo>
                  <a:pt x="13885" y="7263"/>
                </a:lnTo>
                <a:cubicBezTo>
                  <a:pt x="14086" y="6937"/>
                  <a:pt x="14312" y="6737"/>
                  <a:pt x="14612" y="6737"/>
                </a:cubicBezTo>
                <a:cubicBezTo>
                  <a:pt x="14713" y="6737"/>
                  <a:pt x="14838" y="6637"/>
                  <a:pt x="14838" y="6637"/>
                </a:cubicBezTo>
                <a:cubicBezTo>
                  <a:pt x="15038" y="6311"/>
                  <a:pt x="15339" y="6210"/>
                  <a:pt x="15665" y="6010"/>
                </a:cubicBezTo>
                <a:cubicBezTo>
                  <a:pt x="15865" y="5885"/>
                  <a:pt x="16191" y="5684"/>
                  <a:pt x="16492" y="5584"/>
                </a:cubicBezTo>
                <a:cubicBezTo>
                  <a:pt x="16718" y="5484"/>
                  <a:pt x="16918" y="5484"/>
                  <a:pt x="17018" y="5258"/>
                </a:cubicBezTo>
                <a:cubicBezTo>
                  <a:pt x="17219" y="5158"/>
                  <a:pt x="17444" y="5058"/>
                  <a:pt x="17545" y="4957"/>
                </a:cubicBezTo>
                <a:cubicBezTo>
                  <a:pt x="17645" y="4857"/>
                  <a:pt x="17745" y="4857"/>
                  <a:pt x="17845" y="4757"/>
                </a:cubicBezTo>
                <a:cubicBezTo>
                  <a:pt x="18071" y="4531"/>
                  <a:pt x="18372" y="4757"/>
                  <a:pt x="18372" y="4431"/>
                </a:cubicBezTo>
                <a:cubicBezTo>
                  <a:pt x="18597" y="4431"/>
                  <a:pt x="18697" y="4231"/>
                  <a:pt x="18898" y="4231"/>
                </a:cubicBezTo>
                <a:cubicBezTo>
                  <a:pt x="19224" y="4130"/>
                  <a:pt x="19424" y="3905"/>
                  <a:pt x="19625" y="3804"/>
                </a:cubicBezTo>
                <a:cubicBezTo>
                  <a:pt x="19850" y="3704"/>
                  <a:pt x="20051" y="3704"/>
                  <a:pt x="20151" y="3504"/>
                </a:cubicBezTo>
                <a:lnTo>
                  <a:pt x="20477" y="3504"/>
                </a:lnTo>
                <a:cubicBezTo>
                  <a:pt x="20778" y="3278"/>
                  <a:pt x="21104" y="3078"/>
                  <a:pt x="21505" y="2977"/>
                </a:cubicBezTo>
                <a:cubicBezTo>
                  <a:pt x="21605" y="2977"/>
                  <a:pt x="21730" y="2877"/>
                  <a:pt x="21830" y="2877"/>
                </a:cubicBezTo>
                <a:cubicBezTo>
                  <a:pt x="21902" y="2788"/>
                  <a:pt x="21922" y="2711"/>
                  <a:pt x="21965" y="2711"/>
                </a:cubicBezTo>
                <a:cubicBezTo>
                  <a:pt x="21982" y="2711"/>
                  <a:pt x="22002" y="2723"/>
                  <a:pt x="22031" y="2752"/>
                </a:cubicBezTo>
                <a:cubicBezTo>
                  <a:pt x="22031" y="2877"/>
                  <a:pt x="22131" y="2877"/>
                  <a:pt x="22131" y="2877"/>
                </a:cubicBezTo>
                <a:cubicBezTo>
                  <a:pt x="22194" y="2736"/>
                  <a:pt x="22306" y="2644"/>
                  <a:pt x="22430" y="2644"/>
                </a:cubicBezTo>
                <a:cubicBezTo>
                  <a:pt x="22504" y="2644"/>
                  <a:pt x="22582" y="2677"/>
                  <a:pt x="22657" y="2752"/>
                </a:cubicBezTo>
                <a:lnTo>
                  <a:pt x="22758" y="2652"/>
                </a:lnTo>
                <a:cubicBezTo>
                  <a:pt x="22858" y="2551"/>
                  <a:pt x="22983" y="2451"/>
                  <a:pt x="23083" y="2351"/>
                </a:cubicBezTo>
                <a:cubicBezTo>
                  <a:pt x="23121" y="2266"/>
                  <a:pt x="23145" y="2231"/>
                  <a:pt x="23165" y="2231"/>
                </a:cubicBezTo>
                <a:cubicBezTo>
                  <a:pt x="23198" y="2231"/>
                  <a:pt x="23222" y="2326"/>
                  <a:pt x="23284" y="2451"/>
                </a:cubicBezTo>
                <a:cubicBezTo>
                  <a:pt x="23384" y="2451"/>
                  <a:pt x="23384" y="2551"/>
                  <a:pt x="23384" y="2551"/>
                </a:cubicBezTo>
                <a:cubicBezTo>
                  <a:pt x="23384" y="2451"/>
                  <a:pt x="23384" y="2451"/>
                  <a:pt x="23484" y="2451"/>
                </a:cubicBezTo>
                <a:cubicBezTo>
                  <a:pt x="23610" y="2351"/>
                  <a:pt x="23710" y="2351"/>
                  <a:pt x="23810" y="2351"/>
                </a:cubicBezTo>
                <a:cubicBezTo>
                  <a:pt x="24011" y="2351"/>
                  <a:pt x="24236" y="2251"/>
                  <a:pt x="24236" y="2025"/>
                </a:cubicBezTo>
                <a:cubicBezTo>
                  <a:pt x="24295" y="1908"/>
                  <a:pt x="24354" y="1859"/>
                  <a:pt x="24413" y="1859"/>
                </a:cubicBezTo>
                <a:cubicBezTo>
                  <a:pt x="24454" y="1859"/>
                  <a:pt x="24496" y="1883"/>
                  <a:pt x="24537" y="1925"/>
                </a:cubicBezTo>
                <a:cubicBezTo>
                  <a:pt x="24608" y="1996"/>
                  <a:pt x="24679" y="2067"/>
                  <a:pt x="24759" y="2067"/>
                </a:cubicBezTo>
                <a:cubicBezTo>
                  <a:pt x="24792" y="2067"/>
                  <a:pt x="24826" y="2054"/>
                  <a:pt x="24863" y="2025"/>
                </a:cubicBezTo>
                <a:cubicBezTo>
                  <a:pt x="25164" y="1925"/>
                  <a:pt x="25490" y="2025"/>
                  <a:pt x="25590" y="1824"/>
                </a:cubicBezTo>
                <a:cubicBezTo>
                  <a:pt x="25647" y="1844"/>
                  <a:pt x="25702" y="1852"/>
                  <a:pt x="25755" y="1852"/>
                </a:cubicBezTo>
                <a:cubicBezTo>
                  <a:pt x="25979" y="1852"/>
                  <a:pt x="26174" y="1705"/>
                  <a:pt x="26417" y="1624"/>
                </a:cubicBezTo>
                <a:cubicBezTo>
                  <a:pt x="26843" y="1624"/>
                  <a:pt x="27244" y="1499"/>
                  <a:pt x="27670" y="1398"/>
                </a:cubicBezTo>
                <a:lnTo>
                  <a:pt x="27870" y="1398"/>
                </a:lnTo>
                <a:cubicBezTo>
                  <a:pt x="28196" y="1298"/>
                  <a:pt x="28397" y="1298"/>
                  <a:pt x="28723" y="1198"/>
                </a:cubicBezTo>
                <a:cubicBezTo>
                  <a:pt x="28823" y="1198"/>
                  <a:pt x="28954" y="1223"/>
                  <a:pt x="29086" y="1223"/>
                </a:cubicBezTo>
                <a:cubicBezTo>
                  <a:pt x="29218" y="1223"/>
                  <a:pt x="29349" y="1198"/>
                  <a:pt x="29449" y="1098"/>
                </a:cubicBezTo>
                <a:cubicBezTo>
                  <a:pt x="29449" y="997"/>
                  <a:pt x="29650" y="997"/>
                  <a:pt x="29750" y="997"/>
                </a:cubicBezTo>
                <a:cubicBezTo>
                  <a:pt x="30001" y="1031"/>
                  <a:pt x="30238" y="1042"/>
                  <a:pt x="30469" y="1042"/>
                </a:cubicBezTo>
                <a:cubicBezTo>
                  <a:pt x="30931" y="1042"/>
                  <a:pt x="31371" y="997"/>
                  <a:pt x="31855" y="997"/>
                </a:cubicBezTo>
                <a:close/>
                <a:moveTo>
                  <a:pt x="34144" y="0"/>
                </a:moveTo>
                <a:cubicBezTo>
                  <a:pt x="34003" y="0"/>
                  <a:pt x="33869" y="45"/>
                  <a:pt x="33735" y="45"/>
                </a:cubicBezTo>
                <a:lnTo>
                  <a:pt x="33008" y="45"/>
                </a:lnTo>
                <a:cubicBezTo>
                  <a:pt x="32858" y="45"/>
                  <a:pt x="32719" y="90"/>
                  <a:pt x="32613" y="90"/>
                </a:cubicBezTo>
                <a:cubicBezTo>
                  <a:pt x="32560" y="90"/>
                  <a:pt x="32515" y="78"/>
                  <a:pt x="32482" y="45"/>
                </a:cubicBezTo>
                <a:cubicBezTo>
                  <a:pt x="32328" y="16"/>
                  <a:pt x="32182" y="3"/>
                  <a:pt x="32043" y="3"/>
                </a:cubicBezTo>
                <a:cubicBezTo>
                  <a:pt x="31708" y="3"/>
                  <a:pt x="31412" y="74"/>
                  <a:pt x="31129" y="145"/>
                </a:cubicBezTo>
                <a:cubicBezTo>
                  <a:pt x="30602" y="145"/>
                  <a:pt x="30176" y="145"/>
                  <a:pt x="29650" y="246"/>
                </a:cubicBezTo>
                <a:cubicBezTo>
                  <a:pt x="29449" y="308"/>
                  <a:pt x="29243" y="308"/>
                  <a:pt x="29033" y="308"/>
                </a:cubicBezTo>
                <a:cubicBezTo>
                  <a:pt x="28823" y="308"/>
                  <a:pt x="28610" y="308"/>
                  <a:pt x="28397" y="371"/>
                </a:cubicBezTo>
                <a:cubicBezTo>
                  <a:pt x="28363" y="404"/>
                  <a:pt x="28330" y="415"/>
                  <a:pt x="28297" y="415"/>
                </a:cubicBezTo>
                <a:cubicBezTo>
                  <a:pt x="28230" y="415"/>
                  <a:pt x="28163" y="371"/>
                  <a:pt x="28096" y="371"/>
                </a:cubicBezTo>
                <a:lnTo>
                  <a:pt x="27870" y="371"/>
                </a:lnTo>
                <a:cubicBezTo>
                  <a:pt x="27570" y="471"/>
                  <a:pt x="27144" y="571"/>
                  <a:pt x="26843" y="571"/>
                </a:cubicBezTo>
                <a:cubicBezTo>
                  <a:pt x="26116" y="772"/>
                  <a:pt x="25364" y="872"/>
                  <a:pt x="24738" y="1098"/>
                </a:cubicBezTo>
                <a:cubicBezTo>
                  <a:pt x="24537" y="1098"/>
                  <a:pt x="24337" y="1198"/>
                  <a:pt x="24111" y="1198"/>
                </a:cubicBezTo>
                <a:cubicBezTo>
                  <a:pt x="24111" y="1298"/>
                  <a:pt x="24011" y="1298"/>
                  <a:pt x="23911" y="1298"/>
                </a:cubicBezTo>
                <a:cubicBezTo>
                  <a:pt x="23610" y="1398"/>
                  <a:pt x="23184" y="1624"/>
                  <a:pt x="22858" y="1724"/>
                </a:cubicBezTo>
                <a:cubicBezTo>
                  <a:pt x="22457" y="1824"/>
                  <a:pt x="22131" y="1925"/>
                  <a:pt x="21730" y="2025"/>
                </a:cubicBezTo>
                <a:cubicBezTo>
                  <a:pt x="21304" y="2125"/>
                  <a:pt x="20978" y="2351"/>
                  <a:pt x="20577" y="2451"/>
                </a:cubicBezTo>
                <a:cubicBezTo>
                  <a:pt x="20151" y="2551"/>
                  <a:pt x="19725" y="2752"/>
                  <a:pt x="19324" y="3078"/>
                </a:cubicBezTo>
                <a:cubicBezTo>
                  <a:pt x="19324" y="3078"/>
                  <a:pt x="19224" y="3178"/>
                  <a:pt x="19098" y="3178"/>
                </a:cubicBezTo>
                <a:cubicBezTo>
                  <a:pt x="19056" y="3167"/>
                  <a:pt x="19017" y="3163"/>
                  <a:pt x="18981" y="3163"/>
                </a:cubicBezTo>
                <a:cubicBezTo>
                  <a:pt x="18673" y="3163"/>
                  <a:pt x="18552" y="3504"/>
                  <a:pt x="18171" y="3504"/>
                </a:cubicBezTo>
                <a:cubicBezTo>
                  <a:pt x="17971" y="3804"/>
                  <a:pt x="17444" y="3704"/>
                  <a:pt x="17219" y="4005"/>
                </a:cubicBezTo>
                <a:cubicBezTo>
                  <a:pt x="17018" y="4005"/>
                  <a:pt x="16818" y="4130"/>
                  <a:pt x="16818" y="4331"/>
                </a:cubicBezTo>
                <a:cubicBezTo>
                  <a:pt x="16751" y="4331"/>
                  <a:pt x="16729" y="4375"/>
                  <a:pt x="16684" y="4375"/>
                </a:cubicBezTo>
                <a:cubicBezTo>
                  <a:pt x="16662" y="4375"/>
                  <a:pt x="16634" y="4364"/>
                  <a:pt x="16592" y="4331"/>
                </a:cubicBezTo>
                <a:cubicBezTo>
                  <a:pt x="16392" y="4331"/>
                  <a:pt x="16191" y="4531"/>
                  <a:pt x="15966" y="4531"/>
                </a:cubicBezTo>
                <a:cubicBezTo>
                  <a:pt x="15665" y="4757"/>
                  <a:pt x="15464" y="5058"/>
                  <a:pt x="15038" y="5058"/>
                </a:cubicBezTo>
                <a:cubicBezTo>
                  <a:pt x="15038" y="5383"/>
                  <a:pt x="14713" y="5383"/>
                  <a:pt x="14612" y="5484"/>
                </a:cubicBezTo>
                <a:cubicBezTo>
                  <a:pt x="14312" y="5484"/>
                  <a:pt x="14312" y="5784"/>
                  <a:pt x="14086" y="5784"/>
                </a:cubicBezTo>
                <a:cubicBezTo>
                  <a:pt x="13885" y="5784"/>
                  <a:pt x="13785" y="6010"/>
                  <a:pt x="13585" y="6110"/>
                </a:cubicBezTo>
                <a:cubicBezTo>
                  <a:pt x="13459" y="6210"/>
                  <a:pt x="13359" y="6210"/>
                  <a:pt x="13259" y="6311"/>
                </a:cubicBezTo>
                <a:cubicBezTo>
                  <a:pt x="13058" y="6411"/>
                  <a:pt x="12958" y="6511"/>
                  <a:pt x="12833" y="6637"/>
                </a:cubicBezTo>
                <a:cubicBezTo>
                  <a:pt x="12733" y="6737"/>
                  <a:pt x="13058" y="6737"/>
                  <a:pt x="12833" y="6837"/>
                </a:cubicBezTo>
                <a:cubicBezTo>
                  <a:pt x="12532" y="6837"/>
                  <a:pt x="12332" y="6937"/>
                  <a:pt x="12206" y="7138"/>
                </a:cubicBezTo>
                <a:cubicBezTo>
                  <a:pt x="11805" y="7464"/>
                  <a:pt x="11379" y="7664"/>
                  <a:pt x="11179" y="8090"/>
                </a:cubicBezTo>
                <a:cubicBezTo>
                  <a:pt x="10953" y="8291"/>
                  <a:pt x="10753" y="8516"/>
                  <a:pt x="10552" y="8616"/>
                </a:cubicBezTo>
                <a:cubicBezTo>
                  <a:pt x="10327" y="8817"/>
                  <a:pt x="10026" y="9017"/>
                  <a:pt x="9825" y="9243"/>
                </a:cubicBezTo>
                <a:cubicBezTo>
                  <a:pt x="9499" y="9644"/>
                  <a:pt x="9199" y="10070"/>
                  <a:pt x="8873" y="10496"/>
                </a:cubicBezTo>
                <a:cubicBezTo>
                  <a:pt x="8672" y="10596"/>
                  <a:pt x="8672" y="10797"/>
                  <a:pt x="8447" y="10897"/>
                </a:cubicBezTo>
                <a:cubicBezTo>
                  <a:pt x="8246" y="11023"/>
                  <a:pt x="8046" y="11123"/>
                  <a:pt x="8146" y="11323"/>
                </a:cubicBezTo>
                <a:cubicBezTo>
                  <a:pt x="8146" y="11424"/>
                  <a:pt x="8046" y="11424"/>
                  <a:pt x="8046" y="11424"/>
                </a:cubicBezTo>
                <a:cubicBezTo>
                  <a:pt x="7820" y="11649"/>
                  <a:pt x="7519" y="11649"/>
                  <a:pt x="7519" y="12050"/>
                </a:cubicBezTo>
                <a:lnTo>
                  <a:pt x="7519" y="12150"/>
                </a:lnTo>
                <a:cubicBezTo>
                  <a:pt x="7462" y="12133"/>
                  <a:pt x="7415" y="12125"/>
                  <a:pt x="7377" y="12125"/>
                </a:cubicBezTo>
                <a:cubicBezTo>
                  <a:pt x="7194" y="12125"/>
                  <a:pt x="7194" y="12293"/>
                  <a:pt x="7194" y="12376"/>
                </a:cubicBezTo>
                <a:cubicBezTo>
                  <a:pt x="7093" y="12576"/>
                  <a:pt x="6993" y="12777"/>
                  <a:pt x="6893" y="12902"/>
                </a:cubicBezTo>
                <a:cubicBezTo>
                  <a:pt x="6567" y="13002"/>
                  <a:pt x="6692" y="13203"/>
                  <a:pt x="6567" y="13403"/>
                </a:cubicBezTo>
                <a:lnTo>
                  <a:pt x="6467" y="13403"/>
                </a:lnTo>
                <a:cubicBezTo>
                  <a:pt x="6367" y="13529"/>
                  <a:pt x="6266" y="13629"/>
                  <a:pt x="6266" y="13729"/>
                </a:cubicBezTo>
                <a:cubicBezTo>
                  <a:pt x="6166" y="13830"/>
                  <a:pt x="6066" y="14030"/>
                  <a:pt x="5941" y="14155"/>
                </a:cubicBezTo>
                <a:cubicBezTo>
                  <a:pt x="5640" y="14657"/>
                  <a:pt x="5214" y="15183"/>
                  <a:pt x="5013" y="15709"/>
                </a:cubicBezTo>
                <a:cubicBezTo>
                  <a:pt x="4913" y="16035"/>
                  <a:pt x="4687" y="16135"/>
                  <a:pt x="4687" y="16436"/>
                </a:cubicBezTo>
                <a:cubicBezTo>
                  <a:pt x="4387" y="16662"/>
                  <a:pt x="4487" y="17063"/>
                  <a:pt x="4186" y="17163"/>
                </a:cubicBezTo>
                <a:cubicBezTo>
                  <a:pt x="4186" y="17689"/>
                  <a:pt x="3760" y="17915"/>
                  <a:pt x="3660" y="18316"/>
                </a:cubicBezTo>
                <a:lnTo>
                  <a:pt x="3660" y="18541"/>
                </a:lnTo>
                <a:cubicBezTo>
                  <a:pt x="3334" y="18742"/>
                  <a:pt x="3434" y="19268"/>
                  <a:pt x="3133" y="19368"/>
                </a:cubicBezTo>
                <a:cubicBezTo>
                  <a:pt x="3234" y="19795"/>
                  <a:pt x="2933" y="19895"/>
                  <a:pt x="2933" y="20196"/>
                </a:cubicBezTo>
                <a:cubicBezTo>
                  <a:pt x="2933" y="20521"/>
                  <a:pt x="2607" y="20722"/>
                  <a:pt x="2607" y="20922"/>
                </a:cubicBezTo>
                <a:cubicBezTo>
                  <a:pt x="2306" y="21674"/>
                  <a:pt x="2081" y="22501"/>
                  <a:pt x="1780" y="23228"/>
                </a:cubicBezTo>
                <a:cubicBezTo>
                  <a:pt x="1555" y="23754"/>
                  <a:pt x="1454" y="24281"/>
                  <a:pt x="1354" y="24807"/>
                </a:cubicBezTo>
                <a:cubicBezTo>
                  <a:pt x="1154" y="25308"/>
                  <a:pt x="1154" y="25935"/>
                  <a:pt x="928" y="26461"/>
                </a:cubicBezTo>
                <a:cubicBezTo>
                  <a:pt x="828" y="26461"/>
                  <a:pt x="928" y="26561"/>
                  <a:pt x="928" y="26687"/>
                </a:cubicBezTo>
                <a:cubicBezTo>
                  <a:pt x="828" y="26787"/>
                  <a:pt x="828" y="26988"/>
                  <a:pt x="828" y="27088"/>
                </a:cubicBezTo>
                <a:cubicBezTo>
                  <a:pt x="727" y="27514"/>
                  <a:pt x="627" y="27940"/>
                  <a:pt x="627" y="28241"/>
                </a:cubicBezTo>
                <a:cubicBezTo>
                  <a:pt x="427" y="29068"/>
                  <a:pt x="301" y="29920"/>
                  <a:pt x="101" y="30747"/>
                </a:cubicBezTo>
                <a:cubicBezTo>
                  <a:pt x="101" y="30947"/>
                  <a:pt x="101" y="31073"/>
                  <a:pt x="201" y="31173"/>
                </a:cubicBezTo>
                <a:cubicBezTo>
                  <a:pt x="201" y="31374"/>
                  <a:pt x="201" y="31474"/>
                  <a:pt x="101" y="31574"/>
                </a:cubicBezTo>
                <a:cubicBezTo>
                  <a:pt x="1" y="31699"/>
                  <a:pt x="101" y="31699"/>
                  <a:pt x="101" y="31800"/>
                </a:cubicBezTo>
                <a:cubicBezTo>
                  <a:pt x="201" y="31800"/>
                  <a:pt x="201" y="31900"/>
                  <a:pt x="101" y="32000"/>
                </a:cubicBezTo>
                <a:lnTo>
                  <a:pt x="101" y="32100"/>
                </a:lnTo>
                <a:cubicBezTo>
                  <a:pt x="201" y="32326"/>
                  <a:pt x="301" y="32526"/>
                  <a:pt x="1" y="32727"/>
                </a:cubicBezTo>
                <a:lnTo>
                  <a:pt x="1" y="32827"/>
                </a:lnTo>
                <a:cubicBezTo>
                  <a:pt x="201" y="33153"/>
                  <a:pt x="201" y="33253"/>
                  <a:pt x="101" y="33454"/>
                </a:cubicBezTo>
                <a:cubicBezTo>
                  <a:pt x="1" y="33679"/>
                  <a:pt x="1" y="33780"/>
                  <a:pt x="101" y="33980"/>
                </a:cubicBezTo>
                <a:lnTo>
                  <a:pt x="101" y="34206"/>
                </a:lnTo>
                <a:cubicBezTo>
                  <a:pt x="101" y="34506"/>
                  <a:pt x="1" y="34832"/>
                  <a:pt x="101" y="35133"/>
                </a:cubicBezTo>
                <a:lnTo>
                  <a:pt x="101" y="35333"/>
                </a:lnTo>
                <a:lnTo>
                  <a:pt x="101" y="35559"/>
                </a:lnTo>
                <a:cubicBezTo>
                  <a:pt x="101" y="35659"/>
                  <a:pt x="201" y="35760"/>
                  <a:pt x="201" y="35760"/>
                </a:cubicBezTo>
                <a:cubicBezTo>
                  <a:pt x="1" y="35960"/>
                  <a:pt x="201" y="36085"/>
                  <a:pt x="201" y="36286"/>
                </a:cubicBezTo>
                <a:cubicBezTo>
                  <a:pt x="101" y="36386"/>
                  <a:pt x="201" y="36587"/>
                  <a:pt x="201" y="36812"/>
                </a:cubicBezTo>
                <a:cubicBezTo>
                  <a:pt x="101" y="37439"/>
                  <a:pt x="301" y="38065"/>
                  <a:pt x="301" y="38692"/>
                </a:cubicBezTo>
                <a:cubicBezTo>
                  <a:pt x="301" y="38993"/>
                  <a:pt x="301" y="39318"/>
                  <a:pt x="527" y="39619"/>
                </a:cubicBezTo>
                <a:lnTo>
                  <a:pt x="527" y="39719"/>
                </a:lnTo>
                <a:cubicBezTo>
                  <a:pt x="527" y="39845"/>
                  <a:pt x="427" y="39945"/>
                  <a:pt x="427" y="39945"/>
                </a:cubicBezTo>
                <a:cubicBezTo>
                  <a:pt x="627" y="40145"/>
                  <a:pt x="427" y="40572"/>
                  <a:pt x="727" y="40672"/>
                </a:cubicBezTo>
                <a:cubicBezTo>
                  <a:pt x="727" y="40672"/>
                  <a:pt x="727" y="40872"/>
                  <a:pt x="828" y="40872"/>
                </a:cubicBezTo>
                <a:cubicBezTo>
                  <a:pt x="928" y="41298"/>
                  <a:pt x="928" y="41599"/>
                  <a:pt x="1053" y="42025"/>
                </a:cubicBezTo>
                <a:cubicBezTo>
                  <a:pt x="1154" y="42226"/>
                  <a:pt x="1154" y="42552"/>
                  <a:pt x="1254" y="42852"/>
                </a:cubicBezTo>
                <a:cubicBezTo>
                  <a:pt x="1454" y="43278"/>
                  <a:pt x="1454" y="43704"/>
                  <a:pt x="1555" y="44105"/>
                </a:cubicBezTo>
                <a:cubicBezTo>
                  <a:pt x="1680" y="44531"/>
                  <a:pt x="1981" y="44857"/>
                  <a:pt x="1981" y="45158"/>
                </a:cubicBezTo>
                <a:cubicBezTo>
                  <a:pt x="2081" y="45484"/>
                  <a:pt x="2181" y="45785"/>
                  <a:pt x="2306" y="45985"/>
                </a:cubicBezTo>
                <a:cubicBezTo>
                  <a:pt x="2407" y="46211"/>
                  <a:pt x="2407" y="46411"/>
                  <a:pt x="2507" y="46612"/>
                </a:cubicBezTo>
                <a:cubicBezTo>
                  <a:pt x="2507" y="46737"/>
                  <a:pt x="2707" y="46938"/>
                  <a:pt x="2707" y="47138"/>
                </a:cubicBezTo>
                <a:cubicBezTo>
                  <a:pt x="2808" y="47364"/>
                  <a:pt x="2808" y="47564"/>
                  <a:pt x="2808" y="47664"/>
                </a:cubicBezTo>
                <a:cubicBezTo>
                  <a:pt x="2933" y="47865"/>
                  <a:pt x="3033" y="47990"/>
                  <a:pt x="3133" y="48090"/>
                </a:cubicBezTo>
                <a:cubicBezTo>
                  <a:pt x="3234" y="48391"/>
                  <a:pt x="3334" y="48717"/>
                  <a:pt x="3434" y="49018"/>
                </a:cubicBezTo>
                <a:cubicBezTo>
                  <a:pt x="3660" y="49344"/>
                  <a:pt x="3860" y="49745"/>
                  <a:pt x="4061" y="50171"/>
                </a:cubicBezTo>
                <a:cubicBezTo>
                  <a:pt x="4186" y="50496"/>
                  <a:pt x="4286" y="50797"/>
                  <a:pt x="4587" y="51123"/>
                </a:cubicBezTo>
                <a:lnTo>
                  <a:pt x="4587" y="51223"/>
                </a:lnTo>
                <a:cubicBezTo>
                  <a:pt x="4687" y="51424"/>
                  <a:pt x="4813" y="51624"/>
                  <a:pt x="4913" y="51850"/>
                </a:cubicBezTo>
                <a:cubicBezTo>
                  <a:pt x="5113" y="51950"/>
                  <a:pt x="5214" y="52251"/>
                  <a:pt x="5314" y="52376"/>
                </a:cubicBezTo>
                <a:cubicBezTo>
                  <a:pt x="5439" y="52577"/>
                  <a:pt x="5540" y="52677"/>
                  <a:pt x="5640" y="52777"/>
                </a:cubicBezTo>
                <a:cubicBezTo>
                  <a:pt x="5740" y="53003"/>
                  <a:pt x="5740" y="53203"/>
                  <a:pt x="5941" y="53303"/>
                </a:cubicBezTo>
                <a:cubicBezTo>
                  <a:pt x="6166" y="53404"/>
                  <a:pt x="6166" y="53629"/>
                  <a:pt x="6266" y="53830"/>
                </a:cubicBezTo>
                <a:cubicBezTo>
                  <a:pt x="6567" y="54131"/>
                  <a:pt x="6793" y="54557"/>
                  <a:pt x="7093" y="54983"/>
                </a:cubicBezTo>
                <a:cubicBezTo>
                  <a:pt x="7194" y="54983"/>
                  <a:pt x="7319" y="55083"/>
                  <a:pt x="7319" y="55083"/>
                </a:cubicBezTo>
                <a:cubicBezTo>
                  <a:pt x="7319" y="55183"/>
                  <a:pt x="7194" y="55283"/>
                  <a:pt x="7419" y="55384"/>
                </a:cubicBezTo>
                <a:cubicBezTo>
                  <a:pt x="7820" y="55609"/>
                  <a:pt x="7946" y="56136"/>
                  <a:pt x="8347" y="56236"/>
                </a:cubicBezTo>
                <a:cubicBezTo>
                  <a:pt x="8572" y="56336"/>
                  <a:pt x="8672" y="56637"/>
                  <a:pt x="8773" y="56862"/>
                </a:cubicBezTo>
                <a:cubicBezTo>
                  <a:pt x="8873" y="56963"/>
                  <a:pt x="9073" y="56862"/>
                  <a:pt x="8973" y="57063"/>
                </a:cubicBezTo>
                <a:cubicBezTo>
                  <a:pt x="8973" y="57163"/>
                  <a:pt x="9199" y="57263"/>
                  <a:pt x="9299" y="57389"/>
                </a:cubicBezTo>
                <a:cubicBezTo>
                  <a:pt x="9399" y="57489"/>
                  <a:pt x="9499" y="57489"/>
                  <a:pt x="9600" y="57489"/>
                </a:cubicBezTo>
                <a:cubicBezTo>
                  <a:pt x="9600" y="57589"/>
                  <a:pt x="9700" y="57589"/>
                  <a:pt x="9700" y="57689"/>
                </a:cubicBezTo>
                <a:cubicBezTo>
                  <a:pt x="9825" y="57790"/>
                  <a:pt x="9926" y="58015"/>
                  <a:pt x="10126" y="58015"/>
                </a:cubicBezTo>
                <a:cubicBezTo>
                  <a:pt x="10652" y="58416"/>
                  <a:pt x="11078" y="58943"/>
                  <a:pt x="11705" y="59469"/>
                </a:cubicBezTo>
                <a:cubicBezTo>
                  <a:pt x="11905" y="59669"/>
                  <a:pt x="12106" y="59770"/>
                  <a:pt x="12332" y="59895"/>
                </a:cubicBezTo>
                <a:cubicBezTo>
                  <a:pt x="12432" y="59995"/>
                  <a:pt x="12532" y="59995"/>
                  <a:pt x="12532" y="59995"/>
                </a:cubicBezTo>
                <a:cubicBezTo>
                  <a:pt x="12833" y="60396"/>
                  <a:pt x="13259" y="60622"/>
                  <a:pt x="13585" y="60923"/>
                </a:cubicBezTo>
                <a:cubicBezTo>
                  <a:pt x="13885" y="61148"/>
                  <a:pt x="14312" y="61248"/>
                  <a:pt x="14412" y="61649"/>
                </a:cubicBezTo>
                <a:cubicBezTo>
                  <a:pt x="14512" y="61649"/>
                  <a:pt x="14612" y="61775"/>
                  <a:pt x="14713" y="61775"/>
                </a:cubicBezTo>
                <a:cubicBezTo>
                  <a:pt x="15038" y="61875"/>
                  <a:pt x="15239" y="62075"/>
                  <a:pt x="15565" y="62276"/>
                </a:cubicBezTo>
                <a:cubicBezTo>
                  <a:pt x="15865" y="62501"/>
                  <a:pt x="16191" y="62702"/>
                  <a:pt x="16492" y="62903"/>
                </a:cubicBezTo>
                <a:cubicBezTo>
                  <a:pt x="17119" y="63228"/>
                  <a:pt x="17645" y="63654"/>
                  <a:pt x="18372" y="63855"/>
                </a:cubicBezTo>
                <a:cubicBezTo>
                  <a:pt x="18798" y="63955"/>
                  <a:pt x="19224" y="64156"/>
                  <a:pt x="19625" y="64381"/>
                </a:cubicBezTo>
                <a:cubicBezTo>
                  <a:pt x="20251" y="64682"/>
                  <a:pt x="20978" y="64908"/>
                  <a:pt x="21730" y="65108"/>
                </a:cubicBezTo>
                <a:cubicBezTo>
                  <a:pt x="21931" y="65108"/>
                  <a:pt x="22131" y="65108"/>
                  <a:pt x="22231" y="65208"/>
                </a:cubicBezTo>
                <a:cubicBezTo>
                  <a:pt x="22657" y="65534"/>
                  <a:pt x="23284" y="65534"/>
                  <a:pt x="23810" y="65835"/>
                </a:cubicBezTo>
                <a:cubicBezTo>
                  <a:pt x="24111" y="65935"/>
                  <a:pt x="24437" y="66035"/>
                  <a:pt x="24738" y="66161"/>
                </a:cubicBezTo>
                <a:cubicBezTo>
                  <a:pt x="24963" y="66361"/>
                  <a:pt x="25264" y="66361"/>
                  <a:pt x="25490" y="66361"/>
                </a:cubicBezTo>
                <a:cubicBezTo>
                  <a:pt x="25747" y="66361"/>
                  <a:pt x="25931" y="66582"/>
                  <a:pt x="26184" y="66582"/>
                </a:cubicBezTo>
                <a:cubicBezTo>
                  <a:pt x="26226" y="66582"/>
                  <a:pt x="26270" y="66576"/>
                  <a:pt x="26317" y="66562"/>
                </a:cubicBezTo>
                <a:cubicBezTo>
                  <a:pt x="26517" y="66662"/>
                  <a:pt x="26843" y="66662"/>
                  <a:pt x="27043" y="66787"/>
                </a:cubicBezTo>
                <a:cubicBezTo>
                  <a:pt x="27469" y="66887"/>
                  <a:pt x="27870" y="66887"/>
                  <a:pt x="28297" y="66988"/>
                </a:cubicBezTo>
                <a:cubicBezTo>
                  <a:pt x="28397" y="66988"/>
                  <a:pt x="28497" y="67088"/>
                  <a:pt x="28622" y="67088"/>
                </a:cubicBezTo>
                <a:cubicBezTo>
                  <a:pt x="28694" y="67074"/>
                  <a:pt x="28764" y="67068"/>
                  <a:pt x="28833" y="67068"/>
                </a:cubicBezTo>
                <a:cubicBezTo>
                  <a:pt x="29245" y="67068"/>
                  <a:pt x="29611" y="67288"/>
                  <a:pt x="29976" y="67288"/>
                </a:cubicBezTo>
                <a:cubicBezTo>
                  <a:pt x="30176" y="67288"/>
                  <a:pt x="30277" y="67414"/>
                  <a:pt x="30502" y="67414"/>
                </a:cubicBezTo>
                <a:cubicBezTo>
                  <a:pt x="30569" y="67414"/>
                  <a:pt x="30636" y="67358"/>
                  <a:pt x="30732" y="67358"/>
                </a:cubicBezTo>
                <a:cubicBezTo>
                  <a:pt x="30781" y="67358"/>
                  <a:pt x="30836" y="67372"/>
                  <a:pt x="30903" y="67414"/>
                </a:cubicBezTo>
                <a:cubicBezTo>
                  <a:pt x="30903" y="67447"/>
                  <a:pt x="30939" y="67458"/>
                  <a:pt x="30991" y="67458"/>
                </a:cubicBezTo>
                <a:cubicBezTo>
                  <a:pt x="31095" y="67458"/>
                  <a:pt x="31262" y="67414"/>
                  <a:pt x="31329" y="67414"/>
                </a:cubicBezTo>
                <a:cubicBezTo>
                  <a:pt x="31630" y="67414"/>
                  <a:pt x="31855" y="67514"/>
                  <a:pt x="32156" y="67514"/>
                </a:cubicBezTo>
                <a:cubicBezTo>
                  <a:pt x="32223" y="67514"/>
                  <a:pt x="32301" y="67470"/>
                  <a:pt x="32375" y="67470"/>
                </a:cubicBezTo>
                <a:cubicBezTo>
                  <a:pt x="32412" y="67470"/>
                  <a:pt x="32449" y="67481"/>
                  <a:pt x="32482" y="67514"/>
                </a:cubicBezTo>
                <a:lnTo>
                  <a:pt x="32582" y="67614"/>
                </a:lnTo>
                <a:cubicBezTo>
                  <a:pt x="32724" y="67543"/>
                  <a:pt x="32816" y="67473"/>
                  <a:pt x="32937" y="67473"/>
                </a:cubicBezTo>
                <a:cubicBezTo>
                  <a:pt x="32987" y="67473"/>
                  <a:pt x="33043" y="67485"/>
                  <a:pt x="33109" y="67514"/>
                </a:cubicBezTo>
                <a:cubicBezTo>
                  <a:pt x="33142" y="67581"/>
                  <a:pt x="33187" y="67603"/>
                  <a:pt x="33235" y="67603"/>
                </a:cubicBezTo>
                <a:cubicBezTo>
                  <a:pt x="33331" y="67603"/>
                  <a:pt x="33443" y="67514"/>
                  <a:pt x="33510" y="67514"/>
                </a:cubicBezTo>
                <a:cubicBezTo>
                  <a:pt x="33835" y="67614"/>
                  <a:pt x="34136" y="67614"/>
                  <a:pt x="34362" y="67614"/>
                </a:cubicBezTo>
                <a:cubicBezTo>
                  <a:pt x="34675" y="67514"/>
                  <a:pt x="35013" y="67489"/>
                  <a:pt x="35352" y="67489"/>
                </a:cubicBezTo>
                <a:cubicBezTo>
                  <a:pt x="35690" y="67489"/>
                  <a:pt x="36028" y="67514"/>
                  <a:pt x="36342" y="67514"/>
                </a:cubicBezTo>
                <a:cubicBezTo>
                  <a:pt x="36442" y="67464"/>
                  <a:pt x="36574" y="67464"/>
                  <a:pt x="36705" y="67464"/>
                </a:cubicBezTo>
                <a:cubicBezTo>
                  <a:pt x="36837" y="67464"/>
                  <a:pt x="36968" y="67464"/>
                  <a:pt x="37069" y="67414"/>
                </a:cubicBezTo>
                <a:cubicBezTo>
                  <a:pt x="37069" y="67351"/>
                  <a:pt x="37094" y="67320"/>
                  <a:pt x="37131" y="67320"/>
                </a:cubicBezTo>
                <a:cubicBezTo>
                  <a:pt x="37169" y="67320"/>
                  <a:pt x="37219" y="67351"/>
                  <a:pt x="37269" y="67414"/>
                </a:cubicBezTo>
                <a:cubicBezTo>
                  <a:pt x="37333" y="67442"/>
                  <a:pt x="37388" y="67455"/>
                  <a:pt x="37437" y="67455"/>
                </a:cubicBezTo>
                <a:cubicBezTo>
                  <a:pt x="37560" y="67455"/>
                  <a:pt x="37652" y="67378"/>
                  <a:pt x="37795" y="67288"/>
                </a:cubicBezTo>
                <a:lnTo>
                  <a:pt x="38021" y="67288"/>
                </a:lnTo>
                <a:cubicBezTo>
                  <a:pt x="38077" y="67331"/>
                  <a:pt x="38130" y="67346"/>
                  <a:pt x="38180" y="67346"/>
                </a:cubicBezTo>
                <a:cubicBezTo>
                  <a:pt x="38335" y="67346"/>
                  <a:pt x="38464" y="67193"/>
                  <a:pt x="38592" y="67193"/>
                </a:cubicBezTo>
                <a:cubicBezTo>
                  <a:pt x="38643" y="67193"/>
                  <a:pt x="38695" y="67218"/>
                  <a:pt x="38748" y="67288"/>
                </a:cubicBezTo>
                <a:lnTo>
                  <a:pt x="38848" y="67288"/>
                </a:lnTo>
                <a:cubicBezTo>
                  <a:pt x="38848" y="66988"/>
                  <a:pt x="39149" y="66988"/>
                  <a:pt x="39274" y="66988"/>
                </a:cubicBezTo>
                <a:cubicBezTo>
                  <a:pt x="39362" y="67017"/>
                  <a:pt x="39442" y="67029"/>
                  <a:pt x="39518" y="67029"/>
                </a:cubicBezTo>
                <a:cubicBezTo>
                  <a:pt x="39703" y="67029"/>
                  <a:pt x="39871" y="66958"/>
                  <a:pt x="40101" y="66887"/>
                </a:cubicBezTo>
                <a:lnTo>
                  <a:pt x="40302" y="66887"/>
                </a:lnTo>
                <a:cubicBezTo>
                  <a:pt x="40402" y="66887"/>
                  <a:pt x="40527" y="66787"/>
                  <a:pt x="40627" y="66787"/>
                </a:cubicBezTo>
                <a:cubicBezTo>
                  <a:pt x="40694" y="66787"/>
                  <a:pt x="40761" y="66832"/>
                  <a:pt x="40858" y="66832"/>
                </a:cubicBezTo>
                <a:cubicBezTo>
                  <a:pt x="40906" y="66832"/>
                  <a:pt x="40962" y="66821"/>
                  <a:pt x="41028" y="66787"/>
                </a:cubicBezTo>
                <a:cubicBezTo>
                  <a:pt x="41455" y="66787"/>
                  <a:pt x="41780" y="66562"/>
                  <a:pt x="42181" y="66461"/>
                </a:cubicBezTo>
                <a:cubicBezTo>
                  <a:pt x="42282" y="66461"/>
                  <a:pt x="42507" y="66361"/>
                  <a:pt x="42507" y="66361"/>
                </a:cubicBezTo>
                <a:cubicBezTo>
                  <a:pt x="42607" y="66411"/>
                  <a:pt x="42683" y="66436"/>
                  <a:pt x="42745" y="66436"/>
                </a:cubicBezTo>
                <a:cubicBezTo>
                  <a:pt x="42808" y="66436"/>
                  <a:pt x="42858" y="66411"/>
                  <a:pt x="42908" y="66361"/>
                </a:cubicBezTo>
                <a:cubicBezTo>
                  <a:pt x="43134" y="66361"/>
                  <a:pt x="43234" y="66361"/>
                  <a:pt x="43334" y="66261"/>
                </a:cubicBezTo>
                <a:cubicBezTo>
                  <a:pt x="43475" y="66191"/>
                  <a:pt x="43578" y="66108"/>
                  <a:pt x="43662" y="66108"/>
                </a:cubicBezTo>
                <a:cubicBezTo>
                  <a:pt x="43698" y="66108"/>
                  <a:pt x="43730" y="66123"/>
                  <a:pt x="43760" y="66161"/>
                </a:cubicBezTo>
                <a:cubicBezTo>
                  <a:pt x="43787" y="66174"/>
                  <a:pt x="43812" y="66180"/>
                  <a:pt x="43835" y="66180"/>
                </a:cubicBezTo>
                <a:cubicBezTo>
                  <a:pt x="43988" y="66180"/>
                  <a:pt x="44074" y="65935"/>
                  <a:pt x="44161" y="65935"/>
                </a:cubicBezTo>
                <a:cubicBezTo>
                  <a:pt x="44587" y="65835"/>
                  <a:pt x="45013" y="65634"/>
                  <a:pt x="45414" y="65534"/>
                </a:cubicBezTo>
                <a:cubicBezTo>
                  <a:pt x="45540" y="65534"/>
                  <a:pt x="45740" y="65534"/>
                  <a:pt x="45840" y="65409"/>
                </a:cubicBezTo>
                <a:cubicBezTo>
                  <a:pt x="46367" y="65108"/>
                  <a:pt x="46993" y="65108"/>
                  <a:pt x="47419" y="64682"/>
                </a:cubicBezTo>
                <a:cubicBezTo>
                  <a:pt x="47820" y="64682"/>
                  <a:pt x="48146" y="64381"/>
                  <a:pt x="48547" y="64281"/>
                </a:cubicBezTo>
                <a:cubicBezTo>
                  <a:pt x="48773" y="64156"/>
                  <a:pt x="48973" y="64055"/>
                  <a:pt x="49174" y="63955"/>
                </a:cubicBezTo>
                <a:cubicBezTo>
                  <a:pt x="49800" y="63654"/>
                  <a:pt x="50427" y="63329"/>
                  <a:pt x="50953" y="63028"/>
                </a:cubicBezTo>
                <a:cubicBezTo>
                  <a:pt x="51054" y="62903"/>
                  <a:pt x="51054" y="62903"/>
                  <a:pt x="51179" y="62802"/>
                </a:cubicBezTo>
                <a:cubicBezTo>
                  <a:pt x="51179" y="62602"/>
                  <a:pt x="51179" y="62602"/>
                  <a:pt x="51379" y="62602"/>
                </a:cubicBezTo>
                <a:lnTo>
                  <a:pt x="51480" y="62602"/>
                </a:lnTo>
                <a:cubicBezTo>
                  <a:pt x="51680" y="62276"/>
                  <a:pt x="52206" y="62401"/>
                  <a:pt x="52432" y="61975"/>
                </a:cubicBezTo>
                <a:cubicBezTo>
                  <a:pt x="52432" y="61875"/>
                  <a:pt x="52633" y="61875"/>
                  <a:pt x="52733" y="61775"/>
                </a:cubicBezTo>
                <a:cubicBezTo>
                  <a:pt x="52833" y="61775"/>
                  <a:pt x="52933" y="61775"/>
                  <a:pt x="53159" y="61649"/>
                </a:cubicBezTo>
                <a:cubicBezTo>
                  <a:pt x="53259" y="61649"/>
                  <a:pt x="53059" y="61549"/>
                  <a:pt x="53259" y="61449"/>
                </a:cubicBezTo>
                <a:cubicBezTo>
                  <a:pt x="53685" y="61248"/>
                  <a:pt x="54086" y="61023"/>
                  <a:pt x="54412" y="60722"/>
                </a:cubicBezTo>
                <a:cubicBezTo>
                  <a:pt x="54713" y="60396"/>
                  <a:pt x="55039" y="60296"/>
                  <a:pt x="55239" y="59995"/>
                </a:cubicBezTo>
                <a:cubicBezTo>
                  <a:pt x="55239" y="59895"/>
                  <a:pt x="55239" y="59895"/>
                  <a:pt x="55339" y="59895"/>
                </a:cubicBezTo>
                <a:cubicBezTo>
                  <a:pt x="55866" y="59469"/>
                  <a:pt x="56392" y="59043"/>
                  <a:pt x="56918" y="58742"/>
                </a:cubicBezTo>
                <a:cubicBezTo>
                  <a:pt x="56918" y="58642"/>
                  <a:pt x="57019" y="58642"/>
                  <a:pt x="57019" y="58517"/>
                </a:cubicBezTo>
                <a:cubicBezTo>
                  <a:pt x="57119" y="58416"/>
                  <a:pt x="57219" y="58316"/>
                  <a:pt x="57219" y="58316"/>
                </a:cubicBezTo>
                <a:cubicBezTo>
                  <a:pt x="57319" y="58116"/>
                  <a:pt x="57545" y="58015"/>
                  <a:pt x="57745" y="58015"/>
                </a:cubicBezTo>
                <a:cubicBezTo>
                  <a:pt x="58071" y="57790"/>
                  <a:pt x="58171" y="57389"/>
                  <a:pt x="58472" y="57063"/>
                </a:cubicBezTo>
                <a:cubicBezTo>
                  <a:pt x="58898" y="56862"/>
                  <a:pt x="59199" y="56436"/>
                  <a:pt x="59525" y="56136"/>
                </a:cubicBezTo>
                <a:cubicBezTo>
                  <a:pt x="59625" y="56010"/>
                  <a:pt x="59826" y="55910"/>
                  <a:pt x="59625" y="55709"/>
                </a:cubicBezTo>
                <a:lnTo>
                  <a:pt x="59625" y="55609"/>
                </a:lnTo>
                <a:cubicBezTo>
                  <a:pt x="60051" y="55609"/>
                  <a:pt x="60051" y="55283"/>
                  <a:pt x="60151" y="54983"/>
                </a:cubicBezTo>
                <a:lnTo>
                  <a:pt x="60252" y="54882"/>
                </a:lnTo>
                <a:cubicBezTo>
                  <a:pt x="60286" y="54893"/>
                  <a:pt x="60317" y="54898"/>
                  <a:pt x="60344" y="54898"/>
                </a:cubicBezTo>
                <a:cubicBezTo>
                  <a:pt x="60580" y="54898"/>
                  <a:pt x="60599" y="54557"/>
                  <a:pt x="60778" y="54557"/>
                </a:cubicBezTo>
                <a:cubicBezTo>
                  <a:pt x="60778" y="54256"/>
                  <a:pt x="61204" y="54256"/>
                  <a:pt x="61204" y="54030"/>
                </a:cubicBezTo>
                <a:cubicBezTo>
                  <a:pt x="61404" y="53504"/>
                  <a:pt x="61931" y="53303"/>
                  <a:pt x="62031" y="52777"/>
                </a:cubicBezTo>
                <a:cubicBezTo>
                  <a:pt x="62332" y="52577"/>
                  <a:pt x="62232" y="52151"/>
                  <a:pt x="62658" y="52050"/>
                </a:cubicBezTo>
                <a:cubicBezTo>
                  <a:pt x="62557" y="51750"/>
                  <a:pt x="62958" y="51624"/>
                  <a:pt x="62958" y="51424"/>
                </a:cubicBezTo>
                <a:cubicBezTo>
                  <a:pt x="62958" y="51123"/>
                  <a:pt x="63184" y="50998"/>
                  <a:pt x="63384" y="50797"/>
                </a:cubicBezTo>
                <a:lnTo>
                  <a:pt x="63384" y="50697"/>
                </a:lnTo>
                <a:cubicBezTo>
                  <a:pt x="63384" y="50496"/>
                  <a:pt x="63485" y="50371"/>
                  <a:pt x="63710" y="50171"/>
                </a:cubicBezTo>
                <a:cubicBezTo>
                  <a:pt x="63710" y="50171"/>
                  <a:pt x="63811" y="50070"/>
                  <a:pt x="63811" y="49970"/>
                </a:cubicBezTo>
                <a:cubicBezTo>
                  <a:pt x="63911" y="49644"/>
                  <a:pt x="64111" y="49344"/>
                  <a:pt x="64212" y="49018"/>
                </a:cubicBezTo>
                <a:cubicBezTo>
                  <a:pt x="64437" y="48617"/>
                  <a:pt x="64738" y="48291"/>
                  <a:pt x="64738" y="47865"/>
                </a:cubicBezTo>
                <a:cubicBezTo>
                  <a:pt x="64738" y="47765"/>
                  <a:pt x="64838" y="47664"/>
                  <a:pt x="64963" y="47464"/>
                </a:cubicBezTo>
                <a:cubicBezTo>
                  <a:pt x="65064" y="47364"/>
                  <a:pt x="65064" y="47238"/>
                  <a:pt x="65164" y="47138"/>
                </a:cubicBezTo>
                <a:cubicBezTo>
                  <a:pt x="65164" y="47038"/>
                  <a:pt x="65264" y="46837"/>
                  <a:pt x="65264" y="46737"/>
                </a:cubicBezTo>
                <a:cubicBezTo>
                  <a:pt x="65364" y="46612"/>
                  <a:pt x="65465" y="46511"/>
                  <a:pt x="65364" y="46411"/>
                </a:cubicBezTo>
                <a:cubicBezTo>
                  <a:pt x="65364" y="46211"/>
                  <a:pt x="65590" y="45985"/>
                  <a:pt x="65690" y="45785"/>
                </a:cubicBezTo>
                <a:cubicBezTo>
                  <a:pt x="65690" y="45684"/>
                  <a:pt x="65790" y="45584"/>
                  <a:pt x="65790" y="45359"/>
                </a:cubicBezTo>
                <a:cubicBezTo>
                  <a:pt x="65991" y="45058"/>
                  <a:pt x="66091" y="44732"/>
                  <a:pt x="66217" y="44331"/>
                </a:cubicBezTo>
                <a:cubicBezTo>
                  <a:pt x="66317" y="44005"/>
                  <a:pt x="66317" y="43704"/>
                  <a:pt x="66417" y="43379"/>
                </a:cubicBezTo>
                <a:cubicBezTo>
                  <a:pt x="66517" y="43178"/>
                  <a:pt x="66517" y="43078"/>
                  <a:pt x="66618" y="42852"/>
                </a:cubicBezTo>
                <a:cubicBezTo>
                  <a:pt x="66618" y="42652"/>
                  <a:pt x="66618" y="42451"/>
                  <a:pt x="66718" y="42226"/>
                </a:cubicBezTo>
                <a:cubicBezTo>
                  <a:pt x="66718" y="42025"/>
                  <a:pt x="66943" y="41825"/>
                  <a:pt x="66943" y="41599"/>
                </a:cubicBezTo>
                <a:cubicBezTo>
                  <a:pt x="66943" y="41399"/>
                  <a:pt x="67144" y="41198"/>
                  <a:pt x="67044" y="41098"/>
                </a:cubicBezTo>
                <a:cubicBezTo>
                  <a:pt x="66943" y="40772"/>
                  <a:pt x="67144" y="40672"/>
                  <a:pt x="67144" y="40471"/>
                </a:cubicBezTo>
                <a:cubicBezTo>
                  <a:pt x="67244" y="39719"/>
                  <a:pt x="67470" y="39093"/>
                  <a:pt x="67470" y="38366"/>
                </a:cubicBezTo>
                <a:lnTo>
                  <a:pt x="67470" y="38266"/>
                </a:lnTo>
                <a:cubicBezTo>
                  <a:pt x="67670" y="38065"/>
                  <a:pt x="67670" y="37965"/>
                  <a:pt x="67570" y="37739"/>
                </a:cubicBezTo>
                <a:cubicBezTo>
                  <a:pt x="67570" y="37439"/>
                  <a:pt x="67670" y="37113"/>
                  <a:pt x="67670" y="36812"/>
                </a:cubicBezTo>
                <a:cubicBezTo>
                  <a:pt x="67770" y="36085"/>
                  <a:pt x="67670" y="35233"/>
                  <a:pt x="67770" y="34506"/>
                </a:cubicBezTo>
                <a:cubicBezTo>
                  <a:pt x="67871" y="34080"/>
                  <a:pt x="67770" y="33679"/>
                  <a:pt x="67871" y="33353"/>
                </a:cubicBezTo>
                <a:cubicBezTo>
                  <a:pt x="67871" y="32727"/>
                  <a:pt x="67770" y="32100"/>
                  <a:pt x="67871" y="31474"/>
                </a:cubicBezTo>
                <a:cubicBezTo>
                  <a:pt x="67971" y="30847"/>
                  <a:pt x="67770" y="30221"/>
                  <a:pt x="67670" y="29494"/>
                </a:cubicBezTo>
                <a:lnTo>
                  <a:pt x="67670" y="28566"/>
                </a:lnTo>
                <a:lnTo>
                  <a:pt x="67670" y="28341"/>
                </a:lnTo>
                <a:cubicBezTo>
                  <a:pt x="67470" y="27940"/>
                  <a:pt x="67570" y="27514"/>
                  <a:pt x="67344" y="27088"/>
                </a:cubicBezTo>
                <a:lnTo>
                  <a:pt x="67344" y="26887"/>
                </a:lnTo>
                <a:cubicBezTo>
                  <a:pt x="67244" y="26160"/>
                  <a:pt x="67044" y="25434"/>
                  <a:pt x="66943" y="24807"/>
                </a:cubicBezTo>
                <a:cubicBezTo>
                  <a:pt x="66843" y="24481"/>
                  <a:pt x="66943" y="24055"/>
                  <a:pt x="66618" y="23754"/>
                </a:cubicBezTo>
                <a:cubicBezTo>
                  <a:pt x="66718" y="23554"/>
                  <a:pt x="66618" y="23328"/>
                  <a:pt x="66517" y="23128"/>
                </a:cubicBezTo>
                <a:cubicBezTo>
                  <a:pt x="66317" y="22401"/>
                  <a:pt x="66091" y="21674"/>
                  <a:pt x="65790" y="21048"/>
                </a:cubicBezTo>
                <a:cubicBezTo>
                  <a:pt x="65364" y="20421"/>
                  <a:pt x="65164" y="19795"/>
                  <a:pt x="64738" y="19168"/>
                </a:cubicBezTo>
                <a:cubicBezTo>
                  <a:pt x="64638" y="18541"/>
                  <a:pt x="64011" y="18115"/>
                  <a:pt x="63911" y="17489"/>
                </a:cubicBezTo>
                <a:cubicBezTo>
                  <a:pt x="63911" y="17388"/>
                  <a:pt x="63811" y="17388"/>
                  <a:pt x="63811" y="17288"/>
                </a:cubicBezTo>
                <a:cubicBezTo>
                  <a:pt x="63710" y="17288"/>
                  <a:pt x="63710" y="17163"/>
                  <a:pt x="63585" y="17063"/>
                </a:cubicBezTo>
                <a:cubicBezTo>
                  <a:pt x="63384" y="16762"/>
                  <a:pt x="63284" y="16236"/>
                  <a:pt x="62858" y="16035"/>
                </a:cubicBezTo>
                <a:lnTo>
                  <a:pt x="62758" y="16035"/>
                </a:lnTo>
                <a:cubicBezTo>
                  <a:pt x="62758" y="15709"/>
                  <a:pt x="62557" y="15509"/>
                  <a:pt x="62457" y="15283"/>
                </a:cubicBezTo>
                <a:cubicBezTo>
                  <a:pt x="62131" y="14782"/>
                  <a:pt x="61831" y="14356"/>
                  <a:pt x="61404" y="13930"/>
                </a:cubicBezTo>
                <a:cubicBezTo>
                  <a:pt x="61304" y="13729"/>
                  <a:pt x="61204" y="13629"/>
                  <a:pt x="61079" y="13529"/>
                </a:cubicBezTo>
                <a:cubicBezTo>
                  <a:pt x="60878" y="13203"/>
                  <a:pt x="60452" y="13002"/>
                  <a:pt x="60352" y="12677"/>
                </a:cubicBezTo>
                <a:cubicBezTo>
                  <a:pt x="60151" y="12150"/>
                  <a:pt x="59625" y="11950"/>
                  <a:pt x="59425" y="11524"/>
                </a:cubicBezTo>
                <a:cubicBezTo>
                  <a:pt x="58998" y="11123"/>
                  <a:pt x="58572" y="10697"/>
                  <a:pt x="58171" y="10271"/>
                </a:cubicBezTo>
                <a:cubicBezTo>
                  <a:pt x="57745" y="9769"/>
                  <a:pt x="57319" y="9343"/>
                  <a:pt x="56818" y="8917"/>
                </a:cubicBezTo>
                <a:cubicBezTo>
                  <a:pt x="56693" y="8817"/>
                  <a:pt x="56492" y="8616"/>
                  <a:pt x="56292" y="8516"/>
                </a:cubicBezTo>
                <a:cubicBezTo>
                  <a:pt x="55966" y="8190"/>
                  <a:pt x="55565" y="7890"/>
                  <a:pt x="55239" y="7564"/>
                </a:cubicBezTo>
                <a:cubicBezTo>
                  <a:pt x="54938" y="7363"/>
                  <a:pt x="54612" y="7263"/>
                  <a:pt x="54512" y="6937"/>
                </a:cubicBezTo>
                <a:cubicBezTo>
                  <a:pt x="54412" y="6937"/>
                  <a:pt x="54412" y="6837"/>
                  <a:pt x="54312" y="6837"/>
                </a:cubicBezTo>
                <a:cubicBezTo>
                  <a:pt x="53986" y="6411"/>
                  <a:pt x="53359" y="6311"/>
                  <a:pt x="53059" y="5885"/>
                </a:cubicBezTo>
                <a:cubicBezTo>
                  <a:pt x="52933" y="5784"/>
                  <a:pt x="52833" y="5784"/>
                  <a:pt x="52733" y="5684"/>
                </a:cubicBezTo>
                <a:cubicBezTo>
                  <a:pt x="52633" y="5684"/>
                  <a:pt x="52633" y="5684"/>
                  <a:pt x="52432" y="5484"/>
                </a:cubicBezTo>
                <a:cubicBezTo>
                  <a:pt x="52432" y="5484"/>
                  <a:pt x="52376" y="5439"/>
                  <a:pt x="52339" y="5439"/>
                </a:cubicBezTo>
                <a:cubicBezTo>
                  <a:pt x="52321" y="5439"/>
                  <a:pt x="52307" y="5450"/>
                  <a:pt x="52307" y="5484"/>
                </a:cubicBezTo>
                <a:cubicBezTo>
                  <a:pt x="52248" y="5513"/>
                  <a:pt x="52198" y="5525"/>
                  <a:pt x="52156" y="5525"/>
                </a:cubicBezTo>
                <a:cubicBezTo>
                  <a:pt x="52056" y="5525"/>
                  <a:pt x="52006" y="5454"/>
                  <a:pt x="52006" y="5383"/>
                </a:cubicBezTo>
                <a:cubicBezTo>
                  <a:pt x="51906" y="5258"/>
                  <a:pt x="51906" y="5158"/>
                  <a:pt x="51805" y="5058"/>
                </a:cubicBezTo>
                <a:cubicBezTo>
                  <a:pt x="51480" y="5058"/>
                  <a:pt x="51279" y="4857"/>
                  <a:pt x="51054" y="4757"/>
                </a:cubicBezTo>
                <a:cubicBezTo>
                  <a:pt x="50953" y="4632"/>
                  <a:pt x="50953" y="4632"/>
                  <a:pt x="50853" y="4632"/>
                </a:cubicBezTo>
                <a:lnTo>
                  <a:pt x="50427" y="4431"/>
                </a:lnTo>
                <a:cubicBezTo>
                  <a:pt x="50347" y="4431"/>
                  <a:pt x="50267" y="4303"/>
                  <a:pt x="50186" y="4303"/>
                </a:cubicBezTo>
                <a:cubicBezTo>
                  <a:pt x="50166" y="4303"/>
                  <a:pt x="50146" y="4311"/>
                  <a:pt x="50126" y="4331"/>
                </a:cubicBezTo>
                <a:cubicBezTo>
                  <a:pt x="50105" y="4341"/>
                  <a:pt x="50087" y="4346"/>
                  <a:pt x="50071" y="4346"/>
                </a:cubicBezTo>
                <a:cubicBezTo>
                  <a:pt x="49962" y="4346"/>
                  <a:pt x="49989" y="4107"/>
                  <a:pt x="49873" y="4107"/>
                </a:cubicBezTo>
                <a:cubicBezTo>
                  <a:pt x="49854" y="4107"/>
                  <a:pt x="49830" y="4114"/>
                  <a:pt x="49800" y="4130"/>
                </a:cubicBezTo>
                <a:lnTo>
                  <a:pt x="49700" y="4005"/>
                </a:lnTo>
                <a:cubicBezTo>
                  <a:pt x="49658" y="4031"/>
                  <a:pt x="49621" y="4042"/>
                  <a:pt x="49587" y="4042"/>
                </a:cubicBezTo>
                <a:cubicBezTo>
                  <a:pt x="49458" y="4042"/>
                  <a:pt x="49379" y="3884"/>
                  <a:pt x="49299" y="3804"/>
                </a:cubicBezTo>
                <a:cubicBezTo>
                  <a:pt x="48973" y="3504"/>
                  <a:pt x="48547" y="3278"/>
                  <a:pt x="48046" y="3178"/>
                </a:cubicBezTo>
                <a:cubicBezTo>
                  <a:pt x="47946" y="3178"/>
                  <a:pt x="47797" y="3050"/>
                  <a:pt x="47639" y="3050"/>
                </a:cubicBezTo>
                <a:cubicBezTo>
                  <a:pt x="47600" y="3050"/>
                  <a:pt x="47560" y="3058"/>
                  <a:pt x="47520" y="3078"/>
                </a:cubicBezTo>
                <a:cubicBezTo>
                  <a:pt x="47520" y="3078"/>
                  <a:pt x="47419" y="2877"/>
                  <a:pt x="47294" y="2752"/>
                </a:cubicBezTo>
                <a:lnTo>
                  <a:pt x="47094" y="2752"/>
                </a:lnTo>
                <a:cubicBezTo>
                  <a:pt x="46893" y="2652"/>
                  <a:pt x="46793" y="2451"/>
                  <a:pt x="46567" y="2451"/>
                </a:cubicBezTo>
                <a:cubicBezTo>
                  <a:pt x="46367" y="2451"/>
                  <a:pt x="46267" y="2451"/>
                  <a:pt x="46041" y="2351"/>
                </a:cubicBezTo>
                <a:cubicBezTo>
                  <a:pt x="46024" y="2384"/>
                  <a:pt x="46010" y="2397"/>
                  <a:pt x="45998" y="2397"/>
                </a:cubicBezTo>
                <a:cubicBezTo>
                  <a:pt x="45949" y="2397"/>
                  <a:pt x="45921" y="2193"/>
                  <a:pt x="45832" y="2193"/>
                </a:cubicBezTo>
                <a:cubicBezTo>
                  <a:pt x="45807" y="2193"/>
                  <a:pt x="45777" y="2209"/>
                  <a:pt x="45740" y="2251"/>
                </a:cubicBezTo>
                <a:cubicBezTo>
                  <a:pt x="45540" y="1925"/>
                  <a:pt x="45214" y="1925"/>
                  <a:pt x="44913" y="1925"/>
                </a:cubicBezTo>
                <a:cubicBezTo>
                  <a:pt x="44876" y="1954"/>
                  <a:pt x="44833" y="1966"/>
                  <a:pt x="44788" y="1966"/>
                </a:cubicBezTo>
                <a:cubicBezTo>
                  <a:pt x="44679" y="1966"/>
                  <a:pt x="44558" y="1895"/>
                  <a:pt x="44487" y="1824"/>
                </a:cubicBezTo>
                <a:cubicBezTo>
                  <a:pt x="44413" y="1750"/>
                  <a:pt x="44336" y="1731"/>
                  <a:pt x="44267" y="1731"/>
                </a:cubicBezTo>
                <a:cubicBezTo>
                  <a:pt x="44193" y="1731"/>
                  <a:pt x="44129" y="1754"/>
                  <a:pt x="44093" y="1754"/>
                </a:cubicBezTo>
                <a:cubicBezTo>
                  <a:pt x="44073" y="1754"/>
                  <a:pt x="44061" y="1747"/>
                  <a:pt x="44061" y="1724"/>
                </a:cubicBezTo>
                <a:cubicBezTo>
                  <a:pt x="44025" y="1642"/>
                  <a:pt x="43988" y="1620"/>
                  <a:pt x="43951" y="1620"/>
                </a:cubicBezTo>
                <a:cubicBezTo>
                  <a:pt x="43908" y="1620"/>
                  <a:pt x="43865" y="1651"/>
                  <a:pt x="43821" y="1651"/>
                </a:cubicBezTo>
                <a:cubicBezTo>
                  <a:pt x="43801" y="1651"/>
                  <a:pt x="43781" y="1644"/>
                  <a:pt x="43760" y="1624"/>
                </a:cubicBezTo>
                <a:cubicBezTo>
                  <a:pt x="43660" y="1624"/>
                  <a:pt x="43660" y="1398"/>
                  <a:pt x="43535" y="1398"/>
                </a:cubicBezTo>
                <a:cubicBezTo>
                  <a:pt x="43434" y="1298"/>
                  <a:pt x="43334" y="1298"/>
                  <a:pt x="43134" y="1298"/>
                </a:cubicBezTo>
                <a:cubicBezTo>
                  <a:pt x="42908" y="1198"/>
                  <a:pt x="42607" y="1298"/>
                  <a:pt x="42407" y="1098"/>
                </a:cubicBezTo>
                <a:cubicBezTo>
                  <a:pt x="42356" y="1075"/>
                  <a:pt x="42301" y="1068"/>
                  <a:pt x="42245" y="1068"/>
                </a:cubicBezTo>
                <a:cubicBezTo>
                  <a:pt x="42146" y="1068"/>
                  <a:pt x="42045" y="1091"/>
                  <a:pt x="41960" y="1091"/>
                </a:cubicBezTo>
                <a:cubicBezTo>
                  <a:pt x="41882" y="1091"/>
                  <a:pt x="41817" y="1071"/>
                  <a:pt x="41780" y="997"/>
                </a:cubicBezTo>
                <a:cubicBezTo>
                  <a:pt x="41660" y="824"/>
                  <a:pt x="41548" y="800"/>
                  <a:pt x="41438" y="800"/>
                </a:cubicBezTo>
                <a:cubicBezTo>
                  <a:pt x="41395" y="800"/>
                  <a:pt x="41352" y="804"/>
                  <a:pt x="41310" y="804"/>
                </a:cubicBezTo>
                <a:cubicBezTo>
                  <a:pt x="41257" y="804"/>
                  <a:pt x="41206" y="798"/>
                  <a:pt x="41154" y="772"/>
                </a:cubicBezTo>
                <a:cubicBezTo>
                  <a:pt x="40860" y="703"/>
                  <a:pt x="40566" y="586"/>
                  <a:pt x="40239" y="586"/>
                </a:cubicBezTo>
                <a:cubicBezTo>
                  <a:pt x="40092" y="586"/>
                  <a:pt x="39939" y="609"/>
                  <a:pt x="39775" y="672"/>
                </a:cubicBezTo>
                <a:cubicBezTo>
                  <a:pt x="39775" y="672"/>
                  <a:pt x="39775" y="571"/>
                  <a:pt x="39675" y="571"/>
                </a:cubicBezTo>
                <a:cubicBezTo>
                  <a:pt x="39274" y="471"/>
                  <a:pt x="38748" y="471"/>
                  <a:pt x="38221" y="371"/>
                </a:cubicBezTo>
                <a:cubicBezTo>
                  <a:pt x="38021" y="371"/>
                  <a:pt x="37795" y="371"/>
                  <a:pt x="37695" y="246"/>
                </a:cubicBezTo>
                <a:cubicBezTo>
                  <a:pt x="37495" y="145"/>
                  <a:pt x="37394" y="145"/>
                  <a:pt x="37269" y="145"/>
                </a:cubicBezTo>
                <a:cubicBezTo>
                  <a:pt x="37236" y="179"/>
                  <a:pt x="37191" y="190"/>
                  <a:pt x="37143" y="190"/>
                </a:cubicBezTo>
                <a:cubicBezTo>
                  <a:pt x="37046" y="190"/>
                  <a:pt x="36935" y="145"/>
                  <a:pt x="36868" y="145"/>
                </a:cubicBezTo>
                <a:cubicBezTo>
                  <a:pt x="36718" y="145"/>
                  <a:pt x="36578" y="12"/>
                  <a:pt x="36413" y="12"/>
                </a:cubicBezTo>
                <a:cubicBezTo>
                  <a:pt x="36331" y="12"/>
                  <a:pt x="36241" y="45"/>
                  <a:pt x="36141" y="145"/>
                </a:cubicBezTo>
                <a:cubicBezTo>
                  <a:pt x="35978" y="95"/>
                  <a:pt x="35822" y="95"/>
                  <a:pt x="35665" y="95"/>
                </a:cubicBezTo>
                <a:cubicBezTo>
                  <a:pt x="35508" y="95"/>
                  <a:pt x="35352" y="95"/>
                  <a:pt x="35189" y="45"/>
                </a:cubicBezTo>
                <a:cubicBezTo>
                  <a:pt x="35089" y="12"/>
                  <a:pt x="34986" y="0"/>
                  <a:pt x="34885" y="0"/>
                </a:cubicBezTo>
                <a:cubicBezTo>
                  <a:pt x="34685" y="0"/>
                  <a:pt x="34495" y="45"/>
                  <a:pt x="34362" y="45"/>
                </a:cubicBezTo>
                <a:cubicBezTo>
                  <a:pt x="34287" y="12"/>
                  <a:pt x="34214" y="0"/>
                  <a:pt x="34144" y="0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3" name="Google Shape;753;p21"/>
          <p:cNvGrpSpPr/>
          <p:nvPr/>
        </p:nvGrpSpPr>
        <p:grpSpPr>
          <a:xfrm>
            <a:off x="3991521" y="2325527"/>
            <a:ext cx="1121385" cy="1282137"/>
            <a:chOff x="3991521" y="2325527"/>
            <a:chExt cx="1121385" cy="1282137"/>
          </a:xfrm>
        </p:grpSpPr>
        <p:sp>
          <p:nvSpPr>
            <p:cNvPr id="754" name="Google Shape;754;p21"/>
            <p:cNvSpPr/>
            <p:nvPr/>
          </p:nvSpPr>
          <p:spPr>
            <a:xfrm>
              <a:off x="3991521" y="2325527"/>
              <a:ext cx="1121385" cy="1282137"/>
            </a:xfrm>
            <a:custGeom>
              <a:rect b="b" l="l" r="r" t="t"/>
              <a:pathLst>
                <a:path extrusionOk="0" h="21613" w="18904">
                  <a:moveTo>
                    <a:pt x="4698" y="6893"/>
                  </a:moveTo>
                  <a:cubicBezTo>
                    <a:pt x="4785" y="6909"/>
                    <a:pt x="4919" y="7027"/>
                    <a:pt x="4938" y="7112"/>
                  </a:cubicBezTo>
                  <a:cubicBezTo>
                    <a:pt x="5023" y="7510"/>
                    <a:pt x="5084" y="7931"/>
                    <a:pt x="5122" y="8364"/>
                  </a:cubicBezTo>
                  <a:cubicBezTo>
                    <a:pt x="5134" y="8488"/>
                    <a:pt x="5115" y="8579"/>
                    <a:pt x="5061" y="8636"/>
                  </a:cubicBezTo>
                  <a:cubicBezTo>
                    <a:pt x="5023" y="8679"/>
                    <a:pt x="4965" y="8702"/>
                    <a:pt x="4885" y="8702"/>
                  </a:cubicBezTo>
                  <a:cubicBezTo>
                    <a:pt x="4835" y="8702"/>
                    <a:pt x="4774" y="8690"/>
                    <a:pt x="4709" y="8671"/>
                  </a:cubicBezTo>
                  <a:cubicBezTo>
                    <a:pt x="4367" y="8568"/>
                    <a:pt x="4196" y="8284"/>
                    <a:pt x="4157" y="7759"/>
                  </a:cubicBezTo>
                  <a:cubicBezTo>
                    <a:pt x="4176" y="7690"/>
                    <a:pt x="4196" y="7621"/>
                    <a:pt x="4219" y="7549"/>
                  </a:cubicBezTo>
                  <a:cubicBezTo>
                    <a:pt x="4268" y="7372"/>
                    <a:pt x="4318" y="7185"/>
                    <a:pt x="4399" y="7024"/>
                  </a:cubicBezTo>
                  <a:cubicBezTo>
                    <a:pt x="4429" y="6958"/>
                    <a:pt x="4571" y="6893"/>
                    <a:pt x="4670" y="6893"/>
                  </a:cubicBezTo>
                  <a:close/>
                  <a:moveTo>
                    <a:pt x="9516" y="235"/>
                  </a:moveTo>
                  <a:cubicBezTo>
                    <a:pt x="10057" y="235"/>
                    <a:pt x="10597" y="350"/>
                    <a:pt x="11076" y="568"/>
                  </a:cubicBezTo>
                  <a:cubicBezTo>
                    <a:pt x="12072" y="1024"/>
                    <a:pt x="12816" y="1848"/>
                    <a:pt x="13233" y="2955"/>
                  </a:cubicBezTo>
                  <a:cubicBezTo>
                    <a:pt x="13581" y="3871"/>
                    <a:pt x="13742" y="4824"/>
                    <a:pt x="13712" y="5779"/>
                  </a:cubicBezTo>
                  <a:cubicBezTo>
                    <a:pt x="13704" y="6032"/>
                    <a:pt x="13658" y="6281"/>
                    <a:pt x="13612" y="6548"/>
                  </a:cubicBezTo>
                  <a:cubicBezTo>
                    <a:pt x="13589" y="6675"/>
                    <a:pt x="13566" y="6801"/>
                    <a:pt x="13547" y="6932"/>
                  </a:cubicBezTo>
                  <a:lnTo>
                    <a:pt x="13535" y="6997"/>
                  </a:lnTo>
                  <a:lnTo>
                    <a:pt x="13535" y="6997"/>
                  </a:lnTo>
                  <a:lnTo>
                    <a:pt x="13604" y="6993"/>
                  </a:lnTo>
                  <a:cubicBezTo>
                    <a:pt x="13631" y="6989"/>
                    <a:pt x="13658" y="6989"/>
                    <a:pt x="13689" y="6985"/>
                  </a:cubicBezTo>
                  <a:cubicBezTo>
                    <a:pt x="13750" y="6981"/>
                    <a:pt x="13808" y="6978"/>
                    <a:pt x="13865" y="6966"/>
                  </a:cubicBezTo>
                  <a:cubicBezTo>
                    <a:pt x="13957" y="6947"/>
                    <a:pt x="14045" y="6935"/>
                    <a:pt x="14126" y="6935"/>
                  </a:cubicBezTo>
                  <a:cubicBezTo>
                    <a:pt x="14455" y="6935"/>
                    <a:pt x="14697" y="7100"/>
                    <a:pt x="14826" y="7407"/>
                  </a:cubicBezTo>
                  <a:cubicBezTo>
                    <a:pt x="14996" y="7813"/>
                    <a:pt x="15022" y="8253"/>
                    <a:pt x="14895" y="8679"/>
                  </a:cubicBezTo>
                  <a:cubicBezTo>
                    <a:pt x="14815" y="8951"/>
                    <a:pt x="14643" y="9104"/>
                    <a:pt x="14421" y="9104"/>
                  </a:cubicBezTo>
                  <a:cubicBezTo>
                    <a:pt x="14344" y="9104"/>
                    <a:pt x="14267" y="9085"/>
                    <a:pt x="14186" y="9054"/>
                  </a:cubicBezTo>
                  <a:cubicBezTo>
                    <a:pt x="13957" y="8955"/>
                    <a:pt x="13781" y="8912"/>
                    <a:pt x="13597" y="8912"/>
                  </a:cubicBezTo>
                  <a:cubicBezTo>
                    <a:pt x="13493" y="8912"/>
                    <a:pt x="13390" y="8928"/>
                    <a:pt x="13279" y="8955"/>
                  </a:cubicBezTo>
                  <a:cubicBezTo>
                    <a:pt x="13226" y="8970"/>
                    <a:pt x="13171" y="8974"/>
                    <a:pt x="13118" y="8974"/>
                  </a:cubicBezTo>
                  <a:cubicBezTo>
                    <a:pt x="12884" y="8974"/>
                    <a:pt x="12632" y="8851"/>
                    <a:pt x="12428" y="8636"/>
                  </a:cubicBezTo>
                  <a:cubicBezTo>
                    <a:pt x="12317" y="8525"/>
                    <a:pt x="12199" y="8387"/>
                    <a:pt x="12118" y="8235"/>
                  </a:cubicBezTo>
                  <a:cubicBezTo>
                    <a:pt x="11888" y="7786"/>
                    <a:pt x="11505" y="7556"/>
                    <a:pt x="10915" y="7503"/>
                  </a:cubicBezTo>
                  <a:cubicBezTo>
                    <a:pt x="10869" y="7499"/>
                    <a:pt x="10823" y="7487"/>
                    <a:pt x="10777" y="7476"/>
                  </a:cubicBezTo>
                  <a:lnTo>
                    <a:pt x="10738" y="7464"/>
                  </a:lnTo>
                  <a:cubicBezTo>
                    <a:pt x="10731" y="7464"/>
                    <a:pt x="10727" y="7460"/>
                    <a:pt x="10720" y="7453"/>
                  </a:cubicBezTo>
                  <a:cubicBezTo>
                    <a:pt x="10715" y="7449"/>
                    <a:pt x="10708" y="7445"/>
                    <a:pt x="10701" y="7441"/>
                  </a:cubicBezTo>
                  <a:cubicBezTo>
                    <a:pt x="10643" y="6836"/>
                    <a:pt x="10639" y="6809"/>
                    <a:pt x="10360" y="6583"/>
                  </a:cubicBezTo>
                  <a:lnTo>
                    <a:pt x="10275" y="6514"/>
                  </a:lnTo>
                  <a:lnTo>
                    <a:pt x="10275" y="6621"/>
                  </a:lnTo>
                  <a:cubicBezTo>
                    <a:pt x="10275" y="6702"/>
                    <a:pt x="10271" y="6775"/>
                    <a:pt x="10271" y="6847"/>
                  </a:cubicBezTo>
                  <a:cubicBezTo>
                    <a:pt x="10268" y="6997"/>
                    <a:pt x="10264" y="7123"/>
                    <a:pt x="10275" y="7257"/>
                  </a:cubicBezTo>
                  <a:cubicBezTo>
                    <a:pt x="10294" y="7568"/>
                    <a:pt x="10191" y="7836"/>
                    <a:pt x="9957" y="8081"/>
                  </a:cubicBezTo>
                  <a:cubicBezTo>
                    <a:pt x="9847" y="8192"/>
                    <a:pt x="9723" y="8253"/>
                    <a:pt x="9608" y="8253"/>
                  </a:cubicBezTo>
                  <a:cubicBezTo>
                    <a:pt x="9463" y="8253"/>
                    <a:pt x="9348" y="8157"/>
                    <a:pt x="9279" y="7985"/>
                  </a:cubicBezTo>
                  <a:cubicBezTo>
                    <a:pt x="9168" y="7698"/>
                    <a:pt x="9106" y="7388"/>
                    <a:pt x="9049" y="7085"/>
                  </a:cubicBezTo>
                  <a:lnTo>
                    <a:pt x="9011" y="6889"/>
                  </a:lnTo>
                  <a:cubicBezTo>
                    <a:pt x="9007" y="6874"/>
                    <a:pt x="9007" y="6859"/>
                    <a:pt x="9003" y="6840"/>
                  </a:cubicBezTo>
                  <a:cubicBezTo>
                    <a:pt x="8984" y="6732"/>
                    <a:pt x="8965" y="6598"/>
                    <a:pt x="8739" y="6568"/>
                  </a:cubicBezTo>
                  <a:lnTo>
                    <a:pt x="8682" y="6560"/>
                  </a:lnTo>
                  <a:lnTo>
                    <a:pt x="8682" y="7476"/>
                  </a:lnTo>
                  <a:cubicBezTo>
                    <a:pt x="8563" y="7540"/>
                    <a:pt x="8444" y="7606"/>
                    <a:pt x="8333" y="7667"/>
                  </a:cubicBezTo>
                  <a:cubicBezTo>
                    <a:pt x="8045" y="7821"/>
                    <a:pt x="7773" y="7970"/>
                    <a:pt x="7517" y="8138"/>
                  </a:cubicBezTo>
                  <a:cubicBezTo>
                    <a:pt x="7379" y="8235"/>
                    <a:pt x="7130" y="8426"/>
                    <a:pt x="7023" y="8679"/>
                  </a:cubicBezTo>
                  <a:cubicBezTo>
                    <a:pt x="6846" y="9089"/>
                    <a:pt x="6559" y="9273"/>
                    <a:pt x="6091" y="9273"/>
                  </a:cubicBezTo>
                  <a:cubicBezTo>
                    <a:pt x="6034" y="9273"/>
                    <a:pt x="5977" y="9269"/>
                    <a:pt x="5916" y="9264"/>
                  </a:cubicBezTo>
                  <a:cubicBezTo>
                    <a:pt x="5854" y="9261"/>
                    <a:pt x="5793" y="9250"/>
                    <a:pt x="5727" y="9238"/>
                  </a:cubicBezTo>
                  <a:cubicBezTo>
                    <a:pt x="5704" y="9234"/>
                    <a:pt x="5681" y="9230"/>
                    <a:pt x="5658" y="9227"/>
                  </a:cubicBezTo>
                  <a:cubicBezTo>
                    <a:pt x="5341" y="7384"/>
                    <a:pt x="5023" y="5484"/>
                    <a:pt x="5612" y="3556"/>
                  </a:cubicBezTo>
                  <a:lnTo>
                    <a:pt x="5612" y="3556"/>
                  </a:lnTo>
                  <a:cubicBezTo>
                    <a:pt x="5789" y="3691"/>
                    <a:pt x="5973" y="3760"/>
                    <a:pt x="6172" y="3760"/>
                  </a:cubicBezTo>
                  <a:cubicBezTo>
                    <a:pt x="6344" y="3760"/>
                    <a:pt x="6521" y="3710"/>
                    <a:pt x="6720" y="3606"/>
                  </a:cubicBezTo>
                  <a:cubicBezTo>
                    <a:pt x="6797" y="3568"/>
                    <a:pt x="6927" y="3449"/>
                    <a:pt x="6915" y="3357"/>
                  </a:cubicBezTo>
                  <a:cubicBezTo>
                    <a:pt x="6900" y="3258"/>
                    <a:pt x="6808" y="3097"/>
                    <a:pt x="6701" y="3077"/>
                  </a:cubicBezTo>
                  <a:cubicBezTo>
                    <a:pt x="6479" y="3031"/>
                    <a:pt x="6249" y="3012"/>
                    <a:pt x="6008" y="2985"/>
                  </a:cubicBezTo>
                  <a:cubicBezTo>
                    <a:pt x="5927" y="2982"/>
                    <a:pt x="5847" y="2974"/>
                    <a:pt x="5766" y="2962"/>
                  </a:cubicBezTo>
                  <a:cubicBezTo>
                    <a:pt x="5727" y="2710"/>
                    <a:pt x="5893" y="2460"/>
                    <a:pt x="6054" y="2223"/>
                  </a:cubicBezTo>
                  <a:lnTo>
                    <a:pt x="6123" y="2120"/>
                  </a:lnTo>
                  <a:cubicBezTo>
                    <a:pt x="6272" y="1894"/>
                    <a:pt x="6468" y="1691"/>
                    <a:pt x="6662" y="1495"/>
                  </a:cubicBezTo>
                  <a:lnTo>
                    <a:pt x="6777" y="1380"/>
                  </a:lnTo>
                  <a:cubicBezTo>
                    <a:pt x="7479" y="653"/>
                    <a:pt x="8478" y="235"/>
                    <a:pt x="9516" y="235"/>
                  </a:cubicBezTo>
                  <a:close/>
                  <a:moveTo>
                    <a:pt x="9677" y="10203"/>
                  </a:moveTo>
                  <a:cubicBezTo>
                    <a:pt x="9904" y="10203"/>
                    <a:pt x="10145" y="10235"/>
                    <a:pt x="10413" y="10299"/>
                  </a:cubicBezTo>
                  <a:cubicBezTo>
                    <a:pt x="10160" y="10533"/>
                    <a:pt x="9865" y="10659"/>
                    <a:pt x="9571" y="10659"/>
                  </a:cubicBezTo>
                  <a:cubicBezTo>
                    <a:pt x="9299" y="10659"/>
                    <a:pt x="9049" y="10556"/>
                    <a:pt x="8843" y="10360"/>
                  </a:cubicBezTo>
                  <a:cubicBezTo>
                    <a:pt x="9111" y="10253"/>
                    <a:pt x="9387" y="10203"/>
                    <a:pt x="9677" y="10203"/>
                  </a:cubicBezTo>
                  <a:close/>
                  <a:moveTo>
                    <a:pt x="5191" y="10575"/>
                  </a:moveTo>
                  <a:cubicBezTo>
                    <a:pt x="5191" y="10667"/>
                    <a:pt x="5195" y="10755"/>
                    <a:pt x="5195" y="10843"/>
                  </a:cubicBezTo>
                  <a:cubicBezTo>
                    <a:pt x="5199" y="11066"/>
                    <a:pt x="5203" y="11261"/>
                    <a:pt x="5188" y="11456"/>
                  </a:cubicBezTo>
                  <a:cubicBezTo>
                    <a:pt x="5142" y="12157"/>
                    <a:pt x="5253" y="12908"/>
                    <a:pt x="5529" y="13812"/>
                  </a:cubicBezTo>
                  <a:cubicBezTo>
                    <a:pt x="5681" y="14303"/>
                    <a:pt x="6042" y="14712"/>
                    <a:pt x="6601" y="15034"/>
                  </a:cubicBezTo>
                  <a:cubicBezTo>
                    <a:pt x="7287" y="15425"/>
                    <a:pt x="8080" y="15644"/>
                    <a:pt x="9034" y="15705"/>
                  </a:cubicBezTo>
                  <a:cubicBezTo>
                    <a:pt x="9410" y="15728"/>
                    <a:pt x="9778" y="15739"/>
                    <a:pt x="10130" y="15739"/>
                  </a:cubicBezTo>
                  <a:cubicBezTo>
                    <a:pt x="10455" y="15739"/>
                    <a:pt x="10781" y="15732"/>
                    <a:pt x="11088" y="15709"/>
                  </a:cubicBezTo>
                  <a:cubicBezTo>
                    <a:pt x="12692" y="15601"/>
                    <a:pt x="13792" y="14640"/>
                    <a:pt x="14106" y="13073"/>
                  </a:cubicBezTo>
                  <a:cubicBezTo>
                    <a:pt x="14244" y="12395"/>
                    <a:pt x="14294" y="11821"/>
                    <a:pt x="14264" y="11264"/>
                  </a:cubicBezTo>
                  <a:cubicBezTo>
                    <a:pt x="14260" y="11154"/>
                    <a:pt x="14260" y="11043"/>
                    <a:pt x="14260" y="10905"/>
                  </a:cubicBezTo>
                  <a:cubicBezTo>
                    <a:pt x="14264" y="10851"/>
                    <a:pt x="14264" y="10797"/>
                    <a:pt x="14264" y="10736"/>
                  </a:cubicBezTo>
                  <a:cubicBezTo>
                    <a:pt x="14344" y="10759"/>
                    <a:pt x="14421" y="10782"/>
                    <a:pt x="14494" y="10801"/>
                  </a:cubicBezTo>
                  <a:cubicBezTo>
                    <a:pt x="14674" y="10851"/>
                    <a:pt x="14830" y="10893"/>
                    <a:pt x="14961" y="10974"/>
                  </a:cubicBezTo>
                  <a:cubicBezTo>
                    <a:pt x="15693" y="11411"/>
                    <a:pt x="16382" y="11959"/>
                    <a:pt x="17072" y="12644"/>
                  </a:cubicBezTo>
                  <a:cubicBezTo>
                    <a:pt x="17190" y="12763"/>
                    <a:pt x="17271" y="12928"/>
                    <a:pt x="17351" y="13089"/>
                  </a:cubicBezTo>
                  <a:cubicBezTo>
                    <a:pt x="17386" y="13154"/>
                    <a:pt x="17420" y="13218"/>
                    <a:pt x="17455" y="13283"/>
                  </a:cubicBezTo>
                  <a:cubicBezTo>
                    <a:pt x="17784" y="13870"/>
                    <a:pt x="18117" y="14510"/>
                    <a:pt x="18313" y="15218"/>
                  </a:cubicBezTo>
                  <a:cubicBezTo>
                    <a:pt x="18559" y="16104"/>
                    <a:pt x="18458" y="17019"/>
                    <a:pt x="18018" y="18008"/>
                  </a:cubicBezTo>
                  <a:cubicBezTo>
                    <a:pt x="17588" y="18961"/>
                    <a:pt x="16842" y="19762"/>
                    <a:pt x="15796" y="20383"/>
                  </a:cubicBezTo>
                  <a:cubicBezTo>
                    <a:pt x="15482" y="20570"/>
                    <a:pt x="15091" y="20720"/>
                    <a:pt x="14665" y="20816"/>
                  </a:cubicBezTo>
                  <a:cubicBezTo>
                    <a:pt x="13888" y="20992"/>
                    <a:pt x="13010" y="21191"/>
                    <a:pt x="12145" y="21279"/>
                  </a:cubicBezTo>
                  <a:cubicBezTo>
                    <a:pt x="11640" y="21333"/>
                    <a:pt x="11118" y="21341"/>
                    <a:pt x="10616" y="21344"/>
                  </a:cubicBezTo>
                  <a:cubicBezTo>
                    <a:pt x="10260" y="21348"/>
                    <a:pt x="9893" y="21352"/>
                    <a:pt x="9532" y="21371"/>
                  </a:cubicBezTo>
                  <a:cubicBezTo>
                    <a:pt x="9398" y="21379"/>
                    <a:pt x="9264" y="21383"/>
                    <a:pt x="9129" y="21383"/>
                  </a:cubicBezTo>
                  <a:cubicBezTo>
                    <a:pt x="8275" y="21383"/>
                    <a:pt x="7428" y="21233"/>
                    <a:pt x="6712" y="21088"/>
                  </a:cubicBezTo>
                  <a:cubicBezTo>
                    <a:pt x="6084" y="20957"/>
                    <a:pt x="5433" y="20751"/>
                    <a:pt x="4774" y="20471"/>
                  </a:cubicBezTo>
                  <a:cubicBezTo>
                    <a:pt x="4046" y="20160"/>
                    <a:pt x="3337" y="19801"/>
                    <a:pt x="2666" y="19394"/>
                  </a:cubicBezTo>
                  <a:cubicBezTo>
                    <a:pt x="2104" y="19049"/>
                    <a:pt x="1594" y="18620"/>
                    <a:pt x="1169" y="18245"/>
                  </a:cubicBezTo>
                  <a:cubicBezTo>
                    <a:pt x="759" y="17885"/>
                    <a:pt x="521" y="17371"/>
                    <a:pt x="422" y="16629"/>
                  </a:cubicBezTo>
                  <a:cubicBezTo>
                    <a:pt x="291" y="15674"/>
                    <a:pt x="525" y="14744"/>
                    <a:pt x="1115" y="13862"/>
                  </a:cubicBezTo>
                  <a:cubicBezTo>
                    <a:pt x="1525" y="13253"/>
                    <a:pt x="1985" y="12705"/>
                    <a:pt x="2486" y="12238"/>
                  </a:cubicBezTo>
                  <a:cubicBezTo>
                    <a:pt x="3096" y="11671"/>
                    <a:pt x="3789" y="11192"/>
                    <a:pt x="4540" y="10813"/>
                  </a:cubicBezTo>
                  <a:cubicBezTo>
                    <a:pt x="4675" y="10748"/>
                    <a:pt x="4820" y="10698"/>
                    <a:pt x="4988" y="10644"/>
                  </a:cubicBezTo>
                  <a:cubicBezTo>
                    <a:pt x="5053" y="10621"/>
                    <a:pt x="5119" y="10598"/>
                    <a:pt x="5191" y="10575"/>
                  </a:cubicBezTo>
                  <a:close/>
                  <a:moveTo>
                    <a:pt x="9421" y="1"/>
                  </a:moveTo>
                  <a:cubicBezTo>
                    <a:pt x="7697" y="1"/>
                    <a:pt x="6206" y="1028"/>
                    <a:pt x="5429" y="2745"/>
                  </a:cubicBezTo>
                  <a:cubicBezTo>
                    <a:pt x="5084" y="3510"/>
                    <a:pt x="4904" y="4400"/>
                    <a:pt x="4915" y="5319"/>
                  </a:cubicBezTo>
                  <a:cubicBezTo>
                    <a:pt x="4919" y="5606"/>
                    <a:pt x="4908" y="5905"/>
                    <a:pt x="4896" y="6189"/>
                  </a:cubicBezTo>
                  <a:cubicBezTo>
                    <a:pt x="4889" y="6307"/>
                    <a:pt x="4885" y="6422"/>
                    <a:pt x="4881" y="6541"/>
                  </a:cubicBezTo>
                  <a:cubicBezTo>
                    <a:pt x="4222" y="6640"/>
                    <a:pt x="3969" y="6886"/>
                    <a:pt x="3877" y="7495"/>
                  </a:cubicBezTo>
                  <a:cubicBezTo>
                    <a:pt x="3870" y="7568"/>
                    <a:pt x="3862" y="7644"/>
                    <a:pt x="3858" y="7721"/>
                  </a:cubicBezTo>
                  <a:cubicBezTo>
                    <a:pt x="3854" y="7756"/>
                    <a:pt x="3854" y="7793"/>
                    <a:pt x="3851" y="7828"/>
                  </a:cubicBezTo>
                  <a:cubicBezTo>
                    <a:pt x="3824" y="8138"/>
                    <a:pt x="3911" y="8430"/>
                    <a:pt x="4100" y="8648"/>
                  </a:cubicBezTo>
                  <a:cubicBezTo>
                    <a:pt x="4291" y="8870"/>
                    <a:pt x="4571" y="9004"/>
                    <a:pt x="4892" y="9027"/>
                  </a:cubicBezTo>
                  <a:cubicBezTo>
                    <a:pt x="4961" y="9031"/>
                    <a:pt x="5030" y="9039"/>
                    <a:pt x="5103" y="9050"/>
                  </a:cubicBezTo>
                  <a:lnTo>
                    <a:pt x="5172" y="9058"/>
                  </a:lnTo>
                  <a:lnTo>
                    <a:pt x="5172" y="10307"/>
                  </a:lnTo>
                  <a:cubicBezTo>
                    <a:pt x="5092" y="10338"/>
                    <a:pt x="5011" y="10364"/>
                    <a:pt x="4927" y="10395"/>
                  </a:cubicBezTo>
                  <a:cubicBezTo>
                    <a:pt x="4724" y="10468"/>
                    <a:pt x="4514" y="10544"/>
                    <a:pt x="4330" y="10659"/>
                  </a:cubicBezTo>
                  <a:cubicBezTo>
                    <a:pt x="3728" y="11034"/>
                    <a:pt x="3138" y="11448"/>
                    <a:pt x="2567" y="11847"/>
                  </a:cubicBezTo>
                  <a:lnTo>
                    <a:pt x="2391" y="11970"/>
                  </a:lnTo>
                  <a:cubicBezTo>
                    <a:pt x="2192" y="12107"/>
                    <a:pt x="1989" y="12249"/>
                    <a:pt x="1847" y="12437"/>
                  </a:cubicBezTo>
                  <a:cubicBezTo>
                    <a:pt x="1743" y="12571"/>
                    <a:pt x="1640" y="12705"/>
                    <a:pt x="1533" y="12839"/>
                  </a:cubicBezTo>
                  <a:cubicBezTo>
                    <a:pt x="1112" y="13379"/>
                    <a:pt x="670" y="13935"/>
                    <a:pt x="403" y="14617"/>
                  </a:cubicBezTo>
                  <a:cubicBezTo>
                    <a:pt x="85" y="15430"/>
                    <a:pt x="0" y="16215"/>
                    <a:pt x="150" y="17019"/>
                  </a:cubicBezTo>
                  <a:cubicBezTo>
                    <a:pt x="246" y="17540"/>
                    <a:pt x="483" y="17996"/>
                    <a:pt x="854" y="18376"/>
                  </a:cubicBezTo>
                  <a:cubicBezTo>
                    <a:pt x="1475" y="19007"/>
                    <a:pt x="2210" y="19460"/>
                    <a:pt x="2785" y="19785"/>
                  </a:cubicBezTo>
                  <a:cubicBezTo>
                    <a:pt x="3858" y="20402"/>
                    <a:pt x="5030" y="20885"/>
                    <a:pt x="6264" y="21226"/>
                  </a:cubicBezTo>
                  <a:cubicBezTo>
                    <a:pt x="6429" y="21272"/>
                    <a:pt x="6597" y="21302"/>
                    <a:pt x="6777" y="21337"/>
                  </a:cubicBezTo>
                  <a:cubicBezTo>
                    <a:pt x="7873" y="21539"/>
                    <a:pt x="8977" y="21590"/>
                    <a:pt x="9815" y="21605"/>
                  </a:cubicBezTo>
                  <a:cubicBezTo>
                    <a:pt x="9976" y="21608"/>
                    <a:pt x="10133" y="21613"/>
                    <a:pt x="10294" y="21613"/>
                  </a:cubicBezTo>
                  <a:cubicBezTo>
                    <a:pt x="10988" y="21613"/>
                    <a:pt x="11658" y="21578"/>
                    <a:pt x="12294" y="21513"/>
                  </a:cubicBezTo>
                  <a:cubicBezTo>
                    <a:pt x="12881" y="21452"/>
                    <a:pt x="13470" y="21333"/>
                    <a:pt x="14041" y="21222"/>
                  </a:cubicBezTo>
                  <a:cubicBezTo>
                    <a:pt x="14241" y="21184"/>
                    <a:pt x="14439" y="21141"/>
                    <a:pt x="14639" y="21107"/>
                  </a:cubicBezTo>
                  <a:cubicBezTo>
                    <a:pt x="14823" y="21072"/>
                    <a:pt x="15010" y="21015"/>
                    <a:pt x="15194" y="20942"/>
                  </a:cubicBezTo>
                  <a:cubicBezTo>
                    <a:pt x="16769" y="20298"/>
                    <a:pt x="17884" y="19214"/>
                    <a:pt x="18513" y="17720"/>
                  </a:cubicBezTo>
                  <a:cubicBezTo>
                    <a:pt x="18819" y="16993"/>
                    <a:pt x="18903" y="16298"/>
                    <a:pt x="18769" y="15594"/>
                  </a:cubicBezTo>
                  <a:cubicBezTo>
                    <a:pt x="18516" y="14280"/>
                    <a:pt x="17887" y="13034"/>
                    <a:pt x="16849" y="11789"/>
                  </a:cubicBezTo>
                  <a:cubicBezTo>
                    <a:pt x="16214" y="11023"/>
                    <a:pt x="15566" y="10648"/>
                    <a:pt x="14815" y="10594"/>
                  </a:cubicBezTo>
                  <a:cubicBezTo>
                    <a:pt x="14697" y="10587"/>
                    <a:pt x="14566" y="10552"/>
                    <a:pt x="14416" y="10487"/>
                  </a:cubicBezTo>
                  <a:cubicBezTo>
                    <a:pt x="14340" y="10456"/>
                    <a:pt x="14267" y="10380"/>
                    <a:pt x="14264" y="10349"/>
                  </a:cubicBezTo>
                  <a:cubicBezTo>
                    <a:pt x="14260" y="10276"/>
                    <a:pt x="14252" y="10203"/>
                    <a:pt x="14248" y="10131"/>
                  </a:cubicBezTo>
                  <a:cubicBezTo>
                    <a:pt x="14221" y="9870"/>
                    <a:pt x="14198" y="9621"/>
                    <a:pt x="14283" y="9384"/>
                  </a:cubicBezTo>
                  <a:cubicBezTo>
                    <a:pt x="15022" y="9264"/>
                    <a:pt x="15244" y="9016"/>
                    <a:pt x="15279" y="8288"/>
                  </a:cubicBezTo>
                  <a:cubicBezTo>
                    <a:pt x="15286" y="8062"/>
                    <a:pt x="15256" y="7832"/>
                    <a:pt x="15225" y="7614"/>
                  </a:cubicBezTo>
                  <a:lnTo>
                    <a:pt x="15210" y="7526"/>
                  </a:lnTo>
                  <a:cubicBezTo>
                    <a:pt x="15141" y="7024"/>
                    <a:pt x="14761" y="6782"/>
                    <a:pt x="14439" y="6633"/>
                  </a:cubicBezTo>
                  <a:cubicBezTo>
                    <a:pt x="14347" y="6591"/>
                    <a:pt x="14248" y="6568"/>
                    <a:pt x="14149" y="6548"/>
                  </a:cubicBezTo>
                  <a:cubicBezTo>
                    <a:pt x="14117" y="6545"/>
                    <a:pt x="14083" y="6537"/>
                    <a:pt x="14053" y="6529"/>
                  </a:cubicBezTo>
                  <a:cubicBezTo>
                    <a:pt x="14049" y="6488"/>
                    <a:pt x="14041" y="6442"/>
                    <a:pt x="14038" y="6399"/>
                  </a:cubicBezTo>
                  <a:cubicBezTo>
                    <a:pt x="14022" y="6292"/>
                    <a:pt x="14011" y="6189"/>
                    <a:pt x="14022" y="6089"/>
                  </a:cubicBezTo>
                  <a:cubicBezTo>
                    <a:pt x="14126" y="5047"/>
                    <a:pt x="13957" y="3989"/>
                    <a:pt x="13497" y="2759"/>
                  </a:cubicBezTo>
                  <a:cubicBezTo>
                    <a:pt x="13157" y="1848"/>
                    <a:pt x="12531" y="1123"/>
                    <a:pt x="11532" y="480"/>
                  </a:cubicBezTo>
                  <a:cubicBezTo>
                    <a:pt x="11134" y="223"/>
                    <a:pt x="10666" y="143"/>
                    <a:pt x="10206" y="66"/>
                  </a:cubicBezTo>
                  <a:cubicBezTo>
                    <a:pt x="9942" y="24"/>
                    <a:pt x="9677" y="1"/>
                    <a:pt x="9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1"/>
            <p:cNvSpPr/>
            <p:nvPr/>
          </p:nvSpPr>
          <p:spPr>
            <a:xfrm>
              <a:off x="4672821" y="2470806"/>
              <a:ext cx="82099" cy="45975"/>
            </a:xfrm>
            <a:custGeom>
              <a:rect b="b" l="l" r="r" t="t"/>
              <a:pathLst>
                <a:path extrusionOk="0" h="775" w="1384">
                  <a:moveTo>
                    <a:pt x="614" y="0"/>
                  </a:moveTo>
                  <a:cubicBezTo>
                    <a:pt x="422" y="0"/>
                    <a:pt x="223" y="50"/>
                    <a:pt x="40" y="108"/>
                  </a:cubicBezTo>
                  <a:lnTo>
                    <a:pt x="1" y="119"/>
                  </a:lnTo>
                  <a:lnTo>
                    <a:pt x="5" y="158"/>
                  </a:lnTo>
                  <a:cubicBezTo>
                    <a:pt x="28" y="540"/>
                    <a:pt x="58" y="775"/>
                    <a:pt x="334" y="775"/>
                  </a:cubicBezTo>
                  <a:cubicBezTo>
                    <a:pt x="407" y="775"/>
                    <a:pt x="499" y="759"/>
                    <a:pt x="645" y="720"/>
                  </a:cubicBezTo>
                  <a:cubicBezTo>
                    <a:pt x="694" y="709"/>
                    <a:pt x="744" y="701"/>
                    <a:pt x="794" y="694"/>
                  </a:cubicBezTo>
                  <a:cubicBezTo>
                    <a:pt x="886" y="678"/>
                    <a:pt x="977" y="663"/>
                    <a:pt x="1066" y="628"/>
                  </a:cubicBezTo>
                  <a:cubicBezTo>
                    <a:pt x="1143" y="594"/>
                    <a:pt x="1204" y="536"/>
                    <a:pt x="1262" y="479"/>
                  </a:cubicBezTo>
                  <a:cubicBezTo>
                    <a:pt x="1288" y="453"/>
                    <a:pt x="1315" y="425"/>
                    <a:pt x="1342" y="402"/>
                  </a:cubicBezTo>
                  <a:lnTo>
                    <a:pt x="1384" y="368"/>
                  </a:lnTo>
                  <a:lnTo>
                    <a:pt x="1345" y="326"/>
                  </a:lnTo>
                  <a:cubicBezTo>
                    <a:pt x="1127" y="103"/>
                    <a:pt x="897" y="0"/>
                    <a:pt x="6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1"/>
            <p:cNvSpPr/>
            <p:nvPr/>
          </p:nvSpPr>
          <p:spPr>
            <a:xfrm>
              <a:off x="4808785" y="2774475"/>
              <a:ext cx="55227" cy="57306"/>
            </a:xfrm>
            <a:custGeom>
              <a:rect b="b" l="l" r="r" t="t"/>
              <a:pathLst>
                <a:path extrusionOk="0" h="966" w="931">
                  <a:moveTo>
                    <a:pt x="510" y="0"/>
                  </a:moveTo>
                  <a:cubicBezTo>
                    <a:pt x="264" y="0"/>
                    <a:pt x="15" y="253"/>
                    <a:pt x="4" y="509"/>
                  </a:cubicBezTo>
                  <a:cubicBezTo>
                    <a:pt x="0" y="639"/>
                    <a:pt x="42" y="759"/>
                    <a:pt x="123" y="842"/>
                  </a:cubicBezTo>
                  <a:cubicBezTo>
                    <a:pt x="199" y="920"/>
                    <a:pt x="306" y="966"/>
                    <a:pt x="425" y="966"/>
                  </a:cubicBezTo>
                  <a:lnTo>
                    <a:pt x="429" y="966"/>
                  </a:lnTo>
                  <a:cubicBezTo>
                    <a:pt x="659" y="961"/>
                    <a:pt x="931" y="670"/>
                    <a:pt x="931" y="429"/>
                  </a:cubicBezTo>
                  <a:cubicBezTo>
                    <a:pt x="931" y="218"/>
                    <a:pt x="728" y="7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1"/>
            <p:cNvSpPr/>
            <p:nvPr/>
          </p:nvSpPr>
          <p:spPr>
            <a:xfrm>
              <a:off x="4708711" y="2614899"/>
              <a:ext cx="43482" cy="38916"/>
            </a:xfrm>
            <a:custGeom>
              <a:rect b="b" l="l" r="r" t="t"/>
              <a:pathLst>
                <a:path extrusionOk="0" h="656" w="733">
                  <a:moveTo>
                    <a:pt x="335" y="1"/>
                  </a:moveTo>
                  <a:cubicBezTo>
                    <a:pt x="216" y="1"/>
                    <a:pt x="93" y="100"/>
                    <a:pt x="40" y="196"/>
                  </a:cubicBezTo>
                  <a:cubicBezTo>
                    <a:pt x="5" y="261"/>
                    <a:pt x="1" y="318"/>
                    <a:pt x="32" y="364"/>
                  </a:cubicBezTo>
                  <a:cubicBezTo>
                    <a:pt x="116" y="498"/>
                    <a:pt x="269" y="613"/>
                    <a:pt x="404" y="648"/>
                  </a:cubicBezTo>
                  <a:cubicBezTo>
                    <a:pt x="427" y="655"/>
                    <a:pt x="450" y="655"/>
                    <a:pt x="473" y="655"/>
                  </a:cubicBezTo>
                  <a:cubicBezTo>
                    <a:pt x="595" y="655"/>
                    <a:pt x="733" y="552"/>
                    <a:pt x="733" y="264"/>
                  </a:cubicBezTo>
                  <a:lnTo>
                    <a:pt x="733" y="238"/>
                  </a:lnTo>
                  <a:lnTo>
                    <a:pt x="710" y="222"/>
                  </a:lnTo>
                  <a:cubicBezTo>
                    <a:pt x="691" y="207"/>
                    <a:pt x="668" y="188"/>
                    <a:pt x="645" y="169"/>
                  </a:cubicBezTo>
                  <a:cubicBezTo>
                    <a:pt x="576" y="111"/>
                    <a:pt x="487" y="38"/>
                    <a:pt x="384" y="8"/>
                  </a:cubicBezTo>
                  <a:cubicBezTo>
                    <a:pt x="369" y="4"/>
                    <a:pt x="354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1"/>
            <p:cNvSpPr/>
            <p:nvPr/>
          </p:nvSpPr>
          <p:spPr>
            <a:xfrm>
              <a:off x="4340328" y="2642424"/>
              <a:ext cx="42117" cy="31204"/>
            </a:xfrm>
            <a:custGeom>
              <a:rect b="b" l="l" r="r" t="t"/>
              <a:pathLst>
                <a:path extrusionOk="0" h="526" w="710">
                  <a:moveTo>
                    <a:pt x="266" y="0"/>
                  </a:moveTo>
                  <a:cubicBezTo>
                    <a:pt x="177" y="0"/>
                    <a:pt x="105" y="34"/>
                    <a:pt x="59" y="92"/>
                  </a:cubicBezTo>
                  <a:cubicBezTo>
                    <a:pt x="13" y="149"/>
                    <a:pt x="1" y="222"/>
                    <a:pt x="20" y="295"/>
                  </a:cubicBezTo>
                  <a:cubicBezTo>
                    <a:pt x="43" y="391"/>
                    <a:pt x="181" y="525"/>
                    <a:pt x="284" y="525"/>
                  </a:cubicBezTo>
                  <a:lnTo>
                    <a:pt x="289" y="525"/>
                  </a:lnTo>
                  <a:cubicBezTo>
                    <a:pt x="365" y="517"/>
                    <a:pt x="430" y="463"/>
                    <a:pt x="510" y="391"/>
                  </a:cubicBezTo>
                  <a:cubicBezTo>
                    <a:pt x="549" y="356"/>
                    <a:pt x="595" y="318"/>
                    <a:pt x="648" y="276"/>
                  </a:cubicBezTo>
                  <a:lnTo>
                    <a:pt x="710" y="230"/>
                  </a:lnTo>
                  <a:lnTo>
                    <a:pt x="641" y="191"/>
                  </a:lnTo>
                  <a:cubicBezTo>
                    <a:pt x="583" y="157"/>
                    <a:pt x="537" y="126"/>
                    <a:pt x="499" y="99"/>
                  </a:cubicBezTo>
                  <a:cubicBezTo>
                    <a:pt x="418" y="46"/>
                    <a:pt x="358" y="4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2"/>
          <p:cNvSpPr/>
          <p:nvPr/>
        </p:nvSpPr>
        <p:spPr>
          <a:xfrm>
            <a:off x="595575" y="1159725"/>
            <a:ext cx="1798965" cy="3505950"/>
          </a:xfrm>
          <a:custGeom>
            <a:rect b="b" l="l" r="r" t="t"/>
            <a:pathLst>
              <a:path extrusionOk="0" h="61419" w="46389">
                <a:moveTo>
                  <a:pt x="6060" y="1"/>
                </a:moveTo>
                <a:cubicBezTo>
                  <a:pt x="3572" y="1"/>
                  <a:pt x="1750" y="110"/>
                  <a:pt x="1357" y="461"/>
                </a:cubicBezTo>
                <a:cubicBezTo>
                  <a:pt x="281" y="1279"/>
                  <a:pt x="539" y="8813"/>
                  <a:pt x="453" y="16347"/>
                </a:cubicBezTo>
                <a:cubicBezTo>
                  <a:pt x="367" y="23880"/>
                  <a:pt x="367" y="41897"/>
                  <a:pt x="453" y="45406"/>
                </a:cubicBezTo>
                <a:cubicBezTo>
                  <a:pt x="539" y="49001"/>
                  <a:pt x="1" y="59118"/>
                  <a:pt x="819" y="60388"/>
                </a:cubicBezTo>
                <a:cubicBezTo>
                  <a:pt x="1516" y="61284"/>
                  <a:pt x="7543" y="61387"/>
                  <a:pt x="11368" y="61387"/>
                </a:cubicBezTo>
                <a:cubicBezTo>
                  <a:pt x="12501" y="61387"/>
                  <a:pt x="13441" y="61378"/>
                  <a:pt x="13992" y="61378"/>
                </a:cubicBezTo>
                <a:cubicBezTo>
                  <a:pt x="15172" y="61378"/>
                  <a:pt x="17864" y="61418"/>
                  <a:pt x="20632" y="61418"/>
                </a:cubicBezTo>
                <a:cubicBezTo>
                  <a:pt x="23572" y="61418"/>
                  <a:pt x="26598" y="61373"/>
                  <a:pt x="27984" y="61184"/>
                </a:cubicBezTo>
                <a:cubicBezTo>
                  <a:pt x="28436" y="61141"/>
                  <a:pt x="29222" y="61119"/>
                  <a:pt x="30220" y="61119"/>
                </a:cubicBezTo>
                <a:cubicBezTo>
                  <a:pt x="31218" y="61119"/>
                  <a:pt x="32429" y="61141"/>
                  <a:pt x="33731" y="61184"/>
                </a:cubicBezTo>
                <a:cubicBezTo>
                  <a:pt x="38661" y="61184"/>
                  <a:pt x="44860" y="61184"/>
                  <a:pt x="45312" y="60474"/>
                </a:cubicBezTo>
                <a:cubicBezTo>
                  <a:pt x="46022" y="59311"/>
                  <a:pt x="45936" y="48635"/>
                  <a:pt x="45936" y="42629"/>
                </a:cubicBezTo>
                <a:cubicBezTo>
                  <a:pt x="45850" y="34643"/>
                  <a:pt x="46194" y="23601"/>
                  <a:pt x="46281" y="18047"/>
                </a:cubicBezTo>
                <a:cubicBezTo>
                  <a:pt x="46388" y="12407"/>
                  <a:pt x="46108" y="1193"/>
                  <a:pt x="45570" y="461"/>
                </a:cubicBezTo>
                <a:cubicBezTo>
                  <a:pt x="45314" y="134"/>
                  <a:pt x="42472" y="17"/>
                  <a:pt x="38906" y="17"/>
                </a:cubicBezTo>
                <a:cubicBezTo>
                  <a:pt x="33785" y="17"/>
                  <a:pt x="27172" y="258"/>
                  <a:pt x="24583" y="461"/>
                </a:cubicBezTo>
                <a:cubicBezTo>
                  <a:pt x="24243" y="482"/>
                  <a:pt x="23817" y="492"/>
                  <a:pt x="23320" y="492"/>
                </a:cubicBezTo>
                <a:cubicBezTo>
                  <a:pt x="21333" y="492"/>
                  <a:pt x="18220" y="340"/>
                  <a:pt x="14983" y="203"/>
                </a:cubicBezTo>
                <a:cubicBezTo>
                  <a:pt x="11856" y="115"/>
                  <a:pt x="8609" y="1"/>
                  <a:pt x="606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2"/>
          <p:cNvSpPr/>
          <p:nvPr/>
        </p:nvSpPr>
        <p:spPr>
          <a:xfrm>
            <a:off x="576525" y="1159725"/>
            <a:ext cx="1798965" cy="3505950"/>
          </a:xfrm>
          <a:custGeom>
            <a:rect b="b" l="l" r="r" t="t"/>
            <a:pathLst>
              <a:path extrusionOk="0" h="61419" w="46389">
                <a:moveTo>
                  <a:pt x="6060" y="1"/>
                </a:moveTo>
                <a:cubicBezTo>
                  <a:pt x="3572" y="1"/>
                  <a:pt x="1750" y="110"/>
                  <a:pt x="1357" y="461"/>
                </a:cubicBezTo>
                <a:cubicBezTo>
                  <a:pt x="281" y="1279"/>
                  <a:pt x="539" y="8813"/>
                  <a:pt x="453" y="16347"/>
                </a:cubicBezTo>
                <a:cubicBezTo>
                  <a:pt x="367" y="23880"/>
                  <a:pt x="367" y="41897"/>
                  <a:pt x="453" y="45406"/>
                </a:cubicBezTo>
                <a:cubicBezTo>
                  <a:pt x="539" y="49001"/>
                  <a:pt x="1" y="59118"/>
                  <a:pt x="819" y="60388"/>
                </a:cubicBezTo>
                <a:cubicBezTo>
                  <a:pt x="1516" y="61284"/>
                  <a:pt x="7543" y="61387"/>
                  <a:pt x="11368" y="61387"/>
                </a:cubicBezTo>
                <a:cubicBezTo>
                  <a:pt x="12501" y="61387"/>
                  <a:pt x="13441" y="61378"/>
                  <a:pt x="13992" y="61378"/>
                </a:cubicBezTo>
                <a:cubicBezTo>
                  <a:pt x="15172" y="61378"/>
                  <a:pt x="17864" y="61418"/>
                  <a:pt x="20632" y="61418"/>
                </a:cubicBezTo>
                <a:cubicBezTo>
                  <a:pt x="23572" y="61418"/>
                  <a:pt x="26598" y="61373"/>
                  <a:pt x="27984" y="61184"/>
                </a:cubicBezTo>
                <a:cubicBezTo>
                  <a:pt x="28436" y="61141"/>
                  <a:pt x="29222" y="61119"/>
                  <a:pt x="30220" y="61119"/>
                </a:cubicBezTo>
                <a:cubicBezTo>
                  <a:pt x="31218" y="61119"/>
                  <a:pt x="32429" y="61141"/>
                  <a:pt x="33731" y="61184"/>
                </a:cubicBezTo>
                <a:cubicBezTo>
                  <a:pt x="38661" y="61184"/>
                  <a:pt x="44860" y="61184"/>
                  <a:pt x="45312" y="60474"/>
                </a:cubicBezTo>
                <a:cubicBezTo>
                  <a:pt x="46022" y="59311"/>
                  <a:pt x="45936" y="48635"/>
                  <a:pt x="45936" y="42629"/>
                </a:cubicBezTo>
                <a:cubicBezTo>
                  <a:pt x="45850" y="34643"/>
                  <a:pt x="46194" y="23601"/>
                  <a:pt x="46281" y="18047"/>
                </a:cubicBezTo>
                <a:cubicBezTo>
                  <a:pt x="46388" y="12407"/>
                  <a:pt x="46108" y="1193"/>
                  <a:pt x="45570" y="461"/>
                </a:cubicBezTo>
                <a:cubicBezTo>
                  <a:pt x="45314" y="134"/>
                  <a:pt x="42472" y="17"/>
                  <a:pt x="38906" y="17"/>
                </a:cubicBezTo>
                <a:cubicBezTo>
                  <a:pt x="33785" y="17"/>
                  <a:pt x="27172" y="258"/>
                  <a:pt x="24583" y="461"/>
                </a:cubicBezTo>
                <a:cubicBezTo>
                  <a:pt x="24243" y="482"/>
                  <a:pt x="23817" y="492"/>
                  <a:pt x="23320" y="492"/>
                </a:cubicBezTo>
                <a:cubicBezTo>
                  <a:pt x="21333" y="492"/>
                  <a:pt x="18220" y="340"/>
                  <a:pt x="14983" y="203"/>
                </a:cubicBezTo>
                <a:cubicBezTo>
                  <a:pt x="11856" y="115"/>
                  <a:pt x="8609" y="1"/>
                  <a:pt x="6060" y="1"/>
                </a:cubicBezTo>
                <a:close/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2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766" name="Google Shape;766;p22"/>
          <p:cNvGrpSpPr/>
          <p:nvPr/>
        </p:nvGrpSpPr>
        <p:grpSpPr>
          <a:xfrm>
            <a:off x="2634166" y="1159726"/>
            <a:ext cx="1818016" cy="1804183"/>
            <a:chOff x="2634166" y="1159726"/>
            <a:chExt cx="1818016" cy="1804183"/>
          </a:xfrm>
        </p:grpSpPr>
        <p:sp>
          <p:nvSpPr>
            <p:cNvPr id="767" name="Google Shape;767;p22"/>
            <p:cNvSpPr/>
            <p:nvPr/>
          </p:nvSpPr>
          <p:spPr>
            <a:xfrm>
              <a:off x="2653216" y="1159726"/>
              <a:ext cx="1798965" cy="1804183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2"/>
            <p:cNvSpPr/>
            <p:nvPr/>
          </p:nvSpPr>
          <p:spPr>
            <a:xfrm>
              <a:off x="2634166" y="1159726"/>
              <a:ext cx="1798965" cy="1804183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2"/>
            <p:cNvSpPr txBox="1"/>
            <p:nvPr/>
          </p:nvSpPr>
          <p:spPr>
            <a:xfrm>
              <a:off x="2714496" y="1301258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Education</a:t>
              </a:r>
              <a:endParaRPr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70" name="Google Shape;770;p22"/>
            <p:cNvSpPr txBox="1"/>
            <p:nvPr/>
          </p:nvSpPr>
          <p:spPr>
            <a:xfrm>
              <a:off x="2714491" y="1647502"/>
              <a:ext cx="1632600" cy="10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high temperatures. It is hotter than the other planets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71" name="Google Shape;771;p22"/>
          <p:cNvGrpSpPr/>
          <p:nvPr/>
        </p:nvGrpSpPr>
        <p:grpSpPr>
          <a:xfrm>
            <a:off x="6749472" y="1176032"/>
            <a:ext cx="1810913" cy="1804183"/>
            <a:chOff x="6749472" y="1176032"/>
            <a:chExt cx="1810913" cy="1804183"/>
          </a:xfrm>
        </p:grpSpPr>
        <p:sp>
          <p:nvSpPr>
            <p:cNvPr id="772" name="Google Shape;772;p22"/>
            <p:cNvSpPr/>
            <p:nvPr/>
          </p:nvSpPr>
          <p:spPr>
            <a:xfrm>
              <a:off x="6761420" y="1176032"/>
              <a:ext cx="1798965" cy="1804183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2"/>
            <p:cNvSpPr/>
            <p:nvPr/>
          </p:nvSpPr>
          <p:spPr>
            <a:xfrm>
              <a:off x="6749472" y="1176032"/>
              <a:ext cx="1798965" cy="1804183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2"/>
            <p:cNvSpPr txBox="1"/>
            <p:nvPr/>
          </p:nvSpPr>
          <p:spPr>
            <a:xfrm>
              <a:off x="6844594" y="1301258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Benefits</a:t>
              </a:r>
              <a:endParaRPr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75" name="Google Shape;775;p22"/>
            <p:cNvSpPr txBox="1"/>
            <p:nvPr/>
          </p:nvSpPr>
          <p:spPr>
            <a:xfrm>
              <a:off x="6835064" y="1647502"/>
              <a:ext cx="1632600" cy="10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Earth is the third planet from the Sun, the one that harbors life and where we all live on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76" name="Google Shape;776;p22"/>
          <p:cNvGrpSpPr/>
          <p:nvPr/>
        </p:nvGrpSpPr>
        <p:grpSpPr>
          <a:xfrm>
            <a:off x="4691818" y="1176032"/>
            <a:ext cx="1818016" cy="1804183"/>
            <a:chOff x="4691818" y="1176032"/>
            <a:chExt cx="1818016" cy="1804183"/>
          </a:xfrm>
        </p:grpSpPr>
        <p:sp>
          <p:nvSpPr>
            <p:cNvPr id="777" name="Google Shape;777;p22"/>
            <p:cNvSpPr/>
            <p:nvPr/>
          </p:nvSpPr>
          <p:spPr>
            <a:xfrm>
              <a:off x="4710869" y="1176032"/>
              <a:ext cx="1798965" cy="1804183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2"/>
            <p:cNvSpPr/>
            <p:nvPr/>
          </p:nvSpPr>
          <p:spPr>
            <a:xfrm>
              <a:off x="4691818" y="1176032"/>
              <a:ext cx="1798965" cy="1804183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2"/>
            <p:cNvSpPr txBox="1"/>
            <p:nvPr/>
          </p:nvSpPr>
          <p:spPr>
            <a:xfrm>
              <a:off x="4774997" y="1301258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Motivations</a:t>
              </a:r>
              <a:endParaRPr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80" name="Google Shape;780;p22"/>
            <p:cNvSpPr txBox="1"/>
            <p:nvPr/>
          </p:nvSpPr>
          <p:spPr>
            <a:xfrm>
              <a:off x="4774989" y="1646910"/>
              <a:ext cx="1632600" cy="10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actually a cold place. Iron oxide dust is the cause of the red cast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81" name="Google Shape;781;p22"/>
          <p:cNvGrpSpPr/>
          <p:nvPr/>
        </p:nvGrpSpPr>
        <p:grpSpPr>
          <a:xfrm>
            <a:off x="678747" y="3318345"/>
            <a:ext cx="1632600" cy="1110063"/>
            <a:chOff x="678747" y="3318345"/>
            <a:chExt cx="1632600" cy="1110063"/>
          </a:xfrm>
        </p:grpSpPr>
        <p:sp>
          <p:nvSpPr>
            <p:cNvPr id="782" name="Google Shape;782;p22"/>
            <p:cNvSpPr txBox="1"/>
            <p:nvPr/>
          </p:nvSpPr>
          <p:spPr>
            <a:xfrm>
              <a:off x="678747" y="3318345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About</a:t>
              </a:r>
              <a:endParaRPr sz="17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83" name="Google Shape;783;p22"/>
            <p:cNvSpPr txBox="1"/>
            <p:nvPr/>
          </p:nvSpPr>
          <p:spPr>
            <a:xfrm>
              <a:off x="678747" y="3663409"/>
              <a:ext cx="16326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 is composed mostly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84" name="Google Shape;784;p22"/>
          <p:cNvSpPr/>
          <p:nvPr/>
        </p:nvSpPr>
        <p:spPr>
          <a:xfrm>
            <a:off x="1069101" y="1361462"/>
            <a:ext cx="813812" cy="1845313"/>
          </a:xfrm>
          <a:custGeom>
            <a:rect b="b" l="l" r="r" t="t"/>
            <a:pathLst>
              <a:path extrusionOk="0" h="48513" w="21395">
                <a:moveTo>
                  <a:pt x="12097" y="1007"/>
                </a:moveTo>
                <a:cubicBezTo>
                  <a:pt x="12734" y="1586"/>
                  <a:pt x="13501" y="1988"/>
                  <a:pt x="14297" y="2363"/>
                </a:cubicBezTo>
                <a:cubicBezTo>
                  <a:pt x="15609" y="2981"/>
                  <a:pt x="16887" y="3626"/>
                  <a:pt x="18102" y="4422"/>
                </a:cubicBezTo>
                <a:cubicBezTo>
                  <a:pt x="18787" y="4870"/>
                  <a:pt x="19576" y="5323"/>
                  <a:pt x="19963" y="6077"/>
                </a:cubicBezTo>
                <a:cubicBezTo>
                  <a:pt x="20334" y="6799"/>
                  <a:pt x="20421" y="7724"/>
                  <a:pt x="20478" y="8511"/>
                </a:cubicBezTo>
                <a:cubicBezTo>
                  <a:pt x="20582" y="9922"/>
                  <a:pt x="20405" y="11301"/>
                  <a:pt x="20037" y="12655"/>
                </a:cubicBezTo>
                <a:cubicBezTo>
                  <a:pt x="20026" y="12655"/>
                  <a:pt x="20016" y="12655"/>
                  <a:pt x="20005" y="12655"/>
                </a:cubicBezTo>
                <a:cubicBezTo>
                  <a:pt x="19730" y="12655"/>
                  <a:pt x="19491" y="12800"/>
                  <a:pt x="19292" y="13001"/>
                </a:cubicBezTo>
                <a:cubicBezTo>
                  <a:pt x="19110" y="11319"/>
                  <a:pt x="18686" y="9571"/>
                  <a:pt x="17419" y="8377"/>
                </a:cubicBezTo>
                <a:cubicBezTo>
                  <a:pt x="16979" y="7962"/>
                  <a:pt x="16232" y="7379"/>
                  <a:pt x="15566" y="7379"/>
                </a:cubicBezTo>
                <a:cubicBezTo>
                  <a:pt x="15520" y="7379"/>
                  <a:pt x="15474" y="7381"/>
                  <a:pt x="15429" y="7387"/>
                </a:cubicBezTo>
                <a:cubicBezTo>
                  <a:pt x="15094" y="7430"/>
                  <a:pt x="14857" y="7670"/>
                  <a:pt x="14586" y="7843"/>
                </a:cubicBezTo>
                <a:cubicBezTo>
                  <a:pt x="14093" y="8158"/>
                  <a:pt x="13551" y="8392"/>
                  <a:pt x="12984" y="8534"/>
                </a:cubicBezTo>
                <a:cubicBezTo>
                  <a:pt x="12553" y="8639"/>
                  <a:pt x="12113" y="8692"/>
                  <a:pt x="11675" y="8692"/>
                </a:cubicBezTo>
                <a:cubicBezTo>
                  <a:pt x="10923" y="8692"/>
                  <a:pt x="10174" y="8537"/>
                  <a:pt x="9477" y="8231"/>
                </a:cubicBezTo>
                <a:cubicBezTo>
                  <a:pt x="9164" y="8094"/>
                  <a:pt x="8780" y="7851"/>
                  <a:pt x="8420" y="7851"/>
                </a:cubicBezTo>
                <a:cubicBezTo>
                  <a:pt x="8262" y="7851"/>
                  <a:pt x="8107" y="7899"/>
                  <a:pt x="7966" y="8023"/>
                </a:cubicBezTo>
                <a:cubicBezTo>
                  <a:pt x="7497" y="8437"/>
                  <a:pt x="7464" y="9581"/>
                  <a:pt x="7386" y="10150"/>
                </a:cubicBezTo>
                <a:cubicBezTo>
                  <a:pt x="7237" y="11237"/>
                  <a:pt x="7205" y="12350"/>
                  <a:pt x="7380" y="13436"/>
                </a:cubicBezTo>
                <a:cubicBezTo>
                  <a:pt x="7204" y="13190"/>
                  <a:pt x="6940" y="13060"/>
                  <a:pt x="6661" y="13026"/>
                </a:cubicBezTo>
                <a:cubicBezTo>
                  <a:pt x="6533" y="12410"/>
                  <a:pt x="6400" y="11794"/>
                  <a:pt x="6268" y="11179"/>
                </a:cubicBezTo>
                <a:cubicBezTo>
                  <a:pt x="6134" y="10557"/>
                  <a:pt x="6105" y="9748"/>
                  <a:pt x="5837" y="9175"/>
                </a:cubicBezTo>
                <a:cubicBezTo>
                  <a:pt x="5628" y="8729"/>
                  <a:pt x="5011" y="8676"/>
                  <a:pt x="4457" y="8659"/>
                </a:cubicBezTo>
                <a:cubicBezTo>
                  <a:pt x="5363" y="8050"/>
                  <a:pt x="6141" y="7271"/>
                  <a:pt x="6750" y="6366"/>
                </a:cubicBezTo>
                <a:cubicBezTo>
                  <a:pt x="6835" y="6238"/>
                  <a:pt x="6719" y="6089"/>
                  <a:pt x="6586" y="6080"/>
                </a:cubicBezTo>
                <a:cubicBezTo>
                  <a:pt x="5927" y="6039"/>
                  <a:pt x="5269" y="5998"/>
                  <a:pt x="4611" y="5951"/>
                </a:cubicBezTo>
                <a:cubicBezTo>
                  <a:pt x="5946" y="4872"/>
                  <a:pt x="7377" y="3862"/>
                  <a:pt x="9154" y="3777"/>
                </a:cubicBezTo>
                <a:cubicBezTo>
                  <a:pt x="9345" y="3767"/>
                  <a:pt x="9440" y="3501"/>
                  <a:pt x="9255" y="3401"/>
                </a:cubicBezTo>
                <a:cubicBezTo>
                  <a:pt x="8837" y="3175"/>
                  <a:pt x="8506" y="2914"/>
                  <a:pt x="8228" y="2557"/>
                </a:cubicBezTo>
                <a:cubicBezTo>
                  <a:pt x="9680" y="2549"/>
                  <a:pt x="11129" y="2530"/>
                  <a:pt x="12581" y="2485"/>
                </a:cubicBezTo>
                <a:cubicBezTo>
                  <a:pt x="12788" y="2479"/>
                  <a:pt x="12870" y="2246"/>
                  <a:pt x="12742" y="2097"/>
                </a:cubicBezTo>
                <a:cubicBezTo>
                  <a:pt x="12453" y="1757"/>
                  <a:pt x="12234" y="1400"/>
                  <a:pt x="12097" y="1007"/>
                </a:cubicBezTo>
                <a:close/>
                <a:moveTo>
                  <a:pt x="15636" y="7960"/>
                </a:moveTo>
                <a:cubicBezTo>
                  <a:pt x="16087" y="7960"/>
                  <a:pt x="16471" y="8230"/>
                  <a:pt x="16856" y="8554"/>
                </a:cubicBezTo>
                <a:cubicBezTo>
                  <a:pt x="18336" y="9802"/>
                  <a:pt x="18653" y="11791"/>
                  <a:pt x="18846" y="13605"/>
                </a:cubicBezTo>
                <a:cubicBezTo>
                  <a:pt x="18848" y="13613"/>
                  <a:pt x="18852" y="13619"/>
                  <a:pt x="18854" y="13626"/>
                </a:cubicBezTo>
                <a:cubicBezTo>
                  <a:pt x="18780" y="13816"/>
                  <a:pt x="18947" y="13982"/>
                  <a:pt x="19111" y="13982"/>
                </a:cubicBezTo>
                <a:cubicBezTo>
                  <a:pt x="19189" y="13982"/>
                  <a:pt x="19267" y="13944"/>
                  <a:pt x="19318" y="13854"/>
                </a:cubicBezTo>
                <a:cubicBezTo>
                  <a:pt x="19411" y="13674"/>
                  <a:pt x="19524" y="13505"/>
                  <a:pt x="19653" y="13352"/>
                </a:cubicBezTo>
                <a:cubicBezTo>
                  <a:pt x="19779" y="13321"/>
                  <a:pt x="19892" y="13306"/>
                  <a:pt x="19992" y="13306"/>
                </a:cubicBezTo>
                <a:cubicBezTo>
                  <a:pt x="20336" y="13306"/>
                  <a:pt x="20525" y="13488"/>
                  <a:pt x="20557" y="13854"/>
                </a:cubicBezTo>
                <a:cubicBezTo>
                  <a:pt x="20663" y="14271"/>
                  <a:pt x="20676" y="14748"/>
                  <a:pt x="20676" y="15176"/>
                </a:cubicBezTo>
                <a:cubicBezTo>
                  <a:pt x="20676" y="16187"/>
                  <a:pt x="20277" y="17633"/>
                  <a:pt x="19081" y="17633"/>
                </a:cubicBezTo>
                <a:cubicBezTo>
                  <a:pt x="18986" y="17633"/>
                  <a:pt x="18886" y="17624"/>
                  <a:pt x="18781" y="17605"/>
                </a:cubicBezTo>
                <a:cubicBezTo>
                  <a:pt x="18763" y="17602"/>
                  <a:pt x="18746" y="17601"/>
                  <a:pt x="18728" y="17601"/>
                </a:cubicBezTo>
                <a:cubicBezTo>
                  <a:pt x="18595" y="17601"/>
                  <a:pt x="18476" y="17690"/>
                  <a:pt x="18474" y="17839"/>
                </a:cubicBezTo>
                <a:cubicBezTo>
                  <a:pt x="18471" y="18918"/>
                  <a:pt x="18471" y="20030"/>
                  <a:pt x="18123" y="21063"/>
                </a:cubicBezTo>
                <a:cubicBezTo>
                  <a:pt x="17739" y="22203"/>
                  <a:pt x="16864" y="23033"/>
                  <a:pt x="15978" y="23801"/>
                </a:cubicBezTo>
                <a:cubicBezTo>
                  <a:pt x="15533" y="24189"/>
                  <a:pt x="15065" y="24552"/>
                  <a:pt x="14579" y="24889"/>
                </a:cubicBezTo>
                <a:cubicBezTo>
                  <a:pt x="14120" y="25204"/>
                  <a:pt x="13687" y="25437"/>
                  <a:pt x="13222" y="25437"/>
                </a:cubicBezTo>
                <a:cubicBezTo>
                  <a:pt x="12954" y="25437"/>
                  <a:pt x="12676" y="25360"/>
                  <a:pt x="12375" y="25178"/>
                </a:cubicBezTo>
                <a:cubicBezTo>
                  <a:pt x="11670" y="24750"/>
                  <a:pt x="9769" y="23387"/>
                  <a:pt x="9607" y="23257"/>
                </a:cubicBezTo>
                <a:cubicBezTo>
                  <a:pt x="8649" y="22501"/>
                  <a:pt x="8185" y="21559"/>
                  <a:pt x="7913" y="20387"/>
                </a:cubicBezTo>
                <a:cubicBezTo>
                  <a:pt x="7786" y="19844"/>
                  <a:pt x="7686" y="19292"/>
                  <a:pt x="7606" y="18739"/>
                </a:cubicBezTo>
                <a:cubicBezTo>
                  <a:pt x="7548" y="18339"/>
                  <a:pt x="7598" y="17754"/>
                  <a:pt x="7393" y="17380"/>
                </a:cubicBezTo>
                <a:cubicBezTo>
                  <a:pt x="7320" y="17251"/>
                  <a:pt x="7202" y="17157"/>
                  <a:pt x="7071" y="17087"/>
                </a:cubicBezTo>
                <a:cubicBezTo>
                  <a:pt x="6547" y="16804"/>
                  <a:pt x="6049" y="16782"/>
                  <a:pt x="5738" y="16178"/>
                </a:cubicBezTo>
                <a:cubicBezTo>
                  <a:pt x="5498" y="15715"/>
                  <a:pt x="5435" y="15144"/>
                  <a:pt x="5504" y="14635"/>
                </a:cubicBezTo>
                <a:cubicBezTo>
                  <a:pt x="5569" y="14146"/>
                  <a:pt x="5931" y="13568"/>
                  <a:pt x="6375" y="13422"/>
                </a:cubicBezTo>
                <a:cubicBezTo>
                  <a:pt x="6469" y="13412"/>
                  <a:pt x="6586" y="13365"/>
                  <a:pt x="6714" y="13365"/>
                </a:cubicBezTo>
                <a:cubicBezTo>
                  <a:pt x="6877" y="13365"/>
                  <a:pt x="7057" y="13440"/>
                  <a:pt x="7231" y="13760"/>
                </a:cubicBezTo>
                <a:cubicBezTo>
                  <a:pt x="7245" y="13786"/>
                  <a:pt x="7266" y="13798"/>
                  <a:pt x="7291" y="13798"/>
                </a:cubicBezTo>
                <a:cubicBezTo>
                  <a:pt x="7417" y="13798"/>
                  <a:pt x="7645" y="13506"/>
                  <a:pt x="7645" y="13419"/>
                </a:cubicBezTo>
                <a:cubicBezTo>
                  <a:pt x="7637" y="12542"/>
                  <a:pt x="7616" y="11673"/>
                  <a:pt x="7712" y="10801"/>
                </a:cubicBezTo>
                <a:cubicBezTo>
                  <a:pt x="7784" y="10136"/>
                  <a:pt x="7829" y="8406"/>
                  <a:pt x="8648" y="8406"/>
                </a:cubicBezTo>
                <a:cubicBezTo>
                  <a:pt x="8752" y="8406"/>
                  <a:pt x="8868" y="8434"/>
                  <a:pt x="8998" y="8495"/>
                </a:cubicBezTo>
                <a:cubicBezTo>
                  <a:pt x="9888" y="8913"/>
                  <a:pt x="10779" y="9163"/>
                  <a:pt x="11735" y="9163"/>
                </a:cubicBezTo>
                <a:cubicBezTo>
                  <a:pt x="11961" y="9163"/>
                  <a:pt x="12190" y="9149"/>
                  <a:pt x="12425" y="9120"/>
                </a:cubicBezTo>
                <a:cubicBezTo>
                  <a:pt x="13094" y="9040"/>
                  <a:pt x="13745" y="8843"/>
                  <a:pt x="14346" y="8539"/>
                </a:cubicBezTo>
                <a:cubicBezTo>
                  <a:pt x="14592" y="8414"/>
                  <a:pt x="14817" y="8221"/>
                  <a:pt x="15061" y="8102"/>
                </a:cubicBezTo>
                <a:cubicBezTo>
                  <a:pt x="15266" y="8003"/>
                  <a:pt x="15456" y="7960"/>
                  <a:pt x="15636" y="7960"/>
                </a:cubicBezTo>
                <a:close/>
                <a:moveTo>
                  <a:pt x="17312" y="23256"/>
                </a:moveTo>
                <a:lnTo>
                  <a:pt x="17312" y="23256"/>
                </a:lnTo>
                <a:cubicBezTo>
                  <a:pt x="17184" y="24636"/>
                  <a:pt x="17094" y="26022"/>
                  <a:pt x="16999" y="27403"/>
                </a:cubicBezTo>
                <a:cubicBezTo>
                  <a:pt x="16823" y="27452"/>
                  <a:pt x="16663" y="27497"/>
                  <a:pt x="16546" y="27518"/>
                </a:cubicBezTo>
                <a:cubicBezTo>
                  <a:pt x="15838" y="27650"/>
                  <a:pt x="15117" y="27759"/>
                  <a:pt x="14428" y="27975"/>
                </a:cubicBezTo>
                <a:cubicBezTo>
                  <a:pt x="14424" y="27976"/>
                  <a:pt x="14419" y="27979"/>
                  <a:pt x="14415" y="27982"/>
                </a:cubicBezTo>
                <a:cubicBezTo>
                  <a:pt x="14367" y="27969"/>
                  <a:pt x="14314" y="27964"/>
                  <a:pt x="14260" y="27964"/>
                </a:cubicBezTo>
                <a:cubicBezTo>
                  <a:pt x="14058" y="27964"/>
                  <a:pt x="13822" y="28038"/>
                  <a:pt x="13636" y="28103"/>
                </a:cubicBezTo>
                <a:cubicBezTo>
                  <a:pt x="13612" y="28074"/>
                  <a:pt x="13581" y="28051"/>
                  <a:pt x="13545" y="28036"/>
                </a:cubicBezTo>
                <a:cubicBezTo>
                  <a:pt x="12603" y="27644"/>
                  <a:pt x="11655" y="27172"/>
                  <a:pt x="10671" y="26893"/>
                </a:cubicBezTo>
                <a:cubicBezTo>
                  <a:pt x="10687" y="26845"/>
                  <a:pt x="10680" y="26791"/>
                  <a:pt x="10649" y="26750"/>
                </a:cubicBezTo>
                <a:cubicBezTo>
                  <a:pt x="10662" y="26333"/>
                  <a:pt x="10585" y="25898"/>
                  <a:pt x="10543" y="25495"/>
                </a:cubicBezTo>
                <a:cubicBezTo>
                  <a:pt x="10506" y="25134"/>
                  <a:pt x="10467" y="24771"/>
                  <a:pt x="10410" y="24412"/>
                </a:cubicBezTo>
                <a:lnTo>
                  <a:pt x="10410" y="24412"/>
                </a:lnTo>
                <a:cubicBezTo>
                  <a:pt x="10866" y="24712"/>
                  <a:pt x="11327" y="24996"/>
                  <a:pt x="11752" y="25288"/>
                </a:cubicBezTo>
                <a:cubicBezTo>
                  <a:pt x="12226" y="25612"/>
                  <a:pt x="12706" y="25980"/>
                  <a:pt x="13288" y="25980"/>
                </a:cubicBezTo>
                <a:cubicBezTo>
                  <a:pt x="13363" y="25980"/>
                  <a:pt x="13441" y="25974"/>
                  <a:pt x="13520" y="25961"/>
                </a:cubicBezTo>
                <a:cubicBezTo>
                  <a:pt x="14153" y="25855"/>
                  <a:pt x="14727" y="25385"/>
                  <a:pt x="15231" y="25017"/>
                </a:cubicBezTo>
                <a:cubicBezTo>
                  <a:pt x="15938" y="24500"/>
                  <a:pt x="16686" y="23923"/>
                  <a:pt x="17312" y="23256"/>
                </a:cubicBezTo>
                <a:close/>
                <a:moveTo>
                  <a:pt x="10346" y="27160"/>
                </a:moveTo>
                <a:cubicBezTo>
                  <a:pt x="10357" y="27193"/>
                  <a:pt x="12335" y="27949"/>
                  <a:pt x="13206" y="28319"/>
                </a:cubicBezTo>
                <a:cubicBezTo>
                  <a:pt x="12870" y="28837"/>
                  <a:pt x="12372" y="29240"/>
                  <a:pt x="12061" y="29788"/>
                </a:cubicBezTo>
                <a:cubicBezTo>
                  <a:pt x="11994" y="29905"/>
                  <a:pt x="11722" y="30619"/>
                  <a:pt x="11521" y="31101"/>
                </a:cubicBezTo>
                <a:cubicBezTo>
                  <a:pt x="10354" y="30416"/>
                  <a:pt x="9089" y="29730"/>
                  <a:pt x="8139" y="28759"/>
                </a:cubicBezTo>
                <a:cubicBezTo>
                  <a:pt x="8853" y="28194"/>
                  <a:pt x="9614" y="27699"/>
                  <a:pt x="10346" y="27160"/>
                </a:cubicBezTo>
                <a:close/>
                <a:moveTo>
                  <a:pt x="17593" y="27796"/>
                </a:moveTo>
                <a:cubicBezTo>
                  <a:pt x="18029" y="27796"/>
                  <a:pt x="18326" y="27978"/>
                  <a:pt x="18642" y="28409"/>
                </a:cubicBezTo>
                <a:cubicBezTo>
                  <a:pt x="18881" y="28735"/>
                  <a:pt x="19119" y="29061"/>
                  <a:pt x="19357" y="29386"/>
                </a:cubicBezTo>
                <a:cubicBezTo>
                  <a:pt x="18724" y="29696"/>
                  <a:pt x="18142" y="30224"/>
                  <a:pt x="17550" y="30590"/>
                </a:cubicBezTo>
                <a:cubicBezTo>
                  <a:pt x="17193" y="30812"/>
                  <a:pt x="16829" y="31019"/>
                  <a:pt x="16463" y="31223"/>
                </a:cubicBezTo>
                <a:cubicBezTo>
                  <a:pt x="16343" y="31291"/>
                  <a:pt x="16235" y="31335"/>
                  <a:pt x="16155" y="31404"/>
                </a:cubicBezTo>
                <a:cubicBezTo>
                  <a:pt x="16063" y="31105"/>
                  <a:pt x="15909" y="30831"/>
                  <a:pt x="15769" y="30534"/>
                </a:cubicBezTo>
                <a:cubicBezTo>
                  <a:pt x="15521" y="30004"/>
                  <a:pt x="14762" y="28323"/>
                  <a:pt x="14714" y="28244"/>
                </a:cubicBezTo>
                <a:cubicBezTo>
                  <a:pt x="15546" y="28170"/>
                  <a:pt x="16374" y="27987"/>
                  <a:pt x="17196" y="27836"/>
                </a:cubicBezTo>
                <a:cubicBezTo>
                  <a:pt x="17341" y="27810"/>
                  <a:pt x="17472" y="27796"/>
                  <a:pt x="17593" y="27796"/>
                </a:cubicBezTo>
                <a:close/>
                <a:moveTo>
                  <a:pt x="11722" y="1"/>
                </a:moveTo>
                <a:cubicBezTo>
                  <a:pt x="11584" y="1"/>
                  <a:pt x="11452" y="157"/>
                  <a:pt x="11479" y="306"/>
                </a:cubicBezTo>
                <a:cubicBezTo>
                  <a:pt x="11600" y="954"/>
                  <a:pt x="11807" y="1516"/>
                  <a:pt x="12149" y="2043"/>
                </a:cubicBezTo>
                <a:cubicBezTo>
                  <a:pt x="10728" y="2082"/>
                  <a:pt x="9307" y="2137"/>
                  <a:pt x="7889" y="2210"/>
                </a:cubicBezTo>
                <a:cubicBezTo>
                  <a:pt x="7762" y="2216"/>
                  <a:pt x="7659" y="2356"/>
                  <a:pt x="7737" y="2473"/>
                </a:cubicBezTo>
                <a:cubicBezTo>
                  <a:pt x="7968" y="2834"/>
                  <a:pt x="8253" y="3155"/>
                  <a:pt x="8585" y="3426"/>
                </a:cubicBezTo>
                <a:cubicBezTo>
                  <a:pt x="6824" y="3679"/>
                  <a:pt x="5395" y="4830"/>
                  <a:pt x="4059" y="5970"/>
                </a:cubicBezTo>
                <a:cubicBezTo>
                  <a:pt x="3939" y="6071"/>
                  <a:pt x="4045" y="6247"/>
                  <a:pt x="4178" y="6256"/>
                </a:cubicBezTo>
                <a:cubicBezTo>
                  <a:pt x="4859" y="6305"/>
                  <a:pt x="5543" y="6368"/>
                  <a:pt x="6224" y="6429"/>
                </a:cubicBezTo>
                <a:cubicBezTo>
                  <a:pt x="5540" y="7328"/>
                  <a:pt x="4728" y="8069"/>
                  <a:pt x="3747" y="8656"/>
                </a:cubicBezTo>
                <a:cubicBezTo>
                  <a:pt x="3572" y="8760"/>
                  <a:pt x="3664" y="8993"/>
                  <a:pt x="3846" y="9013"/>
                </a:cubicBezTo>
                <a:cubicBezTo>
                  <a:pt x="4251" y="9058"/>
                  <a:pt x="4687" y="9063"/>
                  <a:pt x="5086" y="9154"/>
                </a:cubicBezTo>
                <a:cubicBezTo>
                  <a:pt x="5654" y="9284"/>
                  <a:pt x="5598" y="9936"/>
                  <a:pt x="5702" y="10451"/>
                </a:cubicBezTo>
                <a:cubicBezTo>
                  <a:pt x="5879" y="11317"/>
                  <a:pt x="6055" y="12184"/>
                  <a:pt x="6236" y="13050"/>
                </a:cubicBezTo>
                <a:cubicBezTo>
                  <a:pt x="6025" y="13095"/>
                  <a:pt x="5827" y="13190"/>
                  <a:pt x="5662" y="13328"/>
                </a:cubicBezTo>
                <a:cubicBezTo>
                  <a:pt x="4914" y="13965"/>
                  <a:pt x="4943" y="15283"/>
                  <a:pt x="5258" y="16119"/>
                </a:cubicBezTo>
                <a:cubicBezTo>
                  <a:pt x="5412" y="16526"/>
                  <a:pt x="5657" y="16920"/>
                  <a:pt x="6028" y="17161"/>
                </a:cubicBezTo>
                <a:cubicBezTo>
                  <a:pt x="6253" y="17309"/>
                  <a:pt x="6501" y="17307"/>
                  <a:pt x="6731" y="17422"/>
                </a:cubicBezTo>
                <a:cubicBezTo>
                  <a:pt x="7198" y="17656"/>
                  <a:pt x="7086" y="18061"/>
                  <a:pt x="7144" y="18510"/>
                </a:cubicBezTo>
                <a:cubicBezTo>
                  <a:pt x="7328" y="19909"/>
                  <a:pt x="7527" y="21510"/>
                  <a:pt x="8395" y="22674"/>
                </a:cubicBezTo>
                <a:cubicBezTo>
                  <a:pt x="8825" y="23250"/>
                  <a:pt x="9406" y="23722"/>
                  <a:pt x="10023" y="24151"/>
                </a:cubicBezTo>
                <a:cubicBezTo>
                  <a:pt x="10062" y="24645"/>
                  <a:pt x="10135" y="25137"/>
                  <a:pt x="10180" y="25629"/>
                </a:cubicBezTo>
                <a:cubicBezTo>
                  <a:pt x="10215" y="26028"/>
                  <a:pt x="10198" y="26452"/>
                  <a:pt x="10268" y="26851"/>
                </a:cubicBezTo>
                <a:cubicBezTo>
                  <a:pt x="9324" y="27294"/>
                  <a:pt x="8477" y="27942"/>
                  <a:pt x="7662" y="28587"/>
                </a:cubicBezTo>
                <a:cubicBezTo>
                  <a:pt x="7616" y="28624"/>
                  <a:pt x="7606" y="28677"/>
                  <a:pt x="7609" y="28732"/>
                </a:cubicBezTo>
                <a:cubicBezTo>
                  <a:pt x="7539" y="28758"/>
                  <a:pt x="7470" y="28788"/>
                  <a:pt x="7405" y="28823"/>
                </a:cubicBezTo>
                <a:cubicBezTo>
                  <a:pt x="7210" y="28895"/>
                  <a:pt x="7013" y="28966"/>
                  <a:pt x="6808" y="29020"/>
                </a:cubicBezTo>
                <a:cubicBezTo>
                  <a:pt x="6681" y="29052"/>
                  <a:pt x="4425" y="29821"/>
                  <a:pt x="4419" y="29841"/>
                </a:cubicBezTo>
                <a:cubicBezTo>
                  <a:pt x="4419" y="29841"/>
                  <a:pt x="2667" y="30251"/>
                  <a:pt x="2055" y="30404"/>
                </a:cubicBezTo>
                <a:cubicBezTo>
                  <a:pt x="1480" y="30550"/>
                  <a:pt x="481" y="30642"/>
                  <a:pt x="1" y="31073"/>
                </a:cubicBezTo>
                <a:cubicBezTo>
                  <a:pt x="100" y="31276"/>
                  <a:pt x="204" y="31488"/>
                  <a:pt x="310" y="31702"/>
                </a:cubicBezTo>
                <a:cubicBezTo>
                  <a:pt x="691" y="31142"/>
                  <a:pt x="1400" y="31047"/>
                  <a:pt x="2175" y="30840"/>
                </a:cubicBezTo>
                <a:cubicBezTo>
                  <a:pt x="2935" y="30639"/>
                  <a:pt x="6946" y="29526"/>
                  <a:pt x="7156" y="29457"/>
                </a:cubicBezTo>
                <a:cubicBezTo>
                  <a:pt x="7390" y="29380"/>
                  <a:pt x="7679" y="29282"/>
                  <a:pt x="7896" y="29128"/>
                </a:cubicBezTo>
                <a:cubicBezTo>
                  <a:pt x="8874" y="30106"/>
                  <a:pt x="10159" y="30805"/>
                  <a:pt x="11341" y="31501"/>
                </a:cubicBezTo>
                <a:cubicBezTo>
                  <a:pt x="11336" y="31511"/>
                  <a:pt x="11367" y="31565"/>
                  <a:pt x="11439" y="31565"/>
                </a:cubicBezTo>
                <a:cubicBezTo>
                  <a:pt x="11590" y="31565"/>
                  <a:pt x="11918" y="31327"/>
                  <a:pt x="12451" y="29941"/>
                </a:cubicBezTo>
                <a:lnTo>
                  <a:pt x="12451" y="29941"/>
                </a:lnTo>
                <a:cubicBezTo>
                  <a:pt x="12325" y="33276"/>
                  <a:pt x="12259" y="36610"/>
                  <a:pt x="12039" y="39940"/>
                </a:cubicBezTo>
                <a:cubicBezTo>
                  <a:pt x="11930" y="41601"/>
                  <a:pt x="11793" y="43260"/>
                  <a:pt x="11630" y="44917"/>
                </a:cubicBezTo>
                <a:cubicBezTo>
                  <a:pt x="11548" y="45744"/>
                  <a:pt x="11555" y="45388"/>
                  <a:pt x="11469" y="46216"/>
                </a:cubicBezTo>
                <a:cubicBezTo>
                  <a:pt x="11391" y="46950"/>
                  <a:pt x="11283" y="47668"/>
                  <a:pt x="11589" y="48354"/>
                </a:cubicBezTo>
                <a:cubicBezTo>
                  <a:pt x="11610" y="48399"/>
                  <a:pt x="11647" y="48418"/>
                  <a:pt x="11686" y="48418"/>
                </a:cubicBezTo>
                <a:cubicBezTo>
                  <a:pt x="11754" y="48418"/>
                  <a:pt x="11826" y="48362"/>
                  <a:pt x="11829" y="48288"/>
                </a:cubicBezTo>
                <a:cubicBezTo>
                  <a:pt x="11956" y="44993"/>
                  <a:pt x="12288" y="42885"/>
                  <a:pt x="12490" y="39584"/>
                </a:cubicBezTo>
                <a:cubicBezTo>
                  <a:pt x="12694" y="36268"/>
                  <a:pt x="12825" y="32929"/>
                  <a:pt x="12682" y="29606"/>
                </a:cubicBezTo>
                <a:cubicBezTo>
                  <a:pt x="12682" y="29600"/>
                  <a:pt x="12676" y="29597"/>
                  <a:pt x="12676" y="29591"/>
                </a:cubicBezTo>
                <a:cubicBezTo>
                  <a:pt x="12981" y="29178"/>
                  <a:pt x="13370" y="28840"/>
                  <a:pt x="13621" y="28390"/>
                </a:cubicBezTo>
                <a:cubicBezTo>
                  <a:pt x="13678" y="28388"/>
                  <a:pt x="13811" y="28375"/>
                  <a:pt x="13949" y="28375"/>
                </a:cubicBezTo>
                <a:cubicBezTo>
                  <a:pt x="14139" y="28375"/>
                  <a:pt x="14339" y="28398"/>
                  <a:pt x="14366" y="28502"/>
                </a:cubicBezTo>
                <a:cubicBezTo>
                  <a:pt x="14424" y="28587"/>
                  <a:pt x="14473" y="28679"/>
                  <a:pt x="14512" y="28774"/>
                </a:cubicBezTo>
                <a:cubicBezTo>
                  <a:pt x="14582" y="28913"/>
                  <a:pt x="14646" y="29055"/>
                  <a:pt x="14710" y="29197"/>
                </a:cubicBezTo>
                <a:cubicBezTo>
                  <a:pt x="14629" y="32588"/>
                  <a:pt x="14671" y="35982"/>
                  <a:pt x="14601" y="39375"/>
                </a:cubicBezTo>
                <a:cubicBezTo>
                  <a:pt x="14564" y="41146"/>
                  <a:pt x="14495" y="42917"/>
                  <a:pt x="14482" y="44689"/>
                </a:cubicBezTo>
                <a:cubicBezTo>
                  <a:pt x="14470" y="46316"/>
                  <a:pt x="14459" y="46882"/>
                  <a:pt x="14890" y="48462"/>
                </a:cubicBezTo>
                <a:cubicBezTo>
                  <a:pt x="14899" y="48497"/>
                  <a:pt x="14924" y="48512"/>
                  <a:pt x="14950" y="48512"/>
                </a:cubicBezTo>
                <a:cubicBezTo>
                  <a:pt x="14984" y="48512"/>
                  <a:pt x="15022" y="48486"/>
                  <a:pt x="15027" y="48443"/>
                </a:cubicBezTo>
                <a:cubicBezTo>
                  <a:pt x="15219" y="46710"/>
                  <a:pt x="14919" y="46082"/>
                  <a:pt x="14943" y="44336"/>
                </a:cubicBezTo>
                <a:cubicBezTo>
                  <a:pt x="14967" y="42623"/>
                  <a:pt x="15016" y="40909"/>
                  <a:pt x="15044" y="39194"/>
                </a:cubicBezTo>
                <a:cubicBezTo>
                  <a:pt x="15095" y="36113"/>
                  <a:pt x="15155" y="33012"/>
                  <a:pt x="15040" y="29928"/>
                </a:cubicBezTo>
                <a:lnTo>
                  <a:pt x="15040" y="29928"/>
                </a:lnTo>
                <a:cubicBezTo>
                  <a:pt x="15324" y="30553"/>
                  <a:pt x="15555" y="31330"/>
                  <a:pt x="16025" y="31821"/>
                </a:cubicBezTo>
                <a:cubicBezTo>
                  <a:pt x="16038" y="31834"/>
                  <a:pt x="16054" y="31839"/>
                  <a:pt x="16072" y="31839"/>
                </a:cubicBezTo>
                <a:cubicBezTo>
                  <a:pt x="16140" y="31839"/>
                  <a:pt x="16237" y="31765"/>
                  <a:pt x="16243" y="31762"/>
                </a:cubicBezTo>
                <a:cubicBezTo>
                  <a:pt x="16910" y="31437"/>
                  <a:pt x="17556" y="31076"/>
                  <a:pt x="18181" y="30677"/>
                </a:cubicBezTo>
                <a:cubicBezTo>
                  <a:pt x="18645" y="30379"/>
                  <a:pt x="19186" y="30087"/>
                  <a:pt x="19571" y="29679"/>
                </a:cubicBezTo>
                <a:cubicBezTo>
                  <a:pt x="19576" y="29685"/>
                  <a:pt x="20661" y="29767"/>
                  <a:pt x="21310" y="29789"/>
                </a:cubicBezTo>
                <a:cubicBezTo>
                  <a:pt x="21307" y="29761"/>
                  <a:pt x="21309" y="29733"/>
                  <a:pt x="21312" y="29704"/>
                </a:cubicBezTo>
                <a:lnTo>
                  <a:pt x="21373" y="29399"/>
                </a:lnTo>
                <a:cubicBezTo>
                  <a:pt x="21379" y="29383"/>
                  <a:pt x="21386" y="29367"/>
                  <a:pt x="21395" y="29352"/>
                </a:cubicBezTo>
                <a:cubicBezTo>
                  <a:pt x="21108" y="29315"/>
                  <a:pt x="20910" y="29290"/>
                  <a:pt x="20881" y="29290"/>
                </a:cubicBezTo>
                <a:cubicBezTo>
                  <a:pt x="20878" y="29290"/>
                  <a:pt x="20877" y="29290"/>
                  <a:pt x="20877" y="29291"/>
                </a:cubicBezTo>
                <a:cubicBezTo>
                  <a:pt x="20505" y="29252"/>
                  <a:pt x="20131" y="29221"/>
                  <a:pt x="19760" y="29182"/>
                </a:cubicBezTo>
                <a:cubicBezTo>
                  <a:pt x="19757" y="29182"/>
                  <a:pt x="19753" y="29182"/>
                  <a:pt x="19749" y="29183"/>
                </a:cubicBezTo>
                <a:cubicBezTo>
                  <a:pt x="19400" y="28709"/>
                  <a:pt x="19052" y="28234"/>
                  <a:pt x="18702" y="27759"/>
                </a:cubicBezTo>
                <a:cubicBezTo>
                  <a:pt x="18547" y="27549"/>
                  <a:pt x="18425" y="27323"/>
                  <a:pt x="18169" y="27245"/>
                </a:cubicBezTo>
                <a:cubicBezTo>
                  <a:pt x="18110" y="27227"/>
                  <a:pt x="18039" y="27219"/>
                  <a:pt x="17962" y="27219"/>
                </a:cubicBezTo>
                <a:cubicBezTo>
                  <a:pt x="17791" y="27219"/>
                  <a:pt x="17584" y="27257"/>
                  <a:pt x="17377" y="27306"/>
                </a:cubicBezTo>
                <a:cubicBezTo>
                  <a:pt x="17533" y="25873"/>
                  <a:pt x="17617" y="24411"/>
                  <a:pt x="17566" y="22972"/>
                </a:cubicBezTo>
                <a:cubicBezTo>
                  <a:pt x="17809" y="22692"/>
                  <a:pt x="18023" y="22391"/>
                  <a:pt x="18208" y="22071"/>
                </a:cubicBezTo>
                <a:cubicBezTo>
                  <a:pt x="18891" y="20868"/>
                  <a:pt x="18948" y="19457"/>
                  <a:pt x="18957" y="18104"/>
                </a:cubicBezTo>
                <a:cubicBezTo>
                  <a:pt x="19001" y="18106"/>
                  <a:pt x="19045" y="18108"/>
                  <a:pt x="19089" y="18108"/>
                </a:cubicBezTo>
                <a:cubicBezTo>
                  <a:pt x="20867" y="18108"/>
                  <a:pt x="21249" y="15868"/>
                  <a:pt x="21120" y="14394"/>
                </a:cubicBezTo>
                <a:cubicBezTo>
                  <a:pt x="21069" y="13821"/>
                  <a:pt x="20962" y="13008"/>
                  <a:pt x="20360" y="12739"/>
                </a:cubicBezTo>
                <a:cubicBezTo>
                  <a:pt x="20791" y="11429"/>
                  <a:pt x="20975" y="10050"/>
                  <a:pt x="20905" y="8673"/>
                </a:cubicBezTo>
                <a:cubicBezTo>
                  <a:pt x="20840" y="7368"/>
                  <a:pt x="20670" y="5931"/>
                  <a:pt x="19667" y="4998"/>
                </a:cubicBezTo>
                <a:cubicBezTo>
                  <a:pt x="18556" y="3965"/>
                  <a:pt x="17115" y="3175"/>
                  <a:pt x="15766" y="2506"/>
                </a:cubicBezTo>
                <a:cubicBezTo>
                  <a:pt x="14381" y="1818"/>
                  <a:pt x="12886" y="1309"/>
                  <a:pt x="11872" y="78"/>
                </a:cubicBezTo>
                <a:cubicBezTo>
                  <a:pt x="11827" y="24"/>
                  <a:pt x="11774" y="1"/>
                  <a:pt x="11722" y="1"/>
                </a:cubicBez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2"/>
          <p:cNvSpPr/>
          <p:nvPr/>
        </p:nvSpPr>
        <p:spPr>
          <a:xfrm>
            <a:off x="1574307" y="2561194"/>
            <a:ext cx="34386" cy="30620"/>
          </a:xfrm>
          <a:custGeom>
            <a:rect b="b" l="l" r="r" t="t"/>
            <a:pathLst>
              <a:path extrusionOk="0" h="805" w="904">
                <a:moveTo>
                  <a:pt x="458" y="1"/>
                </a:moveTo>
                <a:cubicBezTo>
                  <a:pt x="214" y="1"/>
                  <a:pt x="0" y="268"/>
                  <a:pt x="45" y="516"/>
                </a:cubicBezTo>
                <a:cubicBezTo>
                  <a:pt x="73" y="670"/>
                  <a:pt x="192" y="792"/>
                  <a:pt x="351" y="804"/>
                </a:cubicBezTo>
                <a:cubicBezTo>
                  <a:pt x="354" y="804"/>
                  <a:pt x="357" y="804"/>
                  <a:pt x="359" y="804"/>
                </a:cubicBezTo>
                <a:cubicBezTo>
                  <a:pt x="406" y="804"/>
                  <a:pt x="450" y="792"/>
                  <a:pt x="491" y="769"/>
                </a:cubicBezTo>
                <a:cubicBezTo>
                  <a:pt x="503" y="769"/>
                  <a:pt x="517" y="766"/>
                  <a:pt x="528" y="764"/>
                </a:cubicBezTo>
                <a:cubicBezTo>
                  <a:pt x="820" y="673"/>
                  <a:pt x="904" y="184"/>
                  <a:pt x="612" y="38"/>
                </a:cubicBezTo>
                <a:cubicBezTo>
                  <a:pt x="561" y="12"/>
                  <a:pt x="509" y="1"/>
                  <a:pt x="458" y="1"/>
                </a:cubicBez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2"/>
          <p:cNvSpPr/>
          <p:nvPr/>
        </p:nvSpPr>
        <p:spPr>
          <a:xfrm>
            <a:off x="1578757" y="2702844"/>
            <a:ext cx="25143" cy="26284"/>
          </a:xfrm>
          <a:custGeom>
            <a:rect b="b" l="l" r="r" t="t"/>
            <a:pathLst>
              <a:path extrusionOk="0" h="691" w="661">
                <a:moveTo>
                  <a:pt x="326" y="1"/>
                </a:moveTo>
                <a:cubicBezTo>
                  <a:pt x="291" y="1"/>
                  <a:pt x="254" y="7"/>
                  <a:pt x="218" y="22"/>
                </a:cubicBezTo>
                <a:cubicBezTo>
                  <a:pt x="66" y="81"/>
                  <a:pt x="1" y="261"/>
                  <a:pt x="63" y="394"/>
                </a:cubicBezTo>
                <a:cubicBezTo>
                  <a:pt x="41" y="482"/>
                  <a:pt x="59" y="573"/>
                  <a:pt x="154" y="641"/>
                </a:cubicBezTo>
                <a:cubicBezTo>
                  <a:pt x="202" y="676"/>
                  <a:pt x="253" y="691"/>
                  <a:pt x="302" y="691"/>
                </a:cubicBezTo>
                <a:cubicBezTo>
                  <a:pt x="463" y="691"/>
                  <a:pt x="612" y="532"/>
                  <a:pt x="635" y="372"/>
                </a:cubicBezTo>
                <a:cubicBezTo>
                  <a:pt x="661" y="182"/>
                  <a:pt x="510" y="1"/>
                  <a:pt x="326" y="1"/>
                </a:cubicBez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2"/>
          <p:cNvSpPr/>
          <p:nvPr/>
        </p:nvSpPr>
        <p:spPr>
          <a:xfrm>
            <a:off x="1575752" y="2848033"/>
            <a:ext cx="27501" cy="23888"/>
          </a:xfrm>
          <a:custGeom>
            <a:rect b="b" l="l" r="r" t="t"/>
            <a:pathLst>
              <a:path extrusionOk="0" h="628" w="723">
                <a:moveTo>
                  <a:pt x="339" y="1"/>
                </a:moveTo>
                <a:cubicBezTo>
                  <a:pt x="212" y="1"/>
                  <a:pt x="122" y="87"/>
                  <a:pt x="83" y="197"/>
                </a:cubicBezTo>
                <a:cubicBezTo>
                  <a:pt x="24" y="284"/>
                  <a:pt x="1" y="388"/>
                  <a:pt x="54" y="483"/>
                </a:cubicBezTo>
                <a:cubicBezTo>
                  <a:pt x="109" y="582"/>
                  <a:pt x="215" y="628"/>
                  <a:pt x="321" y="628"/>
                </a:cubicBezTo>
                <a:cubicBezTo>
                  <a:pt x="421" y="628"/>
                  <a:pt x="522" y="588"/>
                  <a:pt x="584" y="511"/>
                </a:cubicBezTo>
                <a:cubicBezTo>
                  <a:pt x="723" y="343"/>
                  <a:pt x="633" y="66"/>
                  <a:pt x="417" y="11"/>
                </a:cubicBezTo>
                <a:cubicBezTo>
                  <a:pt x="390" y="4"/>
                  <a:pt x="364" y="1"/>
                  <a:pt x="339" y="1"/>
                </a:cubicBez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2"/>
          <p:cNvSpPr/>
          <p:nvPr/>
        </p:nvSpPr>
        <p:spPr>
          <a:xfrm>
            <a:off x="1561564" y="3005240"/>
            <a:ext cx="31723" cy="36972"/>
          </a:xfrm>
          <a:custGeom>
            <a:rect b="b" l="l" r="r" t="t"/>
            <a:pathLst>
              <a:path extrusionOk="0" h="972" w="834">
                <a:moveTo>
                  <a:pt x="554" y="1"/>
                </a:moveTo>
                <a:cubicBezTo>
                  <a:pt x="472" y="1"/>
                  <a:pt x="391" y="37"/>
                  <a:pt x="326" y="92"/>
                </a:cubicBezTo>
                <a:cubicBezTo>
                  <a:pt x="159" y="237"/>
                  <a:pt x="0" y="578"/>
                  <a:pt x="158" y="768"/>
                </a:cubicBezTo>
                <a:cubicBezTo>
                  <a:pt x="186" y="843"/>
                  <a:pt x="234" y="905"/>
                  <a:pt x="310" y="939"/>
                </a:cubicBezTo>
                <a:cubicBezTo>
                  <a:pt x="358" y="962"/>
                  <a:pt x="404" y="972"/>
                  <a:pt x="446" y="972"/>
                </a:cubicBezTo>
                <a:cubicBezTo>
                  <a:pt x="696" y="972"/>
                  <a:pt x="834" y="623"/>
                  <a:pt x="834" y="398"/>
                </a:cubicBezTo>
                <a:cubicBezTo>
                  <a:pt x="834" y="267"/>
                  <a:pt x="819" y="130"/>
                  <a:pt x="706" y="49"/>
                </a:cubicBezTo>
                <a:cubicBezTo>
                  <a:pt x="658" y="16"/>
                  <a:pt x="606" y="1"/>
                  <a:pt x="554" y="1"/>
                </a:cubicBez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9" name="Google Shape;789;p22"/>
          <p:cNvGrpSpPr/>
          <p:nvPr/>
        </p:nvGrpSpPr>
        <p:grpSpPr>
          <a:xfrm>
            <a:off x="2634175" y="3219275"/>
            <a:ext cx="1818016" cy="1422925"/>
            <a:chOff x="2634175" y="3219275"/>
            <a:chExt cx="1818016" cy="1422925"/>
          </a:xfrm>
        </p:grpSpPr>
        <p:sp>
          <p:nvSpPr>
            <p:cNvPr id="790" name="Google Shape;790;p22"/>
            <p:cNvSpPr/>
            <p:nvPr/>
          </p:nvSpPr>
          <p:spPr>
            <a:xfrm>
              <a:off x="2653225" y="3219275"/>
              <a:ext cx="1798965" cy="142292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2"/>
            <p:cNvSpPr/>
            <p:nvPr/>
          </p:nvSpPr>
          <p:spPr>
            <a:xfrm>
              <a:off x="2634175" y="3219275"/>
              <a:ext cx="1798965" cy="142292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2"/>
            <p:cNvSpPr txBox="1"/>
            <p:nvPr/>
          </p:nvSpPr>
          <p:spPr>
            <a:xfrm>
              <a:off x="2714171" y="3276858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Personality</a:t>
              </a:r>
              <a:endParaRPr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93" name="Google Shape;793;p22"/>
            <p:cNvSpPr txBox="1"/>
            <p:nvPr/>
          </p:nvSpPr>
          <p:spPr>
            <a:xfrm>
              <a:off x="3138175" y="3694600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is a gas giant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4" name="Google Shape;794;p22"/>
            <p:cNvSpPr/>
            <p:nvPr/>
          </p:nvSpPr>
          <p:spPr>
            <a:xfrm>
              <a:off x="2827250" y="4297457"/>
              <a:ext cx="236225" cy="242357"/>
            </a:xfrm>
            <a:custGeom>
              <a:rect b="b" l="l" r="r" t="t"/>
              <a:pathLst>
                <a:path extrusionOk="0" h="8567" w="8348">
                  <a:moveTo>
                    <a:pt x="4166" y="0"/>
                  </a:moveTo>
                  <a:lnTo>
                    <a:pt x="3302" y="16"/>
                  </a:lnTo>
                  <a:lnTo>
                    <a:pt x="2862" y="94"/>
                  </a:lnTo>
                  <a:lnTo>
                    <a:pt x="2752" y="142"/>
                  </a:lnTo>
                  <a:lnTo>
                    <a:pt x="2657" y="330"/>
                  </a:lnTo>
                  <a:lnTo>
                    <a:pt x="2704" y="535"/>
                  </a:lnTo>
                  <a:lnTo>
                    <a:pt x="2893" y="676"/>
                  </a:lnTo>
                  <a:lnTo>
                    <a:pt x="3019" y="660"/>
                  </a:lnTo>
                  <a:lnTo>
                    <a:pt x="3365" y="597"/>
                  </a:lnTo>
                  <a:lnTo>
                    <a:pt x="4072" y="582"/>
                  </a:lnTo>
                  <a:lnTo>
                    <a:pt x="4763" y="660"/>
                  </a:lnTo>
                  <a:lnTo>
                    <a:pt x="5424" y="865"/>
                  </a:lnTo>
                  <a:lnTo>
                    <a:pt x="6037" y="1163"/>
                  </a:lnTo>
                  <a:lnTo>
                    <a:pt x="6587" y="1572"/>
                  </a:lnTo>
                  <a:lnTo>
                    <a:pt x="7058" y="2091"/>
                  </a:lnTo>
                  <a:lnTo>
                    <a:pt x="7420" y="2688"/>
                  </a:lnTo>
                  <a:lnTo>
                    <a:pt x="7545" y="3034"/>
                  </a:lnTo>
                  <a:lnTo>
                    <a:pt x="7655" y="3348"/>
                  </a:lnTo>
                  <a:lnTo>
                    <a:pt x="7750" y="4008"/>
                  </a:lnTo>
                  <a:lnTo>
                    <a:pt x="7734" y="4668"/>
                  </a:lnTo>
                  <a:lnTo>
                    <a:pt x="7624" y="5313"/>
                  </a:lnTo>
                  <a:lnTo>
                    <a:pt x="7388" y="5926"/>
                  </a:lnTo>
                  <a:lnTo>
                    <a:pt x="7058" y="6492"/>
                  </a:lnTo>
                  <a:lnTo>
                    <a:pt x="6634" y="6995"/>
                  </a:lnTo>
                  <a:lnTo>
                    <a:pt x="6115" y="7403"/>
                  </a:lnTo>
                  <a:lnTo>
                    <a:pt x="5817" y="7576"/>
                  </a:lnTo>
                  <a:lnTo>
                    <a:pt x="5502" y="7718"/>
                  </a:lnTo>
                  <a:lnTo>
                    <a:pt x="4826" y="7922"/>
                  </a:lnTo>
                  <a:lnTo>
                    <a:pt x="4135" y="7969"/>
                  </a:lnTo>
                  <a:lnTo>
                    <a:pt x="3443" y="7906"/>
                  </a:lnTo>
                  <a:lnTo>
                    <a:pt x="2783" y="7718"/>
                  </a:lnTo>
                  <a:lnTo>
                    <a:pt x="2170" y="7403"/>
                  </a:lnTo>
                  <a:lnTo>
                    <a:pt x="1636" y="6979"/>
                  </a:lnTo>
                  <a:lnTo>
                    <a:pt x="1195" y="6429"/>
                  </a:lnTo>
                  <a:lnTo>
                    <a:pt x="1007" y="6130"/>
                  </a:lnTo>
                  <a:lnTo>
                    <a:pt x="850" y="5784"/>
                  </a:lnTo>
                  <a:lnTo>
                    <a:pt x="645" y="5046"/>
                  </a:lnTo>
                  <a:lnTo>
                    <a:pt x="598" y="4275"/>
                  </a:lnTo>
                  <a:lnTo>
                    <a:pt x="708" y="3521"/>
                  </a:lnTo>
                  <a:lnTo>
                    <a:pt x="960" y="2829"/>
                  </a:lnTo>
                  <a:lnTo>
                    <a:pt x="1368" y="2216"/>
                  </a:lnTo>
                  <a:lnTo>
                    <a:pt x="1934" y="1760"/>
                  </a:lnTo>
                  <a:lnTo>
                    <a:pt x="2642" y="1462"/>
                  </a:lnTo>
                  <a:lnTo>
                    <a:pt x="3050" y="1415"/>
                  </a:lnTo>
                  <a:lnTo>
                    <a:pt x="3192" y="1383"/>
                  </a:lnTo>
                  <a:lnTo>
                    <a:pt x="3333" y="1210"/>
                  </a:lnTo>
                  <a:lnTo>
                    <a:pt x="3333" y="990"/>
                  </a:lnTo>
                  <a:lnTo>
                    <a:pt x="3192" y="833"/>
                  </a:lnTo>
                  <a:lnTo>
                    <a:pt x="3050" y="817"/>
                  </a:lnTo>
                  <a:lnTo>
                    <a:pt x="2626" y="880"/>
                  </a:lnTo>
                  <a:lnTo>
                    <a:pt x="1871" y="1132"/>
                  </a:lnTo>
                  <a:lnTo>
                    <a:pt x="1227" y="1572"/>
                  </a:lnTo>
                  <a:lnTo>
                    <a:pt x="724" y="2122"/>
                  </a:lnTo>
                  <a:lnTo>
                    <a:pt x="347" y="2798"/>
                  </a:lnTo>
                  <a:lnTo>
                    <a:pt x="95" y="3537"/>
                  </a:lnTo>
                  <a:lnTo>
                    <a:pt x="1" y="4322"/>
                  </a:lnTo>
                  <a:lnTo>
                    <a:pt x="48" y="5124"/>
                  </a:lnTo>
                  <a:lnTo>
                    <a:pt x="142" y="5517"/>
                  </a:lnTo>
                  <a:lnTo>
                    <a:pt x="284" y="5941"/>
                  </a:lnTo>
                  <a:lnTo>
                    <a:pt x="661" y="6696"/>
                  </a:lnTo>
                  <a:lnTo>
                    <a:pt x="1180" y="7340"/>
                  </a:lnTo>
                  <a:lnTo>
                    <a:pt x="1808" y="7859"/>
                  </a:lnTo>
                  <a:lnTo>
                    <a:pt x="2516" y="8236"/>
                  </a:lnTo>
                  <a:lnTo>
                    <a:pt x="3302" y="8472"/>
                  </a:lnTo>
                  <a:lnTo>
                    <a:pt x="4119" y="8566"/>
                  </a:lnTo>
                  <a:lnTo>
                    <a:pt x="4968" y="8488"/>
                  </a:lnTo>
                  <a:lnTo>
                    <a:pt x="5392" y="8378"/>
                  </a:lnTo>
                  <a:lnTo>
                    <a:pt x="5785" y="8236"/>
                  </a:lnTo>
                  <a:lnTo>
                    <a:pt x="6508" y="7843"/>
                  </a:lnTo>
                  <a:lnTo>
                    <a:pt x="7121" y="7325"/>
                  </a:lnTo>
                  <a:lnTo>
                    <a:pt x="7624" y="6712"/>
                  </a:lnTo>
                  <a:lnTo>
                    <a:pt x="8001" y="6004"/>
                  </a:lnTo>
                  <a:lnTo>
                    <a:pt x="8253" y="5234"/>
                  </a:lnTo>
                  <a:lnTo>
                    <a:pt x="8347" y="4433"/>
                  </a:lnTo>
                  <a:lnTo>
                    <a:pt x="8316" y="3615"/>
                  </a:lnTo>
                  <a:lnTo>
                    <a:pt x="8221" y="3207"/>
                  </a:lnTo>
                  <a:lnTo>
                    <a:pt x="8096" y="2782"/>
                  </a:lnTo>
                  <a:lnTo>
                    <a:pt x="7703" y="1996"/>
                  </a:lnTo>
                  <a:lnTo>
                    <a:pt x="7184" y="1336"/>
                  </a:lnTo>
                  <a:lnTo>
                    <a:pt x="6540" y="802"/>
                  </a:lnTo>
                  <a:lnTo>
                    <a:pt x="5801" y="393"/>
                  </a:lnTo>
                  <a:lnTo>
                    <a:pt x="4999" y="126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2"/>
            <p:cNvSpPr/>
            <p:nvPr/>
          </p:nvSpPr>
          <p:spPr>
            <a:xfrm>
              <a:off x="2910866" y="4401059"/>
              <a:ext cx="15592" cy="16465"/>
            </a:xfrm>
            <a:custGeom>
              <a:rect b="b" l="l" r="r" t="t"/>
              <a:pathLst>
                <a:path extrusionOk="0" h="582" w="551">
                  <a:moveTo>
                    <a:pt x="268" y="0"/>
                  </a:moveTo>
                  <a:lnTo>
                    <a:pt x="142" y="16"/>
                  </a:lnTo>
                  <a:lnTo>
                    <a:pt x="1" y="173"/>
                  </a:lnTo>
                  <a:lnTo>
                    <a:pt x="1" y="393"/>
                  </a:lnTo>
                  <a:lnTo>
                    <a:pt x="142" y="566"/>
                  </a:lnTo>
                  <a:lnTo>
                    <a:pt x="268" y="582"/>
                  </a:lnTo>
                  <a:lnTo>
                    <a:pt x="410" y="566"/>
                  </a:lnTo>
                  <a:lnTo>
                    <a:pt x="551" y="393"/>
                  </a:lnTo>
                  <a:lnTo>
                    <a:pt x="551" y="173"/>
                  </a:lnTo>
                  <a:lnTo>
                    <a:pt x="410" y="16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2"/>
            <p:cNvSpPr/>
            <p:nvPr/>
          </p:nvSpPr>
          <p:spPr>
            <a:xfrm>
              <a:off x="2962902" y="4401059"/>
              <a:ext cx="15167" cy="16465"/>
            </a:xfrm>
            <a:custGeom>
              <a:rect b="b" l="l" r="r" t="t"/>
              <a:pathLst>
                <a:path extrusionOk="0" h="582" w="536">
                  <a:moveTo>
                    <a:pt x="268" y="0"/>
                  </a:moveTo>
                  <a:lnTo>
                    <a:pt x="142" y="16"/>
                  </a:lnTo>
                  <a:lnTo>
                    <a:pt x="1" y="173"/>
                  </a:lnTo>
                  <a:lnTo>
                    <a:pt x="1" y="393"/>
                  </a:lnTo>
                  <a:lnTo>
                    <a:pt x="142" y="566"/>
                  </a:lnTo>
                  <a:lnTo>
                    <a:pt x="268" y="582"/>
                  </a:lnTo>
                  <a:lnTo>
                    <a:pt x="394" y="566"/>
                  </a:lnTo>
                  <a:lnTo>
                    <a:pt x="535" y="393"/>
                  </a:lnTo>
                  <a:lnTo>
                    <a:pt x="535" y="173"/>
                  </a:lnTo>
                  <a:lnTo>
                    <a:pt x="394" y="16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2"/>
            <p:cNvSpPr/>
            <p:nvPr/>
          </p:nvSpPr>
          <p:spPr>
            <a:xfrm>
              <a:off x="2895755" y="4442845"/>
              <a:ext cx="98757" cy="49394"/>
            </a:xfrm>
            <a:custGeom>
              <a:rect b="b" l="l" r="r" t="t"/>
              <a:pathLst>
                <a:path extrusionOk="0" h="1746" w="3490">
                  <a:moveTo>
                    <a:pt x="331" y="1"/>
                  </a:moveTo>
                  <a:lnTo>
                    <a:pt x="110" y="64"/>
                  </a:lnTo>
                  <a:lnTo>
                    <a:pt x="0" y="237"/>
                  </a:lnTo>
                  <a:lnTo>
                    <a:pt x="16" y="378"/>
                  </a:lnTo>
                  <a:lnTo>
                    <a:pt x="110" y="661"/>
                  </a:lnTo>
                  <a:lnTo>
                    <a:pt x="425" y="1133"/>
                  </a:lnTo>
                  <a:lnTo>
                    <a:pt x="849" y="1478"/>
                  </a:lnTo>
                  <a:lnTo>
                    <a:pt x="1321" y="1683"/>
                  </a:lnTo>
                  <a:lnTo>
                    <a:pt x="1839" y="1746"/>
                  </a:lnTo>
                  <a:lnTo>
                    <a:pt x="2358" y="1667"/>
                  </a:lnTo>
                  <a:lnTo>
                    <a:pt x="2845" y="1431"/>
                  </a:lnTo>
                  <a:lnTo>
                    <a:pt x="3254" y="1054"/>
                  </a:lnTo>
                  <a:lnTo>
                    <a:pt x="3427" y="802"/>
                  </a:lnTo>
                  <a:lnTo>
                    <a:pt x="3490" y="677"/>
                  </a:lnTo>
                  <a:lnTo>
                    <a:pt x="3411" y="472"/>
                  </a:lnTo>
                  <a:lnTo>
                    <a:pt x="3223" y="362"/>
                  </a:lnTo>
                  <a:lnTo>
                    <a:pt x="3003" y="409"/>
                  </a:lnTo>
                  <a:lnTo>
                    <a:pt x="2924" y="504"/>
                  </a:lnTo>
                  <a:lnTo>
                    <a:pt x="2798" y="677"/>
                  </a:lnTo>
                  <a:lnTo>
                    <a:pt x="2515" y="944"/>
                  </a:lnTo>
                  <a:lnTo>
                    <a:pt x="2185" y="1101"/>
                  </a:lnTo>
                  <a:lnTo>
                    <a:pt x="1824" y="1164"/>
                  </a:lnTo>
                  <a:lnTo>
                    <a:pt x="1478" y="1117"/>
                  </a:lnTo>
                  <a:lnTo>
                    <a:pt x="1148" y="975"/>
                  </a:lnTo>
                  <a:lnTo>
                    <a:pt x="865" y="740"/>
                  </a:lnTo>
                  <a:lnTo>
                    <a:pt x="661" y="409"/>
                  </a:lnTo>
                  <a:lnTo>
                    <a:pt x="582" y="221"/>
                  </a:lnTo>
                  <a:lnTo>
                    <a:pt x="519" y="95"/>
                  </a:lnTo>
                  <a:lnTo>
                    <a:pt x="3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2"/>
            <p:cNvSpPr/>
            <p:nvPr/>
          </p:nvSpPr>
          <p:spPr>
            <a:xfrm>
              <a:off x="2813317" y="3667084"/>
              <a:ext cx="141222" cy="241165"/>
            </a:xfrm>
            <a:custGeom>
              <a:rect b="b" l="l" r="r" t="t"/>
              <a:pathLst>
                <a:path extrusionOk="0" h="9935" w="5817">
                  <a:moveTo>
                    <a:pt x="2468" y="0"/>
                  </a:moveTo>
                  <a:lnTo>
                    <a:pt x="2028" y="48"/>
                  </a:lnTo>
                  <a:lnTo>
                    <a:pt x="1604" y="173"/>
                  </a:lnTo>
                  <a:lnTo>
                    <a:pt x="1195" y="393"/>
                  </a:lnTo>
                  <a:lnTo>
                    <a:pt x="818" y="723"/>
                  </a:lnTo>
                  <a:lnTo>
                    <a:pt x="472" y="1148"/>
                  </a:lnTo>
                  <a:lnTo>
                    <a:pt x="331" y="1399"/>
                  </a:lnTo>
                  <a:lnTo>
                    <a:pt x="189" y="1667"/>
                  </a:lnTo>
                  <a:lnTo>
                    <a:pt x="48" y="2217"/>
                  </a:lnTo>
                  <a:lnTo>
                    <a:pt x="1" y="2782"/>
                  </a:lnTo>
                  <a:lnTo>
                    <a:pt x="48" y="3364"/>
                  </a:lnTo>
                  <a:lnTo>
                    <a:pt x="268" y="4229"/>
                  </a:lnTo>
                  <a:lnTo>
                    <a:pt x="755" y="5297"/>
                  </a:lnTo>
                  <a:lnTo>
                    <a:pt x="1038" y="5769"/>
                  </a:lnTo>
                  <a:lnTo>
                    <a:pt x="1462" y="6366"/>
                  </a:lnTo>
                  <a:lnTo>
                    <a:pt x="2453" y="7482"/>
                  </a:lnTo>
                  <a:lnTo>
                    <a:pt x="4134" y="8975"/>
                  </a:lnTo>
                  <a:lnTo>
                    <a:pt x="5297" y="9871"/>
                  </a:lnTo>
                  <a:lnTo>
                    <a:pt x="5423" y="9934"/>
                  </a:lnTo>
                  <a:lnTo>
                    <a:pt x="5643" y="9903"/>
                  </a:lnTo>
                  <a:lnTo>
                    <a:pt x="5800" y="9761"/>
                  </a:lnTo>
                  <a:lnTo>
                    <a:pt x="5816" y="9557"/>
                  </a:lnTo>
                  <a:lnTo>
                    <a:pt x="5722" y="9463"/>
                  </a:lnTo>
                  <a:lnTo>
                    <a:pt x="5077" y="8975"/>
                  </a:lnTo>
                  <a:lnTo>
                    <a:pt x="3804" y="7938"/>
                  </a:lnTo>
                  <a:lnTo>
                    <a:pt x="2594" y="6806"/>
                  </a:lnTo>
                  <a:lnTo>
                    <a:pt x="1808" y="5863"/>
                  </a:lnTo>
                  <a:lnTo>
                    <a:pt x="1368" y="5187"/>
                  </a:lnTo>
                  <a:lnTo>
                    <a:pt x="1179" y="4826"/>
                  </a:lnTo>
                  <a:lnTo>
                    <a:pt x="1038" y="4543"/>
                  </a:lnTo>
                  <a:lnTo>
                    <a:pt x="818" y="3946"/>
                  </a:lnTo>
                  <a:lnTo>
                    <a:pt x="692" y="3317"/>
                  </a:lnTo>
                  <a:lnTo>
                    <a:pt x="645" y="2688"/>
                  </a:lnTo>
                  <a:lnTo>
                    <a:pt x="724" y="2091"/>
                  </a:lnTo>
                  <a:lnTo>
                    <a:pt x="944" y="1556"/>
                  </a:lnTo>
                  <a:lnTo>
                    <a:pt x="1305" y="1101"/>
                  </a:lnTo>
                  <a:lnTo>
                    <a:pt x="1855" y="771"/>
                  </a:lnTo>
                  <a:lnTo>
                    <a:pt x="2201" y="661"/>
                  </a:lnTo>
                  <a:lnTo>
                    <a:pt x="2515" y="598"/>
                  </a:lnTo>
                  <a:lnTo>
                    <a:pt x="3097" y="613"/>
                  </a:lnTo>
                  <a:lnTo>
                    <a:pt x="3600" y="786"/>
                  </a:lnTo>
                  <a:lnTo>
                    <a:pt x="4040" y="1069"/>
                  </a:lnTo>
                  <a:lnTo>
                    <a:pt x="4402" y="1478"/>
                  </a:lnTo>
                  <a:lnTo>
                    <a:pt x="4684" y="1949"/>
                  </a:lnTo>
                  <a:lnTo>
                    <a:pt x="4857" y="2468"/>
                  </a:lnTo>
                  <a:lnTo>
                    <a:pt x="4936" y="3034"/>
                  </a:lnTo>
                  <a:lnTo>
                    <a:pt x="4936" y="3317"/>
                  </a:lnTo>
                  <a:lnTo>
                    <a:pt x="4936" y="3443"/>
                  </a:lnTo>
                  <a:lnTo>
                    <a:pt x="5093" y="3584"/>
                  </a:lnTo>
                  <a:lnTo>
                    <a:pt x="5313" y="3584"/>
                  </a:lnTo>
                  <a:lnTo>
                    <a:pt x="5502" y="3443"/>
                  </a:lnTo>
                  <a:lnTo>
                    <a:pt x="5518" y="3317"/>
                  </a:lnTo>
                  <a:lnTo>
                    <a:pt x="5533" y="3050"/>
                  </a:lnTo>
                  <a:lnTo>
                    <a:pt x="5470" y="2547"/>
                  </a:lnTo>
                  <a:lnTo>
                    <a:pt x="5345" y="2075"/>
                  </a:lnTo>
                  <a:lnTo>
                    <a:pt x="5140" y="1635"/>
                  </a:lnTo>
                  <a:lnTo>
                    <a:pt x="4716" y="1038"/>
                  </a:lnTo>
                  <a:lnTo>
                    <a:pt x="3993" y="441"/>
                  </a:lnTo>
                  <a:lnTo>
                    <a:pt x="3144" y="79"/>
                  </a:lnTo>
                  <a:lnTo>
                    <a:pt x="24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2"/>
            <p:cNvSpPr/>
            <p:nvPr/>
          </p:nvSpPr>
          <p:spPr>
            <a:xfrm>
              <a:off x="2932759" y="3664802"/>
              <a:ext cx="144645" cy="244587"/>
            </a:xfrm>
            <a:custGeom>
              <a:rect b="b" l="l" r="r" t="t"/>
              <a:pathLst>
                <a:path extrusionOk="0" h="10076" w="5958">
                  <a:moveTo>
                    <a:pt x="3207" y="0"/>
                  </a:moveTo>
                  <a:lnTo>
                    <a:pt x="2751" y="79"/>
                  </a:lnTo>
                  <a:lnTo>
                    <a:pt x="2515" y="157"/>
                  </a:lnTo>
                  <a:lnTo>
                    <a:pt x="2248" y="252"/>
                  </a:lnTo>
                  <a:lnTo>
                    <a:pt x="1776" y="519"/>
                  </a:lnTo>
                  <a:lnTo>
                    <a:pt x="1368" y="865"/>
                  </a:lnTo>
                  <a:lnTo>
                    <a:pt x="1006" y="1273"/>
                  </a:lnTo>
                  <a:lnTo>
                    <a:pt x="566" y="1949"/>
                  </a:lnTo>
                  <a:lnTo>
                    <a:pt x="157" y="2955"/>
                  </a:lnTo>
                  <a:lnTo>
                    <a:pt x="0" y="3474"/>
                  </a:lnTo>
                  <a:lnTo>
                    <a:pt x="0" y="3615"/>
                  </a:lnTo>
                  <a:lnTo>
                    <a:pt x="110" y="3788"/>
                  </a:lnTo>
                  <a:lnTo>
                    <a:pt x="330" y="3851"/>
                  </a:lnTo>
                  <a:lnTo>
                    <a:pt x="519" y="3757"/>
                  </a:lnTo>
                  <a:lnTo>
                    <a:pt x="582" y="3631"/>
                  </a:lnTo>
                  <a:lnTo>
                    <a:pt x="708" y="3144"/>
                  </a:lnTo>
                  <a:lnTo>
                    <a:pt x="1116" y="2185"/>
                  </a:lnTo>
                  <a:lnTo>
                    <a:pt x="1541" y="1540"/>
                  </a:lnTo>
                  <a:lnTo>
                    <a:pt x="1886" y="1179"/>
                  </a:lnTo>
                  <a:lnTo>
                    <a:pt x="2295" y="896"/>
                  </a:lnTo>
                  <a:lnTo>
                    <a:pt x="2767" y="692"/>
                  </a:lnTo>
                  <a:lnTo>
                    <a:pt x="3034" y="629"/>
                  </a:lnTo>
                  <a:lnTo>
                    <a:pt x="3395" y="566"/>
                  </a:lnTo>
                  <a:lnTo>
                    <a:pt x="4008" y="629"/>
                  </a:lnTo>
                  <a:lnTo>
                    <a:pt x="4496" y="865"/>
                  </a:lnTo>
                  <a:lnTo>
                    <a:pt x="4857" y="1226"/>
                  </a:lnTo>
                  <a:lnTo>
                    <a:pt x="5109" y="1698"/>
                  </a:lnTo>
                  <a:lnTo>
                    <a:pt x="5250" y="2248"/>
                  </a:lnTo>
                  <a:lnTo>
                    <a:pt x="5266" y="2845"/>
                  </a:lnTo>
                  <a:lnTo>
                    <a:pt x="5187" y="3442"/>
                  </a:lnTo>
                  <a:lnTo>
                    <a:pt x="5093" y="3725"/>
                  </a:lnTo>
                  <a:lnTo>
                    <a:pt x="4951" y="4150"/>
                  </a:lnTo>
                  <a:lnTo>
                    <a:pt x="4558" y="4983"/>
                  </a:lnTo>
                  <a:lnTo>
                    <a:pt x="4071" y="5784"/>
                  </a:lnTo>
                  <a:lnTo>
                    <a:pt x="3505" y="6570"/>
                  </a:lnTo>
                  <a:lnTo>
                    <a:pt x="2547" y="7670"/>
                  </a:lnTo>
                  <a:lnTo>
                    <a:pt x="1148" y="8959"/>
                  </a:lnTo>
                  <a:lnTo>
                    <a:pt x="440" y="9509"/>
                  </a:lnTo>
                  <a:lnTo>
                    <a:pt x="346" y="9604"/>
                  </a:lnTo>
                  <a:lnTo>
                    <a:pt x="315" y="9824"/>
                  </a:lnTo>
                  <a:lnTo>
                    <a:pt x="425" y="10012"/>
                  </a:lnTo>
                  <a:lnTo>
                    <a:pt x="629" y="10075"/>
                  </a:lnTo>
                  <a:lnTo>
                    <a:pt x="739" y="10012"/>
                  </a:lnTo>
                  <a:lnTo>
                    <a:pt x="1603" y="9336"/>
                  </a:lnTo>
                  <a:lnTo>
                    <a:pt x="3112" y="7922"/>
                  </a:lnTo>
                  <a:lnTo>
                    <a:pt x="4087" y="6822"/>
                  </a:lnTo>
                  <a:lnTo>
                    <a:pt x="4951" y="5627"/>
                  </a:lnTo>
                  <a:lnTo>
                    <a:pt x="5596" y="4385"/>
                  </a:lnTo>
                  <a:lnTo>
                    <a:pt x="5879" y="3442"/>
                  </a:lnTo>
                  <a:lnTo>
                    <a:pt x="5957" y="2814"/>
                  </a:lnTo>
                  <a:lnTo>
                    <a:pt x="5926" y="2216"/>
                  </a:lnTo>
                  <a:lnTo>
                    <a:pt x="5784" y="1603"/>
                  </a:lnTo>
                  <a:lnTo>
                    <a:pt x="5659" y="1320"/>
                  </a:lnTo>
                  <a:lnTo>
                    <a:pt x="5549" y="1100"/>
                  </a:lnTo>
                  <a:lnTo>
                    <a:pt x="5266" y="723"/>
                  </a:lnTo>
                  <a:lnTo>
                    <a:pt x="4936" y="440"/>
                  </a:lnTo>
                  <a:lnTo>
                    <a:pt x="4543" y="204"/>
                  </a:lnTo>
                  <a:lnTo>
                    <a:pt x="4118" y="63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2"/>
            <p:cNvSpPr/>
            <p:nvPr/>
          </p:nvSpPr>
          <p:spPr>
            <a:xfrm>
              <a:off x="2865487" y="3990247"/>
              <a:ext cx="204192" cy="225468"/>
            </a:xfrm>
            <a:custGeom>
              <a:rect b="b" l="l" r="r" t="t"/>
              <a:pathLst>
                <a:path extrusionOk="0" h="7970" w="7216">
                  <a:moveTo>
                    <a:pt x="3868" y="1"/>
                  </a:moveTo>
                  <a:lnTo>
                    <a:pt x="2752" y="16"/>
                  </a:lnTo>
                  <a:lnTo>
                    <a:pt x="1148" y="142"/>
                  </a:lnTo>
                  <a:lnTo>
                    <a:pt x="268" y="221"/>
                  </a:lnTo>
                  <a:lnTo>
                    <a:pt x="142" y="252"/>
                  </a:lnTo>
                  <a:lnTo>
                    <a:pt x="1" y="425"/>
                  </a:lnTo>
                  <a:lnTo>
                    <a:pt x="1" y="645"/>
                  </a:lnTo>
                  <a:lnTo>
                    <a:pt x="142" y="802"/>
                  </a:lnTo>
                  <a:lnTo>
                    <a:pt x="268" y="802"/>
                  </a:lnTo>
                  <a:lnTo>
                    <a:pt x="1368" y="739"/>
                  </a:lnTo>
                  <a:lnTo>
                    <a:pt x="3600" y="661"/>
                  </a:lnTo>
                  <a:lnTo>
                    <a:pt x="4701" y="724"/>
                  </a:lnTo>
                  <a:lnTo>
                    <a:pt x="5031" y="755"/>
                  </a:lnTo>
                  <a:lnTo>
                    <a:pt x="5549" y="944"/>
                  </a:lnTo>
                  <a:lnTo>
                    <a:pt x="5927" y="1211"/>
                  </a:lnTo>
                  <a:lnTo>
                    <a:pt x="6178" y="1588"/>
                  </a:lnTo>
                  <a:lnTo>
                    <a:pt x="6398" y="2248"/>
                  </a:lnTo>
                  <a:lnTo>
                    <a:pt x="6461" y="3286"/>
                  </a:lnTo>
                  <a:lnTo>
                    <a:pt x="6461" y="3804"/>
                  </a:lnTo>
                  <a:lnTo>
                    <a:pt x="6508" y="5753"/>
                  </a:lnTo>
                  <a:lnTo>
                    <a:pt x="6634" y="7702"/>
                  </a:lnTo>
                  <a:lnTo>
                    <a:pt x="6650" y="7828"/>
                  </a:lnTo>
                  <a:lnTo>
                    <a:pt x="6823" y="7970"/>
                  </a:lnTo>
                  <a:lnTo>
                    <a:pt x="7058" y="7970"/>
                  </a:lnTo>
                  <a:lnTo>
                    <a:pt x="7200" y="7828"/>
                  </a:lnTo>
                  <a:lnTo>
                    <a:pt x="7215" y="7702"/>
                  </a:lnTo>
                  <a:lnTo>
                    <a:pt x="7168" y="6366"/>
                  </a:lnTo>
                  <a:lnTo>
                    <a:pt x="7153" y="3694"/>
                  </a:lnTo>
                  <a:lnTo>
                    <a:pt x="7074" y="2374"/>
                  </a:lnTo>
                  <a:lnTo>
                    <a:pt x="7043" y="2075"/>
                  </a:lnTo>
                  <a:lnTo>
                    <a:pt x="6901" y="1572"/>
                  </a:lnTo>
                  <a:lnTo>
                    <a:pt x="6681" y="1148"/>
                  </a:lnTo>
                  <a:lnTo>
                    <a:pt x="6382" y="802"/>
                  </a:lnTo>
                  <a:lnTo>
                    <a:pt x="6021" y="535"/>
                  </a:lnTo>
                  <a:lnTo>
                    <a:pt x="5612" y="331"/>
                  </a:lnTo>
                  <a:lnTo>
                    <a:pt x="4905" y="111"/>
                  </a:lnTo>
                  <a:lnTo>
                    <a:pt x="3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2"/>
            <p:cNvSpPr/>
            <p:nvPr/>
          </p:nvSpPr>
          <p:spPr>
            <a:xfrm>
              <a:off x="2821033" y="3997377"/>
              <a:ext cx="191260" cy="160968"/>
            </a:xfrm>
            <a:custGeom>
              <a:rect b="b" l="l" r="r" t="t"/>
              <a:pathLst>
                <a:path extrusionOk="0" h="5690" w="6759">
                  <a:moveTo>
                    <a:pt x="1965" y="0"/>
                  </a:moveTo>
                  <a:lnTo>
                    <a:pt x="1588" y="32"/>
                  </a:lnTo>
                  <a:lnTo>
                    <a:pt x="990" y="283"/>
                  </a:lnTo>
                  <a:lnTo>
                    <a:pt x="550" y="723"/>
                  </a:lnTo>
                  <a:lnTo>
                    <a:pt x="252" y="1289"/>
                  </a:lnTo>
                  <a:lnTo>
                    <a:pt x="63" y="1949"/>
                  </a:lnTo>
                  <a:lnTo>
                    <a:pt x="0" y="2656"/>
                  </a:lnTo>
                  <a:lnTo>
                    <a:pt x="32" y="3364"/>
                  </a:lnTo>
                  <a:lnTo>
                    <a:pt x="157" y="4024"/>
                  </a:lnTo>
                  <a:lnTo>
                    <a:pt x="252" y="4307"/>
                  </a:lnTo>
                  <a:lnTo>
                    <a:pt x="362" y="4590"/>
                  </a:lnTo>
                  <a:lnTo>
                    <a:pt x="676" y="5046"/>
                  </a:lnTo>
                  <a:lnTo>
                    <a:pt x="1100" y="5344"/>
                  </a:lnTo>
                  <a:lnTo>
                    <a:pt x="1635" y="5533"/>
                  </a:lnTo>
                  <a:lnTo>
                    <a:pt x="1933" y="5580"/>
                  </a:lnTo>
                  <a:lnTo>
                    <a:pt x="2484" y="5659"/>
                  </a:lnTo>
                  <a:lnTo>
                    <a:pt x="3631" y="5690"/>
                  </a:lnTo>
                  <a:lnTo>
                    <a:pt x="5360" y="5580"/>
                  </a:lnTo>
                  <a:lnTo>
                    <a:pt x="6492" y="5438"/>
                  </a:lnTo>
                  <a:lnTo>
                    <a:pt x="6617" y="5407"/>
                  </a:lnTo>
                  <a:lnTo>
                    <a:pt x="6759" y="5234"/>
                  </a:lnTo>
                  <a:lnTo>
                    <a:pt x="6759" y="5014"/>
                  </a:lnTo>
                  <a:lnTo>
                    <a:pt x="6617" y="4857"/>
                  </a:lnTo>
                  <a:lnTo>
                    <a:pt x="6492" y="4857"/>
                  </a:lnTo>
                  <a:lnTo>
                    <a:pt x="5454" y="4983"/>
                  </a:lnTo>
                  <a:lnTo>
                    <a:pt x="3395" y="5077"/>
                  </a:lnTo>
                  <a:lnTo>
                    <a:pt x="2358" y="5030"/>
                  </a:lnTo>
                  <a:lnTo>
                    <a:pt x="1996" y="4983"/>
                  </a:lnTo>
                  <a:lnTo>
                    <a:pt x="1383" y="4715"/>
                  </a:lnTo>
                  <a:lnTo>
                    <a:pt x="959" y="4275"/>
                  </a:lnTo>
                  <a:lnTo>
                    <a:pt x="723" y="3662"/>
                  </a:lnTo>
                  <a:lnTo>
                    <a:pt x="676" y="3317"/>
                  </a:lnTo>
                  <a:lnTo>
                    <a:pt x="645" y="2939"/>
                  </a:lnTo>
                  <a:lnTo>
                    <a:pt x="660" y="2059"/>
                  </a:lnTo>
                  <a:lnTo>
                    <a:pt x="818" y="1415"/>
                  </a:lnTo>
                  <a:lnTo>
                    <a:pt x="1006" y="1053"/>
                  </a:lnTo>
                  <a:lnTo>
                    <a:pt x="1289" y="770"/>
                  </a:lnTo>
                  <a:lnTo>
                    <a:pt x="1698" y="613"/>
                  </a:lnTo>
                  <a:lnTo>
                    <a:pt x="1965" y="582"/>
                  </a:lnTo>
                  <a:lnTo>
                    <a:pt x="2091" y="566"/>
                  </a:lnTo>
                  <a:lnTo>
                    <a:pt x="2232" y="393"/>
                  </a:lnTo>
                  <a:lnTo>
                    <a:pt x="2232" y="173"/>
                  </a:lnTo>
                  <a:lnTo>
                    <a:pt x="2091" y="16"/>
                  </a:lnTo>
                  <a:lnTo>
                    <a:pt x="19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2"/>
            <p:cNvSpPr/>
            <p:nvPr/>
          </p:nvSpPr>
          <p:spPr>
            <a:xfrm>
              <a:off x="2993584" y="4140558"/>
              <a:ext cx="76091" cy="76043"/>
            </a:xfrm>
            <a:custGeom>
              <a:rect b="b" l="l" r="r" t="t"/>
              <a:pathLst>
                <a:path extrusionOk="0" h="2688" w="2689">
                  <a:moveTo>
                    <a:pt x="331" y="0"/>
                  </a:moveTo>
                  <a:lnTo>
                    <a:pt x="126" y="63"/>
                  </a:lnTo>
                  <a:lnTo>
                    <a:pt x="1" y="236"/>
                  </a:lnTo>
                  <a:lnTo>
                    <a:pt x="16" y="377"/>
                  </a:lnTo>
                  <a:lnTo>
                    <a:pt x="126" y="786"/>
                  </a:lnTo>
                  <a:lnTo>
                    <a:pt x="551" y="1541"/>
                  </a:lnTo>
                  <a:lnTo>
                    <a:pt x="1148" y="2138"/>
                  </a:lnTo>
                  <a:lnTo>
                    <a:pt x="1903" y="2547"/>
                  </a:lnTo>
                  <a:lnTo>
                    <a:pt x="2311" y="2672"/>
                  </a:lnTo>
                  <a:lnTo>
                    <a:pt x="2453" y="2688"/>
                  </a:lnTo>
                  <a:lnTo>
                    <a:pt x="2626" y="2562"/>
                  </a:lnTo>
                  <a:lnTo>
                    <a:pt x="2688" y="2342"/>
                  </a:lnTo>
                  <a:lnTo>
                    <a:pt x="2594" y="2154"/>
                  </a:lnTo>
                  <a:lnTo>
                    <a:pt x="2468" y="2106"/>
                  </a:lnTo>
                  <a:lnTo>
                    <a:pt x="2123" y="1996"/>
                  </a:lnTo>
                  <a:lnTo>
                    <a:pt x="1510" y="1666"/>
                  </a:lnTo>
                  <a:lnTo>
                    <a:pt x="1022" y="1179"/>
                  </a:lnTo>
                  <a:lnTo>
                    <a:pt x="677" y="566"/>
                  </a:lnTo>
                  <a:lnTo>
                    <a:pt x="582" y="220"/>
                  </a:lnTo>
                  <a:lnTo>
                    <a:pt x="535" y="95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2"/>
            <p:cNvSpPr/>
            <p:nvPr/>
          </p:nvSpPr>
          <p:spPr>
            <a:xfrm>
              <a:off x="2893076" y="4071188"/>
              <a:ext cx="15592" cy="16917"/>
            </a:xfrm>
            <a:custGeom>
              <a:rect b="b" l="l" r="r" t="t"/>
              <a:pathLst>
                <a:path extrusionOk="0" h="598" w="551">
                  <a:moveTo>
                    <a:pt x="268" y="0"/>
                  </a:moveTo>
                  <a:lnTo>
                    <a:pt x="142" y="32"/>
                  </a:lnTo>
                  <a:lnTo>
                    <a:pt x="0" y="189"/>
                  </a:lnTo>
                  <a:lnTo>
                    <a:pt x="0" y="409"/>
                  </a:lnTo>
                  <a:lnTo>
                    <a:pt x="142" y="582"/>
                  </a:lnTo>
                  <a:lnTo>
                    <a:pt x="268" y="598"/>
                  </a:lnTo>
                  <a:lnTo>
                    <a:pt x="409" y="582"/>
                  </a:lnTo>
                  <a:lnTo>
                    <a:pt x="551" y="409"/>
                  </a:lnTo>
                  <a:lnTo>
                    <a:pt x="551" y="189"/>
                  </a:lnTo>
                  <a:lnTo>
                    <a:pt x="409" y="32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2"/>
            <p:cNvSpPr/>
            <p:nvPr/>
          </p:nvSpPr>
          <p:spPr>
            <a:xfrm>
              <a:off x="2932662" y="4071188"/>
              <a:ext cx="17827" cy="16917"/>
            </a:xfrm>
            <a:custGeom>
              <a:rect b="b" l="l" r="r" t="t"/>
              <a:pathLst>
                <a:path extrusionOk="0" h="598" w="630">
                  <a:moveTo>
                    <a:pt x="268" y="0"/>
                  </a:moveTo>
                  <a:lnTo>
                    <a:pt x="142" y="32"/>
                  </a:lnTo>
                  <a:lnTo>
                    <a:pt x="0" y="189"/>
                  </a:lnTo>
                  <a:lnTo>
                    <a:pt x="0" y="409"/>
                  </a:lnTo>
                  <a:lnTo>
                    <a:pt x="142" y="582"/>
                  </a:lnTo>
                  <a:lnTo>
                    <a:pt x="268" y="598"/>
                  </a:lnTo>
                  <a:lnTo>
                    <a:pt x="362" y="598"/>
                  </a:lnTo>
                  <a:lnTo>
                    <a:pt x="488" y="582"/>
                  </a:lnTo>
                  <a:lnTo>
                    <a:pt x="629" y="409"/>
                  </a:lnTo>
                  <a:lnTo>
                    <a:pt x="629" y="189"/>
                  </a:lnTo>
                  <a:lnTo>
                    <a:pt x="488" y="32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2"/>
            <p:cNvSpPr/>
            <p:nvPr/>
          </p:nvSpPr>
          <p:spPr>
            <a:xfrm>
              <a:off x="2974456" y="4071188"/>
              <a:ext cx="15592" cy="16917"/>
            </a:xfrm>
            <a:custGeom>
              <a:rect b="b" l="l" r="r" t="t"/>
              <a:pathLst>
                <a:path extrusionOk="0" h="598" w="551">
                  <a:moveTo>
                    <a:pt x="284" y="0"/>
                  </a:moveTo>
                  <a:lnTo>
                    <a:pt x="142" y="32"/>
                  </a:lnTo>
                  <a:lnTo>
                    <a:pt x="1" y="189"/>
                  </a:lnTo>
                  <a:lnTo>
                    <a:pt x="1" y="409"/>
                  </a:lnTo>
                  <a:lnTo>
                    <a:pt x="142" y="582"/>
                  </a:lnTo>
                  <a:lnTo>
                    <a:pt x="284" y="598"/>
                  </a:lnTo>
                  <a:lnTo>
                    <a:pt x="410" y="582"/>
                  </a:lnTo>
                  <a:lnTo>
                    <a:pt x="551" y="409"/>
                  </a:lnTo>
                  <a:lnTo>
                    <a:pt x="551" y="189"/>
                  </a:lnTo>
                  <a:lnTo>
                    <a:pt x="410" y="32"/>
                  </a:lnTo>
                  <a:lnTo>
                    <a:pt x="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2"/>
            <p:cNvSpPr txBox="1"/>
            <p:nvPr/>
          </p:nvSpPr>
          <p:spPr>
            <a:xfrm>
              <a:off x="3138175" y="4003013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is the closest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7" name="Google Shape;807;p22"/>
            <p:cNvSpPr txBox="1"/>
            <p:nvPr/>
          </p:nvSpPr>
          <p:spPr>
            <a:xfrm>
              <a:off x="3138175" y="4311438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is the hottest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8" name="Google Shape;808;p22"/>
          <p:cNvGrpSpPr/>
          <p:nvPr/>
        </p:nvGrpSpPr>
        <p:grpSpPr>
          <a:xfrm>
            <a:off x="6749465" y="3242728"/>
            <a:ext cx="1818016" cy="1422925"/>
            <a:chOff x="6749465" y="3242728"/>
            <a:chExt cx="1818016" cy="1422925"/>
          </a:xfrm>
        </p:grpSpPr>
        <p:sp>
          <p:nvSpPr>
            <p:cNvPr id="809" name="Google Shape;809;p22"/>
            <p:cNvSpPr/>
            <p:nvPr/>
          </p:nvSpPr>
          <p:spPr>
            <a:xfrm>
              <a:off x="6768516" y="3242728"/>
              <a:ext cx="1798965" cy="142292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2"/>
            <p:cNvSpPr/>
            <p:nvPr/>
          </p:nvSpPr>
          <p:spPr>
            <a:xfrm>
              <a:off x="6749465" y="3242728"/>
              <a:ext cx="1798965" cy="142292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2"/>
            <p:cNvSpPr txBox="1"/>
            <p:nvPr/>
          </p:nvSpPr>
          <p:spPr>
            <a:xfrm>
              <a:off x="6850947" y="3276858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Hobbies</a:t>
              </a:r>
              <a:endParaRPr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812" name="Google Shape;812;p22"/>
            <p:cNvGrpSpPr/>
            <p:nvPr/>
          </p:nvGrpSpPr>
          <p:grpSpPr>
            <a:xfrm>
              <a:off x="6954400" y="3657427"/>
              <a:ext cx="183121" cy="272923"/>
              <a:chOff x="6954400" y="3657427"/>
              <a:chExt cx="183121" cy="272923"/>
            </a:xfrm>
          </p:grpSpPr>
          <p:sp>
            <p:nvSpPr>
              <p:cNvPr id="813" name="Google Shape;813;p22"/>
              <p:cNvSpPr/>
              <p:nvPr/>
            </p:nvSpPr>
            <p:spPr>
              <a:xfrm>
                <a:off x="6954400" y="3657427"/>
                <a:ext cx="183121" cy="272923"/>
              </a:xfrm>
              <a:custGeom>
                <a:rect b="b" l="l" r="r" t="t"/>
                <a:pathLst>
                  <a:path extrusionOk="0" h="10941" w="7341">
                    <a:moveTo>
                      <a:pt x="3726" y="582"/>
                    </a:moveTo>
                    <a:lnTo>
                      <a:pt x="4150" y="614"/>
                    </a:lnTo>
                    <a:lnTo>
                      <a:pt x="4905" y="849"/>
                    </a:lnTo>
                    <a:lnTo>
                      <a:pt x="5533" y="1290"/>
                    </a:lnTo>
                    <a:lnTo>
                      <a:pt x="6021" y="1871"/>
                    </a:lnTo>
                    <a:lnTo>
                      <a:pt x="6382" y="2563"/>
                    </a:lnTo>
                    <a:lnTo>
                      <a:pt x="6618" y="3317"/>
                    </a:lnTo>
                    <a:lnTo>
                      <a:pt x="6728" y="4119"/>
                    </a:lnTo>
                    <a:lnTo>
                      <a:pt x="6712" y="4905"/>
                    </a:lnTo>
                    <a:lnTo>
                      <a:pt x="6649" y="5266"/>
                    </a:lnTo>
                    <a:lnTo>
                      <a:pt x="6571" y="5628"/>
                    </a:lnTo>
                    <a:lnTo>
                      <a:pt x="6351" y="6335"/>
                    </a:lnTo>
                    <a:lnTo>
                      <a:pt x="5895" y="7325"/>
                    </a:lnTo>
                    <a:lnTo>
                      <a:pt x="5093" y="8551"/>
                    </a:lnTo>
                    <a:lnTo>
                      <a:pt x="4197" y="9714"/>
                    </a:lnTo>
                    <a:lnTo>
                      <a:pt x="3762" y="10236"/>
                    </a:lnTo>
                    <a:lnTo>
                      <a:pt x="3459" y="9903"/>
                    </a:lnTo>
                    <a:lnTo>
                      <a:pt x="2516" y="8787"/>
                    </a:lnTo>
                    <a:lnTo>
                      <a:pt x="1667" y="7608"/>
                    </a:lnTo>
                    <a:lnTo>
                      <a:pt x="1164" y="6649"/>
                    </a:lnTo>
                    <a:lnTo>
                      <a:pt x="897" y="5958"/>
                    </a:lnTo>
                    <a:lnTo>
                      <a:pt x="802" y="5612"/>
                    </a:lnTo>
                    <a:lnTo>
                      <a:pt x="708" y="5219"/>
                    </a:lnTo>
                    <a:lnTo>
                      <a:pt x="645" y="4386"/>
                    </a:lnTo>
                    <a:lnTo>
                      <a:pt x="708" y="3537"/>
                    </a:lnTo>
                    <a:lnTo>
                      <a:pt x="928" y="2704"/>
                    </a:lnTo>
                    <a:lnTo>
                      <a:pt x="1274" y="1950"/>
                    </a:lnTo>
                    <a:lnTo>
                      <a:pt x="1777" y="1321"/>
                    </a:lnTo>
                    <a:lnTo>
                      <a:pt x="2437" y="849"/>
                    </a:lnTo>
                    <a:lnTo>
                      <a:pt x="3239" y="598"/>
                    </a:lnTo>
                    <a:lnTo>
                      <a:pt x="3726" y="582"/>
                    </a:lnTo>
                    <a:close/>
                    <a:moveTo>
                      <a:pt x="3349" y="1"/>
                    </a:moveTo>
                    <a:lnTo>
                      <a:pt x="2641" y="174"/>
                    </a:lnTo>
                    <a:lnTo>
                      <a:pt x="1997" y="472"/>
                    </a:lnTo>
                    <a:lnTo>
                      <a:pt x="1431" y="897"/>
                    </a:lnTo>
                    <a:lnTo>
                      <a:pt x="959" y="1415"/>
                    </a:lnTo>
                    <a:lnTo>
                      <a:pt x="567" y="2013"/>
                    </a:lnTo>
                    <a:lnTo>
                      <a:pt x="268" y="2673"/>
                    </a:lnTo>
                    <a:lnTo>
                      <a:pt x="79" y="3364"/>
                    </a:lnTo>
                    <a:lnTo>
                      <a:pt x="32" y="3726"/>
                    </a:lnTo>
                    <a:lnTo>
                      <a:pt x="1" y="4260"/>
                    </a:lnTo>
                    <a:lnTo>
                      <a:pt x="95" y="5282"/>
                    </a:lnTo>
                    <a:lnTo>
                      <a:pt x="362" y="6241"/>
                    </a:lnTo>
                    <a:lnTo>
                      <a:pt x="771" y="7184"/>
                    </a:lnTo>
                    <a:lnTo>
                      <a:pt x="1290" y="8064"/>
                    </a:lnTo>
                    <a:lnTo>
                      <a:pt x="1887" y="8913"/>
                    </a:lnTo>
                    <a:lnTo>
                      <a:pt x="2861" y="10107"/>
                    </a:lnTo>
                    <a:lnTo>
                      <a:pt x="3537" y="10862"/>
                    </a:lnTo>
                    <a:lnTo>
                      <a:pt x="3631" y="10940"/>
                    </a:lnTo>
                    <a:lnTo>
                      <a:pt x="3852" y="10925"/>
                    </a:lnTo>
                    <a:lnTo>
                      <a:pt x="4009" y="10783"/>
                    </a:lnTo>
                    <a:lnTo>
                      <a:pt x="4056" y="10783"/>
                    </a:lnTo>
                    <a:lnTo>
                      <a:pt x="4150" y="10705"/>
                    </a:lnTo>
                    <a:lnTo>
                      <a:pt x="4747" y="9966"/>
                    </a:lnTo>
                    <a:lnTo>
                      <a:pt x="5926" y="8394"/>
                    </a:lnTo>
                    <a:lnTo>
                      <a:pt x="6634" y="7121"/>
                    </a:lnTo>
                    <a:lnTo>
                      <a:pt x="6995" y="6241"/>
                    </a:lnTo>
                    <a:lnTo>
                      <a:pt x="7247" y="5329"/>
                    </a:lnTo>
                    <a:lnTo>
                      <a:pt x="7341" y="4355"/>
                    </a:lnTo>
                    <a:lnTo>
                      <a:pt x="7325" y="3867"/>
                    </a:lnTo>
                    <a:lnTo>
                      <a:pt x="7294" y="3506"/>
                    </a:lnTo>
                    <a:lnTo>
                      <a:pt x="7121" y="2798"/>
                    </a:lnTo>
                    <a:lnTo>
                      <a:pt x="6854" y="2123"/>
                    </a:lnTo>
                    <a:lnTo>
                      <a:pt x="6476" y="1510"/>
                    </a:lnTo>
                    <a:lnTo>
                      <a:pt x="6005" y="959"/>
                    </a:lnTo>
                    <a:lnTo>
                      <a:pt x="5439" y="504"/>
                    </a:lnTo>
                    <a:lnTo>
                      <a:pt x="4810" y="189"/>
                    </a:lnTo>
                    <a:lnTo>
                      <a:pt x="4103" y="16"/>
                    </a:lnTo>
                    <a:lnTo>
                      <a:pt x="37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22"/>
              <p:cNvSpPr/>
              <p:nvPr/>
            </p:nvSpPr>
            <p:spPr>
              <a:xfrm>
                <a:off x="6989696" y="3703701"/>
                <a:ext cx="109808" cy="109808"/>
              </a:xfrm>
              <a:custGeom>
                <a:rect b="b" l="l" r="r" t="t"/>
                <a:pathLst>
                  <a:path extrusionOk="0" h="4402" w="4402">
                    <a:moveTo>
                      <a:pt x="2551" y="439"/>
                    </a:moveTo>
                    <a:lnTo>
                      <a:pt x="2625" y="613"/>
                    </a:lnTo>
                    <a:lnTo>
                      <a:pt x="2735" y="676"/>
                    </a:lnTo>
                    <a:lnTo>
                      <a:pt x="3050" y="833"/>
                    </a:lnTo>
                    <a:lnTo>
                      <a:pt x="3490" y="1258"/>
                    </a:lnTo>
                    <a:lnTo>
                      <a:pt x="3710" y="1792"/>
                    </a:lnTo>
                    <a:lnTo>
                      <a:pt x="3757" y="2374"/>
                    </a:lnTo>
                    <a:lnTo>
                      <a:pt x="3600" y="2924"/>
                    </a:lnTo>
                    <a:lnTo>
                      <a:pt x="3301" y="3395"/>
                    </a:lnTo>
                    <a:lnTo>
                      <a:pt x="2829" y="3710"/>
                    </a:lnTo>
                    <a:lnTo>
                      <a:pt x="2232" y="3836"/>
                    </a:lnTo>
                    <a:lnTo>
                      <a:pt x="1886" y="3773"/>
                    </a:lnTo>
                    <a:lnTo>
                      <a:pt x="1541" y="3678"/>
                    </a:lnTo>
                    <a:lnTo>
                      <a:pt x="1038" y="3333"/>
                    </a:lnTo>
                    <a:lnTo>
                      <a:pt x="739" y="2861"/>
                    </a:lnTo>
                    <a:lnTo>
                      <a:pt x="645" y="2311"/>
                    </a:lnTo>
                    <a:lnTo>
                      <a:pt x="723" y="1761"/>
                    </a:lnTo>
                    <a:lnTo>
                      <a:pt x="975" y="1242"/>
                    </a:lnTo>
                    <a:lnTo>
                      <a:pt x="1399" y="849"/>
                    </a:lnTo>
                    <a:lnTo>
                      <a:pt x="1965" y="613"/>
                    </a:lnTo>
                    <a:lnTo>
                      <a:pt x="2311" y="598"/>
                    </a:lnTo>
                    <a:lnTo>
                      <a:pt x="2437" y="566"/>
                    </a:lnTo>
                    <a:lnTo>
                      <a:pt x="2551" y="439"/>
                    </a:lnTo>
                    <a:close/>
                    <a:moveTo>
                      <a:pt x="2311" y="0"/>
                    </a:moveTo>
                    <a:lnTo>
                      <a:pt x="1902" y="32"/>
                    </a:lnTo>
                    <a:lnTo>
                      <a:pt x="1116" y="315"/>
                    </a:lnTo>
                    <a:lnTo>
                      <a:pt x="629" y="692"/>
                    </a:lnTo>
                    <a:lnTo>
                      <a:pt x="378" y="1006"/>
                    </a:lnTo>
                    <a:lnTo>
                      <a:pt x="173" y="1352"/>
                    </a:lnTo>
                    <a:lnTo>
                      <a:pt x="47" y="1761"/>
                    </a:lnTo>
                    <a:lnTo>
                      <a:pt x="16" y="1965"/>
                    </a:lnTo>
                    <a:lnTo>
                      <a:pt x="0" y="2169"/>
                    </a:lnTo>
                    <a:lnTo>
                      <a:pt x="47" y="2578"/>
                    </a:lnTo>
                    <a:lnTo>
                      <a:pt x="236" y="3160"/>
                    </a:lnTo>
                    <a:lnTo>
                      <a:pt x="723" y="3820"/>
                    </a:lnTo>
                    <a:lnTo>
                      <a:pt x="1226" y="4166"/>
                    </a:lnTo>
                    <a:lnTo>
                      <a:pt x="1603" y="4323"/>
                    </a:lnTo>
                    <a:lnTo>
                      <a:pt x="1808" y="4370"/>
                    </a:lnTo>
                    <a:lnTo>
                      <a:pt x="2012" y="4401"/>
                    </a:lnTo>
                    <a:lnTo>
                      <a:pt x="2421" y="4386"/>
                    </a:lnTo>
                    <a:lnTo>
                      <a:pt x="3018" y="4244"/>
                    </a:lnTo>
                    <a:lnTo>
                      <a:pt x="3710" y="3804"/>
                    </a:lnTo>
                    <a:lnTo>
                      <a:pt x="4103" y="3333"/>
                    </a:lnTo>
                    <a:lnTo>
                      <a:pt x="4276" y="2971"/>
                    </a:lnTo>
                    <a:lnTo>
                      <a:pt x="4338" y="2767"/>
                    </a:lnTo>
                    <a:lnTo>
                      <a:pt x="4386" y="2562"/>
                    </a:lnTo>
                    <a:lnTo>
                      <a:pt x="4401" y="2138"/>
                    </a:lnTo>
                    <a:lnTo>
                      <a:pt x="4354" y="1729"/>
                    </a:lnTo>
                    <a:lnTo>
                      <a:pt x="4213" y="1352"/>
                    </a:lnTo>
                    <a:lnTo>
                      <a:pt x="3898" y="833"/>
                    </a:lnTo>
                    <a:lnTo>
                      <a:pt x="3270" y="283"/>
                    </a:lnTo>
                    <a:lnTo>
                      <a:pt x="2892" y="110"/>
                    </a:lnTo>
                    <a:lnTo>
                      <a:pt x="2767" y="79"/>
                    </a:lnTo>
                    <a:lnTo>
                      <a:pt x="2594" y="189"/>
                    </a:lnTo>
                    <a:lnTo>
                      <a:pt x="2578" y="240"/>
                    </a:lnTo>
                    <a:lnTo>
                      <a:pt x="2578" y="189"/>
                    </a:lnTo>
                    <a:lnTo>
                      <a:pt x="2437" y="16"/>
                    </a:lnTo>
                    <a:lnTo>
                      <a:pt x="23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5" name="Google Shape;815;p22"/>
            <p:cNvGrpSpPr/>
            <p:nvPr/>
          </p:nvGrpSpPr>
          <p:grpSpPr>
            <a:xfrm>
              <a:off x="6943037" y="4031971"/>
              <a:ext cx="205869" cy="196461"/>
              <a:chOff x="4493264" y="310909"/>
              <a:chExt cx="164524" cy="157006"/>
            </a:xfrm>
          </p:grpSpPr>
          <p:sp>
            <p:nvSpPr>
              <p:cNvPr id="816" name="Google Shape;816;p22"/>
              <p:cNvSpPr/>
              <p:nvPr/>
            </p:nvSpPr>
            <p:spPr>
              <a:xfrm>
                <a:off x="4493264" y="408668"/>
                <a:ext cx="76172" cy="59247"/>
              </a:xfrm>
              <a:custGeom>
                <a:rect b="b" l="l" r="r" t="t"/>
                <a:pathLst>
                  <a:path extrusionOk="0" h="2972" w="3821">
                    <a:moveTo>
                      <a:pt x="2736" y="582"/>
                    </a:moveTo>
                    <a:lnTo>
                      <a:pt x="3160" y="645"/>
                    </a:lnTo>
                    <a:lnTo>
                      <a:pt x="3286" y="645"/>
                    </a:lnTo>
                    <a:lnTo>
                      <a:pt x="3333" y="613"/>
                    </a:lnTo>
                    <a:lnTo>
                      <a:pt x="3333" y="613"/>
                    </a:lnTo>
                    <a:lnTo>
                      <a:pt x="3239" y="708"/>
                    </a:lnTo>
                    <a:lnTo>
                      <a:pt x="3223" y="834"/>
                    </a:lnTo>
                    <a:lnTo>
                      <a:pt x="3223" y="1054"/>
                    </a:lnTo>
                    <a:lnTo>
                      <a:pt x="3129" y="1447"/>
                    </a:lnTo>
                    <a:lnTo>
                      <a:pt x="2909" y="1792"/>
                    </a:lnTo>
                    <a:lnTo>
                      <a:pt x="2610" y="2075"/>
                    </a:lnTo>
                    <a:lnTo>
                      <a:pt x="2264" y="2295"/>
                    </a:lnTo>
                    <a:lnTo>
                      <a:pt x="1871" y="2405"/>
                    </a:lnTo>
                    <a:lnTo>
                      <a:pt x="1463" y="2421"/>
                    </a:lnTo>
                    <a:lnTo>
                      <a:pt x="1054" y="2311"/>
                    </a:lnTo>
                    <a:lnTo>
                      <a:pt x="865" y="2201"/>
                    </a:lnTo>
                    <a:lnTo>
                      <a:pt x="740" y="2107"/>
                    </a:lnTo>
                    <a:lnTo>
                      <a:pt x="614" y="1902"/>
                    </a:lnTo>
                    <a:lnTo>
                      <a:pt x="598" y="1698"/>
                    </a:lnTo>
                    <a:lnTo>
                      <a:pt x="693" y="1509"/>
                    </a:lnTo>
                    <a:lnTo>
                      <a:pt x="928" y="1226"/>
                    </a:lnTo>
                    <a:lnTo>
                      <a:pt x="1337" y="912"/>
                    </a:lnTo>
                    <a:lnTo>
                      <a:pt x="1510" y="834"/>
                    </a:lnTo>
                    <a:lnTo>
                      <a:pt x="1903" y="661"/>
                    </a:lnTo>
                    <a:lnTo>
                      <a:pt x="2736" y="582"/>
                    </a:lnTo>
                    <a:close/>
                    <a:moveTo>
                      <a:pt x="2296" y="0"/>
                    </a:moveTo>
                    <a:lnTo>
                      <a:pt x="1620" y="142"/>
                    </a:lnTo>
                    <a:lnTo>
                      <a:pt x="1007" y="425"/>
                    </a:lnTo>
                    <a:lnTo>
                      <a:pt x="724" y="629"/>
                    </a:lnTo>
                    <a:lnTo>
                      <a:pt x="520" y="802"/>
                    </a:lnTo>
                    <a:lnTo>
                      <a:pt x="174" y="1242"/>
                    </a:lnTo>
                    <a:lnTo>
                      <a:pt x="1" y="1729"/>
                    </a:lnTo>
                    <a:lnTo>
                      <a:pt x="48" y="2107"/>
                    </a:lnTo>
                    <a:lnTo>
                      <a:pt x="158" y="2342"/>
                    </a:lnTo>
                    <a:lnTo>
                      <a:pt x="252" y="2468"/>
                    </a:lnTo>
                    <a:lnTo>
                      <a:pt x="472" y="2673"/>
                    </a:lnTo>
                    <a:lnTo>
                      <a:pt x="1038" y="2908"/>
                    </a:lnTo>
                    <a:lnTo>
                      <a:pt x="1683" y="2971"/>
                    </a:lnTo>
                    <a:lnTo>
                      <a:pt x="2311" y="2877"/>
                    </a:lnTo>
                    <a:lnTo>
                      <a:pt x="2579" y="2783"/>
                    </a:lnTo>
                    <a:lnTo>
                      <a:pt x="2862" y="2641"/>
                    </a:lnTo>
                    <a:lnTo>
                      <a:pt x="3333" y="2264"/>
                    </a:lnTo>
                    <a:lnTo>
                      <a:pt x="3663" y="1745"/>
                    </a:lnTo>
                    <a:lnTo>
                      <a:pt x="3820" y="1164"/>
                    </a:lnTo>
                    <a:lnTo>
                      <a:pt x="3805" y="834"/>
                    </a:lnTo>
                    <a:lnTo>
                      <a:pt x="3789" y="708"/>
                    </a:lnTo>
                    <a:lnTo>
                      <a:pt x="3600" y="566"/>
                    </a:lnTo>
                    <a:lnTo>
                      <a:pt x="3404" y="566"/>
                    </a:lnTo>
                    <a:lnTo>
                      <a:pt x="3475" y="519"/>
                    </a:lnTo>
                    <a:lnTo>
                      <a:pt x="3537" y="299"/>
                    </a:lnTo>
                    <a:lnTo>
                      <a:pt x="3443" y="111"/>
                    </a:lnTo>
                    <a:lnTo>
                      <a:pt x="3317" y="79"/>
                    </a:lnTo>
                    <a:lnTo>
                      <a:pt x="2972" y="16"/>
                    </a:lnTo>
                    <a:lnTo>
                      <a:pt x="229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22"/>
              <p:cNvSpPr/>
              <p:nvPr/>
            </p:nvSpPr>
            <p:spPr>
              <a:xfrm>
                <a:off x="4557515" y="315294"/>
                <a:ext cx="11921" cy="116899"/>
              </a:xfrm>
              <a:custGeom>
                <a:rect b="b" l="l" r="r" t="t"/>
                <a:pathLst>
                  <a:path extrusionOk="0" h="5864" w="598">
                    <a:moveTo>
                      <a:pt x="204" y="1"/>
                    </a:moveTo>
                    <a:lnTo>
                      <a:pt x="32" y="142"/>
                    </a:lnTo>
                    <a:lnTo>
                      <a:pt x="16" y="268"/>
                    </a:lnTo>
                    <a:lnTo>
                      <a:pt x="16" y="2924"/>
                    </a:lnTo>
                    <a:lnTo>
                      <a:pt x="0" y="5596"/>
                    </a:lnTo>
                    <a:lnTo>
                      <a:pt x="32" y="5722"/>
                    </a:lnTo>
                    <a:lnTo>
                      <a:pt x="189" y="5863"/>
                    </a:lnTo>
                    <a:lnTo>
                      <a:pt x="409" y="5863"/>
                    </a:lnTo>
                    <a:lnTo>
                      <a:pt x="582" y="5722"/>
                    </a:lnTo>
                    <a:lnTo>
                      <a:pt x="597" y="5596"/>
                    </a:lnTo>
                    <a:lnTo>
                      <a:pt x="597" y="2924"/>
                    </a:lnTo>
                    <a:lnTo>
                      <a:pt x="597" y="268"/>
                    </a:lnTo>
                    <a:lnTo>
                      <a:pt x="582" y="142"/>
                    </a:lnTo>
                    <a:lnTo>
                      <a:pt x="4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22"/>
              <p:cNvSpPr/>
              <p:nvPr/>
            </p:nvSpPr>
            <p:spPr>
              <a:xfrm>
                <a:off x="4581636" y="404601"/>
                <a:ext cx="75853" cy="58928"/>
              </a:xfrm>
              <a:custGeom>
                <a:rect b="b" l="l" r="r" t="t"/>
                <a:pathLst>
                  <a:path extrusionOk="0" h="2956" w="3805">
                    <a:moveTo>
                      <a:pt x="2735" y="566"/>
                    </a:moveTo>
                    <a:lnTo>
                      <a:pt x="3160" y="629"/>
                    </a:lnTo>
                    <a:lnTo>
                      <a:pt x="3285" y="629"/>
                    </a:lnTo>
                    <a:lnTo>
                      <a:pt x="3312" y="611"/>
                    </a:lnTo>
                    <a:lnTo>
                      <a:pt x="3223" y="692"/>
                    </a:lnTo>
                    <a:lnTo>
                      <a:pt x="3223" y="833"/>
                    </a:lnTo>
                    <a:lnTo>
                      <a:pt x="3223" y="1038"/>
                    </a:lnTo>
                    <a:lnTo>
                      <a:pt x="3113" y="1430"/>
                    </a:lnTo>
                    <a:lnTo>
                      <a:pt x="2908" y="1776"/>
                    </a:lnTo>
                    <a:lnTo>
                      <a:pt x="2610" y="2059"/>
                    </a:lnTo>
                    <a:lnTo>
                      <a:pt x="2248" y="2279"/>
                    </a:lnTo>
                    <a:lnTo>
                      <a:pt x="1855" y="2389"/>
                    </a:lnTo>
                    <a:lnTo>
                      <a:pt x="1446" y="2405"/>
                    </a:lnTo>
                    <a:lnTo>
                      <a:pt x="1053" y="2295"/>
                    </a:lnTo>
                    <a:lnTo>
                      <a:pt x="865" y="2185"/>
                    </a:lnTo>
                    <a:lnTo>
                      <a:pt x="739" y="2091"/>
                    </a:lnTo>
                    <a:lnTo>
                      <a:pt x="613" y="1902"/>
                    </a:lnTo>
                    <a:lnTo>
                      <a:pt x="598" y="1698"/>
                    </a:lnTo>
                    <a:lnTo>
                      <a:pt x="676" y="1493"/>
                    </a:lnTo>
                    <a:lnTo>
                      <a:pt x="912" y="1210"/>
                    </a:lnTo>
                    <a:lnTo>
                      <a:pt x="1321" y="912"/>
                    </a:lnTo>
                    <a:lnTo>
                      <a:pt x="1494" y="817"/>
                    </a:lnTo>
                    <a:lnTo>
                      <a:pt x="1902" y="645"/>
                    </a:lnTo>
                    <a:lnTo>
                      <a:pt x="2735" y="566"/>
                    </a:lnTo>
                    <a:close/>
                    <a:moveTo>
                      <a:pt x="2279" y="0"/>
                    </a:moveTo>
                    <a:lnTo>
                      <a:pt x="1619" y="126"/>
                    </a:lnTo>
                    <a:lnTo>
                      <a:pt x="991" y="409"/>
                    </a:lnTo>
                    <a:lnTo>
                      <a:pt x="708" y="613"/>
                    </a:lnTo>
                    <a:lnTo>
                      <a:pt x="503" y="786"/>
                    </a:lnTo>
                    <a:lnTo>
                      <a:pt x="173" y="1226"/>
                    </a:lnTo>
                    <a:lnTo>
                      <a:pt x="0" y="1713"/>
                    </a:lnTo>
                    <a:lnTo>
                      <a:pt x="48" y="2091"/>
                    </a:lnTo>
                    <a:lnTo>
                      <a:pt x="158" y="2342"/>
                    </a:lnTo>
                    <a:lnTo>
                      <a:pt x="252" y="2452"/>
                    </a:lnTo>
                    <a:lnTo>
                      <a:pt x="472" y="2656"/>
                    </a:lnTo>
                    <a:lnTo>
                      <a:pt x="1038" y="2908"/>
                    </a:lnTo>
                    <a:lnTo>
                      <a:pt x="1682" y="2955"/>
                    </a:lnTo>
                    <a:lnTo>
                      <a:pt x="2295" y="2861"/>
                    </a:lnTo>
                    <a:lnTo>
                      <a:pt x="2578" y="2766"/>
                    </a:lnTo>
                    <a:lnTo>
                      <a:pt x="2861" y="2641"/>
                    </a:lnTo>
                    <a:lnTo>
                      <a:pt x="3333" y="2248"/>
                    </a:lnTo>
                    <a:lnTo>
                      <a:pt x="3663" y="1729"/>
                    </a:lnTo>
                    <a:lnTo>
                      <a:pt x="3804" y="1148"/>
                    </a:lnTo>
                    <a:lnTo>
                      <a:pt x="3804" y="833"/>
                    </a:lnTo>
                    <a:lnTo>
                      <a:pt x="3773" y="692"/>
                    </a:lnTo>
                    <a:lnTo>
                      <a:pt x="3600" y="550"/>
                    </a:lnTo>
                    <a:lnTo>
                      <a:pt x="3403" y="550"/>
                    </a:lnTo>
                    <a:lnTo>
                      <a:pt x="3474" y="503"/>
                    </a:lnTo>
                    <a:lnTo>
                      <a:pt x="3521" y="299"/>
                    </a:lnTo>
                    <a:lnTo>
                      <a:pt x="3427" y="110"/>
                    </a:lnTo>
                    <a:lnTo>
                      <a:pt x="3317" y="63"/>
                    </a:lnTo>
                    <a:lnTo>
                      <a:pt x="297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22"/>
              <p:cNvSpPr/>
              <p:nvPr/>
            </p:nvSpPr>
            <p:spPr>
              <a:xfrm>
                <a:off x="4645867" y="310909"/>
                <a:ext cx="11921" cy="116899"/>
              </a:xfrm>
              <a:custGeom>
                <a:rect b="b" l="l" r="r" t="t"/>
                <a:pathLst>
                  <a:path extrusionOk="0" h="5864" w="598">
                    <a:moveTo>
                      <a:pt x="189" y="1"/>
                    </a:moveTo>
                    <a:lnTo>
                      <a:pt x="32" y="142"/>
                    </a:lnTo>
                    <a:lnTo>
                      <a:pt x="16" y="268"/>
                    </a:lnTo>
                    <a:lnTo>
                      <a:pt x="1" y="2940"/>
                    </a:lnTo>
                    <a:lnTo>
                      <a:pt x="1" y="5596"/>
                    </a:lnTo>
                    <a:lnTo>
                      <a:pt x="16" y="5722"/>
                    </a:lnTo>
                    <a:lnTo>
                      <a:pt x="189" y="5863"/>
                    </a:lnTo>
                    <a:lnTo>
                      <a:pt x="409" y="5863"/>
                    </a:lnTo>
                    <a:lnTo>
                      <a:pt x="566" y="5722"/>
                    </a:lnTo>
                    <a:lnTo>
                      <a:pt x="598" y="5596"/>
                    </a:lnTo>
                    <a:lnTo>
                      <a:pt x="598" y="2940"/>
                    </a:lnTo>
                    <a:lnTo>
                      <a:pt x="598" y="268"/>
                    </a:lnTo>
                    <a:lnTo>
                      <a:pt x="582" y="142"/>
                    </a:ln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22"/>
              <p:cNvSpPr/>
              <p:nvPr/>
            </p:nvSpPr>
            <p:spPr>
              <a:xfrm>
                <a:off x="4559070" y="313102"/>
                <a:ext cx="93714" cy="17264"/>
              </a:xfrm>
              <a:custGeom>
                <a:rect b="b" l="l" r="r" t="t"/>
                <a:pathLst>
                  <a:path extrusionOk="0" h="866" w="4701">
                    <a:moveTo>
                      <a:pt x="4449" y="1"/>
                    </a:moveTo>
                    <a:lnTo>
                      <a:pt x="4323" y="16"/>
                    </a:lnTo>
                    <a:lnTo>
                      <a:pt x="3836" y="126"/>
                    </a:lnTo>
                    <a:lnTo>
                      <a:pt x="2846" y="268"/>
                    </a:lnTo>
                    <a:lnTo>
                      <a:pt x="1855" y="268"/>
                    </a:lnTo>
                    <a:lnTo>
                      <a:pt x="865" y="158"/>
                    </a:lnTo>
                    <a:lnTo>
                      <a:pt x="378" y="48"/>
                    </a:lnTo>
                    <a:lnTo>
                      <a:pt x="236" y="48"/>
                    </a:lnTo>
                    <a:lnTo>
                      <a:pt x="64" y="173"/>
                    </a:lnTo>
                    <a:lnTo>
                      <a:pt x="1" y="378"/>
                    </a:lnTo>
                    <a:lnTo>
                      <a:pt x="95" y="582"/>
                    </a:lnTo>
                    <a:lnTo>
                      <a:pt x="221" y="629"/>
                    </a:lnTo>
                    <a:lnTo>
                      <a:pt x="755" y="739"/>
                    </a:lnTo>
                    <a:lnTo>
                      <a:pt x="1808" y="865"/>
                    </a:lnTo>
                    <a:lnTo>
                      <a:pt x="2877" y="849"/>
                    </a:lnTo>
                    <a:lnTo>
                      <a:pt x="3946" y="708"/>
                    </a:lnTo>
                    <a:lnTo>
                      <a:pt x="4480" y="582"/>
                    </a:lnTo>
                    <a:lnTo>
                      <a:pt x="4606" y="535"/>
                    </a:lnTo>
                    <a:lnTo>
                      <a:pt x="4700" y="331"/>
                    </a:lnTo>
                    <a:lnTo>
                      <a:pt x="4637" y="126"/>
                    </a:lnTo>
                    <a:lnTo>
                      <a:pt x="444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22"/>
              <p:cNvSpPr/>
              <p:nvPr/>
            </p:nvSpPr>
            <p:spPr>
              <a:xfrm>
                <a:off x="4566585" y="344439"/>
                <a:ext cx="85880" cy="22267"/>
              </a:xfrm>
              <a:custGeom>
                <a:rect b="b" l="l" r="r" t="t"/>
                <a:pathLst>
                  <a:path extrusionOk="0" h="1117" w="4308">
                    <a:moveTo>
                      <a:pt x="3993" y="0"/>
                    </a:moveTo>
                    <a:lnTo>
                      <a:pt x="3868" y="32"/>
                    </a:lnTo>
                    <a:lnTo>
                      <a:pt x="3443" y="220"/>
                    </a:lnTo>
                    <a:lnTo>
                      <a:pt x="2579" y="456"/>
                    </a:lnTo>
                    <a:lnTo>
                      <a:pt x="1698" y="535"/>
                    </a:lnTo>
                    <a:lnTo>
                      <a:pt x="818" y="456"/>
                    </a:lnTo>
                    <a:lnTo>
                      <a:pt x="378" y="362"/>
                    </a:lnTo>
                    <a:lnTo>
                      <a:pt x="237" y="346"/>
                    </a:lnTo>
                    <a:lnTo>
                      <a:pt x="64" y="472"/>
                    </a:lnTo>
                    <a:lnTo>
                      <a:pt x="1" y="676"/>
                    </a:lnTo>
                    <a:lnTo>
                      <a:pt x="95" y="881"/>
                    </a:lnTo>
                    <a:lnTo>
                      <a:pt x="221" y="928"/>
                    </a:lnTo>
                    <a:lnTo>
                      <a:pt x="724" y="1038"/>
                    </a:lnTo>
                    <a:lnTo>
                      <a:pt x="1730" y="1116"/>
                    </a:lnTo>
                    <a:lnTo>
                      <a:pt x="2720" y="1022"/>
                    </a:lnTo>
                    <a:lnTo>
                      <a:pt x="3679" y="755"/>
                    </a:lnTo>
                    <a:lnTo>
                      <a:pt x="4150" y="550"/>
                    </a:lnTo>
                    <a:lnTo>
                      <a:pt x="4260" y="472"/>
                    </a:lnTo>
                    <a:lnTo>
                      <a:pt x="4308" y="268"/>
                    </a:lnTo>
                    <a:lnTo>
                      <a:pt x="4198" y="79"/>
                    </a:lnTo>
                    <a:lnTo>
                      <a:pt x="399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2" name="Google Shape;822;p22"/>
            <p:cNvGrpSpPr/>
            <p:nvPr/>
          </p:nvGrpSpPr>
          <p:grpSpPr>
            <a:xfrm>
              <a:off x="6954400" y="4330050"/>
              <a:ext cx="242353" cy="228193"/>
              <a:chOff x="616395" y="1569989"/>
              <a:chExt cx="255270" cy="240330"/>
            </a:xfrm>
          </p:grpSpPr>
          <p:sp>
            <p:nvSpPr>
              <p:cNvPr id="823" name="Google Shape;823;p22"/>
              <p:cNvSpPr/>
              <p:nvPr/>
            </p:nvSpPr>
            <p:spPr>
              <a:xfrm>
                <a:off x="616961" y="1569989"/>
                <a:ext cx="11801" cy="231742"/>
              </a:xfrm>
              <a:custGeom>
                <a:rect b="b" l="l" r="r" t="t"/>
                <a:pathLst>
                  <a:path extrusionOk="0" h="12686" w="646">
                    <a:moveTo>
                      <a:pt x="189" y="1"/>
                    </a:moveTo>
                    <a:lnTo>
                      <a:pt x="17" y="142"/>
                    </a:lnTo>
                    <a:lnTo>
                      <a:pt x="1" y="268"/>
                    </a:lnTo>
                    <a:lnTo>
                      <a:pt x="32" y="6335"/>
                    </a:lnTo>
                    <a:lnTo>
                      <a:pt x="48" y="12402"/>
                    </a:lnTo>
                    <a:lnTo>
                      <a:pt x="79" y="12544"/>
                    </a:lnTo>
                    <a:lnTo>
                      <a:pt x="237" y="12685"/>
                    </a:lnTo>
                    <a:lnTo>
                      <a:pt x="457" y="12685"/>
                    </a:lnTo>
                    <a:lnTo>
                      <a:pt x="630" y="12544"/>
                    </a:lnTo>
                    <a:lnTo>
                      <a:pt x="645" y="12402"/>
                    </a:lnTo>
                    <a:lnTo>
                      <a:pt x="614" y="6335"/>
                    </a:lnTo>
                    <a:lnTo>
                      <a:pt x="598" y="268"/>
                    </a:lnTo>
                    <a:lnTo>
                      <a:pt x="567" y="142"/>
                    </a:lnTo>
                    <a:lnTo>
                      <a:pt x="41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22"/>
              <p:cNvSpPr/>
              <p:nvPr/>
            </p:nvSpPr>
            <p:spPr>
              <a:xfrm>
                <a:off x="616395" y="1796527"/>
                <a:ext cx="255270" cy="13792"/>
              </a:xfrm>
              <a:custGeom>
                <a:rect b="b" l="l" r="r" t="t"/>
                <a:pathLst>
                  <a:path extrusionOk="0" h="755" w="13974">
                    <a:moveTo>
                      <a:pt x="268" y="0"/>
                    </a:moveTo>
                    <a:lnTo>
                      <a:pt x="142" y="16"/>
                    </a:lnTo>
                    <a:lnTo>
                      <a:pt x="0" y="173"/>
                    </a:lnTo>
                    <a:lnTo>
                      <a:pt x="0" y="393"/>
                    </a:lnTo>
                    <a:lnTo>
                      <a:pt x="142" y="566"/>
                    </a:lnTo>
                    <a:lnTo>
                      <a:pt x="268" y="598"/>
                    </a:lnTo>
                    <a:lnTo>
                      <a:pt x="1949" y="676"/>
                    </a:lnTo>
                    <a:lnTo>
                      <a:pt x="5297" y="755"/>
                    </a:lnTo>
                    <a:lnTo>
                      <a:pt x="10358" y="723"/>
                    </a:lnTo>
                    <a:lnTo>
                      <a:pt x="13706" y="629"/>
                    </a:lnTo>
                    <a:lnTo>
                      <a:pt x="13832" y="613"/>
                    </a:lnTo>
                    <a:lnTo>
                      <a:pt x="13974" y="440"/>
                    </a:lnTo>
                    <a:lnTo>
                      <a:pt x="13974" y="220"/>
                    </a:lnTo>
                    <a:lnTo>
                      <a:pt x="13832" y="63"/>
                    </a:lnTo>
                    <a:lnTo>
                      <a:pt x="13706" y="47"/>
                    </a:lnTo>
                    <a:lnTo>
                      <a:pt x="10358" y="126"/>
                    </a:lnTo>
                    <a:lnTo>
                      <a:pt x="5297" y="157"/>
                    </a:lnTo>
                    <a:lnTo>
                      <a:pt x="1949" y="95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22"/>
              <p:cNvSpPr/>
              <p:nvPr/>
            </p:nvSpPr>
            <p:spPr>
              <a:xfrm>
                <a:off x="618697" y="1685706"/>
                <a:ext cx="60593" cy="122611"/>
              </a:xfrm>
              <a:custGeom>
                <a:rect b="b" l="l" r="r" t="t"/>
                <a:pathLst>
                  <a:path extrusionOk="0" h="6712" w="3317">
                    <a:moveTo>
                      <a:pt x="3049" y="0"/>
                    </a:moveTo>
                    <a:lnTo>
                      <a:pt x="2845" y="47"/>
                    </a:lnTo>
                    <a:lnTo>
                      <a:pt x="2782" y="157"/>
                    </a:lnTo>
                    <a:lnTo>
                      <a:pt x="1399" y="3207"/>
                    </a:lnTo>
                    <a:lnTo>
                      <a:pt x="32" y="6256"/>
                    </a:lnTo>
                    <a:lnTo>
                      <a:pt x="0" y="6382"/>
                    </a:lnTo>
                    <a:lnTo>
                      <a:pt x="79" y="6602"/>
                    </a:lnTo>
                    <a:lnTo>
                      <a:pt x="267" y="6712"/>
                    </a:lnTo>
                    <a:lnTo>
                      <a:pt x="472" y="6665"/>
                    </a:lnTo>
                    <a:lnTo>
                      <a:pt x="535" y="6555"/>
                    </a:lnTo>
                    <a:lnTo>
                      <a:pt x="1918" y="3505"/>
                    </a:lnTo>
                    <a:lnTo>
                      <a:pt x="3285" y="456"/>
                    </a:lnTo>
                    <a:lnTo>
                      <a:pt x="3317" y="330"/>
                    </a:lnTo>
                    <a:lnTo>
                      <a:pt x="3238" y="110"/>
                    </a:lnTo>
                    <a:lnTo>
                      <a:pt x="30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22"/>
              <p:cNvSpPr/>
              <p:nvPr/>
            </p:nvSpPr>
            <p:spPr>
              <a:xfrm>
                <a:off x="669224" y="1690291"/>
                <a:ext cx="30452" cy="56008"/>
              </a:xfrm>
              <a:custGeom>
                <a:rect b="b" l="l" r="r" t="t"/>
                <a:pathLst>
                  <a:path extrusionOk="0" h="3066" w="1667">
                    <a:moveTo>
                      <a:pt x="268" y="1"/>
                    </a:moveTo>
                    <a:lnTo>
                      <a:pt x="79" y="111"/>
                    </a:lnTo>
                    <a:lnTo>
                      <a:pt x="1" y="331"/>
                    </a:lnTo>
                    <a:lnTo>
                      <a:pt x="32" y="457"/>
                    </a:lnTo>
                    <a:lnTo>
                      <a:pt x="582" y="1683"/>
                    </a:lnTo>
                    <a:lnTo>
                      <a:pt x="1132" y="2924"/>
                    </a:lnTo>
                    <a:lnTo>
                      <a:pt x="1195" y="3034"/>
                    </a:lnTo>
                    <a:lnTo>
                      <a:pt x="1399" y="3066"/>
                    </a:lnTo>
                    <a:lnTo>
                      <a:pt x="1588" y="2956"/>
                    </a:lnTo>
                    <a:lnTo>
                      <a:pt x="1667" y="2751"/>
                    </a:lnTo>
                    <a:lnTo>
                      <a:pt x="1635" y="2626"/>
                    </a:lnTo>
                    <a:lnTo>
                      <a:pt x="1085" y="1384"/>
                    </a:lnTo>
                    <a:lnTo>
                      <a:pt x="535" y="158"/>
                    </a:lnTo>
                    <a:lnTo>
                      <a:pt x="472" y="4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22"/>
              <p:cNvSpPr/>
              <p:nvPr/>
            </p:nvSpPr>
            <p:spPr>
              <a:xfrm>
                <a:off x="692771" y="1633446"/>
                <a:ext cx="51131" cy="113715"/>
              </a:xfrm>
              <a:custGeom>
                <a:rect b="b" l="l" r="r" t="t"/>
                <a:pathLst>
                  <a:path extrusionOk="0" h="6225" w="2799">
                    <a:moveTo>
                      <a:pt x="2484" y="1"/>
                    </a:moveTo>
                    <a:lnTo>
                      <a:pt x="2264" y="79"/>
                    </a:lnTo>
                    <a:lnTo>
                      <a:pt x="2201" y="205"/>
                    </a:lnTo>
                    <a:lnTo>
                      <a:pt x="1116" y="3034"/>
                    </a:lnTo>
                    <a:lnTo>
                      <a:pt x="32" y="5863"/>
                    </a:lnTo>
                    <a:lnTo>
                      <a:pt x="0" y="5989"/>
                    </a:lnTo>
                    <a:lnTo>
                      <a:pt x="110" y="6178"/>
                    </a:lnTo>
                    <a:lnTo>
                      <a:pt x="330" y="6225"/>
                    </a:lnTo>
                    <a:lnTo>
                      <a:pt x="535" y="6146"/>
                    </a:lnTo>
                    <a:lnTo>
                      <a:pt x="598" y="6021"/>
                    </a:lnTo>
                    <a:lnTo>
                      <a:pt x="1682" y="3191"/>
                    </a:lnTo>
                    <a:lnTo>
                      <a:pt x="2782" y="362"/>
                    </a:lnTo>
                    <a:lnTo>
                      <a:pt x="2798" y="236"/>
                    </a:lnTo>
                    <a:lnTo>
                      <a:pt x="2688" y="48"/>
                    </a:lnTo>
                    <a:lnTo>
                      <a:pt x="24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22"/>
              <p:cNvSpPr/>
              <p:nvPr/>
            </p:nvSpPr>
            <p:spPr>
              <a:xfrm>
                <a:off x="732393" y="1633446"/>
                <a:ext cx="43659" cy="87300"/>
              </a:xfrm>
              <a:custGeom>
                <a:rect b="b" l="l" r="r" t="t"/>
                <a:pathLst>
                  <a:path extrusionOk="0" h="4779" w="2390">
                    <a:moveTo>
                      <a:pt x="331" y="1"/>
                    </a:moveTo>
                    <a:lnTo>
                      <a:pt x="110" y="63"/>
                    </a:lnTo>
                    <a:lnTo>
                      <a:pt x="0" y="236"/>
                    </a:lnTo>
                    <a:lnTo>
                      <a:pt x="32" y="362"/>
                    </a:lnTo>
                    <a:lnTo>
                      <a:pt x="912" y="2468"/>
                    </a:lnTo>
                    <a:lnTo>
                      <a:pt x="1792" y="4574"/>
                    </a:lnTo>
                    <a:lnTo>
                      <a:pt x="1855" y="4684"/>
                    </a:lnTo>
                    <a:lnTo>
                      <a:pt x="2075" y="4779"/>
                    </a:lnTo>
                    <a:lnTo>
                      <a:pt x="2280" y="4716"/>
                    </a:lnTo>
                    <a:lnTo>
                      <a:pt x="2390" y="4543"/>
                    </a:lnTo>
                    <a:lnTo>
                      <a:pt x="2358" y="4417"/>
                    </a:lnTo>
                    <a:lnTo>
                      <a:pt x="1478" y="2311"/>
                    </a:lnTo>
                    <a:lnTo>
                      <a:pt x="613" y="205"/>
                    </a:lnTo>
                    <a:lnTo>
                      <a:pt x="535" y="79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22"/>
              <p:cNvSpPr/>
              <p:nvPr/>
            </p:nvSpPr>
            <p:spPr>
              <a:xfrm>
                <a:off x="770297" y="1601298"/>
                <a:ext cx="79555" cy="125479"/>
              </a:xfrm>
              <a:custGeom>
                <a:rect b="b" l="l" r="r" t="t"/>
                <a:pathLst>
                  <a:path extrusionOk="0" h="6869" w="4355">
                    <a:moveTo>
                      <a:pt x="4103" y="0"/>
                    </a:moveTo>
                    <a:lnTo>
                      <a:pt x="3882" y="47"/>
                    </a:lnTo>
                    <a:lnTo>
                      <a:pt x="3804" y="142"/>
                    </a:lnTo>
                    <a:lnTo>
                      <a:pt x="1933" y="3285"/>
                    </a:lnTo>
                    <a:lnTo>
                      <a:pt x="47" y="6429"/>
                    </a:lnTo>
                    <a:lnTo>
                      <a:pt x="0" y="6555"/>
                    </a:lnTo>
                    <a:lnTo>
                      <a:pt x="63" y="6759"/>
                    </a:lnTo>
                    <a:lnTo>
                      <a:pt x="267" y="6869"/>
                    </a:lnTo>
                    <a:lnTo>
                      <a:pt x="472" y="6837"/>
                    </a:lnTo>
                    <a:lnTo>
                      <a:pt x="566" y="6727"/>
                    </a:lnTo>
                    <a:lnTo>
                      <a:pt x="2436" y="3584"/>
                    </a:lnTo>
                    <a:lnTo>
                      <a:pt x="4307" y="440"/>
                    </a:lnTo>
                    <a:lnTo>
                      <a:pt x="4354" y="315"/>
                    </a:lnTo>
                    <a:lnTo>
                      <a:pt x="4291" y="110"/>
                    </a:lnTo>
                    <a:lnTo>
                      <a:pt x="410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22"/>
              <p:cNvSpPr/>
              <p:nvPr/>
            </p:nvSpPr>
            <p:spPr>
              <a:xfrm>
                <a:off x="815363" y="1588091"/>
                <a:ext cx="43659" cy="35329"/>
              </a:xfrm>
              <a:custGeom>
                <a:rect b="b" l="l" r="r" t="t"/>
                <a:pathLst>
                  <a:path extrusionOk="0" h="1934" w="2390">
                    <a:moveTo>
                      <a:pt x="2091" y="0"/>
                    </a:moveTo>
                    <a:lnTo>
                      <a:pt x="1966" y="63"/>
                    </a:lnTo>
                    <a:lnTo>
                      <a:pt x="1054" y="707"/>
                    </a:lnTo>
                    <a:lnTo>
                      <a:pt x="142" y="1368"/>
                    </a:lnTo>
                    <a:lnTo>
                      <a:pt x="32" y="1462"/>
                    </a:lnTo>
                    <a:lnTo>
                      <a:pt x="1" y="1682"/>
                    </a:lnTo>
                    <a:lnTo>
                      <a:pt x="111" y="1871"/>
                    </a:lnTo>
                    <a:lnTo>
                      <a:pt x="315" y="1933"/>
                    </a:lnTo>
                    <a:lnTo>
                      <a:pt x="425" y="1871"/>
                    </a:lnTo>
                    <a:lnTo>
                      <a:pt x="1353" y="1226"/>
                    </a:lnTo>
                    <a:lnTo>
                      <a:pt x="2264" y="566"/>
                    </a:lnTo>
                    <a:lnTo>
                      <a:pt x="2359" y="472"/>
                    </a:lnTo>
                    <a:lnTo>
                      <a:pt x="2390" y="252"/>
                    </a:lnTo>
                    <a:lnTo>
                      <a:pt x="2280" y="63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22"/>
              <p:cNvSpPr/>
              <p:nvPr/>
            </p:nvSpPr>
            <p:spPr>
              <a:xfrm>
                <a:off x="842654" y="1594978"/>
                <a:ext cx="15509" cy="45961"/>
              </a:xfrm>
              <a:custGeom>
                <a:rect b="b" l="l" r="r" t="t"/>
                <a:pathLst>
                  <a:path extrusionOk="0" h="2516" w="849">
                    <a:moveTo>
                      <a:pt x="487" y="0"/>
                    </a:moveTo>
                    <a:lnTo>
                      <a:pt x="314" y="95"/>
                    </a:lnTo>
                    <a:lnTo>
                      <a:pt x="283" y="220"/>
                    </a:lnTo>
                    <a:lnTo>
                      <a:pt x="142" y="1179"/>
                    </a:lnTo>
                    <a:lnTo>
                      <a:pt x="0" y="2138"/>
                    </a:lnTo>
                    <a:lnTo>
                      <a:pt x="0" y="2279"/>
                    </a:lnTo>
                    <a:lnTo>
                      <a:pt x="142" y="2452"/>
                    </a:lnTo>
                    <a:lnTo>
                      <a:pt x="362" y="2515"/>
                    </a:lnTo>
                    <a:lnTo>
                      <a:pt x="534" y="2421"/>
                    </a:lnTo>
                    <a:lnTo>
                      <a:pt x="566" y="2295"/>
                    </a:lnTo>
                    <a:lnTo>
                      <a:pt x="707" y="1336"/>
                    </a:lnTo>
                    <a:lnTo>
                      <a:pt x="849" y="378"/>
                    </a:lnTo>
                    <a:lnTo>
                      <a:pt x="849" y="252"/>
                    </a:lnTo>
                    <a:lnTo>
                      <a:pt x="707" y="63"/>
                    </a:ln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22"/>
              <p:cNvSpPr/>
              <p:nvPr/>
            </p:nvSpPr>
            <p:spPr>
              <a:xfrm>
                <a:off x="818523" y="1614212"/>
                <a:ext cx="33338" cy="27876"/>
              </a:xfrm>
              <a:custGeom>
                <a:rect b="b" l="l" r="r" t="t"/>
                <a:pathLst>
                  <a:path extrusionOk="0" h="1526" w="1825">
                    <a:moveTo>
                      <a:pt x="394" y="0"/>
                    </a:moveTo>
                    <a:lnTo>
                      <a:pt x="174" y="32"/>
                    </a:lnTo>
                    <a:lnTo>
                      <a:pt x="17" y="189"/>
                    </a:lnTo>
                    <a:lnTo>
                      <a:pt x="1" y="393"/>
                    </a:lnTo>
                    <a:lnTo>
                      <a:pt x="95" y="488"/>
                    </a:lnTo>
                    <a:lnTo>
                      <a:pt x="708" y="975"/>
                    </a:lnTo>
                    <a:lnTo>
                      <a:pt x="1321" y="1447"/>
                    </a:lnTo>
                    <a:lnTo>
                      <a:pt x="1431" y="1525"/>
                    </a:lnTo>
                    <a:lnTo>
                      <a:pt x="1667" y="1494"/>
                    </a:lnTo>
                    <a:lnTo>
                      <a:pt x="1808" y="1336"/>
                    </a:lnTo>
                    <a:lnTo>
                      <a:pt x="1824" y="1132"/>
                    </a:lnTo>
                    <a:lnTo>
                      <a:pt x="1730" y="1038"/>
                    </a:lnTo>
                    <a:lnTo>
                      <a:pt x="1117" y="551"/>
                    </a:lnTo>
                    <a:lnTo>
                      <a:pt x="504" y="79"/>
                    </a:lnTo>
                    <a:lnTo>
                      <a:pt x="3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33" name="Google Shape;833;p22"/>
            <p:cNvSpPr txBox="1"/>
            <p:nvPr/>
          </p:nvSpPr>
          <p:spPr>
            <a:xfrm>
              <a:off x="7272525" y="3694600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is the biggest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4" name="Google Shape;834;p22"/>
            <p:cNvSpPr txBox="1"/>
            <p:nvPr/>
          </p:nvSpPr>
          <p:spPr>
            <a:xfrm>
              <a:off x="7272525" y="4003013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is the third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5" name="Google Shape;835;p22"/>
            <p:cNvSpPr txBox="1"/>
            <p:nvPr/>
          </p:nvSpPr>
          <p:spPr>
            <a:xfrm>
              <a:off x="7272525" y="4311438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is the fourth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6" name="Google Shape;836;p22"/>
          <p:cNvGrpSpPr/>
          <p:nvPr/>
        </p:nvGrpSpPr>
        <p:grpSpPr>
          <a:xfrm>
            <a:off x="4691820" y="3242728"/>
            <a:ext cx="1818016" cy="1422925"/>
            <a:chOff x="4691820" y="3242728"/>
            <a:chExt cx="1818016" cy="1422925"/>
          </a:xfrm>
        </p:grpSpPr>
        <p:sp>
          <p:nvSpPr>
            <p:cNvPr id="837" name="Google Shape;837;p22"/>
            <p:cNvSpPr/>
            <p:nvPr/>
          </p:nvSpPr>
          <p:spPr>
            <a:xfrm>
              <a:off x="4710870" y="3242728"/>
              <a:ext cx="1798965" cy="142292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>
              <a:off x="4691820" y="3242728"/>
              <a:ext cx="1798965" cy="142292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2"/>
            <p:cNvSpPr txBox="1"/>
            <p:nvPr/>
          </p:nvSpPr>
          <p:spPr>
            <a:xfrm>
              <a:off x="4790495" y="3276858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Experience</a:t>
              </a:r>
              <a:endParaRPr sz="17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40" name="Google Shape;840;p22"/>
            <p:cNvSpPr txBox="1"/>
            <p:nvPr/>
          </p:nvSpPr>
          <p:spPr>
            <a:xfrm>
              <a:off x="5222088" y="4003013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is the biggest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1" name="Google Shape;841;p22"/>
            <p:cNvSpPr/>
            <p:nvPr/>
          </p:nvSpPr>
          <p:spPr>
            <a:xfrm>
              <a:off x="4897238" y="3979398"/>
              <a:ext cx="264066" cy="266257"/>
            </a:xfrm>
            <a:custGeom>
              <a:rect b="b" l="l" r="r" t="t"/>
              <a:pathLst>
                <a:path extrusionOk="0" h="15609" w="15483">
                  <a:moveTo>
                    <a:pt x="7419" y="613"/>
                  </a:moveTo>
                  <a:lnTo>
                    <a:pt x="8818" y="692"/>
                  </a:lnTo>
                  <a:lnTo>
                    <a:pt x="10170" y="1038"/>
                  </a:lnTo>
                  <a:lnTo>
                    <a:pt x="11144" y="1478"/>
                  </a:lnTo>
                  <a:lnTo>
                    <a:pt x="11773" y="1855"/>
                  </a:lnTo>
                  <a:lnTo>
                    <a:pt x="12071" y="2075"/>
                  </a:lnTo>
                  <a:lnTo>
                    <a:pt x="12354" y="2311"/>
                  </a:lnTo>
                  <a:lnTo>
                    <a:pt x="12904" y="2814"/>
                  </a:lnTo>
                  <a:lnTo>
                    <a:pt x="13596" y="3647"/>
                  </a:lnTo>
                  <a:lnTo>
                    <a:pt x="14272" y="4873"/>
                  </a:lnTo>
                  <a:lnTo>
                    <a:pt x="14696" y="6178"/>
                  </a:lnTo>
                  <a:lnTo>
                    <a:pt x="14869" y="7561"/>
                  </a:lnTo>
                  <a:lnTo>
                    <a:pt x="14775" y="8944"/>
                  </a:lnTo>
                  <a:lnTo>
                    <a:pt x="14429" y="10311"/>
                  </a:lnTo>
                  <a:lnTo>
                    <a:pt x="13816" y="11600"/>
                  </a:lnTo>
                  <a:lnTo>
                    <a:pt x="13428" y="12183"/>
                  </a:lnTo>
                  <a:lnTo>
                    <a:pt x="12999" y="12700"/>
                  </a:lnTo>
                  <a:lnTo>
                    <a:pt x="11930" y="13612"/>
                  </a:lnTo>
                  <a:lnTo>
                    <a:pt x="10751" y="14304"/>
                  </a:lnTo>
                  <a:lnTo>
                    <a:pt x="9494" y="14760"/>
                  </a:lnTo>
                  <a:lnTo>
                    <a:pt x="8158" y="14995"/>
                  </a:lnTo>
                  <a:lnTo>
                    <a:pt x="6822" y="14964"/>
                  </a:lnTo>
                  <a:lnTo>
                    <a:pt x="5486" y="14697"/>
                  </a:lnTo>
                  <a:lnTo>
                    <a:pt x="4197" y="14131"/>
                  </a:lnTo>
                  <a:lnTo>
                    <a:pt x="3584" y="13754"/>
                  </a:lnTo>
                  <a:lnTo>
                    <a:pt x="3285" y="13518"/>
                  </a:lnTo>
                  <a:lnTo>
                    <a:pt x="2719" y="13031"/>
                  </a:lnTo>
                  <a:lnTo>
                    <a:pt x="2216" y="12496"/>
                  </a:lnTo>
                  <a:lnTo>
                    <a:pt x="1776" y="11915"/>
                  </a:lnTo>
                  <a:lnTo>
                    <a:pt x="1226" y="10987"/>
                  </a:lnTo>
                  <a:lnTo>
                    <a:pt x="739" y="9636"/>
                  </a:lnTo>
                  <a:lnTo>
                    <a:pt x="503" y="8221"/>
                  </a:lnTo>
                  <a:lnTo>
                    <a:pt x="566" y="6791"/>
                  </a:lnTo>
                  <a:lnTo>
                    <a:pt x="802" y="5738"/>
                  </a:lnTo>
                  <a:lnTo>
                    <a:pt x="1038" y="5046"/>
                  </a:lnTo>
                  <a:lnTo>
                    <a:pt x="1352" y="4386"/>
                  </a:lnTo>
                  <a:lnTo>
                    <a:pt x="1745" y="3741"/>
                  </a:lnTo>
                  <a:lnTo>
                    <a:pt x="1965" y="3443"/>
                  </a:lnTo>
                  <a:lnTo>
                    <a:pt x="2185" y="3144"/>
                  </a:lnTo>
                  <a:lnTo>
                    <a:pt x="2688" y="2625"/>
                  </a:lnTo>
                  <a:lnTo>
                    <a:pt x="3505" y="1934"/>
                  </a:lnTo>
                  <a:lnTo>
                    <a:pt x="4731" y="1242"/>
                  </a:lnTo>
                  <a:lnTo>
                    <a:pt x="6052" y="802"/>
                  </a:lnTo>
                  <a:lnTo>
                    <a:pt x="7419" y="613"/>
                  </a:lnTo>
                  <a:close/>
                  <a:moveTo>
                    <a:pt x="7718" y="0"/>
                  </a:moveTo>
                  <a:lnTo>
                    <a:pt x="6523" y="95"/>
                  </a:lnTo>
                  <a:lnTo>
                    <a:pt x="5926" y="205"/>
                  </a:lnTo>
                  <a:lnTo>
                    <a:pt x="5281" y="378"/>
                  </a:lnTo>
                  <a:lnTo>
                    <a:pt x="4102" y="865"/>
                  </a:lnTo>
                  <a:lnTo>
                    <a:pt x="3081" y="1509"/>
                  </a:lnTo>
                  <a:lnTo>
                    <a:pt x="2185" y="2280"/>
                  </a:lnTo>
                  <a:lnTo>
                    <a:pt x="1446" y="3175"/>
                  </a:lnTo>
                  <a:lnTo>
                    <a:pt x="865" y="4181"/>
                  </a:lnTo>
                  <a:lnTo>
                    <a:pt x="425" y="5235"/>
                  </a:lnTo>
                  <a:lnTo>
                    <a:pt x="126" y="6350"/>
                  </a:lnTo>
                  <a:lnTo>
                    <a:pt x="0" y="7498"/>
                  </a:lnTo>
                  <a:lnTo>
                    <a:pt x="32" y="8645"/>
                  </a:lnTo>
                  <a:lnTo>
                    <a:pt x="220" y="9793"/>
                  </a:lnTo>
                  <a:lnTo>
                    <a:pt x="566" y="10893"/>
                  </a:lnTo>
                  <a:lnTo>
                    <a:pt x="1085" y="11930"/>
                  </a:lnTo>
                  <a:lnTo>
                    <a:pt x="1776" y="12905"/>
                  </a:lnTo>
                  <a:lnTo>
                    <a:pt x="2625" y="13769"/>
                  </a:lnTo>
                  <a:lnTo>
                    <a:pt x="3662" y="14508"/>
                  </a:lnTo>
                  <a:lnTo>
                    <a:pt x="4244" y="14807"/>
                  </a:lnTo>
                  <a:lnTo>
                    <a:pt x="4873" y="15105"/>
                  </a:lnTo>
                  <a:lnTo>
                    <a:pt x="6177" y="15467"/>
                  </a:lnTo>
                  <a:lnTo>
                    <a:pt x="7498" y="15608"/>
                  </a:lnTo>
                  <a:lnTo>
                    <a:pt x="8802" y="15514"/>
                  </a:lnTo>
                  <a:lnTo>
                    <a:pt x="10075" y="15215"/>
                  </a:lnTo>
                  <a:lnTo>
                    <a:pt x="11301" y="14697"/>
                  </a:lnTo>
                  <a:lnTo>
                    <a:pt x="12417" y="13989"/>
                  </a:lnTo>
                  <a:lnTo>
                    <a:pt x="13423" y="13093"/>
                  </a:lnTo>
                  <a:lnTo>
                    <a:pt x="13879" y="12575"/>
                  </a:lnTo>
                  <a:lnTo>
                    <a:pt x="13937" y="12473"/>
                  </a:lnTo>
                  <a:lnTo>
                    <a:pt x="14256" y="12009"/>
                  </a:lnTo>
                  <a:lnTo>
                    <a:pt x="14822" y="10956"/>
                  </a:lnTo>
                  <a:lnTo>
                    <a:pt x="15215" y="9824"/>
                  </a:lnTo>
                  <a:lnTo>
                    <a:pt x="15435" y="8661"/>
                  </a:lnTo>
                  <a:lnTo>
                    <a:pt x="15482" y="7498"/>
                  </a:lnTo>
                  <a:lnTo>
                    <a:pt x="15356" y="6319"/>
                  </a:lnTo>
                  <a:lnTo>
                    <a:pt x="15042" y="5172"/>
                  </a:lnTo>
                  <a:lnTo>
                    <a:pt x="14555" y="4071"/>
                  </a:lnTo>
                  <a:lnTo>
                    <a:pt x="14240" y="3553"/>
                  </a:lnTo>
                  <a:lnTo>
                    <a:pt x="13895" y="3050"/>
                  </a:lnTo>
                  <a:lnTo>
                    <a:pt x="13093" y="2170"/>
                  </a:lnTo>
                  <a:lnTo>
                    <a:pt x="12166" y="1415"/>
                  </a:lnTo>
                  <a:lnTo>
                    <a:pt x="11144" y="818"/>
                  </a:lnTo>
                  <a:lnTo>
                    <a:pt x="10044" y="378"/>
                  </a:lnTo>
                  <a:lnTo>
                    <a:pt x="8896" y="111"/>
                  </a:lnTo>
                  <a:lnTo>
                    <a:pt x="77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2"/>
            <p:cNvSpPr/>
            <p:nvPr/>
          </p:nvSpPr>
          <p:spPr>
            <a:xfrm>
              <a:off x="4909023" y="4105403"/>
              <a:ext cx="126550" cy="61954"/>
            </a:xfrm>
            <a:custGeom>
              <a:rect b="b" l="l" r="r" t="t"/>
              <a:pathLst>
                <a:path extrusionOk="0" h="3632" w="7420">
                  <a:moveTo>
                    <a:pt x="7089" y="1"/>
                  </a:moveTo>
                  <a:lnTo>
                    <a:pt x="6964" y="32"/>
                  </a:lnTo>
                  <a:lnTo>
                    <a:pt x="3553" y="1573"/>
                  </a:lnTo>
                  <a:lnTo>
                    <a:pt x="158" y="3097"/>
                  </a:lnTo>
                  <a:lnTo>
                    <a:pt x="48" y="3160"/>
                  </a:lnTo>
                  <a:lnTo>
                    <a:pt x="1" y="3364"/>
                  </a:lnTo>
                  <a:lnTo>
                    <a:pt x="111" y="3553"/>
                  </a:lnTo>
                  <a:lnTo>
                    <a:pt x="331" y="3632"/>
                  </a:lnTo>
                  <a:lnTo>
                    <a:pt x="457" y="3600"/>
                  </a:lnTo>
                  <a:lnTo>
                    <a:pt x="3852" y="2076"/>
                  </a:lnTo>
                  <a:lnTo>
                    <a:pt x="7262" y="551"/>
                  </a:lnTo>
                  <a:lnTo>
                    <a:pt x="7372" y="472"/>
                  </a:lnTo>
                  <a:lnTo>
                    <a:pt x="7420" y="268"/>
                  </a:lnTo>
                  <a:lnTo>
                    <a:pt x="7310" y="79"/>
                  </a:lnTo>
                  <a:lnTo>
                    <a:pt x="70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2"/>
            <p:cNvSpPr/>
            <p:nvPr/>
          </p:nvSpPr>
          <p:spPr>
            <a:xfrm>
              <a:off x="5023229" y="4105949"/>
              <a:ext cx="14497" cy="126570"/>
            </a:xfrm>
            <a:custGeom>
              <a:rect b="b" l="l" r="r" t="t"/>
              <a:pathLst>
                <a:path extrusionOk="0" h="7420" w="850">
                  <a:moveTo>
                    <a:pt x="142" y="0"/>
                  </a:moveTo>
                  <a:lnTo>
                    <a:pt x="1" y="142"/>
                  </a:lnTo>
                  <a:lnTo>
                    <a:pt x="1" y="268"/>
                  </a:lnTo>
                  <a:lnTo>
                    <a:pt x="95" y="1116"/>
                  </a:lnTo>
                  <a:lnTo>
                    <a:pt x="221" y="2845"/>
                  </a:lnTo>
                  <a:lnTo>
                    <a:pt x="268" y="5439"/>
                  </a:lnTo>
                  <a:lnTo>
                    <a:pt x="236" y="7152"/>
                  </a:lnTo>
                  <a:lnTo>
                    <a:pt x="252" y="7278"/>
                  </a:lnTo>
                  <a:lnTo>
                    <a:pt x="409" y="7419"/>
                  </a:lnTo>
                  <a:lnTo>
                    <a:pt x="645" y="7419"/>
                  </a:lnTo>
                  <a:lnTo>
                    <a:pt x="802" y="7278"/>
                  </a:lnTo>
                  <a:lnTo>
                    <a:pt x="834" y="7152"/>
                  </a:lnTo>
                  <a:lnTo>
                    <a:pt x="849" y="5439"/>
                  </a:lnTo>
                  <a:lnTo>
                    <a:pt x="802" y="2845"/>
                  </a:lnTo>
                  <a:lnTo>
                    <a:pt x="692" y="1116"/>
                  </a:lnTo>
                  <a:lnTo>
                    <a:pt x="582" y="268"/>
                  </a:lnTo>
                  <a:lnTo>
                    <a:pt x="551" y="142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2"/>
            <p:cNvSpPr/>
            <p:nvPr/>
          </p:nvSpPr>
          <p:spPr>
            <a:xfrm>
              <a:off x="5024832" y="4006469"/>
              <a:ext cx="72672" cy="106731"/>
            </a:xfrm>
            <a:custGeom>
              <a:rect b="b" l="l" r="r" t="t"/>
              <a:pathLst>
                <a:path extrusionOk="0" h="6257" w="4261">
                  <a:moveTo>
                    <a:pt x="3993" y="1"/>
                  </a:moveTo>
                  <a:lnTo>
                    <a:pt x="3773" y="32"/>
                  </a:lnTo>
                  <a:lnTo>
                    <a:pt x="3695" y="142"/>
                  </a:lnTo>
                  <a:lnTo>
                    <a:pt x="1871" y="2972"/>
                  </a:lnTo>
                  <a:lnTo>
                    <a:pt x="64" y="5817"/>
                  </a:lnTo>
                  <a:lnTo>
                    <a:pt x="1" y="5942"/>
                  </a:lnTo>
                  <a:lnTo>
                    <a:pt x="64" y="6147"/>
                  </a:lnTo>
                  <a:lnTo>
                    <a:pt x="268" y="6257"/>
                  </a:lnTo>
                  <a:lnTo>
                    <a:pt x="488" y="6225"/>
                  </a:lnTo>
                  <a:lnTo>
                    <a:pt x="567" y="6115"/>
                  </a:lnTo>
                  <a:lnTo>
                    <a:pt x="4197" y="441"/>
                  </a:lnTo>
                  <a:lnTo>
                    <a:pt x="4260" y="315"/>
                  </a:lnTo>
                  <a:lnTo>
                    <a:pt x="4182" y="111"/>
                  </a:lnTo>
                  <a:lnTo>
                    <a:pt x="39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2"/>
            <p:cNvSpPr/>
            <p:nvPr/>
          </p:nvSpPr>
          <p:spPr>
            <a:xfrm>
              <a:off x="4961026" y="4020422"/>
              <a:ext cx="105111" cy="10201"/>
            </a:xfrm>
            <a:custGeom>
              <a:rect b="b" l="l" r="r" t="t"/>
              <a:pathLst>
                <a:path extrusionOk="0" h="598" w="6163">
                  <a:moveTo>
                    <a:pt x="284" y="0"/>
                  </a:moveTo>
                  <a:lnTo>
                    <a:pt x="142" y="16"/>
                  </a:lnTo>
                  <a:lnTo>
                    <a:pt x="1" y="173"/>
                  </a:lnTo>
                  <a:lnTo>
                    <a:pt x="1" y="409"/>
                  </a:lnTo>
                  <a:lnTo>
                    <a:pt x="142" y="566"/>
                  </a:lnTo>
                  <a:lnTo>
                    <a:pt x="284" y="582"/>
                  </a:lnTo>
                  <a:lnTo>
                    <a:pt x="5879" y="598"/>
                  </a:lnTo>
                  <a:lnTo>
                    <a:pt x="6005" y="566"/>
                  </a:lnTo>
                  <a:lnTo>
                    <a:pt x="6162" y="409"/>
                  </a:lnTo>
                  <a:lnTo>
                    <a:pt x="6162" y="189"/>
                  </a:lnTo>
                  <a:lnTo>
                    <a:pt x="6021" y="16"/>
                  </a:lnTo>
                  <a:lnTo>
                    <a:pt x="58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2"/>
            <p:cNvSpPr/>
            <p:nvPr/>
          </p:nvSpPr>
          <p:spPr>
            <a:xfrm>
              <a:off x="4948439" y="4043740"/>
              <a:ext cx="92235" cy="12623"/>
            </a:xfrm>
            <a:custGeom>
              <a:rect b="b" l="l" r="r" t="t"/>
              <a:pathLst>
                <a:path extrusionOk="0" h="740" w="5408">
                  <a:moveTo>
                    <a:pt x="1493" y="1"/>
                  </a:moveTo>
                  <a:lnTo>
                    <a:pt x="267" y="32"/>
                  </a:lnTo>
                  <a:lnTo>
                    <a:pt x="142" y="64"/>
                  </a:lnTo>
                  <a:lnTo>
                    <a:pt x="0" y="221"/>
                  </a:lnTo>
                  <a:lnTo>
                    <a:pt x="0" y="457"/>
                  </a:lnTo>
                  <a:lnTo>
                    <a:pt x="142" y="614"/>
                  </a:lnTo>
                  <a:lnTo>
                    <a:pt x="267" y="629"/>
                  </a:lnTo>
                  <a:lnTo>
                    <a:pt x="1493" y="598"/>
                  </a:lnTo>
                  <a:lnTo>
                    <a:pt x="3930" y="645"/>
                  </a:lnTo>
                  <a:lnTo>
                    <a:pt x="5140" y="740"/>
                  </a:lnTo>
                  <a:lnTo>
                    <a:pt x="5266" y="724"/>
                  </a:lnTo>
                  <a:lnTo>
                    <a:pt x="5407" y="582"/>
                  </a:lnTo>
                  <a:lnTo>
                    <a:pt x="5407" y="362"/>
                  </a:lnTo>
                  <a:lnTo>
                    <a:pt x="5266" y="174"/>
                  </a:lnTo>
                  <a:lnTo>
                    <a:pt x="5140" y="142"/>
                  </a:lnTo>
                  <a:lnTo>
                    <a:pt x="3930" y="64"/>
                  </a:lnTo>
                  <a:lnTo>
                    <a:pt x="14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2"/>
            <p:cNvSpPr/>
            <p:nvPr/>
          </p:nvSpPr>
          <p:spPr>
            <a:xfrm>
              <a:off x="4930479" y="4069480"/>
              <a:ext cx="99739" cy="10474"/>
            </a:xfrm>
            <a:custGeom>
              <a:rect b="b" l="l" r="r" t="t"/>
              <a:pathLst>
                <a:path extrusionOk="0" h="614" w="5848">
                  <a:moveTo>
                    <a:pt x="283" y="1"/>
                  </a:moveTo>
                  <a:lnTo>
                    <a:pt x="142" y="16"/>
                  </a:lnTo>
                  <a:lnTo>
                    <a:pt x="0" y="174"/>
                  </a:lnTo>
                  <a:lnTo>
                    <a:pt x="0" y="394"/>
                  </a:lnTo>
                  <a:lnTo>
                    <a:pt x="142" y="567"/>
                  </a:lnTo>
                  <a:lnTo>
                    <a:pt x="283" y="582"/>
                  </a:lnTo>
                  <a:lnTo>
                    <a:pt x="2924" y="598"/>
                  </a:lnTo>
                  <a:lnTo>
                    <a:pt x="5564" y="614"/>
                  </a:lnTo>
                  <a:lnTo>
                    <a:pt x="5706" y="582"/>
                  </a:lnTo>
                  <a:lnTo>
                    <a:pt x="5847" y="425"/>
                  </a:lnTo>
                  <a:lnTo>
                    <a:pt x="5847" y="205"/>
                  </a:lnTo>
                  <a:lnTo>
                    <a:pt x="5706" y="32"/>
                  </a:lnTo>
                  <a:lnTo>
                    <a:pt x="5564" y="16"/>
                  </a:lnTo>
                  <a:lnTo>
                    <a:pt x="29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2"/>
            <p:cNvSpPr/>
            <p:nvPr/>
          </p:nvSpPr>
          <p:spPr>
            <a:xfrm>
              <a:off x="4920553" y="4094691"/>
              <a:ext cx="76953" cy="13425"/>
            </a:xfrm>
            <a:custGeom>
              <a:rect b="b" l="l" r="r" t="t"/>
              <a:pathLst>
                <a:path extrusionOk="0" h="787" w="4512">
                  <a:moveTo>
                    <a:pt x="3238" y="0"/>
                  </a:moveTo>
                  <a:lnTo>
                    <a:pt x="1258" y="94"/>
                  </a:lnTo>
                  <a:lnTo>
                    <a:pt x="268" y="204"/>
                  </a:lnTo>
                  <a:lnTo>
                    <a:pt x="142" y="236"/>
                  </a:lnTo>
                  <a:lnTo>
                    <a:pt x="1" y="425"/>
                  </a:lnTo>
                  <a:lnTo>
                    <a:pt x="1" y="645"/>
                  </a:lnTo>
                  <a:lnTo>
                    <a:pt x="142" y="786"/>
                  </a:lnTo>
                  <a:lnTo>
                    <a:pt x="268" y="786"/>
                  </a:lnTo>
                  <a:lnTo>
                    <a:pt x="1258" y="676"/>
                  </a:lnTo>
                  <a:lnTo>
                    <a:pt x="3238" y="597"/>
                  </a:lnTo>
                  <a:lnTo>
                    <a:pt x="4244" y="629"/>
                  </a:lnTo>
                  <a:lnTo>
                    <a:pt x="4370" y="613"/>
                  </a:lnTo>
                  <a:lnTo>
                    <a:pt x="4512" y="456"/>
                  </a:lnTo>
                  <a:lnTo>
                    <a:pt x="4512" y="236"/>
                  </a:lnTo>
                  <a:lnTo>
                    <a:pt x="4370" y="63"/>
                  </a:lnTo>
                  <a:lnTo>
                    <a:pt x="4244" y="32"/>
                  </a:lnTo>
                  <a:lnTo>
                    <a:pt x="32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2"/>
            <p:cNvSpPr/>
            <p:nvPr/>
          </p:nvSpPr>
          <p:spPr>
            <a:xfrm>
              <a:off x="4917074" y="4119885"/>
              <a:ext cx="31637" cy="10201"/>
            </a:xfrm>
            <a:custGeom>
              <a:rect b="b" l="l" r="r" t="t"/>
              <a:pathLst>
                <a:path extrusionOk="0" h="598" w="1855">
                  <a:moveTo>
                    <a:pt x="267" y="1"/>
                  </a:moveTo>
                  <a:lnTo>
                    <a:pt x="142" y="16"/>
                  </a:lnTo>
                  <a:lnTo>
                    <a:pt x="0" y="174"/>
                  </a:lnTo>
                  <a:lnTo>
                    <a:pt x="0" y="394"/>
                  </a:lnTo>
                  <a:lnTo>
                    <a:pt x="142" y="566"/>
                  </a:lnTo>
                  <a:lnTo>
                    <a:pt x="267" y="582"/>
                  </a:lnTo>
                  <a:lnTo>
                    <a:pt x="928" y="598"/>
                  </a:lnTo>
                  <a:lnTo>
                    <a:pt x="1588" y="598"/>
                  </a:lnTo>
                  <a:lnTo>
                    <a:pt x="1714" y="582"/>
                  </a:lnTo>
                  <a:lnTo>
                    <a:pt x="1855" y="409"/>
                  </a:lnTo>
                  <a:lnTo>
                    <a:pt x="1855" y="189"/>
                  </a:lnTo>
                  <a:lnTo>
                    <a:pt x="1714" y="32"/>
                  </a:lnTo>
                  <a:lnTo>
                    <a:pt x="15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2"/>
            <p:cNvSpPr/>
            <p:nvPr/>
          </p:nvSpPr>
          <p:spPr>
            <a:xfrm>
              <a:off x="5058347" y="4104073"/>
              <a:ext cx="9397" cy="9928"/>
            </a:xfrm>
            <a:custGeom>
              <a:rect b="b" l="l" r="r" t="t"/>
              <a:pathLst>
                <a:path extrusionOk="0" h="582" w="551">
                  <a:moveTo>
                    <a:pt x="268" y="0"/>
                  </a:moveTo>
                  <a:lnTo>
                    <a:pt x="142" y="16"/>
                  </a:lnTo>
                  <a:lnTo>
                    <a:pt x="1" y="173"/>
                  </a:lnTo>
                  <a:lnTo>
                    <a:pt x="1" y="409"/>
                  </a:lnTo>
                  <a:lnTo>
                    <a:pt x="142" y="566"/>
                  </a:lnTo>
                  <a:lnTo>
                    <a:pt x="268" y="582"/>
                  </a:lnTo>
                  <a:lnTo>
                    <a:pt x="409" y="566"/>
                  </a:lnTo>
                  <a:lnTo>
                    <a:pt x="551" y="409"/>
                  </a:lnTo>
                  <a:lnTo>
                    <a:pt x="551" y="173"/>
                  </a:lnTo>
                  <a:lnTo>
                    <a:pt x="409" y="16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2"/>
            <p:cNvSpPr/>
            <p:nvPr/>
          </p:nvSpPr>
          <p:spPr>
            <a:xfrm>
              <a:off x="5083282" y="4068678"/>
              <a:ext cx="9397" cy="10201"/>
            </a:xfrm>
            <a:custGeom>
              <a:rect b="b" l="l" r="r" t="t"/>
              <a:pathLst>
                <a:path extrusionOk="0" h="598" w="551">
                  <a:moveTo>
                    <a:pt x="283" y="1"/>
                  </a:moveTo>
                  <a:lnTo>
                    <a:pt x="157" y="16"/>
                  </a:lnTo>
                  <a:lnTo>
                    <a:pt x="0" y="189"/>
                  </a:lnTo>
                  <a:lnTo>
                    <a:pt x="0" y="409"/>
                  </a:lnTo>
                  <a:lnTo>
                    <a:pt x="157" y="582"/>
                  </a:lnTo>
                  <a:lnTo>
                    <a:pt x="283" y="598"/>
                  </a:lnTo>
                  <a:lnTo>
                    <a:pt x="409" y="582"/>
                  </a:lnTo>
                  <a:lnTo>
                    <a:pt x="550" y="409"/>
                  </a:lnTo>
                  <a:lnTo>
                    <a:pt x="550" y="189"/>
                  </a:lnTo>
                  <a:lnTo>
                    <a:pt x="409" y="16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2"/>
            <p:cNvSpPr/>
            <p:nvPr/>
          </p:nvSpPr>
          <p:spPr>
            <a:xfrm>
              <a:off x="5112499" y="4050716"/>
              <a:ext cx="11274" cy="11548"/>
            </a:xfrm>
            <a:custGeom>
              <a:rect b="b" l="l" r="r" t="t"/>
              <a:pathLst>
                <a:path extrusionOk="0" h="677" w="661">
                  <a:moveTo>
                    <a:pt x="393" y="0"/>
                  </a:moveTo>
                  <a:lnTo>
                    <a:pt x="189" y="63"/>
                  </a:lnTo>
                  <a:lnTo>
                    <a:pt x="111" y="158"/>
                  </a:lnTo>
                  <a:lnTo>
                    <a:pt x="79" y="189"/>
                  </a:lnTo>
                  <a:lnTo>
                    <a:pt x="48" y="220"/>
                  </a:lnTo>
                  <a:lnTo>
                    <a:pt x="1" y="331"/>
                  </a:lnTo>
                  <a:lnTo>
                    <a:pt x="63" y="551"/>
                  </a:lnTo>
                  <a:lnTo>
                    <a:pt x="158" y="629"/>
                  </a:lnTo>
                  <a:lnTo>
                    <a:pt x="268" y="676"/>
                  </a:lnTo>
                  <a:lnTo>
                    <a:pt x="472" y="613"/>
                  </a:lnTo>
                  <a:lnTo>
                    <a:pt x="566" y="519"/>
                  </a:lnTo>
                  <a:lnTo>
                    <a:pt x="582" y="488"/>
                  </a:lnTo>
                  <a:lnTo>
                    <a:pt x="614" y="456"/>
                  </a:lnTo>
                  <a:lnTo>
                    <a:pt x="661" y="346"/>
                  </a:lnTo>
                  <a:lnTo>
                    <a:pt x="598" y="126"/>
                  </a:lnTo>
                  <a:lnTo>
                    <a:pt x="504" y="48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2"/>
            <p:cNvSpPr/>
            <p:nvPr/>
          </p:nvSpPr>
          <p:spPr>
            <a:xfrm>
              <a:off x="5110350" y="4102452"/>
              <a:ext cx="9142" cy="9945"/>
            </a:xfrm>
            <a:custGeom>
              <a:rect b="b" l="l" r="r" t="t"/>
              <a:pathLst>
                <a:path extrusionOk="0" h="583" w="536">
                  <a:moveTo>
                    <a:pt x="268" y="1"/>
                  </a:moveTo>
                  <a:lnTo>
                    <a:pt x="142" y="17"/>
                  </a:lnTo>
                  <a:lnTo>
                    <a:pt x="1" y="174"/>
                  </a:lnTo>
                  <a:lnTo>
                    <a:pt x="1" y="394"/>
                  </a:lnTo>
                  <a:lnTo>
                    <a:pt x="142" y="567"/>
                  </a:lnTo>
                  <a:lnTo>
                    <a:pt x="268" y="583"/>
                  </a:lnTo>
                  <a:lnTo>
                    <a:pt x="394" y="567"/>
                  </a:lnTo>
                  <a:lnTo>
                    <a:pt x="535" y="394"/>
                  </a:lnTo>
                  <a:lnTo>
                    <a:pt x="535" y="174"/>
                  </a:lnTo>
                  <a:lnTo>
                    <a:pt x="394" y="17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2"/>
            <p:cNvSpPr/>
            <p:nvPr/>
          </p:nvSpPr>
          <p:spPr>
            <a:xfrm>
              <a:off x="5078729" y="4104602"/>
              <a:ext cx="9125" cy="9945"/>
            </a:xfrm>
            <a:custGeom>
              <a:rect b="b" l="l" r="r" t="t"/>
              <a:pathLst>
                <a:path extrusionOk="0" h="583" w="535">
                  <a:moveTo>
                    <a:pt x="267" y="1"/>
                  </a:moveTo>
                  <a:lnTo>
                    <a:pt x="142" y="16"/>
                  </a:lnTo>
                  <a:lnTo>
                    <a:pt x="0" y="174"/>
                  </a:lnTo>
                  <a:lnTo>
                    <a:pt x="0" y="394"/>
                  </a:lnTo>
                  <a:lnTo>
                    <a:pt x="142" y="567"/>
                  </a:lnTo>
                  <a:lnTo>
                    <a:pt x="267" y="582"/>
                  </a:lnTo>
                  <a:lnTo>
                    <a:pt x="393" y="567"/>
                  </a:lnTo>
                  <a:lnTo>
                    <a:pt x="535" y="394"/>
                  </a:lnTo>
                  <a:lnTo>
                    <a:pt x="535" y="174"/>
                  </a:lnTo>
                  <a:lnTo>
                    <a:pt x="393" y="16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2"/>
            <p:cNvSpPr/>
            <p:nvPr/>
          </p:nvSpPr>
          <p:spPr>
            <a:xfrm>
              <a:off x="5056999" y="4144278"/>
              <a:ext cx="11546" cy="11292"/>
            </a:xfrm>
            <a:custGeom>
              <a:rect b="b" l="l" r="r" t="t"/>
              <a:pathLst>
                <a:path extrusionOk="0" h="662" w="677">
                  <a:moveTo>
                    <a:pt x="347" y="1"/>
                  </a:moveTo>
                  <a:lnTo>
                    <a:pt x="111" y="80"/>
                  </a:lnTo>
                  <a:lnTo>
                    <a:pt x="48" y="158"/>
                  </a:lnTo>
                  <a:lnTo>
                    <a:pt x="1" y="268"/>
                  </a:lnTo>
                  <a:lnTo>
                    <a:pt x="64" y="488"/>
                  </a:lnTo>
                  <a:lnTo>
                    <a:pt x="158" y="567"/>
                  </a:lnTo>
                  <a:lnTo>
                    <a:pt x="190" y="583"/>
                  </a:lnTo>
                  <a:lnTo>
                    <a:pt x="221" y="614"/>
                  </a:lnTo>
                  <a:lnTo>
                    <a:pt x="331" y="661"/>
                  </a:lnTo>
                  <a:lnTo>
                    <a:pt x="551" y="598"/>
                  </a:lnTo>
                  <a:lnTo>
                    <a:pt x="630" y="504"/>
                  </a:lnTo>
                  <a:lnTo>
                    <a:pt x="677" y="394"/>
                  </a:lnTo>
                  <a:lnTo>
                    <a:pt x="598" y="190"/>
                  </a:lnTo>
                  <a:lnTo>
                    <a:pt x="520" y="111"/>
                  </a:lnTo>
                  <a:lnTo>
                    <a:pt x="488" y="80"/>
                  </a:lnTo>
                  <a:lnTo>
                    <a:pt x="441" y="48"/>
                  </a:lnTo>
                  <a:lnTo>
                    <a:pt x="3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2"/>
            <p:cNvSpPr/>
            <p:nvPr/>
          </p:nvSpPr>
          <p:spPr>
            <a:xfrm>
              <a:off x="5056471" y="4192551"/>
              <a:ext cx="9397" cy="9928"/>
            </a:xfrm>
            <a:custGeom>
              <a:rect b="b" l="l" r="r" t="t"/>
              <a:pathLst>
                <a:path extrusionOk="0" h="582" w="551">
                  <a:moveTo>
                    <a:pt x="268" y="0"/>
                  </a:moveTo>
                  <a:lnTo>
                    <a:pt x="142" y="16"/>
                  </a:lnTo>
                  <a:lnTo>
                    <a:pt x="1" y="173"/>
                  </a:lnTo>
                  <a:lnTo>
                    <a:pt x="1" y="409"/>
                  </a:lnTo>
                  <a:lnTo>
                    <a:pt x="142" y="566"/>
                  </a:lnTo>
                  <a:lnTo>
                    <a:pt x="268" y="582"/>
                  </a:lnTo>
                  <a:lnTo>
                    <a:pt x="409" y="566"/>
                  </a:lnTo>
                  <a:lnTo>
                    <a:pt x="551" y="409"/>
                  </a:lnTo>
                  <a:lnTo>
                    <a:pt x="551" y="173"/>
                  </a:lnTo>
                  <a:lnTo>
                    <a:pt x="409" y="16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2"/>
            <p:cNvSpPr/>
            <p:nvPr/>
          </p:nvSpPr>
          <p:spPr>
            <a:xfrm>
              <a:off x="5096415" y="4164935"/>
              <a:ext cx="9125" cy="9928"/>
            </a:xfrm>
            <a:custGeom>
              <a:rect b="b" l="l" r="r" t="t"/>
              <a:pathLst>
                <a:path extrusionOk="0" h="582" w="535">
                  <a:moveTo>
                    <a:pt x="268" y="0"/>
                  </a:moveTo>
                  <a:lnTo>
                    <a:pt x="142" y="16"/>
                  </a:lnTo>
                  <a:lnTo>
                    <a:pt x="0" y="173"/>
                  </a:lnTo>
                  <a:lnTo>
                    <a:pt x="0" y="393"/>
                  </a:lnTo>
                  <a:lnTo>
                    <a:pt x="142" y="566"/>
                  </a:lnTo>
                  <a:lnTo>
                    <a:pt x="268" y="582"/>
                  </a:lnTo>
                  <a:lnTo>
                    <a:pt x="393" y="566"/>
                  </a:lnTo>
                  <a:lnTo>
                    <a:pt x="535" y="393"/>
                  </a:lnTo>
                  <a:lnTo>
                    <a:pt x="535" y="173"/>
                  </a:lnTo>
                  <a:lnTo>
                    <a:pt x="393" y="16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2"/>
            <p:cNvSpPr/>
            <p:nvPr/>
          </p:nvSpPr>
          <p:spPr>
            <a:xfrm>
              <a:off x="5077910" y="4142401"/>
              <a:ext cx="11546" cy="11548"/>
            </a:xfrm>
            <a:custGeom>
              <a:rect b="b" l="l" r="r" t="t"/>
              <a:pathLst>
                <a:path extrusionOk="0" h="677" w="677">
                  <a:moveTo>
                    <a:pt x="394" y="1"/>
                  </a:moveTo>
                  <a:lnTo>
                    <a:pt x="190" y="64"/>
                  </a:lnTo>
                  <a:lnTo>
                    <a:pt x="111" y="158"/>
                  </a:lnTo>
                  <a:lnTo>
                    <a:pt x="80" y="190"/>
                  </a:lnTo>
                  <a:lnTo>
                    <a:pt x="64" y="221"/>
                  </a:lnTo>
                  <a:lnTo>
                    <a:pt x="1" y="331"/>
                  </a:lnTo>
                  <a:lnTo>
                    <a:pt x="80" y="567"/>
                  </a:lnTo>
                  <a:lnTo>
                    <a:pt x="158" y="630"/>
                  </a:lnTo>
                  <a:lnTo>
                    <a:pt x="284" y="677"/>
                  </a:lnTo>
                  <a:lnTo>
                    <a:pt x="488" y="614"/>
                  </a:lnTo>
                  <a:lnTo>
                    <a:pt x="567" y="520"/>
                  </a:lnTo>
                  <a:lnTo>
                    <a:pt x="598" y="488"/>
                  </a:lnTo>
                  <a:lnTo>
                    <a:pt x="614" y="457"/>
                  </a:lnTo>
                  <a:lnTo>
                    <a:pt x="677" y="347"/>
                  </a:lnTo>
                  <a:lnTo>
                    <a:pt x="598" y="127"/>
                  </a:lnTo>
                  <a:lnTo>
                    <a:pt x="520" y="4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2"/>
            <p:cNvSpPr/>
            <p:nvPr/>
          </p:nvSpPr>
          <p:spPr>
            <a:xfrm>
              <a:off x="5118929" y="4142674"/>
              <a:ext cx="9142" cy="9945"/>
            </a:xfrm>
            <a:custGeom>
              <a:rect b="b" l="l" r="r" t="t"/>
              <a:pathLst>
                <a:path extrusionOk="0" h="583" w="536">
                  <a:moveTo>
                    <a:pt x="268" y="1"/>
                  </a:moveTo>
                  <a:lnTo>
                    <a:pt x="142" y="16"/>
                  </a:lnTo>
                  <a:lnTo>
                    <a:pt x="1" y="189"/>
                  </a:lnTo>
                  <a:lnTo>
                    <a:pt x="1" y="409"/>
                  </a:lnTo>
                  <a:lnTo>
                    <a:pt x="142" y="566"/>
                  </a:lnTo>
                  <a:lnTo>
                    <a:pt x="268" y="582"/>
                  </a:lnTo>
                  <a:lnTo>
                    <a:pt x="394" y="566"/>
                  </a:lnTo>
                  <a:lnTo>
                    <a:pt x="535" y="409"/>
                  </a:lnTo>
                  <a:lnTo>
                    <a:pt x="535" y="189"/>
                  </a:lnTo>
                  <a:lnTo>
                    <a:pt x="394" y="16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2"/>
            <p:cNvSpPr/>
            <p:nvPr/>
          </p:nvSpPr>
          <p:spPr>
            <a:xfrm>
              <a:off x="5080861" y="4194154"/>
              <a:ext cx="12092" cy="10474"/>
            </a:xfrm>
            <a:custGeom>
              <a:rect b="b" l="l" r="r" t="t"/>
              <a:pathLst>
                <a:path extrusionOk="0" h="614" w="709">
                  <a:moveTo>
                    <a:pt x="410" y="0"/>
                  </a:moveTo>
                  <a:lnTo>
                    <a:pt x="347" y="16"/>
                  </a:lnTo>
                  <a:lnTo>
                    <a:pt x="284" y="16"/>
                  </a:lnTo>
                  <a:lnTo>
                    <a:pt x="174" y="48"/>
                  </a:lnTo>
                  <a:lnTo>
                    <a:pt x="17" y="189"/>
                  </a:lnTo>
                  <a:lnTo>
                    <a:pt x="1" y="315"/>
                  </a:lnTo>
                  <a:lnTo>
                    <a:pt x="17" y="425"/>
                  </a:lnTo>
                  <a:lnTo>
                    <a:pt x="174" y="598"/>
                  </a:lnTo>
                  <a:lnTo>
                    <a:pt x="284" y="613"/>
                  </a:lnTo>
                  <a:lnTo>
                    <a:pt x="347" y="598"/>
                  </a:lnTo>
                  <a:lnTo>
                    <a:pt x="410" y="598"/>
                  </a:lnTo>
                  <a:lnTo>
                    <a:pt x="535" y="566"/>
                  </a:lnTo>
                  <a:lnTo>
                    <a:pt x="692" y="425"/>
                  </a:lnTo>
                  <a:lnTo>
                    <a:pt x="708" y="299"/>
                  </a:lnTo>
                  <a:lnTo>
                    <a:pt x="692" y="189"/>
                  </a:lnTo>
                  <a:lnTo>
                    <a:pt x="535" y="16"/>
                  </a:lnTo>
                  <a:lnTo>
                    <a:pt x="4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2"/>
            <p:cNvSpPr/>
            <p:nvPr/>
          </p:nvSpPr>
          <p:spPr>
            <a:xfrm>
              <a:off x="4981408" y="4128192"/>
              <a:ext cx="56572" cy="34611"/>
            </a:xfrm>
            <a:custGeom>
              <a:rect b="b" l="l" r="r" t="t"/>
              <a:pathLst>
                <a:path extrusionOk="0" h="2029" w="3317">
                  <a:moveTo>
                    <a:pt x="252" y="1"/>
                  </a:moveTo>
                  <a:lnTo>
                    <a:pt x="63" y="111"/>
                  </a:lnTo>
                  <a:lnTo>
                    <a:pt x="1" y="315"/>
                  </a:lnTo>
                  <a:lnTo>
                    <a:pt x="48" y="441"/>
                  </a:lnTo>
                  <a:lnTo>
                    <a:pt x="283" y="834"/>
                  </a:lnTo>
                  <a:lnTo>
                    <a:pt x="928" y="1447"/>
                  </a:lnTo>
                  <a:lnTo>
                    <a:pt x="1714" y="1856"/>
                  </a:lnTo>
                  <a:lnTo>
                    <a:pt x="2594" y="2028"/>
                  </a:lnTo>
                  <a:lnTo>
                    <a:pt x="3050" y="2013"/>
                  </a:lnTo>
                  <a:lnTo>
                    <a:pt x="3176" y="1981"/>
                  </a:lnTo>
                  <a:lnTo>
                    <a:pt x="3317" y="1808"/>
                  </a:lnTo>
                  <a:lnTo>
                    <a:pt x="3317" y="1588"/>
                  </a:lnTo>
                  <a:lnTo>
                    <a:pt x="3176" y="1431"/>
                  </a:lnTo>
                  <a:lnTo>
                    <a:pt x="3050" y="1431"/>
                  </a:lnTo>
                  <a:lnTo>
                    <a:pt x="2673" y="1447"/>
                  </a:lnTo>
                  <a:lnTo>
                    <a:pt x="1934" y="1305"/>
                  </a:lnTo>
                  <a:lnTo>
                    <a:pt x="1289" y="975"/>
                  </a:lnTo>
                  <a:lnTo>
                    <a:pt x="755" y="472"/>
                  </a:lnTo>
                  <a:lnTo>
                    <a:pt x="551" y="142"/>
                  </a:lnTo>
                  <a:lnTo>
                    <a:pt x="472" y="48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2"/>
            <p:cNvSpPr/>
            <p:nvPr/>
          </p:nvSpPr>
          <p:spPr>
            <a:xfrm>
              <a:off x="4959696" y="4144551"/>
              <a:ext cx="78829" cy="52845"/>
            </a:xfrm>
            <a:custGeom>
              <a:rect b="b" l="l" r="r" t="t"/>
              <a:pathLst>
                <a:path extrusionOk="0" h="3098" w="4622">
                  <a:moveTo>
                    <a:pt x="268" y="1"/>
                  </a:moveTo>
                  <a:lnTo>
                    <a:pt x="79" y="126"/>
                  </a:lnTo>
                  <a:lnTo>
                    <a:pt x="0" y="331"/>
                  </a:lnTo>
                  <a:lnTo>
                    <a:pt x="48" y="456"/>
                  </a:lnTo>
                  <a:lnTo>
                    <a:pt x="220" y="739"/>
                  </a:lnTo>
                  <a:lnTo>
                    <a:pt x="613" y="1290"/>
                  </a:lnTo>
                  <a:lnTo>
                    <a:pt x="1053" y="1761"/>
                  </a:lnTo>
                  <a:lnTo>
                    <a:pt x="1572" y="2170"/>
                  </a:lnTo>
                  <a:lnTo>
                    <a:pt x="2122" y="2516"/>
                  </a:lnTo>
                  <a:lnTo>
                    <a:pt x="2720" y="2783"/>
                  </a:lnTo>
                  <a:lnTo>
                    <a:pt x="3348" y="2971"/>
                  </a:lnTo>
                  <a:lnTo>
                    <a:pt x="4008" y="3081"/>
                  </a:lnTo>
                  <a:lnTo>
                    <a:pt x="4339" y="3097"/>
                  </a:lnTo>
                  <a:lnTo>
                    <a:pt x="4480" y="3081"/>
                  </a:lnTo>
                  <a:lnTo>
                    <a:pt x="4621" y="2924"/>
                  </a:lnTo>
                  <a:lnTo>
                    <a:pt x="4621" y="2704"/>
                  </a:lnTo>
                  <a:lnTo>
                    <a:pt x="4480" y="2531"/>
                  </a:lnTo>
                  <a:lnTo>
                    <a:pt x="4339" y="2500"/>
                  </a:lnTo>
                  <a:lnTo>
                    <a:pt x="4040" y="2484"/>
                  </a:lnTo>
                  <a:lnTo>
                    <a:pt x="3458" y="2390"/>
                  </a:lnTo>
                  <a:lnTo>
                    <a:pt x="2908" y="2217"/>
                  </a:lnTo>
                  <a:lnTo>
                    <a:pt x="2374" y="1981"/>
                  </a:lnTo>
                  <a:lnTo>
                    <a:pt x="1887" y="1682"/>
                  </a:lnTo>
                  <a:lnTo>
                    <a:pt x="1446" y="1321"/>
                  </a:lnTo>
                  <a:lnTo>
                    <a:pt x="1053" y="897"/>
                  </a:lnTo>
                  <a:lnTo>
                    <a:pt x="708" y="409"/>
                  </a:lnTo>
                  <a:lnTo>
                    <a:pt x="551" y="158"/>
                  </a:lnTo>
                  <a:lnTo>
                    <a:pt x="472" y="48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2"/>
            <p:cNvSpPr/>
            <p:nvPr/>
          </p:nvSpPr>
          <p:spPr>
            <a:xfrm>
              <a:off x="4932356" y="4153677"/>
              <a:ext cx="101069" cy="69716"/>
            </a:xfrm>
            <a:custGeom>
              <a:rect b="b" l="l" r="r" t="t"/>
              <a:pathLst>
                <a:path extrusionOk="0" h="4087" w="5926">
                  <a:moveTo>
                    <a:pt x="252" y="0"/>
                  </a:moveTo>
                  <a:lnTo>
                    <a:pt x="63" y="110"/>
                  </a:lnTo>
                  <a:lnTo>
                    <a:pt x="0" y="314"/>
                  </a:lnTo>
                  <a:lnTo>
                    <a:pt x="47" y="440"/>
                  </a:lnTo>
                  <a:lnTo>
                    <a:pt x="267" y="817"/>
                  </a:lnTo>
                  <a:lnTo>
                    <a:pt x="802" y="1525"/>
                  </a:lnTo>
                  <a:lnTo>
                    <a:pt x="1383" y="2153"/>
                  </a:lnTo>
                  <a:lnTo>
                    <a:pt x="2043" y="2704"/>
                  </a:lnTo>
                  <a:lnTo>
                    <a:pt x="2767" y="3175"/>
                  </a:lnTo>
                  <a:lnTo>
                    <a:pt x="3537" y="3552"/>
                  </a:lnTo>
                  <a:lnTo>
                    <a:pt x="4354" y="3835"/>
                  </a:lnTo>
                  <a:lnTo>
                    <a:pt x="5203" y="4024"/>
                  </a:lnTo>
                  <a:lnTo>
                    <a:pt x="5643" y="4087"/>
                  </a:lnTo>
                  <a:lnTo>
                    <a:pt x="5784" y="4087"/>
                  </a:lnTo>
                  <a:lnTo>
                    <a:pt x="5926" y="3930"/>
                  </a:lnTo>
                  <a:lnTo>
                    <a:pt x="5926" y="3709"/>
                  </a:lnTo>
                  <a:lnTo>
                    <a:pt x="5784" y="3521"/>
                  </a:lnTo>
                  <a:lnTo>
                    <a:pt x="5643" y="3489"/>
                  </a:lnTo>
                  <a:lnTo>
                    <a:pt x="5250" y="3442"/>
                  </a:lnTo>
                  <a:lnTo>
                    <a:pt x="4464" y="3269"/>
                  </a:lnTo>
                  <a:lnTo>
                    <a:pt x="3725" y="3002"/>
                  </a:lnTo>
                  <a:lnTo>
                    <a:pt x="3034" y="2641"/>
                  </a:lnTo>
                  <a:lnTo>
                    <a:pt x="2374" y="2216"/>
                  </a:lnTo>
                  <a:lnTo>
                    <a:pt x="1776" y="1713"/>
                  </a:lnTo>
                  <a:lnTo>
                    <a:pt x="1242" y="1132"/>
                  </a:lnTo>
                  <a:lnTo>
                    <a:pt x="755" y="487"/>
                  </a:lnTo>
                  <a:lnTo>
                    <a:pt x="550" y="142"/>
                  </a:lnTo>
                  <a:lnTo>
                    <a:pt x="472" y="47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4" name="Google Shape;864;p22"/>
            <p:cNvGrpSpPr/>
            <p:nvPr/>
          </p:nvGrpSpPr>
          <p:grpSpPr>
            <a:xfrm>
              <a:off x="4935914" y="3657438"/>
              <a:ext cx="159995" cy="272917"/>
              <a:chOff x="2787898" y="564518"/>
              <a:chExt cx="309349" cy="527683"/>
            </a:xfrm>
          </p:grpSpPr>
          <p:sp>
            <p:nvSpPr>
              <p:cNvPr id="865" name="Google Shape;865;p22"/>
              <p:cNvSpPr/>
              <p:nvPr/>
            </p:nvSpPr>
            <p:spPr>
              <a:xfrm>
                <a:off x="2787898" y="564518"/>
                <a:ext cx="309349" cy="527683"/>
              </a:xfrm>
              <a:custGeom>
                <a:rect b="b" l="l" r="r" t="t"/>
                <a:pathLst>
                  <a:path extrusionOk="0" h="14666" w="8599">
                    <a:moveTo>
                      <a:pt x="4481" y="614"/>
                    </a:moveTo>
                    <a:lnTo>
                      <a:pt x="5376" y="661"/>
                    </a:lnTo>
                    <a:lnTo>
                      <a:pt x="5675" y="677"/>
                    </a:lnTo>
                    <a:lnTo>
                      <a:pt x="6194" y="755"/>
                    </a:lnTo>
                    <a:lnTo>
                      <a:pt x="6665" y="928"/>
                    </a:lnTo>
                    <a:lnTo>
                      <a:pt x="7058" y="1164"/>
                    </a:lnTo>
                    <a:lnTo>
                      <a:pt x="7388" y="1463"/>
                    </a:lnTo>
                    <a:lnTo>
                      <a:pt x="7640" y="1840"/>
                    </a:lnTo>
                    <a:lnTo>
                      <a:pt x="7828" y="2296"/>
                    </a:lnTo>
                    <a:lnTo>
                      <a:pt x="7923" y="2814"/>
                    </a:lnTo>
                    <a:lnTo>
                      <a:pt x="7938" y="3113"/>
                    </a:lnTo>
                    <a:lnTo>
                      <a:pt x="7954" y="4638"/>
                    </a:lnTo>
                    <a:lnTo>
                      <a:pt x="7938" y="6162"/>
                    </a:lnTo>
                    <a:lnTo>
                      <a:pt x="7938" y="10532"/>
                    </a:lnTo>
                    <a:lnTo>
                      <a:pt x="7938" y="11113"/>
                    </a:lnTo>
                    <a:lnTo>
                      <a:pt x="7876" y="11993"/>
                    </a:lnTo>
                    <a:lnTo>
                      <a:pt x="7781" y="12528"/>
                    </a:lnTo>
                    <a:lnTo>
                      <a:pt x="7577" y="13015"/>
                    </a:lnTo>
                    <a:lnTo>
                      <a:pt x="7278" y="13439"/>
                    </a:lnTo>
                    <a:lnTo>
                      <a:pt x="6838" y="13754"/>
                    </a:lnTo>
                    <a:lnTo>
                      <a:pt x="6257" y="13942"/>
                    </a:lnTo>
                    <a:lnTo>
                      <a:pt x="5879" y="13990"/>
                    </a:lnTo>
                    <a:lnTo>
                      <a:pt x="4355" y="14021"/>
                    </a:lnTo>
                    <a:lnTo>
                      <a:pt x="2846" y="13990"/>
                    </a:lnTo>
                    <a:lnTo>
                      <a:pt x="2547" y="13958"/>
                    </a:lnTo>
                    <a:lnTo>
                      <a:pt x="2044" y="13832"/>
                    </a:lnTo>
                    <a:lnTo>
                      <a:pt x="1620" y="13612"/>
                    </a:lnTo>
                    <a:lnTo>
                      <a:pt x="1290" y="13314"/>
                    </a:lnTo>
                    <a:lnTo>
                      <a:pt x="1023" y="12937"/>
                    </a:lnTo>
                    <a:lnTo>
                      <a:pt x="850" y="12528"/>
                    </a:lnTo>
                    <a:lnTo>
                      <a:pt x="693" y="11805"/>
                    </a:lnTo>
                    <a:lnTo>
                      <a:pt x="661" y="11286"/>
                    </a:lnTo>
                    <a:lnTo>
                      <a:pt x="661" y="4119"/>
                    </a:lnTo>
                    <a:lnTo>
                      <a:pt x="645" y="3254"/>
                    </a:lnTo>
                    <a:lnTo>
                      <a:pt x="818" y="2013"/>
                    </a:lnTo>
                    <a:lnTo>
                      <a:pt x="1101" y="1463"/>
                    </a:lnTo>
                    <a:lnTo>
                      <a:pt x="1400" y="1148"/>
                    </a:lnTo>
                    <a:lnTo>
                      <a:pt x="1604" y="1007"/>
                    </a:lnTo>
                    <a:lnTo>
                      <a:pt x="1777" y="897"/>
                    </a:lnTo>
                    <a:lnTo>
                      <a:pt x="2201" y="739"/>
                    </a:lnTo>
                    <a:lnTo>
                      <a:pt x="2924" y="614"/>
                    </a:lnTo>
                    <a:close/>
                    <a:moveTo>
                      <a:pt x="5534" y="1"/>
                    </a:moveTo>
                    <a:lnTo>
                      <a:pt x="3883" y="16"/>
                    </a:lnTo>
                    <a:lnTo>
                      <a:pt x="2909" y="79"/>
                    </a:lnTo>
                    <a:lnTo>
                      <a:pt x="2610" y="95"/>
                    </a:lnTo>
                    <a:lnTo>
                      <a:pt x="2060" y="205"/>
                    </a:lnTo>
                    <a:lnTo>
                      <a:pt x="1557" y="394"/>
                    </a:lnTo>
                    <a:lnTo>
                      <a:pt x="1133" y="661"/>
                    </a:lnTo>
                    <a:lnTo>
                      <a:pt x="755" y="1007"/>
                    </a:lnTo>
                    <a:lnTo>
                      <a:pt x="457" y="1415"/>
                    </a:lnTo>
                    <a:lnTo>
                      <a:pt x="237" y="1903"/>
                    </a:lnTo>
                    <a:lnTo>
                      <a:pt x="111" y="2437"/>
                    </a:lnTo>
                    <a:lnTo>
                      <a:pt x="80" y="2736"/>
                    </a:lnTo>
                    <a:lnTo>
                      <a:pt x="32" y="3757"/>
                    </a:lnTo>
                    <a:lnTo>
                      <a:pt x="1" y="5801"/>
                    </a:lnTo>
                    <a:lnTo>
                      <a:pt x="64" y="8866"/>
                    </a:lnTo>
                    <a:lnTo>
                      <a:pt x="80" y="10909"/>
                    </a:lnTo>
                    <a:lnTo>
                      <a:pt x="80" y="11412"/>
                    </a:lnTo>
                    <a:lnTo>
                      <a:pt x="174" y="12402"/>
                    </a:lnTo>
                    <a:lnTo>
                      <a:pt x="378" y="13094"/>
                    </a:lnTo>
                    <a:lnTo>
                      <a:pt x="614" y="13502"/>
                    </a:lnTo>
                    <a:lnTo>
                      <a:pt x="928" y="13864"/>
                    </a:lnTo>
                    <a:lnTo>
                      <a:pt x="1337" y="14194"/>
                    </a:lnTo>
                    <a:lnTo>
                      <a:pt x="1588" y="14320"/>
                    </a:lnTo>
                    <a:lnTo>
                      <a:pt x="1824" y="14430"/>
                    </a:lnTo>
                    <a:lnTo>
                      <a:pt x="2327" y="14555"/>
                    </a:lnTo>
                    <a:lnTo>
                      <a:pt x="3129" y="14665"/>
                    </a:lnTo>
                    <a:lnTo>
                      <a:pt x="4842" y="14618"/>
                    </a:lnTo>
                    <a:lnTo>
                      <a:pt x="5879" y="14587"/>
                    </a:lnTo>
                    <a:lnTo>
                      <a:pt x="6178" y="14555"/>
                    </a:lnTo>
                    <a:lnTo>
                      <a:pt x="6728" y="14414"/>
                    </a:lnTo>
                    <a:lnTo>
                      <a:pt x="7184" y="14210"/>
                    </a:lnTo>
                    <a:lnTo>
                      <a:pt x="7561" y="13942"/>
                    </a:lnTo>
                    <a:lnTo>
                      <a:pt x="7860" y="13597"/>
                    </a:lnTo>
                    <a:lnTo>
                      <a:pt x="8111" y="13219"/>
                    </a:lnTo>
                    <a:lnTo>
                      <a:pt x="8363" y="12559"/>
                    </a:lnTo>
                    <a:lnTo>
                      <a:pt x="8551" y="11569"/>
                    </a:lnTo>
                    <a:lnTo>
                      <a:pt x="8599" y="10500"/>
                    </a:lnTo>
                    <a:lnTo>
                      <a:pt x="8551" y="8913"/>
                    </a:lnTo>
                    <a:lnTo>
                      <a:pt x="8520" y="7970"/>
                    </a:lnTo>
                    <a:lnTo>
                      <a:pt x="8520" y="3301"/>
                    </a:lnTo>
                    <a:lnTo>
                      <a:pt x="8520" y="2846"/>
                    </a:lnTo>
                    <a:lnTo>
                      <a:pt x="8379" y="1965"/>
                    </a:lnTo>
                    <a:lnTo>
                      <a:pt x="8033" y="1195"/>
                    </a:lnTo>
                    <a:lnTo>
                      <a:pt x="7608" y="708"/>
                    </a:lnTo>
                    <a:lnTo>
                      <a:pt x="7231" y="441"/>
                    </a:lnTo>
                    <a:lnTo>
                      <a:pt x="7011" y="331"/>
                    </a:lnTo>
                    <a:lnTo>
                      <a:pt x="6571" y="158"/>
                    </a:lnTo>
                    <a:lnTo>
                      <a:pt x="55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22"/>
              <p:cNvSpPr/>
              <p:nvPr/>
            </p:nvSpPr>
            <p:spPr>
              <a:xfrm>
                <a:off x="2837685" y="671993"/>
                <a:ext cx="24895" cy="277118"/>
              </a:xfrm>
              <a:custGeom>
                <a:rect b="b" l="l" r="r" t="t"/>
                <a:pathLst>
                  <a:path extrusionOk="0" h="7702" w="692">
                    <a:moveTo>
                      <a:pt x="283" y="0"/>
                    </a:moveTo>
                    <a:lnTo>
                      <a:pt x="110" y="142"/>
                    </a:lnTo>
                    <a:lnTo>
                      <a:pt x="94" y="267"/>
                    </a:lnTo>
                    <a:lnTo>
                      <a:pt x="47" y="3851"/>
                    </a:lnTo>
                    <a:lnTo>
                      <a:pt x="0" y="7419"/>
                    </a:lnTo>
                    <a:lnTo>
                      <a:pt x="16" y="7560"/>
                    </a:lnTo>
                    <a:lnTo>
                      <a:pt x="173" y="7702"/>
                    </a:lnTo>
                    <a:lnTo>
                      <a:pt x="393" y="7702"/>
                    </a:lnTo>
                    <a:lnTo>
                      <a:pt x="566" y="7560"/>
                    </a:lnTo>
                    <a:lnTo>
                      <a:pt x="582" y="7419"/>
                    </a:lnTo>
                    <a:lnTo>
                      <a:pt x="629" y="3851"/>
                    </a:lnTo>
                    <a:lnTo>
                      <a:pt x="692" y="267"/>
                    </a:lnTo>
                    <a:lnTo>
                      <a:pt x="660" y="142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22"/>
              <p:cNvSpPr/>
              <p:nvPr/>
            </p:nvSpPr>
            <p:spPr>
              <a:xfrm>
                <a:off x="2845024" y="938899"/>
                <a:ext cx="204734" cy="23819"/>
              </a:xfrm>
              <a:custGeom>
                <a:rect b="b" l="l" r="r" t="t"/>
                <a:pathLst>
                  <a:path extrusionOk="0" h="662" w="5691">
                    <a:moveTo>
                      <a:pt x="268" y="1"/>
                    </a:moveTo>
                    <a:lnTo>
                      <a:pt x="142" y="17"/>
                    </a:lnTo>
                    <a:lnTo>
                      <a:pt x="0" y="174"/>
                    </a:lnTo>
                    <a:lnTo>
                      <a:pt x="0" y="394"/>
                    </a:lnTo>
                    <a:lnTo>
                      <a:pt x="142" y="567"/>
                    </a:lnTo>
                    <a:lnTo>
                      <a:pt x="268" y="583"/>
                    </a:lnTo>
                    <a:lnTo>
                      <a:pt x="2845" y="630"/>
                    </a:lnTo>
                    <a:lnTo>
                      <a:pt x="5423" y="661"/>
                    </a:lnTo>
                    <a:lnTo>
                      <a:pt x="5549" y="645"/>
                    </a:lnTo>
                    <a:lnTo>
                      <a:pt x="5690" y="488"/>
                    </a:lnTo>
                    <a:lnTo>
                      <a:pt x="5690" y="268"/>
                    </a:lnTo>
                    <a:lnTo>
                      <a:pt x="5549" y="95"/>
                    </a:lnTo>
                    <a:lnTo>
                      <a:pt x="5423" y="80"/>
                    </a:lnTo>
                    <a:lnTo>
                      <a:pt x="2845" y="32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22"/>
              <p:cNvSpPr/>
              <p:nvPr/>
            </p:nvSpPr>
            <p:spPr>
              <a:xfrm>
                <a:off x="3022014" y="665193"/>
                <a:ext cx="22628" cy="296367"/>
              </a:xfrm>
              <a:custGeom>
                <a:rect b="b" l="l" r="r" t="t"/>
                <a:pathLst>
                  <a:path extrusionOk="0" h="8237" w="629">
                    <a:moveTo>
                      <a:pt x="189" y="1"/>
                    </a:moveTo>
                    <a:lnTo>
                      <a:pt x="16" y="142"/>
                    </a:lnTo>
                    <a:lnTo>
                      <a:pt x="0" y="283"/>
                    </a:lnTo>
                    <a:lnTo>
                      <a:pt x="32" y="4119"/>
                    </a:lnTo>
                    <a:lnTo>
                      <a:pt x="47" y="7969"/>
                    </a:lnTo>
                    <a:lnTo>
                      <a:pt x="63" y="8095"/>
                    </a:lnTo>
                    <a:lnTo>
                      <a:pt x="236" y="8237"/>
                    </a:lnTo>
                    <a:lnTo>
                      <a:pt x="456" y="8237"/>
                    </a:lnTo>
                    <a:lnTo>
                      <a:pt x="613" y="8095"/>
                    </a:lnTo>
                    <a:lnTo>
                      <a:pt x="629" y="7969"/>
                    </a:lnTo>
                    <a:lnTo>
                      <a:pt x="613" y="4119"/>
                    </a:lnTo>
                    <a:lnTo>
                      <a:pt x="597" y="283"/>
                    </a:lnTo>
                    <a:lnTo>
                      <a:pt x="582" y="142"/>
                    </a:ln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22"/>
              <p:cNvSpPr/>
              <p:nvPr/>
            </p:nvSpPr>
            <p:spPr>
              <a:xfrm>
                <a:off x="2851247" y="664077"/>
                <a:ext cx="183796" cy="27741"/>
              </a:xfrm>
              <a:custGeom>
                <a:rect b="b" l="l" r="r" t="t"/>
                <a:pathLst>
                  <a:path extrusionOk="0" h="771" w="5109">
                    <a:moveTo>
                      <a:pt x="1431" y="0"/>
                    </a:moveTo>
                    <a:lnTo>
                      <a:pt x="268" y="79"/>
                    </a:lnTo>
                    <a:lnTo>
                      <a:pt x="142" y="110"/>
                    </a:lnTo>
                    <a:lnTo>
                      <a:pt x="0" y="299"/>
                    </a:lnTo>
                    <a:lnTo>
                      <a:pt x="0" y="519"/>
                    </a:lnTo>
                    <a:lnTo>
                      <a:pt x="142" y="676"/>
                    </a:lnTo>
                    <a:lnTo>
                      <a:pt x="268" y="676"/>
                    </a:lnTo>
                    <a:lnTo>
                      <a:pt x="1383" y="597"/>
                    </a:lnTo>
                    <a:lnTo>
                      <a:pt x="3615" y="645"/>
                    </a:lnTo>
                    <a:lnTo>
                      <a:pt x="4731" y="770"/>
                    </a:lnTo>
                    <a:lnTo>
                      <a:pt x="4873" y="770"/>
                    </a:lnTo>
                    <a:lnTo>
                      <a:pt x="5046" y="629"/>
                    </a:lnTo>
                    <a:lnTo>
                      <a:pt x="5109" y="424"/>
                    </a:lnTo>
                    <a:lnTo>
                      <a:pt x="5014" y="236"/>
                    </a:lnTo>
                    <a:lnTo>
                      <a:pt x="4889" y="204"/>
                    </a:lnTo>
                    <a:lnTo>
                      <a:pt x="3741" y="63"/>
                    </a:lnTo>
                    <a:lnTo>
                      <a:pt x="14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22"/>
              <p:cNvSpPr/>
              <p:nvPr/>
            </p:nvSpPr>
            <p:spPr>
              <a:xfrm>
                <a:off x="2907798" y="617698"/>
                <a:ext cx="60510" cy="20940"/>
              </a:xfrm>
              <a:custGeom>
                <a:rect b="b" l="l" r="r" t="t"/>
                <a:pathLst>
                  <a:path extrusionOk="0" h="582" w="1682">
                    <a:moveTo>
                      <a:pt x="267" y="0"/>
                    </a:moveTo>
                    <a:lnTo>
                      <a:pt x="142" y="16"/>
                    </a:lnTo>
                    <a:lnTo>
                      <a:pt x="0" y="173"/>
                    </a:lnTo>
                    <a:lnTo>
                      <a:pt x="0" y="393"/>
                    </a:lnTo>
                    <a:lnTo>
                      <a:pt x="142" y="566"/>
                    </a:lnTo>
                    <a:lnTo>
                      <a:pt x="267" y="582"/>
                    </a:lnTo>
                    <a:lnTo>
                      <a:pt x="1399" y="582"/>
                    </a:lnTo>
                    <a:lnTo>
                      <a:pt x="1540" y="566"/>
                    </a:lnTo>
                    <a:lnTo>
                      <a:pt x="1682" y="393"/>
                    </a:lnTo>
                    <a:lnTo>
                      <a:pt x="1682" y="173"/>
                    </a:lnTo>
                    <a:lnTo>
                      <a:pt x="1540" y="16"/>
                    </a:lnTo>
                    <a:lnTo>
                      <a:pt x="139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22"/>
              <p:cNvSpPr/>
              <p:nvPr/>
            </p:nvSpPr>
            <p:spPr>
              <a:xfrm>
                <a:off x="2911755" y="990387"/>
                <a:ext cx="52056" cy="52063"/>
              </a:xfrm>
              <a:custGeom>
                <a:rect b="b" l="l" r="r" t="t"/>
                <a:pathLst>
                  <a:path extrusionOk="0" h="1447" w="1447">
                    <a:moveTo>
                      <a:pt x="727" y="589"/>
                    </a:moveTo>
                    <a:lnTo>
                      <a:pt x="770" y="598"/>
                    </a:lnTo>
                    <a:lnTo>
                      <a:pt x="849" y="708"/>
                    </a:lnTo>
                    <a:lnTo>
                      <a:pt x="865" y="770"/>
                    </a:lnTo>
                    <a:lnTo>
                      <a:pt x="817" y="849"/>
                    </a:lnTo>
                    <a:lnTo>
                      <a:pt x="723" y="865"/>
                    </a:lnTo>
                    <a:lnTo>
                      <a:pt x="660" y="849"/>
                    </a:lnTo>
                    <a:lnTo>
                      <a:pt x="597" y="802"/>
                    </a:lnTo>
                    <a:lnTo>
                      <a:pt x="582" y="755"/>
                    </a:lnTo>
                    <a:lnTo>
                      <a:pt x="597" y="692"/>
                    </a:lnTo>
                    <a:lnTo>
                      <a:pt x="692" y="598"/>
                    </a:lnTo>
                    <a:lnTo>
                      <a:pt x="727" y="589"/>
                    </a:lnTo>
                    <a:close/>
                    <a:moveTo>
                      <a:pt x="723" y="0"/>
                    </a:moveTo>
                    <a:lnTo>
                      <a:pt x="597" y="16"/>
                    </a:lnTo>
                    <a:lnTo>
                      <a:pt x="472" y="47"/>
                    </a:lnTo>
                    <a:lnTo>
                      <a:pt x="252" y="189"/>
                    </a:lnTo>
                    <a:lnTo>
                      <a:pt x="94" y="393"/>
                    </a:lnTo>
                    <a:lnTo>
                      <a:pt x="0" y="645"/>
                    </a:lnTo>
                    <a:lnTo>
                      <a:pt x="0" y="786"/>
                    </a:lnTo>
                    <a:lnTo>
                      <a:pt x="16" y="928"/>
                    </a:lnTo>
                    <a:lnTo>
                      <a:pt x="126" y="1163"/>
                    </a:lnTo>
                    <a:lnTo>
                      <a:pt x="330" y="1336"/>
                    </a:lnTo>
                    <a:lnTo>
                      <a:pt x="582" y="1446"/>
                    </a:lnTo>
                    <a:lnTo>
                      <a:pt x="849" y="1446"/>
                    </a:lnTo>
                    <a:lnTo>
                      <a:pt x="1100" y="1352"/>
                    </a:lnTo>
                    <a:lnTo>
                      <a:pt x="1305" y="1179"/>
                    </a:lnTo>
                    <a:lnTo>
                      <a:pt x="1430" y="943"/>
                    </a:lnTo>
                    <a:lnTo>
                      <a:pt x="1446" y="818"/>
                    </a:lnTo>
                    <a:lnTo>
                      <a:pt x="1446" y="676"/>
                    </a:lnTo>
                    <a:lnTo>
                      <a:pt x="1368" y="409"/>
                    </a:lnTo>
                    <a:lnTo>
                      <a:pt x="1210" y="189"/>
                    </a:lnTo>
                    <a:lnTo>
                      <a:pt x="990" y="47"/>
                    </a:lnTo>
                    <a:lnTo>
                      <a:pt x="849" y="16"/>
                    </a:lnTo>
                    <a:lnTo>
                      <a:pt x="739" y="0"/>
                    </a:lnTo>
                    <a:lnTo>
                      <a:pt x="731" y="5"/>
                    </a:lnTo>
                    <a:lnTo>
                      <a:pt x="731" y="5"/>
                    </a:lnTo>
                    <a:lnTo>
                      <a:pt x="72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22"/>
              <p:cNvSpPr/>
              <p:nvPr/>
            </p:nvSpPr>
            <p:spPr>
              <a:xfrm>
                <a:off x="2895351" y="799221"/>
                <a:ext cx="85405" cy="24358"/>
              </a:xfrm>
              <a:custGeom>
                <a:rect b="b" l="l" r="r" t="t"/>
                <a:pathLst>
                  <a:path extrusionOk="0" h="677" w="2374">
                    <a:moveTo>
                      <a:pt x="2107" y="1"/>
                    </a:moveTo>
                    <a:lnTo>
                      <a:pt x="1179" y="48"/>
                    </a:lnTo>
                    <a:lnTo>
                      <a:pt x="268" y="79"/>
                    </a:lnTo>
                    <a:lnTo>
                      <a:pt x="142" y="111"/>
                    </a:lnTo>
                    <a:lnTo>
                      <a:pt x="0" y="284"/>
                    </a:lnTo>
                    <a:lnTo>
                      <a:pt x="0" y="504"/>
                    </a:lnTo>
                    <a:lnTo>
                      <a:pt x="142" y="661"/>
                    </a:lnTo>
                    <a:lnTo>
                      <a:pt x="268" y="677"/>
                    </a:lnTo>
                    <a:lnTo>
                      <a:pt x="1179" y="629"/>
                    </a:lnTo>
                    <a:lnTo>
                      <a:pt x="2107" y="598"/>
                    </a:lnTo>
                    <a:lnTo>
                      <a:pt x="2232" y="566"/>
                    </a:lnTo>
                    <a:lnTo>
                      <a:pt x="2374" y="394"/>
                    </a:lnTo>
                    <a:lnTo>
                      <a:pt x="2374" y="174"/>
                    </a:lnTo>
                    <a:lnTo>
                      <a:pt x="2232" y="16"/>
                    </a:lnTo>
                    <a:lnTo>
                      <a:pt x="21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22"/>
              <p:cNvSpPr/>
              <p:nvPr/>
            </p:nvSpPr>
            <p:spPr>
              <a:xfrm>
                <a:off x="2914021" y="759067"/>
                <a:ext cx="54286" cy="20976"/>
              </a:xfrm>
              <a:custGeom>
                <a:rect b="b" l="l" r="r" t="t"/>
                <a:pathLst>
                  <a:path extrusionOk="0" h="583" w="1509">
                    <a:moveTo>
                      <a:pt x="267" y="1"/>
                    </a:moveTo>
                    <a:lnTo>
                      <a:pt x="141" y="16"/>
                    </a:lnTo>
                    <a:lnTo>
                      <a:pt x="0" y="174"/>
                    </a:lnTo>
                    <a:lnTo>
                      <a:pt x="0" y="394"/>
                    </a:lnTo>
                    <a:lnTo>
                      <a:pt x="141" y="567"/>
                    </a:lnTo>
                    <a:lnTo>
                      <a:pt x="267" y="582"/>
                    </a:lnTo>
                    <a:lnTo>
                      <a:pt x="1226" y="582"/>
                    </a:lnTo>
                    <a:lnTo>
                      <a:pt x="1367" y="567"/>
                    </a:lnTo>
                    <a:lnTo>
                      <a:pt x="1509" y="394"/>
                    </a:lnTo>
                    <a:lnTo>
                      <a:pt x="1509" y="174"/>
                    </a:lnTo>
                    <a:lnTo>
                      <a:pt x="1367" y="16"/>
                    </a:lnTo>
                    <a:lnTo>
                      <a:pt x="12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22"/>
              <p:cNvSpPr/>
              <p:nvPr/>
            </p:nvSpPr>
            <p:spPr>
              <a:xfrm>
                <a:off x="2910604" y="850134"/>
                <a:ext cx="60546" cy="20940"/>
              </a:xfrm>
              <a:custGeom>
                <a:rect b="b" l="l" r="r" t="t"/>
                <a:pathLst>
                  <a:path extrusionOk="0" h="582" w="1683">
                    <a:moveTo>
                      <a:pt x="284" y="0"/>
                    </a:moveTo>
                    <a:lnTo>
                      <a:pt x="158" y="16"/>
                    </a:lnTo>
                    <a:lnTo>
                      <a:pt x="1" y="189"/>
                    </a:lnTo>
                    <a:lnTo>
                      <a:pt x="1" y="409"/>
                    </a:lnTo>
                    <a:lnTo>
                      <a:pt x="158" y="566"/>
                    </a:lnTo>
                    <a:lnTo>
                      <a:pt x="284" y="582"/>
                    </a:lnTo>
                    <a:lnTo>
                      <a:pt x="1415" y="582"/>
                    </a:lnTo>
                    <a:lnTo>
                      <a:pt x="1541" y="566"/>
                    </a:lnTo>
                    <a:lnTo>
                      <a:pt x="1683" y="409"/>
                    </a:lnTo>
                    <a:lnTo>
                      <a:pt x="1683" y="189"/>
                    </a:lnTo>
                    <a:lnTo>
                      <a:pt x="1541" y="16"/>
                    </a:lnTo>
                    <a:lnTo>
                      <a:pt x="14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75" name="Google Shape;875;p22"/>
            <p:cNvSpPr txBox="1"/>
            <p:nvPr/>
          </p:nvSpPr>
          <p:spPr>
            <a:xfrm>
              <a:off x="5222088" y="3694600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It’s the smallest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6" name="Google Shape;876;p22"/>
            <p:cNvSpPr/>
            <p:nvPr/>
          </p:nvSpPr>
          <p:spPr>
            <a:xfrm>
              <a:off x="4911162" y="4304901"/>
              <a:ext cx="236230" cy="227475"/>
            </a:xfrm>
            <a:custGeom>
              <a:rect b="b" l="l" r="r" t="t"/>
              <a:pathLst>
                <a:path extrusionOk="0" h="9824" w="10201">
                  <a:moveTo>
                    <a:pt x="5991" y="3564"/>
                  </a:moveTo>
                  <a:lnTo>
                    <a:pt x="5989" y="3568"/>
                  </a:lnTo>
                  <a:lnTo>
                    <a:pt x="5910" y="3788"/>
                  </a:lnTo>
                  <a:lnTo>
                    <a:pt x="5816" y="4212"/>
                  </a:lnTo>
                  <a:lnTo>
                    <a:pt x="5816" y="4825"/>
                  </a:lnTo>
                  <a:lnTo>
                    <a:pt x="5827" y="4857"/>
                  </a:lnTo>
                  <a:lnTo>
                    <a:pt x="5690" y="5313"/>
                  </a:lnTo>
                  <a:lnTo>
                    <a:pt x="5580" y="5517"/>
                  </a:lnTo>
                  <a:lnTo>
                    <a:pt x="5486" y="5658"/>
                  </a:lnTo>
                  <a:lnTo>
                    <a:pt x="5234" y="5910"/>
                  </a:lnTo>
                  <a:lnTo>
                    <a:pt x="4936" y="6099"/>
                  </a:lnTo>
                  <a:lnTo>
                    <a:pt x="4621" y="6209"/>
                  </a:lnTo>
                  <a:lnTo>
                    <a:pt x="4291" y="6240"/>
                  </a:lnTo>
                  <a:lnTo>
                    <a:pt x="3977" y="6177"/>
                  </a:lnTo>
                  <a:lnTo>
                    <a:pt x="3710" y="6004"/>
                  </a:lnTo>
                  <a:lnTo>
                    <a:pt x="3505" y="5706"/>
                  </a:lnTo>
                  <a:lnTo>
                    <a:pt x="3442" y="5501"/>
                  </a:lnTo>
                  <a:lnTo>
                    <a:pt x="3395" y="5234"/>
                  </a:lnTo>
                  <a:lnTo>
                    <a:pt x="3427" y="4778"/>
                  </a:lnTo>
                  <a:lnTo>
                    <a:pt x="3599" y="4401"/>
                  </a:lnTo>
                  <a:lnTo>
                    <a:pt x="3882" y="4087"/>
                  </a:lnTo>
                  <a:lnTo>
                    <a:pt x="4260" y="3867"/>
                  </a:lnTo>
                  <a:lnTo>
                    <a:pt x="4700" y="3709"/>
                  </a:lnTo>
                  <a:lnTo>
                    <a:pt x="5391" y="3584"/>
                  </a:lnTo>
                  <a:lnTo>
                    <a:pt x="5831" y="3599"/>
                  </a:lnTo>
                  <a:lnTo>
                    <a:pt x="5973" y="3584"/>
                  </a:lnTo>
                  <a:lnTo>
                    <a:pt x="5991" y="3564"/>
                  </a:lnTo>
                  <a:close/>
                  <a:moveTo>
                    <a:pt x="5093" y="0"/>
                  </a:moveTo>
                  <a:lnTo>
                    <a:pt x="4024" y="47"/>
                  </a:lnTo>
                  <a:lnTo>
                    <a:pt x="3049" y="330"/>
                  </a:lnTo>
                  <a:lnTo>
                    <a:pt x="2185" y="817"/>
                  </a:lnTo>
                  <a:lnTo>
                    <a:pt x="1430" y="1477"/>
                  </a:lnTo>
                  <a:lnTo>
                    <a:pt x="817" y="2279"/>
                  </a:lnTo>
                  <a:lnTo>
                    <a:pt x="362" y="3222"/>
                  </a:lnTo>
                  <a:lnTo>
                    <a:pt x="79" y="4244"/>
                  </a:lnTo>
                  <a:lnTo>
                    <a:pt x="32" y="4794"/>
                  </a:lnTo>
                  <a:lnTo>
                    <a:pt x="0" y="5344"/>
                  </a:lnTo>
                  <a:lnTo>
                    <a:pt x="157" y="6413"/>
                  </a:lnTo>
                  <a:lnTo>
                    <a:pt x="519" y="7435"/>
                  </a:lnTo>
                  <a:lnTo>
                    <a:pt x="1069" y="8330"/>
                  </a:lnTo>
                  <a:lnTo>
                    <a:pt x="1776" y="9069"/>
                  </a:lnTo>
                  <a:lnTo>
                    <a:pt x="2421" y="9478"/>
                  </a:lnTo>
                  <a:lnTo>
                    <a:pt x="2892" y="9666"/>
                  </a:lnTo>
                  <a:lnTo>
                    <a:pt x="3379" y="9792"/>
                  </a:lnTo>
                  <a:lnTo>
                    <a:pt x="3898" y="9824"/>
                  </a:lnTo>
                  <a:lnTo>
                    <a:pt x="4448" y="9792"/>
                  </a:lnTo>
                  <a:lnTo>
                    <a:pt x="5014" y="9651"/>
                  </a:lnTo>
                  <a:lnTo>
                    <a:pt x="5297" y="9556"/>
                  </a:lnTo>
                  <a:lnTo>
                    <a:pt x="5423" y="9494"/>
                  </a:lnTo>
                  <a:lnTo>
                    <a:pt x="5501" y="9274"/>
                  </a:lnTo>
                  <a:lnTo>
                    <a:pt x="5438" y="9069"/>
                  </a:lnTo>
                  <a:lnTo>
                    <a:pt x="5266" y="8959"/>
                  </a:lnTo>
                  <a:lnTo>
                    <a:pt x="5140" y="8991"/>
                  </a:lnTo>
                  <a:lnTo>
                    <a:pt x="4700" y="9148"/>
                  </a:lnTo>
                  <a:lnTo>
                    <a:pt x="3867" y="9274"/>
                  </a:lnTo>
                  <a:lnTo>
                    <a:pt x="3144" y="9195"/>
                  </a:lnTo>
                  <a:lnTo>
                    <a:pt x="2499" y="8943"/>
                  </a:lnTo>
                  <a:lnTo>
                    <a:pt x="1949" y="8535"/>
                  </a:lnTo>
                  <a:lnTo>
                    <a:pt x="1493" y="8000"/>
                  </a:lnTo>
                  <a:lnTo>
                    <a:pt x="1132" y="7356"/>
                  </a:lnTo>
                  <a:lnTo>
                    <a:pt x="880" y="6649"/>
                  </a:lnTo>
                  <a:lnTo>
                    <a:pt x="739" y="5863"/>
                  </a:lnTo>
                  <a:lnTo>
                    <a:pt x="692" y="5061"/>
                  </a:lnTo>
                  <a:lnTo>
                    <a:pt x="770" y="4260"/>
                  </a:lnTo>
                  <a:lnTo>
                    <a:pt x="943" y="3474"/>
                  </a:lnTo>
                  <a:lnTo>
                    <a:pt x="1258" y="2735"/>
                  </a:lnTo>
                  <a:lnTo>
                    <a:pt x="1666" y="2059"/>
                  </a:lnTo>
                  <a:lnTo>
                    <a:pt x="2216" y="1493"/>
                  </a:lnTo>
                  <a:lnTo>
                    <a:pt x="2876" y="1037"/>
                  </a:lnTo>
                  <a:lnTo>
                    <a:pt x="3269" y="865"/>
                  </a:lnTo>
                  <a:lnTo>
                    <a:pt x="3615" y="754"/>
                  </a:lnTo>
                  <a:lnTo>
                    <a:pt x="4323" y="613"/>
                  </a:lnTo>
                  <a:lnTo>
                    <a:pt x="5030" y="597"/>
                  </a:lnTo>
                  <a:lnTo>
                    <a:pt x="5737" y="692"/>
                  </a:lnTo>
                  <a:lnTo>
                    <a:pt x="6413" y="912"/>
                  </a:lnTo>
                  <a:lnTo>
                    <a:pt x="7057" y="1210"/>
                  </a:lnTo>
                  <a:lnTo>
                    <a:pt x="7670" y="1588"/>
                  </a:lnTo>
                  <a:lnTo>
                    <a:pt x="8236" y="2059"/>
                  </a:lnTo>
                  <a:lnTo>
                    <a:pt x="8488" y="2326"/>
                  </a:lnTo>
                  <a:lnTo>
                    <a:pt x="8661" y="2515"/>
                  </a:lnTo>
                  <a:lnTo>
                    <a:pt x="8991" y="2986"/>
                  </a:lnTo>
                  <a:lnTo>
                    <a:pt x="9258" y="3505"/>
                  </a:lnTo>
                  <a:lnTo>
                    <a:pt x="9447" y="4071"/>
                  </a:lnTo>
                  <a:lnTo>
                    <a:pt x="9509" y="4621"/>
                  </a:lnTo>
                  <a:lnTo>
                    <a:pt x="9431" y="5124"/>
                  </a:lnTo>
                  <a:lnTo>
                    <a:pt x="9179" y="5580"/>
                  </a:lnTo>
                  <a:lnTo>
                    <a:pt x="8708" y="5926"/>
                  </a:lnTo>
                  <a:lnTo>
                    <a:pt x="8378" y="6051"/>
                  </a:lnTo>
                  <a:lnTo>
                    <a:pt x="8111" y="6114"/>
                  </a:lnTo>
                  <a:lnTo>
                    <a:pt x="7623" y="6114"/>
                  </a:lnTo>
                  <a:lnTo>
                    <a:pt x="7199" y="5957"/>
                  </a:lnTo>
                  <a:lnTo>
                    <a:pt x="6869" y="5690"/>
                  </a:lnTo>
                  <a:lnTo>
                    <a:pt x="6617" y="5313"/>
                  </a:lnTo>
                  <a:lnTo>
                    <a:pt x="6460" y="4888"/>
                  </a:lnTo>
                  <a:lnTo>
                    <a:pt x="6439" y="4672"/>
                  </a:lnTo>
                  <a:lnTo>
                    <a:pt x="6539" y="4071"/>
                  </a:lnTo>
                  <a:lnTo>
                    <a:pt x="6570" y="3647"/>
                  </a:lnTo>
                  <a:lnTo>
                    <a:pt x="6554" y="3521"/>
                  </a:lnTo>
                  <a:lnTo>
                    <a:pt x="6429" y="3379"/>
                  </a:lnTo>
                  <a:lnTo>
                    <a:pt x="6224" y="3364"/>
                  </a:lnTo>
                  <a:lnTo>
                    <a:pt x="6112" y="3429"/>
                  </a:lnTo>
                  <a:lnTo>
                    <a:pt x="6112" y="3429"/>
                  </a:lnTo>
                  <a:lnTo>
                    <a:pt x="6114" y="3427"/>
                  </a:lnTo>
                  <a:lnTo>
                    <a:pt x="6114" y="3206"/>
                  </a:lnTo>
                  <a:lnTo>
                    <a:pt x="5973" y="3034"/>
                  </a:lnTo>
                  <a:lnTo>
                    <a:pt x="5831" y="3002"/>
                  </a:lnTo>
                  <a:lnTo>
                    <a:pt x="5501" y="2986"/>
                  </a:lnTo>
                  <a:lnTo>
                    <a:pt x="4810" y="3096"/>
                  </a:lnTo>
                  <a:lnTo>
                    <a:pt x="4134" y="3348"/>
                  </a:lnTo>
                  <a:lnTo>
                    <a:pt x="3521" y="3725"/>
                  </a:lnTo>
                  <a:lnTo>
                    <a:pt x="3049" y="4197"/>
                  </a:lnTo>
                  <a:lnTo>
                    <a:pt x="2751" y="4747"/>
                  </a:lnTo>
                  <a:lnTo>
                    <a:pt x="2704" y="5376"/>
                  </a:lnTo>
                  <a:lnTo>
                    <a:pt x="2939" y="6051"/>
                  </a:lnTo>
                  <a:lnTo>
                    <a:pt x="3207" y="6397"/>
                  </a:lnTo>
                  <a:lnTo>
                    <a:pt x="3427" y="6617"/>
                  </a:lnTo>
                  <a:lnTo>
                    <a:pt x="3914" y="6884"/>
                  </a:lnTo>
                  <a:lnTo>
                    <a:pt x="4464" y="6947"/>
                  </a:lnTo>
                  <a:lnTo>
                    <a:pt x="5014" y="6822"/>
                  </a:lnTo>
                  <a:lnTo>
                    <a:pt x="5281" y="6680"/>
                  </a:lnTo>
                  <a:lnTo>
                    <a:pt x="5470" y="6554"/>
                  </a:lnTo>
                  <a:lnTo>
                    <a:pt x="5784" y="6256"/>
                  </a:lnTo>
                  <a:lnTo>
                    <a:pt x="6130" y="5737"/>
                  </a:lnTo>
                  <a:lnTo>
                    <a:pt x="6156" y="5657"/>
                  </a:lnTo>
                  <a:lnTo>
                    <a:pt x="6554" y="6146"/>
                  </a:lnTo>
                  <a:lnTo>
                    <a:pt x="7183" y="6539"/>
                  </a:lnTo>
                  <a:lnTo>
                    <a:pt x="7906" y="6712"/>
                  </a:lnTo>
                  <a:lnTo>
                    <a:pt x="8472" y="6649"/>
                  </a:lnTo>
                  <a:lnTo>
                    <a:pt x="8849" y="6523"/>
                  </a:lnTo>
                  <a:lnTo>
                    <a:pt x="9195" y="6319"/>
                  </a:lnTo>
                  <a:lnTo>
                    <a:pt x="9541" y="6036"/>
                  </a:lnTo>
                  <a:lnTo>
                    <a:pt x="9698" y="5847"/>
                  </a:lnTo>
                  <a:lnTo>
                    <a:pt x="9855" y="5611"/>
                  </a:lnTo>
                  <a:lnTo>
                    <a:pt x="10091" y="5155"/>
                  </a:lnTo>
                  <a:lnTo>
                    <a:pt x="10201" y="4684"/>
                  </a:lnTo>
                  <a:lnTo>
                    <a:pt x="10201" y="4212"/>
                  </a:lnTo>
                  <a:lnTo>
                    <a:pt x="10107" y="3741"/>
                  </a:lnTo>
                  <a:lnTo>
                    <a:pt x="9934" y="3285"/>
                  </a:lnTo>
                  <a:lnTo>
                    <a:pt x="9541" y="2609"/>
                  </a:lnTo>
                  <a:lnTo>
                    <a:pt x="8802" y="1792"/>
                  </a:lnTo>
                  <a:lnTo>
                    <a:pt x="7922" y="1085"/>
                  </a:lnTo>
                  <a:lnTo>
                    <a:pt x="6979" y="534"/>
                  </a:lnTo>
                  <a:lnTo>
                    <a:pt x="6067" y="173"/>
                  </a:lnTo>
                  <a:lnTo>
                    <a:pt x="5659" y="79"/>
                  </a:lnTo>
                  <a:lnTo>
                    <a:pt x="50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2"/>
            <p:cNvSpPr txBox="1"/>
            <p:nvPr/>
          </p:nvSpPr>
          <p:spPr>
            <a:xfrm>
              <a:off x="5222088" y="4311438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is the coldest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23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sp>
        <p:nvSpPr>
          <p:cNvPr id="883" name="Google Shape;883;p23"/>
          <p:cNvSpPr/>
          <p:nvPr/>
        </p:nvSpPr>
        <p:spPr>
          <a:xfrm>
            <a:off x="2869320" y="981850"/>
            <a:ext cx="5559908" cy="3750032"/>
          </a:xfrm>
          <a:custGeom>
            <a:rect b="b" l="l" r="r" t="t"/>
            <a:pathLst>
              <a:path extrusionOk="0" h="154976" w="229772">
                <a:moveTo>
                  <a:pt x="765" y="5259"/>
                </a:moveTo>
                <a:cubicBezTo>
                  <a:pt x="765" y="3469"/>
                  <a:pt x="4317" y="4091"/>
                  <a:pt x="6072" y="4443"/>
                </a:cubicBezTo>
                <a:cubicBezTo>
                  <a:pt x="12881" y="5808"/>
                  <a:pt x="19999" y="4398"/>
                  <a:pt x="26890" y="5259"/>
                </a:cubicBezTo>
                <a:cubicBezTo>
                  <a:pt x="36342" y="6440"/>
                  <a:pt x="45978" y="5713"/>
                  <a:pt x="55465" y="4851"/>
                </a:cubicBezTo>
                <a:cubicBezTo>
                  <a:pt x="64545" y="4026"/>
                  <a:pt x="73791" y="6139"/>
                  <a:pt x="82816" y="4851"/>
                </a:cubicBezTo>
                <a:cubicBezTo>
                  <a:pt x="103160" y="1947"/>
                  <a:pt x="123905" y="3626"/>
                  <a:pt x="144456" y="3626"/>
                </a:cubicBezTo>
                <a:cubicBezTo>
                  <a:pt x="151940" y="3626"/>
                  <a:pt x="159647" y="5441"/>
                  <a:pt x="166908" y="3626"/>
                </a:cubicBezTo>
                <a:cubicBezTo>
                  <a:pt x="178405" y="752"/>
                  <a:pt x="190926" y="4866"/>
                  <a:pt x="202423" y="1993"/>
                </a:cubicBezTo>
                <a:cubicBezTo>
                  <a:pt x="208495" y="476"/>
                  <a:pt x="215993" y="-1480"/>
                  <a:pt x="221200" y="1993"/>
                </a:cubicBezTo>
                <a:cubicBezTo>
                  <a:pt x="228778" y="7047"/>
                  <a:pt x="227732" y="19418"/>
                  <a:pt x="227732" y="28527"/>
                </a:cubicBezTo>
                <a:cubicBezTo>
                  <a:pt x="227732" y="44720"/>
                  <a:pt x="227732" y="60912"/>
                  <a:pt x="227732" y="77105"/>
                </a:cubicBezTo>
                <a:cubicBezTo>
                  <a:pt x="227732" y="92073"/>
                  <a:pt x="224798" y="107331"/>
                  <a:pt x="227732" y="122008"/>
                </a:cubicBezTo>
                <a:cubicBezTo>
                  <a:pt x="228614" y="126419"/>
                  <a:pt x="227455" y="131115"/>
                  <a:pt x="228548" y="135479"/>
                </a:cubicBezTo>
                <a:cubicBezTo>
                  <a:pt x="229641" y="139843"/>
                  <a:pt x="230913" y="145770"/>
                  <a:pt x="227732" y="148951"/>
                </a:cubicBezTo>
                <a:cubicBezTo>
                  <a:pt x="218996" y="157687"/>
                  <a:pt x="203348" y="153849"/>
                  <a:pt x="190993" y="153849"/>
                </a:cubicBezTo>
                <a:cubicBezTo>
                  <a:pt x="165546" y="153849"/>
                  <a:pt x="140104" y="153033"/>
                  <a:pt x="114657" y="153033"/>
                </a:cubicBezTo>
                <a:cubicBezTo>
                  <a:pt x="89346" y="153033"/>
                  <a:pt x="64040" y="153849"/>
                  <a:pt x="38729" y="153849"/>
                </a:cubicBezTo>
                <a:cubicBezTo>
                  <a:pt x="26813" y="153849"/>
                  <a:pt x="11640" y="158193"/>
                  <a:pt x="3214" y="149767"/>
                </a:cubicBezTo>
                <a:cubicBezTo>
                  <a:pt x="-1073" y="145480"/>
                  <a:pt x="357" y="137868"/>
                  <a:pt x="357" y="131806"/>
                </a:cubicBezTo>
                <a:cubicBezTo>
                  <a:pt x="357" y="121328"/>
                  <a:pt x="357" y="110851"/>
                  <a:pt x="357" y="100373"/>
                </a:cubicBezTo>
                <a:cubicBezTo>
                  <a:pt x="357" y="69349"/>
                  <a:pt x="357" y="38324"/>
                  <a:pt x="357" y="730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884" name="Google Shape;884;p23"/>
          <p:cNvGrpSpPr/>
          <p:nvPr/>
        </p:nvGrpSpPr>
        <p:grpSpPr>
          <a:xfrm>
            <a:off x="765400" y="3582550"/>
            <a:ext cx="1691100" cy="860875"/>
            <a:chOff x="765400" y="3582550"/>
            <a:chExt cx="1691100" cy="860875"/>
          </a:xfrm>
        </p:grpSpPr>
        <p:sp>
          <p:nvSpPr>
            <p:cNvPr id="885" name="Google Shape;885;p23"/>
            <p:cNvSpPr txBox="1"/>
            <p:nvPr/>
          </p:nvSpPr>
          <p:spPr>
            <a:xfrm>
              <a:off x="765400" y="3582550"/>
              <a:ext cx="16911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Mercury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86" name="Google Shape;886;p23"/>
            <p:cNvSpPr txBox="1"/>
            <p:nvPr/>
          </p:nvSpPr>
          <p:spPr>
            <a:xfrm>
              <a:off x="771526" y="4011725"/>
              <a:ext cx="1679100" cy="4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7" name="Google Shape;887;p23"/>
            <p:cNvSpPr/>
            <p:nvPr/>
          </p:nvSpPr>
          <p:spPr>
            <a:xfrm>
              <a:off x="1018836" y="3582550"/>
              <a:ext cx="1160928" cy="412502"/>
            </a:xfrm>
            <a:custGeom>
              <a:rect b="b" l="l" r="r" t="t"/>
              <a:pathLst>
                <a:path extrusionOk="0" h="23934" w="67349">
                  <a:moveTo>
                    <a:pt x="62445" y="1167"/>
                  </a:moveTo>
                  <a:cubicBezTo>
                    <a:pt x="48804" y="1167"/>
                    <a:pt x="35162" y="1167"/>
                    <a:pt x="21521" y="1167"/>
                  </a:cubicBezTo>
                  <a:cubicBezTo>
                    <a:pt x="15426" y="1167"/>
                    <a:pt x="7934" y="-1920"/>
                    <a:pt x="3254" y="1984"/>
                  </a:cubicBezTo>
                  <a:cubicBezTo>
                    <a:pt x="-972" y="5509"/>
                    <a:pt x="-209" y="12903"/>
                    <a:pt x="805" y="18312"/>
                  </a:cubicBezTo>
                  <a:cubicBezTo>
                    <a:pt x="2399" y="26817"/>
                    <a:pt x="17665" y="23109"/>
                    <a:pt x="26318" y="23109"/>
                  </a:cubicBezTo>
                  <a:cubicBezTo>
                    <a:pt x="33463" y="23109"/>
                    <a:pt x="40617" y="22277"/>
                    <a:pt x="47749" y="22700"/>
                  </a:cubicBezTo>
                  <a:cubicBezTo>
                    <a:pt x="52777" y="22998"/>
                    <a:pt x="58480" y="24791"/>
                    <a:pt x="62853" y="22292"/>
                  </a:cubicBezTo>
                  <a:cubicBezTo>
                    <a:pt x="68967" y="18798"/>
                    <a:pt x="68763" y="4661"/>
                    <a:pt x="62649" y="1167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888" name="Google Shape;888;p23"/>
          <p:cNvGrpSpPr/>
          <p:nvPr/>
        </p:nvGrpSpPr>
        <p:grpSpPr>
          <a:xfrm>
            <a:off x="3259197" y="1355375"/>
            <a:ext cx="1965606" cy="1309870"/>
            <a:chOff x="3259197" y="1355375"/>
            <a:chExt cx="1965606" cy="1309870"/>
          </a:xfrm>
        </p:grpSpPr>
        <p:sp>
          <p:nvSpPr>
            <p:cNvPr id="889" name="Google Shape;889;p23"/>
            <p:cNvSpPr txBox="1"/>
            <p:nvPr/>
          </p:nvSpPr>
          <p:spPr>
            <a:xfrm>
              <a:off x="3382775" y="1385125"/>
              <a:ext cx="13215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Personality</a:t>
              </a:r>
              <a:endParaRPr b="1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90" name="Google Shape;890;p23"/>
            <p:cNvSpPr/>
            <p:nvPr/>
          </p:nvSpPr>
          <p:spPr>
            <a:xfrm>
              <a:off x="4322763" y="1904000"/>
              <a:ext cx="898800" cy="1155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91" name="Google Shape;891;p23"/>
            <p:cNvSpPr/>
            <p:nvPr/>
          </p:nvSpPr>
          <p:spPr>
            <a:xfrm>
              <a:off x="4322763" y="1906813"/>
              <a:ext cx="249300" cy="1155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92" name="Google Shape;892;p23"/>
            <p:cNvSpPr/>
            <p:nvPr/>
          </p:nvSpPr>
          <p:spPr>
            <a:xfrm>
              <a:off x="4322763" y="2215030"/>
              <a:ext cx="898800" cy="1173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93" name="Google Shape;893;p23"/>
            <p:cNvSpPr/>
            <p:nvPr/>
          </p:nvSpPr>
          <p:spPr>
            <a:xfrm>
              <a:off x="4322762" y="2215168"/>
              <a:ext cx="456900" cy="1173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94" name="Google Shape;894;p23"/>
            <p:cNvSpPr/>
            <p:nvPr/>
          </p:nvSpPr>
          <p:spPr>
            <a:xfrm>
              <a:off x="4322763" y="2528119"/>
              <a:ext cx="898800" cy="1173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95" name="Google Shape;895;p23"/>
            <p:cNvSpPr/>
            <p:nvPr/>
          </p:nvSpPr>
          <p:spPr>
            <a:xfrm>
              <a:off x="4322762" y="2528119"/>
              <a:ext cx="827100" cy="1173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96" name="Google Shape;896;p23"/>
            <p:cNvSpPr txBox="1"/>
            <p:nvPr/>
          </p:nvSpPr>
          <p:spPr>
            <a:xfrm>
              <a:off x="3382785" y="1867595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Creative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7" name="Google Shape;897;p23"/>
            <p:cNvSpPr txBox="1"/>
            <p:nvPr/>
          </p:nvSpPr>
          <p:spPr>
            <a:xfrm>
              <a:off x="3382785" y="2179870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Organized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8" name="Google Shape;898;p23"/>
            <p:cNvSpPr txBox="1"/>
            <p:nvPr/>
          </p:nvSpPr>
          <p:spPr>
            <a:xfrm>
              <a:off x="3382785" y="2492145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Resolutive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9" name="Google Shape;899;p23"/>
            <p:cNvSpPr/>
            <p:nvPr/>
          </p:nvSpPr>
          <p:spPr>
            <a:xfrm>
              <a:off x="4319550" y="1892475"/>
              <a:ext cx="905253" cy="144203"/>
            </a:xfrm>
            <a:custGeom>
              <a:rect b="b" l="l" r="r" t="t"/>
              <a:pathLst>
                <a:path extrusionOk="0" h="8929" w="103487">
                  <a:moveTo>
                    <a:pt x="24253" y="835"/>
                  </a:moveTo>
                  <a:lnTo>
                    <a:pt x="39781" y="1114"/>
                  </a:lnTo>
                  <a:lnTo>
                    <a:pt x="50125" y="1367"/>
                  </a:lnTo>
                  <a:lnTo>
                    <a:pt x="59836" y="1518"/>
                  </a:lnTo>
                  <a:lnTo>
                    <a:pt x="79259" y="1518"/>
                  </a:lnTo>
                  <a:lnTo>
                    <a:pt x="88970" y="1493"/>
                  </a:lnTo>
                  <a:lnTo>
                    <a:pt x="91676" y="1493"/>
                  </a:lnTo>
                  <a:lnTo>
                    <a:pt x="95748" y="1695"/>
                  </a:lnTo>
                  <a:lnTo>
                    <a:pt x="98428" y="2151"/>
                  </a:lnTo>
                  <a:lnTo>
                    <a:pt x="99718" y="2505"/>
                  </a:lnTo>
                  <a:lnTo>
                    <a:pt x="100401" y="2758"/>
                  </a:lnTo>
                  <a:lnTo>
                    <a:pt x="101463" y="3415"/>
                  </a:lnTo>
                  <a:lnTo>
                    <a:pt x="102045" y="3946"/>
                  </a:lnTo>
                  <a:lnTo>
                    <a:pt x="102500" y="4528"/>
                  </a:lnTo>
                  <a:lnTo>
                    <a:pt x="102677" y="5160"/>
                  </a:lnTo>
                  <a:lnTo>
                    <a:pt x="102551" y="5792"/>
                  </a:lnTo>
                  <a:lnTo>
                    <a:pt x="102045" y="6425"/>
                  </a:lnTo>
                  <a:lnTo>
                    <a:pt x="101590" y="6728"/>
                  </a:lnTo>
                  <a:lnTo>
                    <a:pt x="101210" y="6956"/>
                  </a:lnTo>
                  <a:lnTo>
                    <a:pt x="100376" y="7284"/>
                  </a:lnTo>
                  <a:lnTo>
                    <a:pt x="99010" y="7613"/>
                  </a:lnTo>
                  <a:lnTo>
                    <a:pt x="96076" y="7815"/>
                  </a:lnTo>
                  <a:lnTo>
                    <a:pt x="94281" y="7841"/>
                  </a:lnTo>
                  <a:lnTo>
                    <a:pt x="89248" y="7992"/>
                  </a:lnTo>
                  <a:lnTo>
                    <a:pt x="79183" y="8094"/>
                  </a:lnTo>
                  <a:lnTo>
                    <a:pt x="64059" y="7967"/>
                  </a:lnTo>
                  <a:lnTo>
                    <a:pt x="53994" y="7815"/>
                  </a:lnTo>
                  <a:lnTo>
                    <a:pt x="42942" y="7689"/>
                  </a:lnTo>
                  <a:lnTo>
                    <a:pt x="20814" y="7386"/>
                  </a:lnTo>
                  <a:lnTo>
                    <a:pt x="9737" y="7360"/>
                  </a:lnTo>
                  <a:lnTo>
                    <a:pt x="8144" y="7360"/>
                  </a:lnTo>
                  <a:lnTo>
                    <a:pt x="5716" y="7234"/>
                  </a:lnTo>
                  <a:lnTo>
                    <a:pt x="4123" y="7006"/>
                  </a:lnTo>
                  <a:lnTo>
                    <a:pt x="3313" y="6854"/>
                  </a:lnTo>
                  <a:lnTo>
                    <a:pt x="2959" y="6779"/>
                  </a:lnTo>
                  <a:lnTo>
                    <a:pt x="2150" y="6500"/>
                  </a:lnTo>
                  <a:lnTo>
                    <a:pt x="1391" y="6096"/>
                  </a:lnTo>
                  <a:lnTo>
                    <a:pt x="1012" y="5641"/>
                  </a:lnTo>
                  <a:lnTo>
                    <a:pt x="885" y="5261"/>
                  </a:lnTo>
                  <a:lnTo>
                    <a:pt x="860" y="5034"/>
                  </a:lnTo>
                  <a:lnTo>
                    <a:pt x="860" y="4654"/>
                  </a:lnTo>
                  <a:lnTo>
                    <a:pt x="1138" y="3946"/>
                  </a:lnTo>
                  <a:lnTo>
                    <a:pt x="1644" y="3339"/>
                  </a:lnTo>
                  <a:lnTo>
                    <a:pt x="2276" y="2884"/>
                  </a:lnTo>
                  <a:lnTo>
                    <a:pt x="2580" y="2682"/>
                  </a:lnTo>
                  <a:lnTo>
                    <a:pt x="3136" y="2378"/>
                  </a:lnTo>
                  <a:lnTo>
                    <a:pt x="4325" y="1948"/>
                  </a:lnTo>
                  <a:lnTo>
                    <a:pt x="6222" y="1518"/>
                  </a:lnTo>
                  <a:lnTo>
                    <a:pt x="8902" y="1341"/>
                  </a:lnTo>
                  <a:lnTo>
                    <a:pt x="11558" y="1417"/>
                  </a:lnTo>
                  <a:lnTo>
                    <a:pt x="12797" y="1493"/>
                  </a:lnTo>
                  <a:lnTo>
                    <a:pt x="12974" y="1493"/>
                  </a:lnTo>
                  <a:lnTo>
                    <a:pt x="13176" y="1265"/>
                  </a:lnTo>
                  <a:lnTo>
                    <a:pt x="13176" y="991"/>
                  </a:lnTo>
                  <a:lnTo>
                    <a:pt x="13176" y="991"/>
                  </a:lnTo>
                  <a:lnTo>
                    <a:pt x="13910" y="962"/>
                  </a:lnTo>
                  <a:lnTo>
                    <a:pt x="24253" y="835"/>
                  </a:lnTo>
                  <a:close/>
                  <a:moveTo>
                    <a:pt x="21168" y="1"/>
                  </a:moveTo>
                  <a:lnTo>
                    <a:pt x="12898" y="153"/>
                  </a:lnTo>
                  <a:lnTo>
                    <a:pt x="8751" y="330"/>
                  </a:lnTo>
                  <a:lnTo>
                    <a:pt x="8574" y="380"/>
                  </a:lnTo>
                  <a:lnTo>
                    <a:pt x="8372" y="607"/>
                  </a:lnTo>
                  <a:lnTo>
                    <a:pt x="8372" y="607"/>
                  </a:lnTo>
                  <a:lnTo>
                    <a:pt x="8245" y="608"/>
                  </a:lnTo>
                  <a:lnTo>
                    <a:pt x="5918" y="810"/>
                  </a:lnTo>
                  <a:lnTo>
                    <a:pt x="3693" y="1240"/>
                  </a:lnTo>
                  <a:lnTo>
                    <a:pt x="2251" y="1771"/>
                  </a:lnTo>
                  <a:lnTo>
                    <a:pt x="1417" y="2252"/>
                  </a:lnTo>
                  <a:lnTo>
                    <a:pt x="759" y="2808"/>
                  </a:lnTo>
                  <a:lnTo>
                    <a:pt x="278" y="3466"/>
                  </a:lnTo>
                  <a:lnTo>
                    <a:pt x="26" y="4275"/>
                  </a:lnTo>
                  <a:lnTo>
                    <a:pt x="0" y="5185"/>
                  </a:lnTo>
                  <a:lnTo>
                    <a:pt x="101" y="5691"/>
                  </a:lnTo>
                  <a:lnTo>
                    <a:pt x="253" y="6146"/>
                  </a:lnTo>
                  <a:lnTo>
                    <a:pt x="885" y="6854"/>
                  </a:lnTo>
                  <a:lnTo>
                    <a:pt x="1771" y="7386"/>
                  </a:lnTo>
                  <a:lnTo>
                    <a:pt x="2858" y="7740"/>
                  </a:lnTo>
                  <a:lnTo>
                    <a:pt x="4654" y="8043"/>
                  </a:lnTo>
                  <a:lnTo>
                    <a:pt x="6904" y="8169"/>
                  </a:lnTo>
                  <a:lnTo>
                    <a:pt x="7688" y="8169"/>
                  </a:lnTo>
                  <a:lnTo>
                    <a:pt x="11811" y="8296"/>
                  </a:lnTo>
                  <a:lnTo>
                    <a:pt x="20030" y="8321"/>
                  </a:lnTo>
                  <a:lnTo>
                    <a:pt x="24127" y="8321"/>
                  </a:lnTo>
                  <a:lnTo>
                    <a:pt x="44890" y="8574"/>
                  </a:lnTo>
                  <a:lnTo>
                    <a:pt x="65678" y="8751"/>
                  </a:lnTo>
                  <a:lnTo>
                    <a:pt x="76072" y="8878"/>
                  </a:lnTo>
                  <a:lnTo>
                    <a:pt x="86466" y="8928"/>
                  </a:lnTo>
                  <a:lnTo>
                    <a:pt x="90639" y="8827"/>
                  </a:lnTo>
                  <a:lnTo>
                    <a:pt x="94812" y="8675"/>
                  </a:lnTo>
                  <a:lnTo>
                    <a:pt x="96430" y="8599"/>
                  </a:lnTo>
                  <a:lnTo>
                    <a:pt x="98808" y="8372"/>
                  </a:lnTo>
                  <a:lnTo>
                    <a:pt x="100401" y="8068"/>
                  </a:lnTo>
                  <a:lnTo>
                    <a:pt x="101160" y="7841"/>
                  </a:lnTo>
                  <a:lnTo>
                    <a:pt x="101842" y="7563"/>
                  </a:lnTo>
                  <a:lnTo>
                    <a:pt x="102652" y="7006"/>
                  </a:lnTo>
                  <a:lnTo>
                    <a:pt x="103056" y="6526"/>
                  </a:lnTo>
                  <a:lnTo>
                    <a:pt x="103335" y="6020"/>
                  </a:lnTo>
                  <a:lnTo>
                    <a:pt x="103486" y="5438"/>
                  </a:lnTo>
                  <a:lnTo>
                    <a:pt x="103461" y="4806"/>
                  </a:lnTo>
                  <a:lnTo>
                    <a:pt x="103259" y="4148"/>
                  </a:lnTo>
                  <a:lnTo>
                    <a:pt x="103082" y="3794"/>
                  </a:lnTo>
                  <a:lnTo>
                    <a:pt x="102854" y="3440"/>
                  </a:lnTo>
                  <a:lnTo>
                    <a:pt x="102272" y="2833"/>
                  </a:lnTo>
                  <a:lnTo>
                    <a:pt x="101185" y="2125"/>
                  </a:lnTo>
                  <a:lnTo>
                    <a:pt x="99465" y="1518"/>
                  </a:lnTo>
                  <a:lnTo>
                    <a:pt x="97720" y="1164"/>
                  </a:lnTo>
                  <a:lnTo>
                    <a:pt x="96962" y="1038"/>
                  </a:lnTo>
                  <a:lnTo>
                    <a:pt x="94964" y="785"/>
                  </a:lnTo>
                  <a:lnTo>
                    <a:pt x="90968" y="658"/>
                  </a:lnTo>
                  <a:lnTo>
                    <a:pt x="65931" y="658"/>
                  </a:lnTo>
                  <a:lnTo>
                    <a:pt x="49872" y="507"/>
                  </a:lnTo>
                  <a:lnTo>
                    <a:pt x="41855" y="330"/>
                  </a:lnTo>
                  <a:lnTo>
                    <a:pt x="33585" y="127"/>
                  </a:lnTo>
                  <a:lnTo>
                    <a:pt x="211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3"/>
            <p:cNvSpPr/>
            <p:nvPr/>
          </p:nvSpPr>
          <p:spPr>
            <a:xfrm>
              <a:off x="4319550" y="2201713"/>
              <a:ext cx="905253" cy="144203"/>
            </a:xfrm>
            <a:custGeom>
              <a:rect b="b" l="l" r="r" t="t"/>
              <a:pathLst>
                <a:path extrusionOk="0" h="8929" w="103487">
                  <a:moveTo>
                    <a:pt x="24253" y="835"/>
                  </a:moveTo>
                  <a:lnTo>
                    <a:pt x="39781" y="1114"/>
                  </a:lnTo>
                  <a:lnTo>
                    <a:pt x="50125" y="1367"/>
                  </a:lnTo>
                  <a:lnTo>
                    <a:pt x="59836" y="1518"/>
                  </a:lnTo>
                  <a:lnTo>
                    <a:pt x="79259" y="1518"/>
                  </a:lnTo>
                  <a:lnTo>
                    <a:pt x="88970" y="1493"/>
                  </a:lnTo>
                  <a:lnTo>
                    <a:pt x="91676" y="1493"/>
                  </a:lnTo>
                  <a:lnTo>
                    <a:pt x="95748" y="1695"/>
                  </a:lnTo>
                  <a:lnTo>
                    <a:pt x="98428" y="2151"/>
                  </a:lnTo>
                  <a:lnTo>
                    <a:pt x="99718" y="2505"/>
                  </a:lnTo>
                  <a:lnTo>
                    <a:pt x="100401" y="2758"/>
                  </a:lnTo>
                  <a:lnTo>
                    <a:pt x="101463" y="3415"/>
                  </a:lnTo>
                  <a:lnTo>
                    <a:pt x="102045" y="3946"/>
                  </a:lnTo>
                  <a:lnTo>
                    <a:pt x="102500" y="4528"/>
                  </a:lnTo>
                  <a:lnTo>
                    <a:pt x="102677" y="5160"/>
                  </a:lnTo>
                  <a:lnTo>
                    <a:pt x="102551" y="5792"/>
                  </a:lnTo>
                  <a:lnTo>
                    <a:pt x="102045" y="6425"/>
                  </a:lnTo>
                  <a:lnTo>
                    <a:pt x="101590" y="6728"/>
                  </a:lnTo>
                  <a:lnTo>
                    <a:pt x="101210" y="6956"/>
                  </a:lnTo>
                  <a:lnTo>
                    <a:pt x="100376" y="7284"/>
                  </a:lnTo>
                  <a:lnTo>
                    <a:pt x="99010" y="7613"/>
                  </a:lnTo>
                  <a:lnTo>
                    <a:pt x="96076" y="7815"/>
                  </a:lnTo>
                  <a:lnTo>
                    <a:pt x="94281" y="7841"/>
                  </a:lnTo>
                  <a:lnTo>
                    <a:pt x="89248" y="7992"/>
                  </a:lnTo>
                  <a:lnTo>
                    <a:pt x="79183" y="8094"/>
                  </a:lnTo>
                  <a:lnTo>
                    <a:pt x="64059" y="7967"/>
                  </a:lnTo>
                  <a:lnTo>
                    <a:pt x="53994" y="7815"/>
                  </a:lnTo>
                  <a:lnTo>
                    <a:pt x="42942" y="7689"/>
                  </a:lnTo>
                  <a:lnTo>
                    <a:pt x="20814" y="7386"/>
                  </a:lnTo>
                  <a:lnTo>
                    <a:pt x="9737" y="7360"/>
                  </a:lnTo>
                  <a:lnTo>
                    <a:pt x="8144" y="7360"/>
                  </a:lnTo>
                  <a:lnTo>
                    <a:pt x="5716" y="7234"/>
                  </a:lnTo>
                  <a:lnTo>
                    <a:pt x="4123" y="7006"/>
                  </a:lnTo>
                  <a:lnTo>
                    <a:pt x="3313" y="6854"/>
                  </a:lnTo>
                  <a:lnTo>
                    <a:pt x="2959" y="6779"/>
                  </a:lnTo>
                  <a:lnTo>
                    <a:pt x="2150" y="6500"/>
                  </a:lnTo>
                  <a:lnTo>
                    <a:pt x="1391" y="6096"/>
                  </a:lnTo>
                  <a:lnTo>
                    <a:pt x="1012" y="5641"/>
                  </a:lnTo>
                  <a:lnTo>
                    <a:pt x="885" y="5261"/>
                  </a:lnTo>
                  <a:lnTo>
                    <a:pt x="860" y="5034"/>
                  </a:lnTo>
                  <a:lnTo>
                    <a:pt x="860" y="4654"/>
                  </a:lnTo>
                  <a:lnTo>
                    <a:pt x="1138" y="3946"/>
                  </a:lnTo>
                  <a:lnTo>
                    <a:pt x="1644" y="3339"/>
                  </a:lnTo>
                  <a:lnTo>
                    <a:pt x="2276" y="2884"/>
                  </a:lnTo>
                  <a:lnTo>
                    <a:pt x="2580" y="2682"/>
                  </a:lnTo>
                  <a:lnTo>
                    <a:pt x="3136" y="2378"/>
                  </a:lnTo>
                  <a:lnTo>
                    <a:pt x="4325" y="1948"/>
                  </a:lnTo>
                  <a:lnTo>
                    <a:pt x="6222" y="1518"/>
                  </a:lnTo>
                  <a:lnTo>
                    <a:pt x="8902" y="1341"/>
                  </a:lnTo>
                  <a:lnTo>
                    <a:pt x="11558" y="1417"/>
                  </a:lnTo>
                  <a:lnTo>
                    <a:pt x="12797" y="1493"/>
                  </a:lnTo>
                  <a:lnTo>
                    <a:pt x="12974" y="1493"/>
                  </a:lnTo>
                  <a:lnTo>
                    <a:pt x="13176" y="1265"/>
                  </a:lnTo>
                  <a:lnTo>
                    <a:pt x="13176" y="991"/>
                  </a:lnTo>
                  <a:lnTo>
                    <a:pt x="13176" y="991"/>
                  </a:lnTo>
                  <a:lnTo>
                    <a:pt x="13910" y="962"/>
                  </a:lnTo>
                  <a:lnTo>
                    <a:pt x="24253" y="835"/>
                  </a:lnTo>
                  <a:close/>
                  <a:moveTo>
                    <a:pt x="21168" y="1"/>
                  </a:moveTo>
                  <a:lnTo>
                    <a:pt x="12898" y="153"/>
                  </a:lnTo>
                  <a:lnTo>
                    <a:pt x="8751" y="330"/>
                  </a:lnTo>
                  <a:lnTo>
                    <a:pt x="8574" y="380"/>
                  </a:lnTo>
                  <a:lnTo>
                    <a:pt x="8372" y="607"/>
                  </a:lnTo>
                  <a:lnTo>
                    <a:pt x="8372" y="607"/>
                  </a:lnTo>
                  <a:lnTo>
                    <a:pt x="8245" y="608"/>
                  </a:lnTo>
                  <a:lnTo>
                    <a:pt x="5918" y="810"/>
                  </a:lnTo>
                  <a:lnTo>
                    <a:pt x="3693" y="1240"/>
                  </a:lnTo>
                  <a:lnTo>
                    <a:pt x="2251" y="1771"/>
                  </a:lnTo>
                  <a:lnTo>
                    <a:pt x="1417" y="2252"/>
                  </a:lnTo>
                  <a:lnTo>
                    <a:pt x="759" y="2808"/>
                  </a:lnTo>
                  <a:lnTo>
                    <a:pt x="278" y="3466"/>
                  </a:lnTo>
                  <a:lnTo>
                    <a:pt x="26" y="4275"/>
                  </a:lnTo>
                  <a:lnTo>
                    <a:pt x="0" y="5185"/>
                  </a:lnTo>
                  <a:lnTo>
                    <a:pt x="101" y="5691"/>
                  </a:lnTo>
                  <a:lnTo>
                    <a:pt x="253" y="6146"/>
                  </a:lnTo>
                  <a:lnTo>
                    <a:pt x="885" y="6854"/>
                  </a:lnTo>
                  <a:lnTo>
                    <a:pt x="1771" y="7386"/>
                  </a:lnTo>
                  <a:lnTo>
                    <a:pt x="2858" y="7740"/>
                  </a:lnTo>
                  <a:lnTo>
                    <a:pt x="4654" y="8043"/>
                  </a:lnTo>
                  <a:lnTo>
                    <a:pt x="6904" y="8169"/>
                  </a:lnTo>
                  <a:lnTo>
                    <a:pt x="7688" y="8169"/>
                  </a:lnTo>
                  <a:lnTo>
                    <a:pt x="11811" y="8296"/>
                  </a:lnTo>
                  <a:lnTo>
                    <a:pt x="20030" y="8321"/>
                  </a:lnTo>
                  <a:lnTo>
                    <a:pt x="24127" y="8321"/>
                  </a:lnTo>
                  <a:lnTo>
                    <a:pt x="44890" y="8574"/>
                  </a:lnTo>
                  <a:lnTo>
                    <a:pt x="65678" y="8751"/>
                  </a:lnTo>
                  <a:lnTo>
                    <a:pt x="76072" y="8878"/>
                  </a:lnTo>
                  <a:lnTo>
                    <a:pt x="86466" y="8928"/>
                  </a:lnTo>
                  <a:lnTo>
                    <a:pt x="90639" y="8827"/>
                  </a:lnTo>
                  <a:lnTo>
                    <a:pt x="94812" y="8675"/>
                  </a:lnTo>
                  <a:lnTo>
                    <a:pt x="96430" y="8599"/>
                  </a:lnTo>
                  <a:lnTo>
                    <a:pt x="98808" y="8372"/>
                  </a:lnTo>
                  <a:lnTo>
                    <a:pt x="100401" y="8068"/>
                  </a:lnTo>
                  <a:lnTo>
                    <a:pt x="101160" y="7841"/>
                  </a:lnTo>
                  <a:lnTo>
                    <a:pt x="101842" y="7563"/>
                  </a:lnTo>
                  <a:lnTo>
                    <a:pt x="102652" y="7006"/>
                  </a:lnTo>
                  <a:lnTo>
                    <a:pt x="103056" y="6526"/>
                  </a:lnTo>
                  <a:lnTo>
                    <a:pt x="103335" y="6020"/>
                  </a:lnTo>
                  <a:lnTo>
                    <a:pt x="103486" y="5438"/>
                  </a:lnTo>
                  <a:lnTo>
                    <a:pt x="103461" y="4806"/>
                  </a:lnTo>
                  <a:lnTo>
                    <a:pt x="103259" y="4148"/>
                  </a:lnTo>
                  <a:lnTo>
                    <a:pt x="103082" y="3794"/>
                  </a:lnTo>
                  <a:lnTo>
                    <a:pt x="102854" y="3440"/>
                  </a:lnTo>
                  <a:lnTo>
                    <a:pt x="102272" y="2833"/>
                  </a:lnTo>
                  <a:lnTo>
                    <a:pt x="101185" y="2125"/>
                  </a:lnTo>
                  <a:lnTo>
                    <a:pt x="99465" y="1518"/>
                  </a:lnTo>
                  <a:lnTo>
                    <a:pt x="97720" y="1164"/>
                  </a:lnTo>
                  <a:lnTo>
                    <a:pt x="96962" y="1038"/>
                  </a:lnTo>
                  <a:lnTo>
                    <a:pt x="94964" y="785"/>
                  </a:lnTo>
                  <a:lnTo>
                    <a:pt x="90968" y="658"/>
                  </a:lnTo>
                  <a:lnTo>
                    <a:pt x="65931" y="658"/>
                  </a:lnTo>
                  <a:lnTo>
                    <a:pt x="49872" y="507"/>
                  </a:lnTo>
                  <a:lnTo>
                    <a:pt x="41855" y="330"/>
                  </a:lnTo>
                  <a:lnTo>
                    <a:pt x="33585" y="127"/>
                  </a:lnTo>
                  <a:lnTo>
                    <a:pt x="211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3"/>
            <p:cNvSpPr/>
            <p:nvPr/>
          </p:nvSpPr>
          <p:spPr>
            <a:xfrm>
              <a:off x="4319550" y="2514875"/>
              <a:ext cx="905253" cy="144203"/>
            </a:xfrm>
            <a:custGeom>
              <a:rect b="b" l="l" r="r" t="t"/>
              <a:pathLst>
                <a:path extrusionOk="0" h="8929" w="103487">
                  <a:moveTo>
                    <a:pt x="24253" y="835"/>
                  </a:moveTo>
                  <a:lnTo>
                    <a:pt x="39781" y="1114"/>
                  </a:lnTo>
                  <a:lnTo>
                    <a:pt x="50125" y="1367"/>
                  </a:lnTo>
                  <a:lnTo>
                    <a:pt x="59836" y="1518"/>
                  </a:lnTo>
                  <a:lnTo>
                    <a:pt x="79259" y="1518"/>
                  </a:lnTo>
                  <a:lnTo>
                    <a:pt x="88970" y="1493"/>
                  </a:lnTo>
                  <a:lnTo>
                    <a:pt x="91676" y="1493"/>
                  </a:lnTo>
                  <a:lnTo>
                    <a:pt x="95748" y="1695"/>
                  </a:lnTo>
                  <a:lnTo>
                    <a:pt x="98428" y="2151"/>
                  </a:lnTo>
                  <a:lnTo>
                    <a:pt x="99718" y="2505"/>
                  </a:lnTo>
                  <a:lnTo>
                    <a:pt x="100401" y="2758"/>
                  </a:lnTo>
                  <a:lnTo>
                    <a:pt x="101463" y="3415"/>
                  </a:lnTo>
                  <a:lnTo>
                    <a:pt x="102045" y="3946"/>
                  </a:lnTo>
                  <a:lnTo>
                    <a:pt x="102500" y="4528"/>
                  </a:lnTo>
                  <a:lnTo>
                    <a:pt x="102677" y="5160"/>
                  </a:lnTo>
                  <a:lnTo>
                    <a:pt x="102551" y="5792"/>
                  </a:lnTo>
                  <a:lnTo>
                    <a:pt x="102045" y="6425"/>
                  </a:lnTo>
                  <a:lnTo>
                    <a:pt x="101590" y="6728"/>
                  </a:lnTo>
                  <a:lnTo>
                    <a:pt x="101210" y="6956"/>
                  </a:lnTo>
                  <a:lnTo>
                    <a:pt x="100376" y="7284"/>
                  </a:lnTo>
                  <a:lnTo>
                    <a:pt x="99010" y="7613"/>
                  </a:lnTo>
                  <a:lnTo>
                    <a:pt x="96076" y="7815"/>
                  </a:lnTo>
                  <a:lnTo>
                    <a:pt x="94281" y="7841"/>
                  </a:lnTo>
                  <a:lnTo>
                    <a:pt x="89248" y="7992"/>
                  </a:lnTo>
                  <a:lnTo>
                    <a:pt x="79183" y="8094"/>
                  </a:lnTo>
                  <a:lnTo>
                    <a:pt x="64059" y="7967"/>
                  </a:lnTo>
                  <a:lnTo>
                    <a:pt x="53994" y="7815"/>
                  </a:lnTo>
                  <a:lnTo>
                    <a:pt x="42942" y="7689"/>
                  </a:lnTo>
                  <a:lnTo>
                    <a:pt x="20814" y="7386"/>
                  </a:lnTo>
                  <a:lnTo>
                    <a:pt x="9737" y="7360"/>
                  </a:lnTo>
                  <a:lnTo>
                    <a:pt x="8144" y="7360"/>
                  </a:lnTo>
                  <a:lnTo>
                    <a:pt x="5716" y="7234"/>
                  </a:lnTo>
                  <a:lnTo>
                    <a:pt x="4123" y="7006"/>
                  </a:lnTo>
                  <a:lnTo>
                    <a:pt x="3313" y="6854"/>
                  </a:lnTo>
                  <a:lnTo>
                    <a:pt x="2959" y="6779"/>
                  </a:lnTo>
                  <a:lnTo>
                    <a:pt x="2150" y="6500"/>
                  </a:lnTo>
                  <a:lnTo>
                    <a:pt x="1391" y="6096"/>
                  </a:lnTo>
                  <a:lnTo>
                    <a:pt x="1012" y="5641"/>
                  </a:lnTo>
                  <a:lnTo>
                    <a:pt x="885" y="5261"/>
                  </a:lnTo>
                  <a:lnTo>
                    <a:pt x="860" y="5034"/>
                  </a:lnTo>
                  <a:lnTo>
                    <a:pt x="860" y="4654"/>
                  </a:lnTo>
                  <a:lnTo>
                    <a:pt x="1138" y="3946"/>
                  </a:lnTo>
                  <a:lnTo>
                    <a:pt x="1644" y="3339"/>
                  </a:lnTo>
                  <a:lnTo>
                    <a:pt x="2276" y="2884"/>
                  </a:lnTo>
                  <a:lnTo>
                    <a:pt x="2580" y="2682"/>
                  </a:lnTo>
                  <a:lnTo>
                    <a:pt x="3136" y="2378"/>
                  </a:lnTo>
                  <a:lnTo>
                    <a:pt x="4325" y="1948"/>
                  </a:lnTo>
                  <a:lnTo>
                    <a:pt x="6222" y="1518"/>
                  </a:lnTo>
                  <a:lnTo>
                    <a:pt x="8902" y="1341"/>
                  </a:lnTo>
                  <a:lnTo>
                    <a:pt x="11558" y="1417"/>
                  </a:lnTo>
                  <a:lnTo>
                    <a:pt x="12797" y="1493"/>
                  </a:lnTo>
                  <a:lnTo>
                    <a:pt x="12974" y="1493"/>
                  </a:lnTo>
                  <a:lnTo>
                    <a:pt x="13176" y="1265"/>
                  </a:lnTo>
                  <a:lnTo>
                    <a:pt x="13176" y="991"/>
                  </a:lnTo>
                  <a:lnTo>
                    <a:pt x="13176" y="991"/>
                  </a:lnTo>
                  <a:lnTo>
                    <a:pt x="13910" y="962"/>
                  </a:lnTo>
                  <a:lnTo>
                    <a:pt x="24253" y="835"/>
                  </a:lnTo>
                  <a:close/>
                  <a:moveTo>
                    <a:pt x="21168" y="1"/>
                  </a:moveTo>
                  <a:lnTo>
                    <a:pt x="12898" y="153"/>
                  </a:lnTo>
                  <a:lnTo>
                    <a:pt x="8751" y="330"/>
                  </a:lnTo>
                  <a:lnTo>
                    <a:pt x="8574" y="380"/>
                  </a:lnTo>
                  <a:lnTo>
                    <a:pt x="8372" y="607"/>
                  </a:lnTo>
                  <a:lnTo>
                    <a:pt x="8372" y="607"/>
                  </a:lnTo>
                  <a:lnTo>
                    <a:pt x="8245" y="608"/>
                  </a:lnTo>
                  <a:lnTo>
                    <a:pt x="5918" y="810"/>
                  </a:lnTo>
                  <a:lnTo>
                    <a:pt x="3693" y="1240"/>
                  </a:lnTo>
                  <a:lnTo>
                    <a:pt x="2251" y="1771"/>
                  </a:lnTo>
                  <a:lnTo>
                    <a:pt x="1417" y="2252"/>
                  </a:lnTo>
                  <a:lnTo>
                    <a:pt x="759" y="2808"/>
                  </a:lnTo>
                  <a:lnTo>
                    <a:pt x="278" y="3466"/>
                  </a:lnTo>
                  <a:lnTo>
                    <a:pt x="26" y="4275"/>
                  </a:lnTo>
                  <a:lnTo>
                    <a:pt x="0" y="5185"/>
                  </a:lnTo>
                  <a:lnTo>
                    <a:pt x="101" y="5691"/>
                  </a:lnTo>
                  <a:lnTo>
                    <a:pt x="253" y="6146"/>
                  </a:lnTo>
                  <a:lnTo>
                    <a:pt x="885" y="6854"/>
                  </a:lnTo>
                  <a:lnTo>
                    <a:pt x="1771" y="7386"/>
                  </a:lnTo>
                  <a:lnTo>
                    <a:pt x="2858" y="7740"/>
                  </a:lnTo>
                  <a:lnTo>
                    <a:pt x="4654" y="8043"/>
                  </a:lnTo>
                  <a:lnTo>
                    <a:pt x="6904" y="8169"/>
                  </a:lnTo>
                  <a:lnTo>
                    <a:pt x="7688" y="8169"/>
                  </a:lnTo>
                  <a:lnTo>
                    <a:pt x="11811" y="8296"/>
                  </a:lnTo>
                  <a:lnTo>
                    <a:pt x="20030" y="8321"/>
                  </a:lnTo>
                  <a:lnTo>
                    <a:pt x="24127" y="8321"/>
                  </a:lnTo>
                  <a:lnTo>
                    <a:pt x="44890" y="8574"/>
                  </a:lnTo>
                  <a:lnTo>
                    <a:pt x="65678" y="8751"/>
                  </a:lnTo>
                  <a:lnTo>
                    <a:pt x="76072" y="8878"/>
                  </a:lnTo>
                  <a:lnTo>
                    <a:pt x="86466" y="8928"/>
                  </a:lnTo>
                  <a:lnTo>
                    <a:pt x="90639" y="8827"/>
                  </a:lnTo>
                  <a:lnTo>
                    <a:pt x="94812" y="8675"/>
                  </a:lnTo>
                  <a:lnTo>
                    <a:pt x="96430" y="8599"/>
                  </a:lnTo>
                  <a:lnTo>
                    <a:pt x="98808" y="8372"/>
                  </a:lnTo>
                  <a:lnTo>
                    <a:pt x="100401" y="8068"/>
                  </a:lnTo>
                  <a:lnTo>
                    <a:pt x="101160" y="7841"/>
                  </a:lnTo>
                  <a:lnTo>
                    <a:pt x="101842" y="7563"/>
                  </a:lnTo>
                  <a:lnTo>
                    <a:pt x="102652" y="7006"/>
                  </a:lnTo>
                  <a:lnTo>
                    <a:pt x="103056" y="6526"/>
                  </a:lnTo>
                  <a:lnTo>
                    <a:pt x="103335" y="6020"/>
                  </a:lnTo>
                  <a:lnTo>
                    <a:pt x="103486" y="5438"/>
                  </a:lnTo>
                  <a:lnTo>
                    <a:pt x="103461" y="4806"/>
                  </a:lnTo>
                  <a:lnTo>
                    <a:pt x="103259" y="4148"/>
                  </a:lnTo>
                  <a:lnTo>
                    <a:pt x="103082" y="3794"/>
                  </a:lnTo>
                  <a:lnTo>
                    <a:pt x="102854" y="3440"/>
                  </a:lnTo>
                  <a:lnTo>
                    <a:pt x="102272" y="2833"/>
                  </a:lnTo>
                  <a:lnTo>
                    <a:pt x="101185" y="2125"/>
                  </a:lnTo>
                  <a:lnTo>
                    <a:pt x="99465" y="1518"/>
                  </a:lnTo>
                  <a:lnTo>
                    <a:pt x="97720" y="1164"/>
                  </a:lnTo>
                  <a:lnTo>
                    <a:pt x="96962" y="1038"/>
                  </a:lnTo>
                  <a:lnTo>
                    <a:pt x="94964" y="785"/>
                  </a:lnTo>
                  <a:lnTo>
                    <a:pt x="90968" y="658"/>
                  </a:lnTo>
                  <a:lnTo>
                    <a:pt x="65931" y="658"/>
                  </a:lnTo>
                  <a:lnTo>
                    <a:pt x="49872" y="507"/>
                  </a:lnTo>
                  <a:lnTo>
                    <a:pt x="41855" y="330"/>
                  </a:lnTo>
                  <a:lnTo>
                    <a:pt x="33585" y="127"/>
                  </a:lnTo>
                  <a:lnTo>
                    <a:pt x="211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3"/>
            <p:cNvSpPr/>
            <p:nvPr/>
          </p:nvSpPr>
          <p:spPr>
            <a:xfrm>
              <a:off x="3259197" y="1355375"/>
              <a:ext cx="1520404" cy="412502"/>
            </a:xfrm>
            <a:custGeom>
              <a:rect b="b" l="l" r="r" t="t"/>
              <a:pathLst>
                <a:path extrusionOk="0" h="23934" w="67349">
                  <a:moveTo>
                    <a:pt x="62445" y="1167"/>
                  </a:moveTo>
                  <a:cubicBezTo>
                    <a:pt x="48804" y="1167"/>
                    <a:pt x="35162" y="1167"/>
                    <a:pt x="21521" y="1167"/>
                  </a:cubicBezTo>
                  <a:cubicBezTo>
                    <a:pt x="15426" y="1167"/>
                    <a:pt x="7934" y="-1920"/>
                    <a:pt x="3254" y="1984"/>
                  </a:cubicBezTo>
                  <a:cubicBezTo>
                    <a:pt x="-972" y="5509"/>
                    <a:pt x="-209" y="12903"/>
                    <a:pt x="805" y="18312"/>
                  </a:cubicBezTo>
                  <a:cubicBezTo>
                    <a:pt x="2399" y="26817"/>
                    <a:pt x="17665" y="23109"/>
                    <a:pt x="26318" y="23109"/>
                  </a:cubicBezTo>
                  <a:cubicBezTo>
                    <a:pt x="33463" y="23109"/>
                    <a:pt x="40617" y="22277"/>
                    <a:pt x="47749" y="22700"/>
                  </a:cubicBezTo>
                  <a:cubicBezTo>
                    <a:pt x="52777" y="22998"/>
                    <a:pt x="58480" y="24791"/>
                    <a:pt x="62853" y="22292"/>
                  </a:cubicBezTo>
                  <a:cubicBezTo>
                    <a:pt x="68967" y="18798"/>
                    <a:pt x="68763" y="4661"/>
                    <a:pt x="62649" y="1167"/>
                  </a:cubicBezTo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903" name="Google Shape;903;p23"/>
          <p:cNvGrpSpPr/>
          <p:nvPr/>
        </p:nvGrpSpPr>
        <p:grpSpPr>
          <a:xfrm>
            <a:off x="3259197" y="3109150"/>
            <a:ext cx="1965606" cy="1280120"/>
            <a:chOff x="3259197" y="3109150"/>
            <a:chExt cx="1965606" cy="1280120"/>
          </a:xfrm>
        </p:grpSpPr>
        <p:sp>
          <p:nvSpPr>
            <p:cNvPr id="904" name="Google Shape;904;p23"/>
            <p:cNvSpPr txBox="1"/>
            <p:nvPr/>
          </p:nvSpPr>
          <p:spPr>
            <a:xfrm>
              <a:off x="3382775" y="3109150"/>
              <a:ext cx="13215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Tools</a:t>
              </a:r>
              <a:endParaRPr b="1" sz="19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05" name="Google Shape;905;p23"/>
            <p:cNvSpPr/>
            <p:nvPr/>
          </p:nvSpPr>
          <p:spPr>
            <a:xfrm>
              <a:off x="4322763" y="3628025"/>
              <a:ext cx="898800" cy="1155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06" name="Google Shape;906;p23"/>
            <p:cNvSpPr/>
            <p:nvPr/>
          </p:nvSpPr>
          <p:spPr>
            <a:xfrm>
              <a:off x="4322763" y="3630838"/>
              <a:ext cx="249300" cy="1155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07" name="Google Shape;907;p23"/>
            <p:cNvSpPr/>
            <p:nvPr/>
          </p:nvSpPr>
          <p:spPr>
            <a:xfrm>
              <a:off x="4322763" y="3939055"/>
              <a:ext cx="898800" cy="1173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08" name="Google Shape;908;p23"/>
            <p:cNvSpPr/>
            <p:nvPr/>
          </p:nvSpPr>
          <p:spPr>
            <a:xfrm>
              <a:off x="4322762" y="3939193"/>
              <a:ext cx="456900" cy="1173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09" name="Google Shape;909;p23"/>
            <p:cNvSpPr/>
            <p:nvPr/>
          </p:nvSpPr>
          <p:spPr>
            <a:xfrm>
              <a:off x="4322763" y="4252144"/>
              <a:ext cx="898800" cy="1173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10" name="Google Shape;910;p23"/>
            <p:cNvSpPr/>
            <p:nvPr/>
          </p:nvSpPr>
          <p:spPr>
            <a:xfrm>
              <a:off x="4322762" y="4252144"/>
              <a:ext cx="827100" cy="1173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11" name="Google Shape;911;p23"/>
            <p:cNvSpPr txBox="1"/>
            <p:nvPr/>
          </p:nvSpPr>
          <p:spPr>
            <a:xfrm>
              <a:off x="3382785" y="3591620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Photoshop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2" name="Google Shape;912;p23"/>
            <p:cNvSpPr txBox="1"/>
            <p:nvPr/>
          </p:nvSpPr>
          <p:spPr>
            <a:xfrm>
              <a:off x="3382785" y="3903895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Illustrator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3" name="Google Shape;913;p23"/>
            <p:cNvSpPr txBox="1"/>
            <p:nvPr/>
          </p:nvSpPr>
          <p:spPr>
            <a:xfrm>
              <a:off x="3382785" y="4216170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InDesign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4" name="Google Shape;914;p23"/>
            <p:cNvSpPr/>
            <p:nvPr/>
          </p:nvSpPr>
          <p:spPr>
            <a:xfrm>
              <a:off x="4319550" y="3616500"/>
              <a:ext cx="905253" cy="144203"/>
            </a:xfrm>
            <a:custGeom>
              <a:rect b="b" l="l" r="r" t="t"/>
              <a:pathLst>
                <a:path extrusionOk="0" h="8929" w="103487">
                  <a:moveTo>
                    <a:pt x="24253" y="835"/>
                  </a:moveTo>
                  <a:lnTo>
                    <a:pt x="39781" y="1114"/>
                  </a:lnTo>
                  <a:lnTo>
                    <a:pt x="50125" y="1367"/>
                  </a:lnTo>
                  <a:lnTo>
                    <a:pt x="59836" y="1518"/>
                  </a:lnTo>
                  <a:lnTo>
                    <a:pt x="79259" y="1518"/>
                  </a:lnTo>
                  <a:lnTo>
                    <a:pt x="88970" y="1493"/>
                  </a:lnTo>
                  <a:lnTo>
                    <a:pt x="91676" y="1493"/>
                  </a:lnTo>
                  <a:lnTo>
                    <a:pt x="95748" y="1695"/>
                  </a:lnTo>
                  <a:lnTo>
                    <a:pt x="98428" y="2151"/>
                  </a:lnTo>
                  <a:lnTo>
                    <a:pt x="99718" y="2505"/>
                  </a:lnTo>
                  <a:lnTo>
                    <a:pt x="100401" y="2758"/>
                  </a:lnTo>
                  <a:lnTo>
                    <a:pt x="101463" y="3415"/>
                  </a:lnTo>
                  <a:lnTo>
                    <a:pt x="102045" y="3946"/>
                  </a:lnTo>
                  <a:lnTo>
                    <a:pt x="102500" y="4528"/>
                  </a:lnTo>
                  <a:lnTo>
                    <a:pt x="102677" y="5160"/>
                  </a:lnTo>
                  <a:lnTo>
                    <a:pt x="102551" y="5792"/>
                  </a:lnTo>
                  <a:lnTo>
                    <a:pt x="102045" y="6425"/>
                  </a:lnTo>
                  <a:lnTo>
                    <a:pt x="101590" y="6728"/>
                  </a:lnTo>
                  <a:lnTo>
                    <a:pt x="101210" y="6956"/>
                  </a:lnTo>
                  <a:lnTo>
                    <a:pt x="100376" y="7284"/>
                  </a:lnTo>
                  <a:lnTo>
                    <a:pt x="99010" y="7613"/>
                  </a:lnTo>
                  <a:lnTo>
                    <a:pt x="96076" y="7815"/>
                  </a:lnTo>
                  <a:lnTo>
                    <a:pt x="94281" y="7841"/>
                  </a:lnTo>
                  <a:lnTo>
                    <a:pt x="89248" y="7992"/>
                  </a:lnTo>
                  <a:lnTo>
                    <a:pt x="79183" y="8094"/>
                  </a:lnTo>
                  <a:lnTo>
                    <a:pt x="64059" y="7967"/>
                  </a:lnTo>
                  <a:lnTo>
                    <a:pt x="53994" y="7815"/>
                  </a:lnTo>
                  <a:lnTo>
                    <a:pt x="42942" y="7689"/>
                  </a:lnTo>
                  <a:lnTo>
                    <a:pt x="20814" y="7386"/>
                  </a:lnTo>
                  <a:lnTo>
                    <a:pt x="9737" y="7360"/>
                  </a:lnTo>
                  <a:lnTo>
                    <a:pt x="8144" y="7360"/>
                  </a:lnTo>
                  <a:lnTo>
                    <a:pt x="5716" y="7234"/>
                  </a:lnTo>
                  <a:lnTo>
                    <a:pt x="4123" y="7006"/>
                  </a:lnTo>
                  <a:lnTo>
                    <a:pt x="3313" y="6854"/>
                  </a:lnTo>
                  <a:lnTo>
                    <a:pt x="2959" y="6779"/>
                  </a:lnTo>
                  <a:lnTo>
                    <a:pt x="2150" y="6500"/>
                  </a:lnTo>
                  <a:lnTo>
                    <a:pt x="1391" y="6096"/>
                  </a:lnTo>
                  <a:lnTo>
                    <a:pt x="1012" y="5641"/>
                  </a:lnTo>
                  <a:lnTo>
                    <a:pt x="885" y="5261"/>
                  </a:lnTo>
                  <a:lnTo>
                    <a:pt x="860" y="5034"/>
                  </a:lnTo>
                  <a:lnTo>
                    <a:pt x="860" y="4654"/>
                  </a:lnTo>
                  <a:lnTo>
                    <a:pt x="1138" y="3946"/>
                  </a:lnTo>
                  <a:lnTo>
                    <a:pt x="1644" y="3339"/>
                  </a:lnTo>
                  <a:lnTo>
                    <a:pt x="2276" y="2884"/>
                  </a:lnTo>
                  <a:lnTo>
                    <a:pt x="2580" y="2682"/>
                  </a:lnTo>
                  <a:lnTo>
                    <a:pt x="3136" y="2378"/>
                  </a:lnTo>
                  <a:lnTo>
                    <a:pt x="4325" y="1948"/>
                  </a:lnTo>
                  <a:lnTo>
                    <a:pt x="6222" y="1518"/>
                  </a:lnTo>
                  <a:lnTo>
                    <a:pt x="8902" y="1341"/>
                  </a:lnTo>
                  <a:lnTo>
                    <a:pt x="11558" y="1417"/>
                  </a:lnTo>
                  <a:lnTo>
                    <a:pt x="12797" y="1493"/>
                  </a:lnTo>
                  <a:lnTo>
                    <a:pt x="12974" y="1493"/>
                  </a:lnTo>
                  <a:lnTo>
                    <a:pt x="13176" y="1265"/>
                  </a:lnTo>
                  <a:lnTo>
                    <a:pt x="13176" y="991"/>
                  </a:lnTo>
                  <a:lnTo>
                    <a:pt x="13176" y="991"/>
                  </a:lnTo>
                  <a:lnTo>
                    <a:pt x="13910" y="962"/>
                  </a:lnTo>
                  <a:lnTo>
                    <a:pt x="24253" y="835"/>
                  </a:lnTo>
                  <a:close/>
                  <a:moveTo>
                    <a:pt x="21168" y="1"/>
                  </a:moveTo>
                  <a:lnTo>
                    <a:pt x="12898" y="153"/>
                  </a:lnTo>
                  <a:lnTo>
                    <a:pt x="8751" y="330"/>
                  </a:lnTo>
                  <a:lnTo>
                    <a:pt x="8574" y="380"/>
                  </a:lnTo>
                  <a:lnTo>
                    <a:pt x="8372" y="607"/>
                  </a:lnTo>
                  <a:lnTo>
                    <a:pt x="8372" y="607"/>
                  </a:lnTo>
                  <a:lnTo>
                    <a:pt x="8245" y="608"/>
                  </a:lnTo>
                  <a:lnTo>
                    <a:pt x="5918" y="810"/>
                  </a:lnTo>
                  <a:lnTo>
                    <a:pt x="3693" y="1240"/>
                  </a:lnTo>
                  <a:lnTo>
                    <a:pt x="2251" y="1771"/>
                  </a:lnTo>
                  <a:lnTo>
                    <a:pt x="1417" y="2252"/>
                  </a:lnTo>
                  <a:lnTo>
                    <a:pt x="759" y="2808"/>
                  </a:lnTo>
                  <a:lnTo>
                    <a:pt x="278" y="3466"/>
                  </a:lnTo>
                  <a:lnTo>
                    <a:pt x="26" y="4275"/>
                  </a:lnTo>
                  <a:lnTo>
                    <a:pt x="0" y="5185"/>
                  </a:lnTo>
                  <a:lnTo>
                    <a:pt x="101" y="5691"/>
                  </a:lnTo>
                  <a:lnTo>
                    <a:pt x="253" y="6146"/>
                  </a:lnTo>
                  <a:lnTo>
                    <a:pt x="885" y="6854"/>
                  </a:lnTo>
                  <a:lnTo>
                    <a:pt x="1771" y="7386"/>
                  </a:lnTo>
                  <a:lnTo>
                    <a:pt x="2858" y="7740"/>
                  </a:lnTo>
                  <a:lnTo>
                    <a:pt x="4654" y="8043"/>
                  </a:lnTo>
                  <a:lnTo>
                    <a:pt x="6904" y="8169"/>
                  </a:lnTo>
                  <a:lnTo>
                    <a:pt x="7688" y="8169"/>
                  </a:lnTo>
                  <a:lnTo>
                    <a:pt x="11811" y="8296"/>
                  </a:lnTo>
                  <a:lnTo>
                    <a:pt x="20030" y="8321"/>
                  </a:lnTo>
                  <a:lnTo>
                    <a:pt x="24127" y="8321"/>
                  </a:lnTo>
                  <a:lnTo>
                    <a:pt x="44890" y="8574"/>
                  </a:lnTo>
                  <a:lnTo>
                    <a:pt x="65678" y="8751"/>
                  </a:lnTo>
                  <a:lnTo>
                    <a:pt x="76072" y="8878"/>
                  </a:lnTo>
                  <a:lnTo>
                    <a:pt x="86466" y="8928"/>
                  </a:lnTo>
                  <a:lnTo>
                    <a:pt x="90639" y="8827"/>
                  </a:lnTo>
                  <a:lnTo>
                    <a:pt x="94812" y="8675"/>
                  </a:lnTo>
                  <a:lnTo>
                    <a:pt x="96430" y="8599"/>
                  </a:lnTo>
                  <a:lnTo>
                    <a:pt x="98808" y="8372"/>
                  </a:lnTo>
                  <a:lnTo>
                    <a:pt x="100401" y="8068"/>
                  </a:lnTo>
                  <a:lnTo>
                    <a:pt x="101160" y="7841"/>
                  </a:lnTo>
                  <a:lnTo>
                    <a:pt x="101842" y="7563"/>
                  </a:lnTo>
                  <a:lnTo>
                    <a:pt x="102652" y="7006"/>
                  </a:lnTo>
                  <a:lnTo>
                    <a:pt x="103056" y="6526"/>
                  </a:lnTo>
                  <a:lnTo>
                    <a:pt x="103335" y="6020"/>
                  </a:lnTo>
                  <a:lnTo>
                    <a:pt x="103486" y="5438"/>
                  </a:lnTo>
                  <a:lnTo>
                    <a:pt x="103461" y="4806"/>
                  </a:lnTo>
                  <a:lnTo>
                    <a:pt x="103259" y="4148"/>
                  </a:lnTo>
                  <a:lnTo>
                    <a:pt x="103082" y="3794"/>
                  </a:lnTo>
                  <a:lnTo>
                    <a:pt x="102854" y="3440"/>
                  </a:lnTo>
                  <a:lnTo>
                    <a:pt x="102272" y="2833"/>
                  </a:lnTo>
                  <a:lnTo>
                    <a:pt x="101185" y="2125"/>
                  </a:lnTo>
                  <a:lnTo>
                    <a:pt x="99465" y="1518"/>
                  </a:lnTo>
                  <a:lnTo>
                    <a:pt x="97720" y="1164"/>
                  </a:lnTo>
                  <a:lnTo>
                    <a:pt x="96962" y="1038"/>
                  </a:lnTo>
                  <a:lnTo>
                    <a:pt x="94964" y="785"/>
                  </a:lnTo>
                  <a:lnTo>
                    <a:pt x="90968" y="658"/>
                  </a:lnTo>
                  <a:lnTo>
                    <a:pt x="65931" y="658"/>
                  </a:lnTo>
                  <a:lnTo>
                    <a:pt x="49872" y="507"/>
                  </a:lnTo>
                  <a:lnTo>
                    <a:pt x="41855" y="330"/>
                  </a:lnTo>
                  <a:lnTo>
                    <a:pt x="33585" y="127"/>
                  </a:lnTo>
                  <a:lnTo>
                    <a:pt x="211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3"/>
            <p:cNvSpPr/>
            <p:nvPr/>
          </p:nvSpPr>
          <p:spPr>
            <a:xfrm>
              <a:off x="4319550" y="3925738"/>
              <a:ext cx="905253" cy="144203"/>
            </a:xfrm>
            <a:custGeom>
              <a:rect b="b" l="l" r="r" t="t"/>
              <a:pathLst>
                <a:path extrusionOk="0" h="8929" w="103487">
                  <a:moveTo>
                    <a:pt x="24253" y="835"/>
                  </a:moveTo>
                  <a:lnTo>
                    <a:pt x="39781" y="1114"/>
                  </a:lnTo>
                  <a:lnTo>
                    <a:pt x="50125" y="1367"/>
                  </a:lnTo>
                  <a:lnTo>
                    <a:pt x="59836" y="1518"/>
                  </a:lnTo>
                  <a:lnTo>
                    <a:pt x="79259" y="1518"/>
                  </a:lnTo>
                  <a:lnTo>
                    <a:pt x="88970" y="1493"/>
                  </a:lnTo>
                  <a:lnTo>
                    <a:pt x="91676" y="1493"/>
                  </a:lnTo>
                  <a:lnTo>
                    <a:pt x="95748" y="1695"/>
                  </a:lnTo>
                  <a:lnTo>
                    <a:pt x="98428" y="2151"/>
                  </a:lnTo>
                  <a:lnTo>
                    <a:pt x="99718" y="2505"/>
                  </a:lnTo>
                  <a:lnTo>
                    <a:pt x="100401" y="2758"/>
                  </a:lnTo>
                  <a:lnTo>
                    <a:pt x="101463" y="3415"/>
                  </a:lnTo>
                  <a:lnTo>
                    <a:pt x="102045" y="3946"/>
                  </a:lnTo>
                  <a:lnTo>
                    <a:pt x="102500" y="4528"/>
                  </a:lnTo>
                  <a:lnTo>
                    <a:pt x="102677" y="5160"/>
                  </a:lnTo>
                  <a:lnTo>
                    <a:pt x="102551" y="5792"/>
                  </a:lnTo>
                  <a:lnTo>
                    <a:pt x="102045" y="6425"/>
                  </a:lnTo>
                  <a:lnTo>
                    <a:pt x="101590" y="6728"/>
                  </a:lnTo>
                  <a:lnTo>
                    <a:pt x="101210" y="6956"/>
                  </a:lnTo>
                  <a:lnTo>
                    <a:pt x="100376" y="7284"/>
                  </a:lnTo>
                  <a:lnTo>
                    <a:pt x="99010" y="7613"/>
                  </a:lnTo>
                  <a:lnTo>
                    <a:pt x="96076" y="7815"/>
                  </a:lnTo>
                  <a:lnTo>
                    <a:pt x="94281" y="7841"/>
                  </a:lnTo>
                  <a:lnTo>
                    <a:pt x="89248" y="7992"/>
                  </a:lnTo>
                  <a:lnTo>
                    <a:pt x="79183" y="8094"/>
                  </a:lnTo>
                  <a:lnTo>
                    <a:pt x="64059" y="7967"/>
                  </a:lnTo>
                  <a:lnTo>
                    <a:pt x="53994" y="7815"/>
                  </a:lnTo>
                  <a:lnTo>
                    <a:pt x="42942" y="7689"/>
                  </a:lnTo>
                  <a:lnTo>
                    <a:pt x="20814" y="7386"/>
                  </a:lnTo>
                  <a:lnTo>
                    <a:pt x="9737" y="7360"/>
                  </a:lnTo>
                  <a:lnTo>
                    <a:pt x="8144" y="7360"/>
                  </a:lnTo>
                  <a:lnTo>
                    <a:pt x="5716" y="7234"/>
                  </a:lnTo>
                  <a:lnTo>
                    <a:pt x="4123" y="7006"/>
                  </a:lnTo>
                  <a:lnTo>
                    <a:pt x="3313" y="6854"/>
                  </a:lnTo>
                  <a:lnTo>
                    <a:pt x="2959" y="6779"/>
                  </a:lnTo>
                  <a:lnTo>
                    <a:pt x="2150" y="6500"/>
                  </a:lnTo>
                  <a:lnTo>
                    <a:pt x="1391" y="6096"/>
                  </a:lnTo>
                  <a:lnTo>
                    <a:pt x="1012" y="5641"/>
                  </a:lnTo>
                  <a:lnTo>
                    <a:pt x="885" y="5261"/>
                  </a:lnTo>
                  <a:lnTo>
                    <a:pt x="860" y="5034"/>
                  </a:lnTo>
                  <a:lnTo>
                    <a:pt x="860" y="4654"/>
                  </a:lnTo>
                  <a:lnTo>
                    <a:pt x="1138" y="3946"/>
                  </a:lnTo>
                  <a:lnTo>
                    <a:pt x="1644" y="3339"/>
                  </a:lnTo>
                  <a:lnTo>
                    <a:pt x="2276" y="2884"/>
                  </a:lnTo>
                  <a:lnTo>
                    <a:pt x="2580" y="2682"/>
                  </a:lnTo>
                  <a:lnTo>
                    <a:pt x="3136" y="2378"/>
                  </a:lnTo>
                  <a:lnTo>
                    <a:pt x="4325" y="1948"/>
                  </a:lnTo>
                  <a:lnTo>
                    <a:pt x="6222" y="1518"/>
                  </a:lnTo>
                  <a:lnTo>
                    <a:pt x="8902" y="1341"/>
                  </a:lnTo>
                  <a:lnTo>
                    <a:pt x="11558" y="1417"/>
                  </a:lnTo>
                  <a:lnTo>
                    <a:pt x="12797" y="1493"/>
                  </a:lnTo>
                  <a:lnTo>
                    <a:pt x="12974" y="1493"/>
                  </a:lnTo>
                  <a:lnTo>
                    <a:pt x="13176" y="1265"/>
                  </a:lnTo>
                  <a:lnTo>
                    <a:pt x="13176" y="991"/>
                  </a:lnTo>
                  <a:lnTo>
                    <a:pt x="13176" y="991"/>
                  </a:lnTo>
                  <a:lnTo>
                    <a:pt x="13910" y="962"/>
                  </a:lnTo>
                  <a:lnTo>
                    <a:pt x="24253" y="835"/>
                  </a:lnTo>
                  <a:close/>
                  <a:moveTo>
                    <a:pt x="21168" y="1"/>
                  </a:moveTo>
                  <a:lnTo>
                    <a:pt x="12898" y="153"/>
                  </a:lnTo>
                  <a:lnTo>
                    <a:pt x="8751" y="330"/>
                  </a:lnTo>
                  <a:lnTo>
                    <a:pt x="8574" y="380"/>
                  </a:lnTo>
                  <a:lnTo>
                    <a:pt x="8372" y="607"/>
                  </a:lnTo>
                  <a:lnTo>
                    <a:pt x="8372" y="607"/>
                  </a:lnTo>
                  <a:lnTo>
                    <a:pt x="8245" y="608"/>
                  </a:lnTo>
                  <a:lnTo>
                    <a:pt x="5918" y="810"/>
                  </a:lnTo>
                  <a:lnTo>
                    <a:pt x="3693" y="1240"/>
                  </a:lnTo>
                  <a:lnTo>
                    <a:pt x="2251" y="1771"/>
                  </a:lnTo>
                  <a:lnTo>
                    <a:pt x="1417" y="2252"/>
                  </a:lnTo>
                  <a:lnTo>
                    <a:pt x="759" y="2808"/>
                  </a:lnTo>
                  <a:lnTo>
                    <a:pt x="278" y="3466"/>
                  </a:lnTo>
                  <a:lnTo>
                    <a:pt x="26" y="4275"/>
                  </a:lnTo>
                  <a:lnTo>
                    <a:pt x="0" y="5185"/>
                  </a:lnTo>
                  <a:lnTo>
                    <a:pt x="101" y="5691"/>
                  </a:lnTo>
                  <a:lnTo>
                    <a:pt x="253" y="6146"/>
                  </a:lnTo>
                  <a:lnTo>
                    <a:pt x="885" y="6854"/>
                  </a:lnTo>
                  <a:lnTo>
                    <a:pt x="1771" y="7386"/>
                  </a:lnTo>
                  <a:lnTo>
                    <a:pt x="2858" y="7740"/>
                  </a:lnTo>
                  <a:lnTo>
                    <a:pt x="4654" y="8043"/>
                  </a:lnTo>
                  <a:lnTo>
                    <a:pt x="6904" y="8169"/>
                  </a:lnTo>
                  <a:lnTo>
                    <a:pt x="7688" y="8169"/>
                  </a:lnTo>
                  <a:lnTo>
                    <a:pt x="11811" y="8296"/>
                  </a:lnTo>
                  <a:lnTo>
                    <a:pt x="20030" y="8321"/>
                  </a:lnTo>
                  <a:lnTo>
                    <a:pt x="24127" y="8321"/>
                  </a:lnTo>
                  <a:lnTo>
                    <a:pt x="44890" y="8574"/>
                  </a:lnTo>
                  <a:lnTo>
                    <a:pt x="65678" y="8751"/>
                  </a:lnTo>
                  <a:lnTo>
                    <a:pt x="76072" y="8878"/>
                  </a:lnTo>
                  <a:lnTo>
                    <a:pt x="86466" y="8928"/>
                  </a:lnTo>
                  <a:lnTo>
                    <a:pt x="90639" y="8827"/>
                  </a:lnTo>
                  <a:lnTo>
                    <a:pt x="94812" y="8675"/>
                  </a:lnTo>
                  <a:lnTo>
                    <a:pt x="96430" y="8599"/>
                  </a:lnTo>
                  <a:lnTo>
                    <a:pt x="98808" y="8372"/>
                  </a:lnTo>
                  <a:lnTo>
                    <a:pt x="100401" y="8068"/>
                  </a:lnTo>
                  <a:lnTo>
                    <a:pt x="101160" y="7841"/>
                  </a:lnTo>
                  <a:lnTo>
                    <a:pt x="101842" y="7563"/>
                  </a:lnTo>
                  <a:lnTo>
                    <a:pt x="102652" y="7006"/>
                  </a:lnTo>
                  <a:lnTo>
                    <a:pt x="103056" y="6526"/>
                  </a:lnTo>
                  <a:lnTo>
                    <a:pt x="103335" y="6020"/>
                  </a:lnTo>
                  <a:lnTo>
                    <a:pt x="103486" y="5438"/>
                  </a:lnTo>
                  <a:lnTo>
                    <a:pt x="103461" y="4806"/>
                  </a:lnTo>
                  <a:lnTo>
                    <a:pt x="103259" y="4148"/>
                  </a:lnTo>
                  <a:lnTo>
                    <a:pt x="103082" y="3794"/>
                  </a:lnTo>
                  <a:lnTo>
                    <a:pt x="102854" y="3440"/>
                  </a:lnTo>
                  <a:lnTo>
                    <a:pt x="102272" y="2833"/>
                  </a:lnTo>
                  <a:lnTo>
                    <a:pt x="101185" y="2125"/>
                  </a:lnTo>
                  <a:lnTo>
                    <a:pt x="99465" y="1518"/>
                  </a:lnTo>
                  <a:lnTo>
                    <a:pt x="97720" y="1164"/>
                  </a:lnTo>
                  <a:lnTo>
                    <a:pt x="96962" y="1038"/>
                  </a:lnTo>
                  <a:lnTo>
                    <a:pt x="94964" y="785"/>
                  </a:lnTo>
                  <a:lnTo>
                    <a:pt x="90968" y="658"/>
                  </a:lnTo>
                  <a:lnTo>
                    <a:pt x="65931" y="658"/>
                  </a:lnTo>
                  <a:lnTo>
                    <a:pt x="49872" y="507"/>
                  </a:lnTo>
                  <a:lnTo>
                    <a:pt x="41855" y="330"/>
                  </a:lnTo>
                  <a:lnTo>
                    <a:pt x="33585" y="127"/>
                  </a:lnTo>
                  <a:lnTo>
                    <a:pt x="211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3"/>
            <p:cNvSpPr/>
            <p:nvPr/>
          </p:nvSpPr>
          <p:spPr>
            <a:xfrm>
              <a:off x="4319550" y="4238700"/>
              <a:ext cx="905253" cy="144203"/>
            </a:xfrm>
            <a:custGeom>
              <a:rect b="b" l="l" r="r" t="t"/>
              <a:pathLst>
                <a:path extrusionOk="0" h="8929" w="103487">
                  <a:moveTo>
                    <a:pt x="24253" y="835"/>
                  </a:moveTo>
                  <a:lnTo>
                    <a:pt x="39781" y="1114"/>
                  </a:lnTo>
                  <a:lnTo>
                    <a:pt x="50125" y="1367"/>
                  </a:lnTo>
                  <a:lnTo>
                    <a:pt x="59836" y="1518"/>
                  </a:lnTo>
                  <a:lnTo>
                    <a:pt x="79259" y="1518"/>
                  </a:lnTo>
                  <a:lnTo>
                    <a:pt x="88970" y="1493"/>
                  </a:lnTo>
                  <a:lnTo>
                    <a:pt x="91676" y="1493"/>
                  </a:lnTo>
                  <a:lnTo>
                    <a:pt x="95748" y="1695"/>
                  </a:lnTo>
                  <a:lnTo>
                    <a:pt x="98428" y="2151"/>
                  </a:lnTo>
                  <a:lnTo>
                    <a:pt x="99718" y="2505"/>
                  </a:lnTo>
                  <a:lnTo>
                    <a:pt x="100401" y="2758"/>
                  </a:lnTo>
                  <a:lnTo>
                    <a:pt x="101463" y="3415"/>
                  </a:lnTo>
                  <a:lnTo>
                    <a:pt x="102045" y="3946"/>
                  </a:lnTo>
                  <a:lnTo>
                    <a:pt x="102500" y="4528"/>
                  </a:lnTo>
                  <a:lnTo>
                    <a:pt x="102677" y="5160"/>
                  </a:lnTo>
                  <a:lnTo>
                    <a:pt x="102551" y="5792"/>
                  </a:lnTo>
                  <a:lnTo>
                    <a:pt x="102045" y="6425"/>
                  </a:lnTo>
                  <a:lnTo>
                    <a:pt x="101590" y="6728"/>
                  </a:lnTo>
                  <a:lnTo>
                    <a:pt x="101210" y="6956"/>
                  </a:lnTo>
                  <a:lnTo>
                    <a:pt x="100376" y="7284"/>
                  </a:lnTo>
                  <a:lnTo>
                    <a:pt x="99010" y="7613"/>
                  </a:lnTo>
                  <a:lnTo>
                    <a:pt x="96076" y="7815"/>
                  </a:lnTo>
                  <a:lnTo>
                    <a:pt x="94281" y="7841"/>
                  </a:lnTo>
                  <a:lnTo>
                    <a:pt x="89248" y="7992"/>
                  </a:lnTo>
                  <a:lnTo>
                    <a:pt x="79183" y="8094"/>
                  </a:lnTo>
                  <a:lnTo>
                    <a:pt x="64059" y="7967"/>
                  </a:lnTo>
                  <a:lnTo>
                    <a:pt x="53994" y="7815"/>
                  </a:lnTo>
                  <a:lnTo>
                    <a:pt x="42942" y="7689"/>
                  </a:lnTo>
                  <a:lnTo>
                    <a:pt x="20814" y="7386"/>
                  </a:lnTo>
                  <a:lnTo>
                    <a:pt x="9737" y="7360"/>
                  </a:lnTo>
                  <a:lnTo>
                    <a:pt x="8144" y="7360"/>
                  </a:lnTo>
                  <a:lnTo>
                    <a:pt x="5716" y="7234"/>
                  </a:lnTo>
                  <a:lnTo>
                    <a:pt x="4123" y="7006"/>
                  </a:lnTo>
                  <a:lnTo>
                    <a:pt x="3313" y="6854"/>
                  </a:lnTo>
                  <a:lnTo>
                    <a:pt x="2959" y="6779"/>
                  </a:lnTo>
                  <a:lnTo>
                    <a:pt x="2150" y="6500"/>
                  </a:lnTo>
                  <a:lnTo>
                    <a:pt x="1391" y="6096"/>
                  </a:lnTo>
                  <a:lnTo>
                    <a:pt x="1012" y="5641"/>
                  </a:lnTo>
                  <a:lnTo>
                    <a:pt x="885" y="5261"/>
                  </a:lnTo>
                  <a:lnTo>
                    <a:pt x="860" y="5034"/>
                  </a:lnTo>
                  <a:lnTo>
                    <a:pt x="860" y="4654"/>
                  </a:lnTo>
                  <a:lnTo>
                    <a:pt x="1138" y="3946"/>
                  </a:lnTo>
                  <a:lnTo>
                    <a:pt x="1644" y="3339"/>
                  </a:lnTo>
                  <a:lnTo>
                    <a:pt x="2276" y="2884"/>
                  </a:lnTo>
                  <a:lnTo>
                    <a:pt x="2580" y="2682"/>
                  </a:lnTo>
                  <a:lnTo>
                    <a:pt x="3136" y="2378"/>
                  </a:lnTo>
                  <a:lnTo>
                    <a:pt x="4325" y="1948"/>
                  </a:lnTo>
                  <a:lnTo>
                    <a:pt x="6222" y="1518"/>
                  </a:lnTo>
                  <a:lnTo>
                    <a:pt x="8902" y="1341"/>
                  </a:lnTo>
                  <a:lnTo>
                    <a:pt x="11558" y="1417"/>
                  </a:lnTo>
                  <a:lnTo>
                    <a:pt x="12797" y="1493"/>
                  </a:lnTo>
                  <a:lnTo>
                    <a:pt x="12974" y="1493"/>
                  </a:lnTo>
                  <a:lnTo>
                    <a:pt x="13176" y="1265"/>
                  </a:lnTo>
                  <a:lnTo>
                    <a:pt x="13176" y="991"/>
                  </a:lnTo>
                  <a:lnTo>
                    <a:pt x="13176" y="991"/>
                  </a:lnTo>
                  <a:lnTo>
                    <a:pt x="13910" y="962"/>
                  </a:lnTo>
                  <a:lnTo>
                    <a:pt x="24253" y="835"/>
                  </a:lnTo>
                  <a:close/>
                  <a:moveTo>
                    <a:pt x="21168" y="1"/>
                  </a:moveTo>
                  <a:lnTo>
                    <a:pt x="12898" y="153"/>
                  </a:lnTo>
                  <a:lnTo>
                    <a:pt x="8751" y="330"/>
                  </a:lnTo>
                  <a:lnTo>
                    <a:pt x="8574" y="380"/>
                  </a:lnTo>
                  <a:lnTo>
                    <a:pt x="8372" y="607"/>
                  </a:lnTo>
                  <a:lnTo>
                    <a:pt x="8372" y="607"/>
                  </a:lnTo>
                  <a:lnTo>
                    <a:pt x="8245" y="608"/>
                  </a:lnTo>
                  <a:lnTo>
                    <a:pt x="5918" y="810"/>
                  </a:lnTo>
                  <a:lnTo>
                    <a:pt x="3693" y="1240"/>
                  </a:lnTo>
                  <a:lnTo>
                    <a:pt x="2251" y="1771"/>
                  </a:lnTo>
                  <a:lnTo>
                    <a:pt x="1417" y="2252"/>
                  </a:lnTo>
                  <a:lnTo>
                    <a:pt x="759" y="2808"/>
                  </a:lnTo>
                  <a:lnTo>
                    <a:pt x="278" y="3466"/>
                  </a:lnTo>
                  <a:lnTo>
                    <a:pt x="26" y="4275"/>
                  </a:lnTo>
                  <a:lnTo>
                    <a:pt x="0" y="5185"/>
                  </a:lnTo>
                  <a:lnTo>
                    <a:pt x="101" y="5691"/>
                  </a:lnTo>
                  <a:lnTo>
                    <a:pt x="253" y="6146"/>
                  </a:lnTo>
                  <a:lnTo>
                    <a:pt x="885" y="6854"/>
                  </a:lnTo>
                  <a:lnTo>
                    <a:pt x="1771" y="7386"/>
                  </a:lnTo>
                  <a:lnTo>
                    <a:pt x="2858" y="7740"/>
                  </a:lnTo>
                  <a:lnTo>
                    <a:pt x="4654" y="8043"/>
                  </a:lnTo>
                  <a:lnTo>
                    <a:pt x="6904" y="8169"/>
                  </a:lnTo>
                  <a:lnTo>
                    <a:pt x="7688" y="8169"/>
                  </a:lnTo>
                  <a:lnTo>
                    <a:pt x="11811" y="8296"/>
                  </a:lnTo>
                  <a:lnTo>
                    <a:pt x="20030" y="8321"/>
                  </a:lnTo>
                  <a:lnTo>
                    <a:pt x="24127" y="8321"/>
                  </a:lnTo>
                  <a:lnTo>
                    <a:pt x="44890" y="8574"/>
                  </a:lnTo>
                  <a:lnTo>
                    <a:pt x="65678" y="8751"/>
                  </a:lnTo>
                  <a:lnTo>
                    <a:pt x="76072" y="8878"/>
                  </a:lnTo>
                  <a:lnTo>
                    <a:pt x="86466" y="8928"/>
                  </a:lnTo>
                  <a:lnTo>
                    <a:pt x="90639" y="8827"/>
                  </a:lnTo>
                  <a:lnTo>
                    <a:pt x="94812" y="8675"/>
                  </a:lnTo>
                  <a:lnTo>
                    <a:pt x="96430" y="8599"/>
                  </a:lnTo>
                  <a:lnTo>
                    <a:pt x="98808" y="8372"/>
                  </a:lnTo>
                  <a:lnTo>
                    <a:pt x="100401" y="8068"/>
                  </a:lnTo>
                  <a:lnTo>
                    <a:pt x="101160" y="7841"/>
                  </a:lnTo>
                  <a:lnTo>
                    <a:pt x="101842" y="7563"/>
                  </a:lnTo>
                  <a:lnTo>
                    <a:pt x="102652" y="7006"/>
                  </a:lnTo>
                  <a:lnTo>
                    <a:pt x="103056" y="6526"/>
                  </a:lnTo>
                  <a:lnTo>
                    <a:pt x="103335" y="6020"/>
                  </a:lnTo>
                  <a:lnTo>
                    <a:pt x="103486" y="5438"/>
                  </a:lnTo>
                  <a:lnTo>
                    <a:pt x="103461" y="4806"/>
                  </a:lnTo>
                  <a:lnTo>
                    <a:pt x="103259" y="4148"/>
                  </a:lnTo>
                  <a:lnTo>
                    <a:pt x="103082" y="3794"/>
                  </a:lnTo>
                  <a:lnTo>
                    <a:pt x="102854" y="3440"/>
                  </a:lnTo>
                  <a:lnTo>
                    <a:pt x="102272" y="2833"/>
                  </a:lnTo>
                  <a:lnTo>
                    <a:pt x="101185" y="2125"/>
                  </a:lnTo>
                  <a:lnTo>
                    <a:pt x="99465" y="1518"/>
                  </a:lnTo>
                  <a:lnTo>
                    <a:pt x="97720" y="1164"/>
                  </a:lnTo>
                  <a:lnTo>
                    <a:pt x="96962" y="1038"/>
                  </a:lnTo>
                  <a:lnTo>
                    <a:pt x="94964" y="785"/>
                  </a:lnTo>
                  <a:lnTo>
                    <a:pt x="90968" y="658"/>
                  </a:lnTo>
                  <a:lnTo>
                    <a:pt x="65931" y="658"/>
                  </a:lnTo>
                  <a:lnTo>
                    <a:pt x="49872" y="507"/>
                  </a:lnTo>
                  <a:lnTo>
                    <a:pt x="41855" y="330"/>
                  </a:lnTo>
                  <a:lnTo>
                    <a:pt x="33585" y="127"/>
                  </a:lnTo>
                  <a:lnTo>
                    <a:pt x="211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3"/>
            <p:cNvSpPr/>
            <p:nvPr/>
          </p:nvSpPr>
          <p:spPr>
            <a:xfrm>
              <a:off x="3259197" y="3109150"/>
              <a:ext cx="1520404" cy="412502"/>
            </a:xfrm>
            <a:custGeom>
              <a:rect b="b" l="l" r="r" t="t"/>
              <a:pathLst>
                <a:path extrusionOk="0" h="23934" w="67349">
                  <a:moveTo>
                    <a:pt x="62445" y="1167"/>
                  </a:moveTo>
                  <a:cubicBezTo>
                    <a:pt x="48804" y="1167"/>
                    <a:pt x="35162" y="1167"/>
                    <a:pt x="21521" y="1167"/>
                  </a:cubicBezTo>
                  <a:cubicBezTo>
                    <a:pt x="15426" y="1167"/>
                    <a:pt x="7934" y="-1920"/>
                    <a:pt x="3254" y="1984"/>
                  </a:cubicBezTo>
                  <a:cubicBezTo>
                    <a:pt x="-972" y="5509"/>
                    <a:pt x="-209" y="12903"/>
                    <a:pt x="805" y="18312"/>
                  </a:cubicBezTo>
                  <a:cubicBezTo>
                    <a:pt x="2399" y="26817"/>
                    <a:pt x="17665" y="23109"/>
                    <a:pt x="26318" y="23109"/>
                  </a:cubicBezTo>
                  <a:cubicBezTo>
                    <a:pt x="33463" y="23109"/>
                    <a:pt x="40617" y="22277"/>
                    <a:pt x="47749" y="22700"/>
                  </a:cubicBezTo>
                  <a:cubicBezTo>
                    <a:pt x="52777" y="22998"/>
                    <a:pt x="58480" y="24791"/>
                    <a:pt x="62853" y="22292"/>
                  </a:cubicBezTo>
                  <a:cubicBezTo>
                    <a:pt x="68967" y="18798"/>
                    <a:pt x="68763" y="4661"/>
                    <a:pt x="62649" y="1167"/>
                  </a:cubicBezTo>
                </a:path>
              </a:pathLst>
            </a:cu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918" name="Google Shape;918;p23"/>
          <p:cNvGrpSpPr/>
          <p:nvPr/>
        </p:nvGrpSpPr>
        <p:grpSpPr>
          <a:xfrm>
            <a:off x="6033372" y="1366675"/>
            <a:ext cx="1962316" cy="1298570"/>
            <a:chOff x="6033372" y="1366675"/>
            <a:chExt cx="1962316" cy="1298570"/>
          </a:xfrm>
        </p:grpSpPr>
        <p:sp>
          <p:nvSpPr>
            <p:cNvPr id="919" name="Google Shape;919;p23"/>
            <p:cNvSpPr txBox="1"/>
            <p:nvPr/>
          </p:nvSpPr>
          <p:spPr>
            <a:xfrm>
              <a:off x="6156900" y="1385125"/>
              <a:ext cx="13215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Hobbies</a:t>
              </a:r>
              <a:endParaRPr b="1" sz="19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20" name="Google Shape;920;p23"/>
            <p:cNvSpPr/>
            <p:nvPr/>
          </p:nvSpPr>
          <p:spPr>
            <a:xfrm>
              <a:off x="7096888" y="1904000"/>
              <a:ext cx="898800" cy="1155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21" name="Google Shape;921;p23"/>
            <p:cNvSpPr/>
            <p:nvPr/>
          </p:nvSpPr>
          <p:spPr>
            <a:xfrm>
              <a:off x="7096924" y="1906825"/>
              <a:ext cx="731700" cy="1155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22" name="Google Shape;922;p23"/>
            <p:cNvSpPr/>
            <p:nvPr/>
          </p:nvSpPr>
          <p:spPr>
            <a:xfrm>
              <a:off x="7096888" y="2215030"/>
              <a:ext cx="898800" cy="1173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23" name="Google Shape;923;p23"/>
            <p:cNvSpPr/>
            <p:nvPr/>
          </p:nvSpPr>
          <p:spPr>
            <a:xfrm>
              <a:off x="7096887" y="2215168"/>
              <a:ext cx="456900" cy="1173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24" name="Google Shape;924;p23"/>
            <p:cNvSpPr/>
            <p:nvPr/>
          </p:nvSpPr>
          <p:spPr>
            <a:xfrm>
              <a:off x="7096888" y="2528119"/>
              <a:ext cx="898800" cy="1173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25" name="Google Shape;925;p23"/>
            <p:cNvSpPr/>
            <p:nvPr/>
          </p:nvSpPr>
          <p:spPr>
            <a:xfrm>
              <a:off x="7096879" y="2528125"/>
              <a:ext cx="537600" cy="1173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26" name="Google Shape;926;p23"/>
            <p:cNvSpPr txBox="1"/>
            <p:nvPr/>
          </p:nvSpPr>
          <p:spPr>
            <a:xfrm>
              <a:off x="6156910" y="1867595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Fashion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7" name="Google Shape;927;p23"/>
            <p:cNvSpPr txBox="1"/>
            <p:nvPr/>
          </p:nvSpPr>
          <p:spPr>
            <a:xfrm>
              <a:off x="6156910" y="2179870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Party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8" name="Google Shape;928;p23"/>
            <p:cNvSpPr txBox="1"/>
            <p:nvPr/>
          </p:nvSpPr>
          <p:spPr>
            <a:xfrm>
              <a:off x="6156910" y="2492145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Dance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9" name="Google Shape;929;p23"/>
            <p:cNvSpPr/>
            <p:nvPr/>
          </p:nvSpPr>
          <p:spPr>
            <a:xfrm>
              <a:off x="6033372" y="1366675"/>
              <a:ext cx="1520404" cy="412502"/>
            </a:xfrm>
            <a:custGeom>
              <a:rect b="b" l="l" r="r" t="t"/>
              <a:pathLst>
                <a:path extrusionOk="0" h="23934" w="67349">
                  <a:moveTo>
                    <a:pt x="62445" y="1167"/>
                  </a:moveTo>
                  <a:cubicBezTo>
                    <a:pt x="48804" y="1167"/>
                    <a:pt x="35162" y="1167"/>
                    <a:pt x="21521" y="1167"/>
                  </a:cubicBezTo>
                  <a:cubicBezTo>
                    <a:pt x="15426" y="1167"/>
                    <a:pt x="7934" y="-1920"/>
                    <a:pt x="3254" y="1984"/>
                  </a:cubicBezTo>
                  <a:cubicBezTo>
                    <a:pt x="-972" y="5509"/>
                    <a:pt x="-209" y="12903"/>
                    <a:pt x="805" y="18312"/>
                  </a:cubicBezTo>
                  <a:cubicBezTo>
                    <a:pt x="2399" y="26817"/>
                    <a:pt x="17665" y="23109"/>
                    <a:pt x="26318" y="23109"/>
                  </a:cubicBezTo>
                  <a:cubicBezTo>
                    <a:pt x="33463" y="23109"/>
                    <a:pt x="40617" y="22277"/>
                    <a:pt x="47749" y="22700"/>
                  </a:cubicBezTo>
                  <a:cubicBezTo>
                    <a:pt x="52777" y="22998"/>
                    <a:pt x="58480" y="24791"/>
                    <a:pt x="62853" y="22292"/>
                  </a:cubicBezTo>
                  <a:cubicBezTo>
                    <a:pt x="68967" y="18798"/>
                    <a:pt x="68763" y="4661"/>
                    <a:pt x="62649" y="1167"/>
                  </a:cubicBez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30" name="Google Shape;930;p23"/>
            <p:cNvSpPr/>
            <p:nvPr/>
          </p:nvSpPr>
          <p:spPr>
            <a:xfrm>
              <a:off x="7553764" y="2528161"/>
              <a:ext cx="111952" cy="117645"/>
            </a:xfrm>
            <a:custGeom>
              <a:rect b="b" l="l" r="r" t="t"/>
              <a:pathLst>
                <a:path extrusionOk="0" h="2480" w="2360">
                  <a:moveTo>
                    <a:pt x="1180" y="1"/>
                  </a:moveTo>
                  <a:cubicBezTo>
                    <a:pt x="866" y="60"/>
                    <a:pt x="568" y="254"/>
                    <a:pt x="374" y="493"/>
                  </a:cubicBezTo>
                  <a:cubicBezTo>
                    <a:pt x="254" y="747"/>
                    <a:pt x="0" y="1061"/>
                    <a:pt x="60" y="1375"/>
                  </a:cubicBezTo>
                  <a:cubicBezTo>
                    <a:pt x="60" y="1748"/>
                    <a:pt x="314" y="1927"/>
                    <a:pt x="568" y="1987"/>
                  </a:cubicBezTo>
                  <a:cubicBezTo>
                    <a:pt x="627" y="2181"/>
                    <a:pt x="747" y="2241"/>
                    <a:pt x="941" y="2301"/>
                  </a:cubicBezTo>
                  <a:cubicBezTo>
                    <a:pt x="1010" y="2412"/>
                    <a:pt x="1163" y="2480"/>
                    <a:pt x="1328" y="2480"/>
                  </a:cubicBezTo>
                  <a:cubicBezTo>
                    <a:pt x="1451" y="2480"/>
                    <a:pt x="1580" y="2443"/>
                    <a:pt x="1688" y="2360"/>
                  </a:cubicBezTo>
                  <a:cubicBezTo>
                    <a:pt x="1927" y="2241"/>
                    <a:pt x="2121" y="1987"/>
                    <a:pt x="2240" y="1688"/>
                  </a:cubicBezTo>
                  <a:cubicBezTo>
                    <a:pt x="2360" y="1434"/>
                    <a:pt x="2240" y="1121"/>
                    <a:pt x="2061" y="941"/>
                  </a:cubicBezTo>
                  <a:lnTo>
                    <a:pt x="1987" y="941"/>
                  </a:lnTo>
                  <a:cubicBezTo>
                    <a:pt x="2061" y="747"/>
                    <a:pt x="1987" y="568"/>
                    <a:pt x="1867" y="434"/>
                  </a:cubicBezTo>
                  <a:cubicBezTo>
                    <a:pt x="1807" y="434"/>
                    <a:pt x="1807" y="374"/>
                    <a:pt x="1748" y="374"/>
                  </a:cubicBezTo>
                  <a:cubicBezTo>
                    <a:pt x="1688" y="195"/>
                    <a:pt x="1494" y="1"/>
                    <a:pt x="1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3"/>
            <p:cNvSpPr/>
            <p:nvPr/>
          </p:nvSpPr>
          <p:spPr>
            <a:xfrm>
              <a:off x="7454439" y="2214998"/>
              <a:ext cx="111952" cy="117645"/>
            </a:xfrm>
            <a:custGeom>
              <a:rect b="b" l="l" r="r" t="t"/>
              <a:pathLst>
                <a:path extrusionOk="0" h="2480" w="2360">
                  <a:moveTo>
                    <a:pt x="1180" y="1"/>
                  </a:moveTo>
                  <a:cubicBezTo>
                    <a:pt x="866" y="60"/>
                    <a:pt x="568" y="254"/>
                    <a:pt x="374" y="493"/>
                  </a:cubicBezTo>
                  <a:cubicBezTo>
                    <a:pt x="254" y="747"/>
                    <a:pt x="0" y="1061"/>
                    <a:pt x="60" y="1375"/>
                  </a:cubicBezTo>
                  <a:cubicBezTo>
                    <a:pt x="60" y="1748"/>
                    <a:pt x="314" y="1927"/>
                    <a:pt x="568" y="1987"/>
                  </a:cubicBezTo>
                  <a:cubicBezTo>
                    <a:pt x="627" y="2181"/>
                    <a:pt x="747" y="2241"/>
                    <a:pt x="941" y="2301"/>
                  </a:cubicBezTo>
                  <a:cubicBezTo>
                    <a:pt x="1010" y="2412"/>
                    <a:pt x="1163" y="2480"/>
                    <a:pt x="1328" y="2480"/>
                  </a:cubicBezTo>
                  <a:cubicBezTo>
                    <a:pt x="1451" y="2480"/>
                    <a:pt x="1580" y="2443"/>
                    <a:pt x="1688" y="2360"/>
                  </a:cubicBezTo>
                  <a:cubicBezTo>
                    <a:pt x="1927" y="2241"/>
                    <a:pt x="2121" y="1987"/>
                    <a:pt x="2240" y="1688"/>
                  </a:cubicBezTo>
                  <a:cubicBezTo>
                    <a:pt x="2360" y="1434"/>
                    <a:pt x="2240" y="1121"/>
                    <a:pt x="2061" y="941"/>
                  </a:cubicBezTo>
                  <a:lnTo>
                    <a:pt x="1987" y="941"/>
                  </a:lnTo>
                  <a:cubicBezTo>
                    <a:pt x="2061" y="747"/>
                    <a:pt x="1987" y="568"/>
                    <a:pt x="1867" y="434"/>
                  </a:cubicBezTo>
                  <a:cubicBezTo>
                    <a:pt x="1807" y="434"/>
                    <a:pt x="1807" y="374"/>
                    <a:pt x="1748" y="374"/>
                  </a:cubicBezTo>
                  <a:cubicBezTo>
                    <a:pt x="1688" y="195"/>
                    <a:pt x="1494" y="1"/>
                    <a:pt x="1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3"/>
            <p:cNvSpPr/>
            <p:nvPr/>
          </p:nvSpPr>
          <p:spPr>
            <a:xfrm>
              <a:off x="7740189" y="1901573"/>
              <a:ext cx="111952" cy="117645"/>
            </a:xfrm>
            <a:custGeom>
              <a:rect b="b" l="l" r="r" t="t"/>
              <a:pathLst>
                <a:path extrusionOk="0" h="2480" w="2360">
                  <a:moveTo>
                    <a:pt x="1180" y="1"/>
                  </a:moveTo>
                  <a:cubicBezTo>
                    <a:pt x="866" y="60"/>
                    <a:pt x="568" y="254"/>
                    <a:pt x="374" y="493"/>
                  </a:cubicBezTo>
                  <a:cubicBezTo>
                    <a:pt x="254" y="747"/>
                    <a:pt x="0" y="1061"/>
                    <a:pt x="60" y="1375"/>
                  </a:cubicBezTo>
                  <a:cubicBezTo>
                    <a:pt x="60" y="1748"/>
                    <a:pt x="314" y="1927"/>
                    <a:pt x="568" y="1987"/>
                  </a:cubicBezTo>
                  <a:cubicBezTo>
                    <a:pt x="627" y="2181"/>
                    <a:pt x="747" y="2241"/>
                    <a:pt x="941" y="2301"/>
                  </a:cubicBezTo>
                  <a:cubicBezTo>
                    <a:pt x="1010" y="2412"/>
                    <a:pt x="1163" y="2480"/>
                    <a:pt x="1328" y="2480"/>
                  </a:cubicBezTo>
                  <a:cubicBezTo>
                    <a:pt x="1451" y="2480"/>
                    <a:pt x="1580" y="2443"/>
                    <a:pt x="1688" y="2360"/>
                  </a:cubicBezTo>
                  <a:cubicBezTo>
                    <a:pt x="1927" y="2241"/>
                    <a:pt x="2121" y="1987"/>
                    <a:pt x="2240" y="1688"/>
                  </a:cubicBezTo>
                  <a:cubicBezTo>
                    <a:pt x="2360" y="1434"/>
                    <a:pt x="2240" y="1121"/>
                    <a:pt x="2061" y="941"/>
                  </a:cubicBezTo>
                  <a:lnTo>
                    <a:pt x="1987" y="941"/>
                  </a:lnTo>
                  <a:cubicBezTo>
                    <a:pt x="2061" y="747"/>
                    <a:pt x="1987" y="568"/>
                    <a:pt x="1867" y="434"/>
                  </a:cubicBezTo>
                  <a:cubicBezTo>
                    <a:pt x="1807" y="434"/>
                    <a:pt x="1807" y="374"/>
                    <a:pt x="1748" y="374"/>
                  </a:cubicBezTo>
                  <a:cubicBezTo>
                    <a:pt x="1688" y="195"/>
                    <a:pt x="1494" y="1"/>
                    <a:pt x="1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3" name="Google Shape;933;p23"/>
          <p:cNvGrpSpPr/>
          <p:nvPr/>
        </p:nvGrpSpPr>
        <p:grpSpPr>
          <a:xfrm>
            <a:off x="6033372" y="3109150"/>
            <a:ext cx="1962316" cy="1280120"/>
            <a:chOff x="6033372" y="3109150"/>
            <a:chExt cx="1962316" cy="1280120"/>
          </a:xfrm>
        </p:grpSpPr>
        <p:sp>
          <p:nvSpPr>
            <p:cNvPr id="934" name="Google Shape;934;p23"/>
            <p:cNvSpPr txBox="1"/>
            <p:nvPr/>
          </p:nvSpPr>
          <p:spPr>
            <a:xfrm>
              <a:off x="6156900" y="3109150"/>
              <a:ext cx="13215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Interests</a:t>
              </a:r>
              <a:endParaRPr b="1" sz="19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35" name="Google Shape;935;p23"/>
            <p:cNvSpPr/>
            <p:nvPr/>
          </p:nvSpPr>
          <p:spPr>
            <a:xfrm>
              <a:off x="7096888" y="3628025"/>
              <a:ext cx="898800" cy="1155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36" name="Google Shape;936;p23"/>
            <p:cNvSpPr/>
            <p:nvPr/>
          </p:nvSpPr>
          <p:spPr>
            <a:xfrm>
              <a:off x="7096897" y="3630850"/>
              <a:ext cx="568800" cy="1155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37" name="Google Shape;937;p23"/>
            <p:cNvSpPr/>
            <p:nvPr/>
          </p:nvSpPr>
          <p:spPr>
            <a:xfrm>
              <a:off x="7096888" y="3939055"/>
              <a:ext cx="898800" cy="1173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38" name="Google Shape;938;p23"/>
            <p:cNvSpPr/>
            <p:nvPr/>
          </p:nvSpPr>
          <p:spPr>
            <a:xfrm>
              <a:off x="7096873" y="3939200"/>
              <a:ext cx="537600" cy="1173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39" name="Google Shape;939;p23"/>
            <p:cNvSpPr/>
            <p:nvPr/>
          </p:nvSpPr>
          <p:spPr>
            <a:xfrm>
              <a:off x="7096888" y="4252144"/>
              <a:ext cx="898800" cy="1173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40" name="Google Shape;940;p23"/>
            <p:cNvSpPr/>
            <p:nvPr/>
          </p:nvSpPr>
          <p:spPr>
            <a:xfrm>
              <a:off x="7096883" y="4252150"/>
              <a:ext cx="323400" cy="1173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41" name="Google Shape;941;p23"/>
            <p:cNvSpPr txBox="1"/>
            <p:nvPr/>
          </p:nvSpPr>
          <p:spPr>
            <a:xfrm>
              <a:off x="6156910" y="3591620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Traveling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2" name="Google Shape;942;p23"/>
            <p:cNvSpPr txBox="1"/>
            <p:nvPr/>
          </p:nvSpPr>
          <p:spPr>
            <a:xfrm>
              <a:off x="6156910" y="3903895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Cultural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3" name="Google Shape;943;p23"/>
            <p:cNvSpPr txBox="1"/>
            <p:nvPr/>
          </p:nvSpPr>
          <p:spPr>
            <a:xfrm>
              <a:off x="6156910" y="4216170"/>
              <a:ext cx="9138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Adventure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4" name="Google Shape;944;p23"/>
            <p:cNvSpPr/>
            <p:nvPr/>
          </p:nvSpPr>
          <p:spPr>
            <a:xfrm>
              <a:off x="6033372" y="3109150"/>
              <a:ext cx="1520404" cy="412502"/>
            </a:xfrm>
            <a:custGeom>
              <a:rect b="b" l="l" r="r" t="t"/>
              <a:pathLst>
                <a:path extrusionOk="0" h="23934" w="67349">
                  <a:moveTo>
                    <a:pt x="62445" y="1167"/>
                  </a:moveTo>
                  <a:cubicBezTo>
                    <a:pt x="48804" y="1167"/>
                    <a:pt x="35162" y="1167"/>
                    <a:pt x="21521" y="1167"/>
                  </a:cubicBezTo>
                  <a:cubicBezTo>
                    <a:pt x="15426" y="1167"/>
                    <a:pt x="7934" y="-1920"/>
                    <a:pt x="3254" y="1984"/>
                  </a:cubicBezTo>
                  <a:cubicBezTo>
                    <a:pt x="-972" y="5509"/>
                    <a:pt x="-209" y="12903"/>
                    <a:pt x="805" y="18312"/>
                  </a:cubicBezTo>
                  <a:cubicBezTo>
                    <a:pt x="2399" y="26817"/>
                    <a:pt x="17665" y="23109"/>
                    <a:pt x="26318" y="23109"/>
                  </a:cubicBezTo>
                  <a:cubicBezTo>
                    <a:pt x="33463" y="23109"/>
                    <a:pt x="40617" y="22277"/>
                    <a:pt x="47749" y="22700"/>
                  </a:cubicBezTo>
                  <a:cubicBezTo>
                    <a:pt x="52777" y="22998"/>
                    <a:pt x="58480" y="24791"/>
                    <a:pt x="62853" y="22292"/>
                  </a:cubicBezTo>
                  <a:cubicBezTo>
                    <a:pt x="68967" y="18798"/>
                    <a:pt x="68763" y="4661"/>
                    <a:pt x="62649" y="1167"/>
                  </a:cubicBez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45" name="Google Shape;945;p23"/>
            <p:cNvSpPr/>
            <p:nvPr/>
          </p:nvSpPr>
          <p:spPr>
            <a:xfrm>
              <a:off x="7594589" y="3625611"/>
              <a:ext cx="111952" cy="117645"/>
            </a:xfrm>
            <a:custGeom>
              <a:rect b="b" l="l" r="r" t="t"/>
              <a:pathLst>
                <a:path extrusionOk="0" h="2480" w="2360">
                  <a:moveTo>
                    <a:pt x="1180" y="1"/>
                  </a:moveTo>
                  <a:cubicBezTo>
                    <a:pt x="866" y="60"/>
                    <a:pt x="568" y="254"/>
                    <a:pt x="374" y="493"/>
                  </a:cubicBezTo>
                  <a:cubicBezTo>
                    <a:pt x="254" y="747"/>
                    <a:pt x="0" y="1061"/>
                    <a:pt x="60" y="1375"/>
                  </a:cubicBezTo>
                  <a:cubicBezTo>
                    <a:pt x="60" y="1748"/>
                    <a:pt x="314" y="1927"/>
                    <a:pt x="568" y="1987"/>
                  </a:cubicBezTo>
                  <a:cubicBezTo>
                    <a:pt x="627" y="2181"/>
                    <a:pt x="747" y="2241"/>
                    <a:pt x="941" y="2301"/>
                  </a:cubicBezTo>
                  <a:cubicBezTo>
                    <a:pt x="1010" y="2412"/>
                    <a:pt x="1163" y="2480"/>
                    <a:pt x="1328" y="2480"/>
                  </a:cubicBezTo>
                  <a:cubicBezTo>
                    <a:pt x="1451" y="2480"/>
                    <a:pt x="1580" y="2443"/>
                    <a:pt x="1688" y="2360"/>
                  </a:cubicBezTo>
                  <a:cubicBezTo>
                    <a:pt x="1927" y="2241"/>
                    <a:pt x="2121" y="1987"/>
                    <a:pt x="2240" y="1688"/>
                  </a:cubicBezTo>
                  <a:cubicBezTo>
                    <a:pt x="2360" y="1434"/>
                    <a:pt x="2240" y="1121"/>
                    <a:pt x="2061" y="941"/>
                  </a:cubicBezTo>
                  <a:lnTo>
                    <a:pt x="1987" y="941"/>
                  </a:lnTo>
                  <a:cubicBezTo>
                    <a:pt x="2061" y="747"/>
                    <a:pt x="1987" y="568"/>
                    <a:pt x="1867" y="434"/>
                  </a:cubicBezTo>
                  <a:cubicBezTo>
                    <a:pt x="1807" y="434"/>
                    <a:pt x="1807" y="374"/>
                    <a:pt x="1748" y="374"/>
                  </a:cubicBezTo>
                  <a:cubicBezTo>
                    <a:pt x="1688" y="195"/>
                    <a:pt x="1494" y="1"/>
                    <a:pt x="1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3"/>
            <p:cNvSpPr/>
            <p:nvPr/>
          </p:nvSpPr>
          <p:spPr>
            <a:xfrm>
              <a:off x="7553764" y="3938886"/>
              <a:ext cx="111952" cy="117645"/>
            </a:xfrm>
            <a:custGeom>
              <a:rect b="b" l="l" r="r" t="t"/>
              <a:pathLst>
                <a:path extrusionOk="0" h="2480" w="2360">
                  <a:moveTo>
                    <a:pt x="1180" y="1"/>
                  </a:moveTo>
                  <a:cubicBezTo>
                    <a:pt x="866" y="60"/>
                    <a:pt x="568" y="254"/>
                    <a:pt x="374" y="493"/>
                  </a:cubicBezTo>
                  <a:cubicBezTo>
                    <a:pt x="254" y="747"/>
                    <a:pt x="0" y="1061"/>
                    <a:pt x="60" y="1375"/>
                  </a:cubicBezTo>
                  <a:cubicBezTo>
                    <a:pt x="60" y="1748"/>
                    <a:pt x="314" y="1927"/>
                    <a:pt x="568" y="1987"/>
                  </a:cubicBezTo>
                  <a:cubicBezTo>
                    <a:pt x="627" y="2181"/>
                    <a:pt x="747" y="2241"/>
                    <a:pt x="941" y="2301"/>
                  </a:cubicBezTo>
                  <a:cubicBezTo>
                    <a:pt x="1010" y="2412"/>
                    <a:pt x="1163" y="2480"/>
                    <a:pt x="1328" y="2480"/>
                  </a:cubicBezTo>
                  <a:cubicBezTo>
                    <a:pt x="1451" y="2480"/>
                    <a:pt x="1580" y="2443"/>
                    <a:pt x="1688" y="2360"/>
                  </a:cubicBezTo>
                  <a:cubicBezTo>
                    <a:pt x="1927" y="2241"/>
                    <a:pt x="2121" y="1987"/>
                    <a:pt x="2240" y="1688"/>
                  </a:cubicBezTo>
                  <a:cubicBezTo>
                    <a:pt x="2360" y="1434"/>
                    <a:pt x="2240" y="1121"/>
                    <a:pt x="2061" y="941"/>
                  </a:cubicBezTo>
                  <a:lnTo>
                    <a:pt x="1987" y="941"/>
                  </a:lnTo>
                  <a:cubicBezTo>
                    <a:pt x="2061" y="747"/>
                    <a:pt x="1987" y="568"/>
                    <a:pt x="1867" y="434"/>
                  </a:cubicBezTo>
                  <a:cubicBezTo>
                    <a:pt x="1807" y="434"/>
                    <a:pt x="1807" y="374"/>
                    <a:pt x="1748" y="374"/>
                  </a:cubicBezTo>
                  <a:cubicBezTo>
                    <a:pt x="1688" y="195"/>
                    <a:pt x="1494" y="1"/>
                    <a:pt x="1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3"/>
            <p:cNvSpPr/>
            <p:nvPr/>
          </p:nvSpPr>
          <p:spPr>
            <a:xfrm>
              <a:off x="7342489" y="4249361"/>
              <a:ext cx="111952" cy="117645"/>
            </a:xfrm>
            <a:custGeom>
              <a:rect b="b" l="l" r="r" t="t"/>
              <a:pathLst>
                <a:path extrusionOk="0" h="2480" w="2360">
                  <a:moveTo>
                    <a:pt x="1180" y="1"/>
                  </a:moveTo>
                  <a:cubicBezTo>
                    <a:pt x="866" y="60"/>
                    <a:pt x="568" y="254"/>
                    <a:pt x="374" y="493"/>
                  </a:cubicBezTo>
                  <a:cubicBezTo>
                    <a:pt x="254" y="747"/>
                    <a:pt x="0" y="1061"/>
                    <a:pt x="60" y="1375"/>
                  </a:cubicBezTo>
                  <a:cubicBezTo>
                    <a:pt x="60" y="1748"/>
                    <a:pt x="314" y="1927"/>
                    <a:pt x="568" y="1987"/>
                  </a:cubicBezTo>
                  <a:cubicBezTo>
                    <a:pt x="627" y="2181"/>
                    <a:pt x="747" y="2241"/>
                    <a:pt x="941" y="2301"/>
                  </a:cubicBezTo>
                  <a:cubicBezTo>
                    <a:pt x="1010" y="2412"/>
                    <a:pt x="1163" y="2480"/>
                    <a:pt x="1328" y="2480"/>
                  </a:cubicBezTo>
                  <a:cubicBezTo>
                    <a:pt x="1451" y="2480"/>
                    <a:pt x="1580" y="2443"/>
                    <a:pt x="1688" y="2360"/>
                  </a:cubicBezTo>
                  <a:cubicBezTo>
                    <a:pt x="1927" y="2241"/>
                    <a:pt x="2121" y="1987"/>
                    <a:pt x="2240" y="1688"/>
                  </a:cubicBezTo>
                  <a:cubicBezTo>
                    <a:pt x="2360" y="1434"/>
                    <a:pt x="2240" y="1121"/>
                    <a:pt x="2061" y="941"/>
                  </a:cubicBezTo>
                  <a:lnTo>
                    <a:pt x="1987" y="941"/>
                  </a:lnTo>
                  <a:cubicBezTo>
                    <a:pt x="2061" y="747"/>
                    <a:pt x="1987" y="568"/>
                    <a:pt x="1867" y="434"/>
                  </a:cubicBezTo>
                  <a:cubicBezTo>
                    <a:pt x="1807" y="434"/>
                    <a:pt x="1807" y="374"/>
                    <a:pt x="1748" y="374"/>
                  </a:cubicBezTo>
                  <a:cubicBezTo>
                    <a:pt x="1688" y="195"/>
                    <a:pt x="1494" y="1"/>
                    <a:pt x="1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8" name="Google Shape;948;p23"/>
          <p:cNvGrpSpPr/>
          <p:nvPr/>
        </p:nvGrpSpPr>
        <p:grpSpPr>
          <a:xfrm>
            <a:off x="954453" y="1267856"/>
            <a:ext cx="1594505" cy="1878728"/>
            <a:chOff x="954453" y="1267856"/>
            <a:chExt cx="1594505" cy="1878728"/>
          </a:xfrm>
        </p:grpSpPr>
        <p:sp>
          <p:nvSpPr>
            <p:cNvPr id="949" name="Google Shape;949;p23"/>
            <p:cNvSpPr/>
            <p:nvPr/>
          </p:nvSpPr>
          <p:spPr>
            <a:xfrm>
              <a:off x="1462015" y="2527177"/>
              <a:ext cx="260182" cy="230578"/>
            </a:xfrm>
            <a:custGeom>
              <a:rect b="b" l="l" r="r" t="t"/>
              <a:pathLst>
                <a:path extrusionOk="0" h="6231" w="7031">
                  <a:moveTo>
                    <a:pt x="321" y="1"/>
                  </a:moveTo>
                  <a:cubicBezTo>
                    <a:pt x="252" y="1"/>
                    <a:pt x="186" y="38"/>
                    <a:pt x="172" y="126"/>
                  </a:cubicBezTo>
                  <a:cubicBezTo>
                    <a:pt x="137" y="297"/>
                    <a:pt x="137" y="501"/>
                    <a:pt x="104" y="705"/>
                  </a:cubicBezTo>
                  <a:cubicBezTo>
                    <a:pt x="1" y="908"/>
                    <a:pt x="1" y="1180"/>
                    <a:pt x="104" y="1452"/>
                  </a:cubicBezTo>
                  <a:lnTo>
                    <a:pt x="104" y="1484"/>
                  </a:lnTo>
                  <a:cubicBezTo>
                    <a:pt x="204" y="2538"/>
                    <a:pt x="544" y="3557"/>
                    <a:pt x="1087" y="4439"/>
                  </a:cubicBezTo>
                  <a:cubicBezTo>
                    <a:pt x="1190" y="4608"/>
                    <a:pt x="1359" y="4676"/>
                    <a:pt x="1495" y="4676"/>
                  </a:cubicBezTo>
                  <a:cubicBezTo>
                    <a:pt x="1666" y="4880"/>
                    <a:pt x="1802" y="5083"/>
                    <a:pt x="2005" y="5254"/>
                  </a:cubicBezTo>
                  <a:cubicBezTo>
                    <a:pt x="2174" y="5559"/>
                    <a:pt x="2413" y="5798"/>
                    <a:pt x="2752" y="5966"/>
                  </a:cubicBezTo>
                  <a:cubicBezTo>
                    <a:pt x="2888" y="6034"/>
                    <a:pt x="2989" y="6034"/>
                    <a:pt x="3092" y="6034"/>
                  </a:cubicBezTo>
                  <a:cubicBezTo>
                    <a:pt x="3418" y="6161"/>
                    <a:pt x="3764" y="6231"/>
                    <a:pt x="4130" y="6231"/>
                  </a:cubicBezTo>
                  <a:cubicBezTo>
                    <a:pt x="4257" y="6231"/>
                    <a:pt x="4386" y="6223"/>
                    <a:pt x="4518" y="6205"/>
                  </a:cubicBezTo>
                  <a:cubicBezTo>
                    <a:pt x="6962" y="5865"/>
                    <a:pt x="7030" y="2571"/>
                    <a:pt x="6723" y="773"/>
                  </a:cubicBezTo>
                  <a:cubicBezTo>
                    <a:pt x="6663" y="403"/>
                    <a:pt x="6377" y="244"/>
                    <a:pt x="6079" y="244"/>
                  </a:cubicBezTo>
                  <a:cubicBezTo>
                    <a:pt x="5884" y="244"/>
                    <a:pt x="5683" y="312"/>
                    <a:pt x="5536" y="433"/>
                  </a:cubicBezTo>
                  <a:cubicBezTo>
                    <a:pt x="5108" y="757"/>
                    <a:pt x="4609" y="872"/>
                    <a:pt x="4084" y="872"/>
                  </a:cubicBezTo>
                  <a:cubicBezTo>
                    <a:pt x="3067" y="872"/>
                    <a:pt x="1950" y="441"/>
                    <a:pt x="1055" y="262"/>
                  </a:cubicBezTo>
                  <a:cubicBezTo>
                    <a:pt x="995" y="252"/>
                    <a:pt x="939" y="249"/>
                    <a:pt x="885" y="249"/>
                  </a:cubicBezTo>
                  <a:cubicBezTo>
                    <a:pt x="754" y="249"/>
                    <a:pt x="640" y="272"/>
                    <a:pt x="544" y="297"/>
                  </a:cubicBezTo>
                  <a:cubicBezTo>
                    <a:pt x="544" y="262"/>
                    <a:pt x="511" y="229"/>
                    <a:pt x="511" y="161"/>
                  </a:cubicBezTo>
                  <a:cubicBezTo>
                    <a:pt x="511" y="64"/>
                    <a:pt x="413" y="1"/>
                    <a:pt x="321" y="1"/>
                  </a:cubicBezTo>
                  <a:close/>
                </a:path>
              </a:pathLst>
            </a:custGeom>
            <a:solidFill>
              <a:srgbClr val="F9C6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3"/>
            <p:cNvSpPr/>
            <p:nvPr/>
          </p:nvSpPr>
          <p:spPr>
            <a:xfrm>
              <a:off x="1999734" y="1403768"/>
              <a:ext cx="223658" cy="194609"/>
            </a:xfrm>
            <a:custGeom>
              <a:rect b="b" l="l" r="r" t="t"/>
              <a:pathLst>
                <a:path extrusionOk="0" h="5259" w="6044">
                  <a:moveTo>
                    <a:pt x="2396" y="1"/>
                  </a:moveTo>
                  <a:cubicBezTo>
                    <a:pt x="1398" y="1"/>
                    <a:pt x="566" y="749"/>
                    <a:pt x="172" y="1662"/>
                  </a:cubicBezTo>
                  <a:cubicBezTo>
                    <a:pt x="0" y="1966"/>
                    <a:pt x="36" y="2305"/>
                    <a:pt x="239" y="2545"/>
                  </a:cubicBezTo>
                  <a:cubicBezTo>
                    <a:pt x="272" y="2680"/>
                    <a:pt x="375" y="2748"/>
                    <a:pt x="476" y="2781"/>
                  </a:cubicBezTo>
                  <a:cubicBezTo>
                    <a:pt x="815" y="3563"/>
                    <a:pt x="1665" y="3935"/>
                    <a:pt x="2480" y="4242"/>
                  </a:cubicBezTo>
                  <a:cubicBezTo>
                    <a:pt x="2649" y="4310"/>
                    <a:pt x="2888" y="4378"/>
                    <a:pt x="3091" y="4446"/>
                  </a:cubicBezTo>
                  <a:cubicBezTo>
                    <a:pt x="3192" y="4582"/>
                    <a:pt x="3295" y="4750"/>
                    <a:pt x="3396" y="4886"/>
                  </a:cubicBezTo>
                  <a:cubicBezTo>
                    <a:pt x="3538" y="5147"/>
                    <a:pt x="3789" y="5259"/>
                    <a:pt x="4041" y="5259"/>
                  </a:cubicBezTo>
                  <a:cubicBezTo>
                    <a:pt x="4511" y="5259"/>
                    <a:pt x="4987" y="4873"/>
                    <a:pt x="4789" y="4343"/>
                  </a:cubicBezTo>
                  <a:cubicBezTo>
                    <a:pt x="4789" y="4310"/>
                    <a:pt x="4754" y="4275"/>
                    <a:pt x="4754" y="4275"/>
                  </a:cubicBezTo>
                  <a:lnTo>
                    <a:pt x="4925" y="4106"/>
                  </a:lnTo>
                  <a:cubicBezTo>
                    <a:pt x="6044" y="2849"/>
                    <a:pt x="5129" y="1423"/>
                    <a:pt x="3803" y="744"/>
                  </a:cubicBezTo>
                  <a:cubicBezTo>
                    <a:pt x="3567" y="372"/>
                    <a:pt x="3227" y="100"/>
                    <a:pt x="2752" y="32"/>
                  </a:cubicBezTo>
                  <a:cubicBezTo>
                    <a:pt x="2631" y="11"/>
                    <a:pt x="2513" y="1"/>
                    <a:pt x="2396" y="1"/>
                  </a:cubicBezTo>
                  <a:close/>
                </a:path>
              </a:pathLst>
            </a:custGeom>
            <a:solidFill>
              <a:srgbClr val="FFDA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3"/>
            <p:cNvSpPr/>
            <p:nvPr/>
          </p:nvSpPr>
          <p:spPr>
            <a:xfrm>
              <a:off x="998486" y="1278402"/>
              <a:ext cx="1550472" cy="1057048"/>
            </a:xfrm>
            <a:custGeom>
              <a:rect b="b" l="l" r="r" t="t"/>
              <a:pathLst>
                <a:path extrusionOk="0" h="28565" w="41899">
                  <a:moveTo>
                    <a:pt x="35515" y="3895"/>
                  </a:moveTo>
                  <a:lnTo>
                    <a:pt x="35515" y="3895"/>
                  </a:lnTo>
                  <a:cubicBezTo>
                    <a:pt x="35922" y="4403"/>
                    <a:pt x="36262" y="5050"/>
                    <a:pt x="36466" y="5761"/>
                  </a:cubicBezTo>
                  <a:cubicBezTo>
                    <a:pt x="36295" y="5321"/>
                    <a:pt x="36058" y="4879"/>
                    <a:pt x="35787" y="4471"/>
                  </a:cubicBezTo>
                  <a:cubicBezTo>
                    <a:pt x="35719" y="4267"/>
                    <a:pt x="35615" y="4064"/>
                    <a:pt x="35515" y="3895"/>
                  </a:cubicBezTo>
                  <a:close/>
                  <a:moveTo>
                    <a:pt x="13818" y="8920"/>
                  </a:moveTo>
                  <a:lnTo>
                    <a:pt x="13818" y="8920"/>
                  </a:lnTo>
                  <a:cubicBezTo>
                    <a:pt x="13514" y="8953"/>
                    <a:pt x="13207" y="9021"/>
                    <a:pt x="12935" y="9056"/>
                  </a:cubicBezTo>
                  <a:cubicBezTo>
                    <a:pt x="12669" y="9056"/>
                    <a:pt x="12404" y="9056"/>
                    <a:pt x="12138" y="9087"/>
                  </a:cubicBezTo>
                  <a:lnTo>
                    <a:pt x="12138" y="9087"/>
                  </a:lnTo>
                  <a:cubicBezTo>
                    <a:pt x="12710" y="9019"/>
                    <a:pt x="13248" y="8953"/>
                    <a:pt x="13818" y="8920"/>
                  </a:cubicBezTo>
                  <a:close/>
                  <a:moveTo>
                    <a:pt x="38095" y="12995"/>
                  </a:moveTo>
                  <a:lnTo>
                    <a:pt x="38095" y="12995"/>
                  </a:lnTo>
                  <a:cubicBezTo>
                    <a:pt x="38060" y="13334"/>
                    <a:pt x="38027" y="13638"/>
                    <a:pt x="37960" y="13978"/>
                  </a:cubicBezTo>
                  <a:cubicBezTo>
                    <a:pt x="37924" y="14149"/>
                    <a:pt x="37856" y="14317"/>
                    <a:pt x="37756" y="14521"/>
                  </a:cubicBezTo>
                  <a:cubicBezTo>
                    <a:pt x="37892" y="14013"/>
                    <a:pt x="37992" y="13503"/>
                    <a:pt x="38095" y="12995"/>
                  </a:cubicBezTo>
                  <a:close/>
                  <a:moveTo>
                    <a:pt x="33491" y="0"/>
                  </a:moveTo>
                  <a:cubicBezTo>
                    <a:pt x="32415" y="0"/>
                    <a:pt x="31314" y="239"/>
                    <a:pt x="30965" y="975"/>
                  </a:cubicBezTo>
                  <a:cubicBezTo>
                    <a:pt x="30319" y="975"/>
                    <a:pt x="29675" y="1144"/>
                    <a:pt x="29064" y="1483"/>
                  </a:cubicBezTo>
                  <a:cubicBezTo>
                    <a:pt x="28097" y="2014"/>
                    <a:pt x="28589" y="3457"/>
                    <a:pt x="29568" y="3457"/>
                  </a:cubicBezTo>
                  <a:cubicBezTo>
                    <a:pt x="29656" y="3457"/>
                    <a:pt x="29748" y="3445"/>
                    <a:pt x="29844" y="3420"/>
                  </a:cubicBezTo>
                  <a:cubicBezTo>
                    <a:pt x="30063" y="3368"/>
                    <a:pt x="30263" y="3344"/>
                    <a:pt x="30446" y="3344"/>
                  </a:cubicBezTo>
                  <a:cubicBezTo>
                    <a:pt x="31228" y="3344"/>
                    <a:pt x="31712" y="3791"/>
                    <a:pt x="32152" y="4506"/>
                  </a:cubicBezTo>
                  <a:cubicBezTo>
                    <a:pt x="32256" y="5897"/>
                    <a:pt x="31813" y="7866"/>
                    <a:pt x="31473" y="8513"/>
                  </a:cubicBezTo>
                  <a:cubicBezTo>
                    <a:pt x="31441" y="8581"/>
                    <a:pt x="31405" y="8649"/>
                    <a:pt x="31405" y="8717"/>
                  </a:cubicBezTo>
                  <a:cubicBezTo>
                    <a:pt x="30236" y="7417"/>
                    <a:pt x="28725" y="6366"/>
                    <a:pt x="27110" y="6366"/>
                  </a:cubicBezTo>
                  <a:cubicBezTo>
                    <a:pt x="27037" y="6366"/>
                    <a:pt x="26964" y="6368"/>
                    <a:pt x="26891" y="6373"/>
                  </a:cubicBezTo>
                  <a:cubicBezTo>
                    <a:pt x="25566" y="5761"/>
                    <a:pt x="24107" y="5422"/>
                    <a:pt x="22578" y="5253"/>
                  </a:cubicBezTo>
                  <a:cubicBezTo>
                    <a:pt x="22409" y="5186"/>
                    <a:pt x="22206" y="5082"/>
                    <a:pt x="22034" y="5014"/>
                  </a:cubicBezTo>
                  <a:cubicBezTo>
                    <a:pt x="20355" y="4358"/>
                    <a:pt x="18740" y="4042"/>
                    <a:pt x="17097" y="4042"/>
                  </a:cubicBezTo>
                  <a:cubicBezTo>
                    <a:pt x="15852" y="4042"/>
                    <a:pt x="14592" y="4223"/>
                    <a:pt x="13275" y="4574"/>
                  </a:cubicBezTo>
                  <a:cubicBezTo>
                    <a:pt x="13071" y="4607"/>
                    <a:pt x="12867" y="4675"/>
                    <a:pt x="12631" y="4743"/>
                  </a:cubicBezTo>
                  <a:cubicBezTo>
                    <a:pt x="9575" y="4879"/>
                    <a:pt x="6655" y="5490"/>
                    <a:pt x="4007" y="7391"/>
                  </a:cubicBezTo>
                  <a:cubicBezTo>
                    <a:pt x="1935" y="8852"/>
                    <a:pt x="1155" y="11025"/>
                    <a:pt x="984" y="13334"/>
                  </a:cubicBezTo>
                  <a:cubicBezTo>
                    <a:pt x="712" y="13367"/>
                    <a:pt x="441" y="13570"/>
                    <a:pt x="408" y="13945"/>
                  </a:cubicBezTo>
                  <a:cubicBezTo>
                    <a:pt x="373" y="14385"/>
                    <a:pt x="340" y="14861"/>
                    <a:pt x="305" y="15303"/>
                  </a:cubicBezTo>
                  <a:cubicBezTo>
                    <a:pt x="136" y="17577"/>
                    <a:pt x="1" y="19818"/>
                    <a:pt x="340" y="22094"/>
                  </a:cubicBezTo>
                  <a:cubicBezTo>
                    <a:pt x="401" y="22458"/>
                    <a:pt x="678" y="22619"/>
                    <a:pt x="969" y="22619"/>
                  </a:cubicBezTo>
                  <a:cubicBezTo>
                    <a:pt x="1330" y="22619"/>
                    <a:pt x="1713" y="22372"/>
                    <a:pt x="1731" y="21958"/>
                  </a:cubicBezTo>
                  <a:cubicBezTo>
                    <a:pt x="1970" y="21923"/>
                    <a:pt x="2206" y="21787"/>
                    <a:pt x="2309" y="21619"/>
                  </a:cubicBezTo>
                  <a:cubicBezTo>
                    <a:pt x="2953" y="20464"/>
                    <a:pt x="2953" y="19242"/>
                    <a:pt x="3225" y="17984"/>
                  </a:cubicBezTo>
                  <a:cubicBezTo>
                    <a:pt x="3667" y="16186"/>
                    <a:pt x="4515" y="14489"/>
                    <a:pt x="4922" y="12655"/>
                  </a:cubicBezTo>
                  <a:lnTo>
                    <a:pt x="4922" y="12519"/>
                  </a:lnTo>
                  <a:cubicBezTo>
                    <a:pt x="6035" y="13000"/>
                    <a:pt x="7280" y="13028"/>
                    <a:pt x="8516" y="13028"/>
                  </a:cubicBezTo>
                  <a:cubicBezTo>
                    <a:pt x="8676" y="13028"/>
                    <a:pt x="8837" y="13027"/>
                    <a:pt x="8997" y="13027"/>
                  </a:cubicBezTo>
                  <a:cubicBezTo>
                    <a:pt x="11273" y="13063"/>
                    <a:pt x="13582" y="13130"/>
                    <a:pt x="15890" y="13130"/>
                  </a:cubicBezTo>
                  <a:lnTo>
                    <a:pt x="22781" y="13130"/>
                  </a:lnTo>
                  <a:cubicBezTo>
                    <a:pt x="23593" y="13130"/>
                    <a:pt x="24426" y="13152"/>
                    <a:pt x="25264" y="13152"/>
                  </a:cubicBezTo>
                  <a:cubicBezTo>
                    <a:pt x="26250" y="13152"/>
                    <a:pt x="27242" y="13122"/>
                    <a:pt x="28214" y="12995"/>
                  </a:cubicBezTo>
                  <a:cubicBezTo>
                    <a:pt x="28214" y="13011"/>
                    <a:pt x="28223" y="13011"/>
                    <a:pt x="28231" y="13011"/>
                  </a:cubicBezTo>
                  <a:cubicBezTo>
                    <a:pt x="28240" y="13011"/>
                    <a:pt x="28249" y="13011"/>
                    <a:pt x="28249" y="13027"/>
                  </a:cubicBezTo>
                  <a:cubicBezTo>
                    <a:pt x="29504" y="14589"/>
                    <a:pt x="29368" y="16797"/>
                    <a:pt x="30047" y="18595"/>
                  </a:cubicBezTo>
                  <a:cubicBezTo>
                    <a:pt x="30115" y="18731"/>
                    <a:pt x="30150" y="18799"/>
                    <a:pt x="30251" y="18867"/>
                  </a:cubicBezTo>
                  <a:cubicBezTo>
                    <a:pt x="30354" y="19614"/>
                    <a:pt x="30455" y="20396"/>
                    <a:pt x="30762" y="21108"/>
                  </a:cubicBezTo>
                  <a:cubicBezTo>
                    <a:pt x="30830" y="21279"/>
                    <a:pt x="30965" y="21347"/>
                    <a:pt x="31134" y="21380"/>
                  </a:cubicBezTo>
                  <a:cubicBezTo>
                    <a:pt x="31101" y="21551"/>
                    <a:pt x="31066" y="21687"/>
                    <a:pt x="31033" y="21855"/>
                  </a:cubicBezTo>
                  <a:cubicBezTo>
                    <a:pt x="30992" y="22123"/>
                    <a:pt x="31187" y="22290"/>
                    <a:pt x="31377" y="22290"/>
                  </a:cubicBezTo>
                  <a:cubicBezTo>
                    <a:pt x="31501" y="22290"/>
                    <a:pt x="31623" y="22219"/>
                    <a:pt x="31677" y="22059"/>
                  </a:cubicBezTo>
                  <a:cubicBezTo>
                    <a:pt x="31780" y="21822"/>
                    <a:pt x="31848" y="21619"/>
                    <a:pt x="31916" y="21380"/>
                  </a:cubicBezTo>
                  <a:cubicBezTo>
                    <a:pt x="31949" y="21447"/>
                    <a:pt x="32052" y="21515"/>
                    <a:pt x="32120" y="21551"/>
                  </a:cubicBezTo>
                  <a:cubicBezTo>
                    <a:pt x="32163" y="21565"/>
                    <a:pt x="32205" y="21572"/>
                    <a:pt x="32245" y="21572"/>
                  </a:cubicBezTo>
                  <a:cubicBezTo>
                    <a:pt x="32394" y="21572"/>
                    <a:pt x="32521" y="21480"/>
                    <a:pt x="32628" y="21347"/>
                  </a:cubicBezTo>
                  <a:cubicBezTo>
                    <a:pt x="32642" y="21332"/>
                    <a:pt x="32651" y="21324"/>
                    <a:pt x="32653" y="21324"/>
                  </a:cubicBezTo>
                  <a:lnTo>
                    <a:pt x="32653" y="21324"/>
                  </a:lnTo>
                  <a:cubicBezTo>
                    <a:pt x="32657" y="21324"/>
                    <a:pt x="32648" y="21340"/>
                    <a:pt x="32628" y="21380"/>
                  </a:cubicBezTo>
                  <a:lnTo>
                    <a:pt x="32663" y="21347"/>
                  </a:lnTo>
                  <a:cubicBezTo>
                    <a:pt x="32696" y="21347"/>
                    <a:pt x="32696" y="21347"/>
                    <a:pt x="32696" y="21312"/>
                  </a:cubicBezTo>
                  <a:lnTo>
                    <a:pt x="32731" y="21312"/>
                  </a:lnTo>
                  <a:cubicBezTo>
                    <a:pt x="32799" y="21346"/>
                    <a:pt x="32874" y="21365"/>
                    <a:pt x="32948" y="21365"/>
                  </a:cubicBezTo>
                  <a:cubicBezTo>
                    <a:pt x="33097" y="21365"/>
                    <a:pt x="33240" y="21289"/>
                    <a:pt x="33307" y="21108"/>
                  </a:cubicBezTo>
                  <a:cubicBezTo>
                    <a:pt x="33307" y="21040"/>
                    <a:pt x="33342" y="20972"/>
                    <a:pt x="33342" y="20940"/>
                  </a:cubicBezTo>
                  <a:cubicBezTo>
                    <a:pt x="33342" y="20904"/>
                    <a:pt x="33375" y="20904"/>
                    <a:pt x="33375" y="20872"/>
                  </a:cubicBezTo>
                  <a:lnTo>
                    <a:pt x="33375" y="20804"/>
                  </a:lnTo>
                  <a:cubicBezTo>
                    <a:pt x="33510" y="20396"/>
                    <a:pt x="33614" y="20021"/>
                    <a:pt x="33682" y="19614"/>
                  </a:cubicBezTo>
                  <a:cubicBezTo>
                    <a:pt x="33782" y="19614"/>
                    <a:pt x="33850" y="19649"/>
                    <a:pt x="33918" y="19649"/>
                  </a:cubicBezTo>
                  <a:cubicBezTo>
                    <a:pt x="33646" y="20429"/>
                    <a:pt x="33410" y="21176"/>
                    <a:pt x="33239" y="21923"/>
                  </a:cubicBezTo>
                  <a:cubicBezTo>
                    <a:pt x="33045" y="22891"/>
                    <a:pt x="32270" y="27941"/>
                    <a:pt x="34177" y="27941"/>
                  </a:cubicBezTo>
                  <a:cubicBezTo>
                    <a:pt x="34276" y="27941"/>
                    <a:pt x="34382" y="27927"/>
                    <a:pt x="34496" y="27898"/>
                  </a:cubicBezTo>
                  <a:cubicBezTo>
                    <a:pt x="34798" y="28295"/>
                    <a:pt x="35161" y="28564"/>
                    <a:pt x="35576" y="28564"/>
                  </a:cubicBezTo>
                  <a:cubicBezTo>
                    <a:pt x="35910" y="28564"/>
                    <a:pt x="36276" y="28390"/>
                    <a:pt x="36669" y="27966"/>
                  </a:cubicBezTo>
                  <a:cubicBezTo>
                    <a:pt x="37620" y="26915"/>
                    <a:pt x="37416" y="25997"/>
                    <a:pt x="36534" y="24979"/>
                  </a:cubicBezTo>
                  <a:cubicBezTo>
                    <a:pt x="35311" y="23553"/>
                    <a:pt x="37145" y="20157"/>
                    <a:pt x="37824" y="18767"/>
                  </a:cubicBezTo>
                  <a:cubicBezTo>
                    <a:pt x="38400" y="17544"/>
                    <a:pt x="39011" y="16355"/>
                    <a:pt x="39453" y="15168"/>
                  </a:cubicBezTo>
                  <a:cubicBezTo>
                    <a:pt x="39554" y="15100"/>
                    <a:pt x="39657" y="14996"/>
                    <a:pt x="39725" y="14896"/>
                  </a:cubicBezTo>
                  <a:cubicBezTo>
                    <a:pt x="41898" y="12077"/>
                    <a:pt x="40708" y="6476"/>
                    <a:pt x="39147" y="3588"/>
                  </a:cubicBezTo>
                  <a:cubicBezTo>
                    <a:pt x="38978" y="3284"/>
                    <a:pt x="38671" y="3181"/>
                    <a:pt x="38400" y="3181"/>
                  </a:cubicBezTo>
                  <a:cubicBezTo>
                    <a:pt x="37892" y="1959"/>
                    <a:pt x="37109" y="908"/>
                    <a:pt x="35548" y="296"/>
                  </a:cubicBezTo>
                  <a:cubicBezTo>
                    <a:pt x="35096" y="135"/>
                    <a:pt x="34300" y="0"/>
                    <a:pt x="33491" y="0"/>
                  </a:cubicBezTo>
                  <a:close/>
                </a:path>
              </a:pathLst>
            </a:custGeom>
            <a:solidFill>
              <a:srgbClr val="EE6F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3"/>
            <p:cNvSpPr/>
            <p:nvPr/>
          </p:nvSpPr>
          <p:spPr>
            <a:xfrm>
              <a:off x="954453" y="1745823"/>
              <a:ext cx="1253951" cy="816478"/>
            </a:xfrm>
            <a:custGeom>
              <a:rect b="b" l="l" r="r" t="t"/>
              <a:pathLst>
                <a:path extrusionOk="0" h="22064" w="33886">
                  <a:moveTo>
                    <a:pt x="28072" y="0"/>
                  </a:moveTo>
                  <a:cubicBezTo>
                    <a:pt x="27662" y="0"/>
                    <a:pt x="27238" y="193"/>
                    <a:pt x="26859" y="327"/>
                  </a:cubicBezTo>
                  <a:cubicBezTo>
                    <a:pt x="26180" y="566"/>
                    <a:pt x="25465" y="735"/>
                    <a:pt x="24754" y="770"/>
                  </a:cubicBezTo>
                  <a:cubicBezTo>
                    <a:pt x="24393" y="805"/>
                    <a:pt x="24034" y="820"/>
                    <a:pt x="23675" y="820"/>
                  </a:cubicBezTo>
                  <a:cubicBezTo>
                    <a:pt x="21939" y="820"/>
                    <a:pt x="20222" y="469"/>
                    <a:pt x="18506" y="327"/>
                  </a:cubicBezTo>
                  <a:cubicBezTo>
                    <a:pt x="17991" y="285"/>
                    <a:pt x="17476" y="271"/>
                    <a:pt x="16961" y="271"/>
                  </a:cubicBezTo>
                  <a:cubicBezTo>
                    <a:pt x="15752" y="271"/>
                    <a:pt x="14541" y="351"/>
                    <a:pt x="13321" y="351"/>
                  </a:cubicBezTo>
                  <a:cubicBezTo>
                    <a:pt x="12968" y="351"/>
                    <a:pt x="12614" y="345"/>
                    <a:pt x="12259" y="327"/>
                  </a:cubicBezTo>
                  <a:cubicBezTo>
                    <a:pt x="10255" y="227"/>
                    <a:pt x="8217" y="56"/>
                    <a:pt x="6180" y="56"/>
                  </a:cubicBezTo>
                  <a:cubicBezTo>
                    <a:pt x="6164" y="55"/>
                    <a:pt x="6149" y="55"/>
                    <a:pt x="6133" y="55"/>
                  </a:cubicBezTo>
                  <a:cubicBezTo>
                    <a:pt x="5322" y="55"/>
                    <a:pt x="5032" y="882"/>
                    <a:pt x="5333" y="1482"/>
                  </a:cubicBezTo>
                  <a:cubicBezTo>
                    <a:pt x="5265" y="1585"/>
                    <a:pt x="5230" y="1653"/>
                    <a:pt x="5197" y="1753"/>
                  </a:cubicBezTo>
                  <a:cubicBezTo>
                    <a:pt x="4722" y="3994"/>
                    <a:pt x="4618" y="6338"/>
                    <a:pt x="3635" y="8408"/>
                  </a:cubicBezTo>
                  <a:cubicBezTo>
                    <a:pt x="3296" y="9155"/>
                    <a:pt x="2513" y="9766"/>
                    <a:pt x="2513" y="10616"/>
                  </a:cubicBezTo>
                  <a:cubicBezTo>
                    <a:pt x="2481" y="10377"/>
                    <a:pt x="2445" y="10106"/>
                    <a:pt x="2378" y="9869"/>
                  </a:cubicBezTo>
                  <a:cubicBezTo>
                    <a:pt x="2292" y="9508"/>
                    <a:pt x="1980" y="9338"/>
                    <a:pt x="1675" y="9338"/>
                  </a:cubicBezTo>
                  <a:cubicBezTo>
                    <a:pt x="1378" y="9338"/>
                    <a:pt x="1087" y="9500"/>
                    <a:pt x="1019" y="9801"/>
                  </a:cubicBezTo>
                  <a:cubicBezTo>
                    <a:pt x="952" y="9834"/>
                    <a:pt x="919" y="9869"/>
                    <a:pt x="919" y="9937"/>
                  </a:cubicBezTo>
                  <a:cubicBezTo>
                    <a:pt x="512" y="11160"/>
                    <a:pt x="1" y="14520"/>
                    <a:pt x="1902" y="14859"/>
                  </a:cubicBezTo>
                  <a:cubicBezTo>
                    <a:pt x="2413" y="14927"/>
                    <a:pt x="2413" y="14759"/>
                    <a:pt x="2685" y="15266"/>
                  </a:cubicBezTo>
                  <a:cubicBezTo>
                    <a:pt x="3160" y="16285"/>
                    <a:pt x="3431" y="17168"/>
                    <a:pt x="4111" y="18051"/>
                  </a:cubicBezTo>
                  <a:cubicBezTo>
                    <a:pt x="4754" y="18901"/>
                    <a:pt x="5401" y="19716"/>
                    <a:pt x="6351" y="20191"/>
                  </a:cubicBezTo>
                  <a:cubicBezTo>
                    <a:pt x="7777" y="20903"/>
                    <a:pt x="9440" y="21074"/>
                    <a:pt x="10969" y="21310"/>
                  </a:cubicBezTo>
                  <a:cubicBezTo>
                    <a:pt x="12667" y="21582"/>
                    <a:pt x="14397" y="21785"/>
                    <a:pt x="16130" y="21821"/>
                  </a:cubicBezTo>
                  <a:cubicBezTo>
                    <a:pt x="17881" y="21843"/>
                    <a:pt x="19679" y="22063"/>
                    <a:pt x="21463" y="22063"/>
                  </a:cubicBezTo>
                  <a:cubicBezTo>
                    <a:pt x="22339" y="22063"/>
                    <a:pt x="23212" y="22010"/>
                    <a:pt x="24075" y="21853"/>
                  </a:cubicBezTo>
                  <a:cubicBezTo>
                    <a:pt x="24583" y="21753"/>
                    <a:pt x="25126" y="21617"/>
                    <a:pt x="25636" y="21413"/>
                  </a:cubicBezTo>
                  <a:cubicBezTo>
                    <a:pt x="25772" y="21345"/>
                    <a:pt x="26891" y="20666"/>
                    <a:pt x="26891" y="20666"/>
                  </a:cubicBezTo>
                  <a:cubicBezTo>
                    <a:pt x="27027" y="20740"/>
                    <a:pt x="27181" y="20782"/>
                    <a:pt x="27341" y="20782"/>
                  </a:cubicBezTo>
                  <a:cubicBezTo>
                    <a:pt x="27544" y="20782"/>
                    <a:pt x="27755" y="20715"/>
                    <a:pt x="27945" y="20563"/>
                  </a:cubicBezTo>
                  <a:cubicBezTo>
                    <a:pt x="28725" y="20359"/>
                    <a:pt x="29404" y="19545"/>
                    <a:pt x="29914" y="18833"/>
                  </a:cubicBezTo>
                  <a:cubicBezTo>
                    <a:pt x="30083" y="18629"/>
                    <a:pt x="30083" y="18390"/>
                    <a:pt x="30050" y="18154"/>
                  </a:cubicBezTo>
                  <a:cubicBezTo>
                    <a:pt x="30422" y="17611"/>
                    <a:pt x="30729" y="17032"/>
                    <a:pt x="30933" y="16421"/>
                  </a:cubicBezTo>
                  <a:cubicBezTo>
                    <a:pt x="31101" y="16421"/>
                    <a:pt x="31237" y="16353"/>
                    <a:pt x="31305" y="16149"/>
                  </a:cubicBezTo>
                  <a:cubicBezTo>
                    <a:pt x="31476" y="15674"/>
                    <a:pt x="31612" y="15199"/>
                    <a:pt x="31680" y="14723"/>
                  </a:cubicBezTo>
                  <a:cubicBezTo>
                    <a:pt x="31713" y="14655"/>
                    <a:pt x="31713" y="14587"/>
                    <a:pt x="31748" y="14487"/>
                  </a:cubicBezTo>
                  <a:cubicBezTo>
                    <a:pt x="31839" y="14548"/>
                    <a:pt x="31945" y="14582"/>
                    <a:pt x="32051" y="14582"/>
                  </a:cubicBezTo>
                  <a:cubicBezTo>
                    <a:pt x="32182" y="14582"/>
                    <a:pt x="32315" y="14531"/>
                    <a:pt x="32427" y="14419"/>
                  </a:cubicBezTo>
                  <a:cubicBezTo>
                    <a:pt x="32460" y="14419"/>
                    <a:pt x="32495" y="14384"/>
                    <a:pt x="32527" y="14351"/>
                  </a:cubicBezTo>
                  <a:cubicBezTo>
                    <a:pt x="32654" y="14420"/>
                    <a:pt x="32805" y="14458"/>
                    <a:pt x="32952" y="14458"/>
                  </a:cubicBezTo>
                  <a:cubicBezTo>
                    <a:pt x="33238" y="14458"/>
                    <a:pt x="33513" y="14314"/>
                    <a:pt x="33581" y="13976"/>
                  </a:cubicBezTo>
                  <a:cubicBezTo>
                    <a:pt x="33785" y="13094"/>
                    <a:pt x="33886" y="12211"/>
                    <a:pt x="33750" y="11328"/>
                  </a:cubicBezTo>
                  <a:cubicBezTo>
                    <a:pt x="33818" y="10988"/>
                    <a:pt x="33853" y="10616"/>
                    <a:pt x="33818" y="10309"/>
                  </a:cubicBezTo>
                  <a:cubicBezTo>
                    <a:pt x="33795" y="9880"/>
                    <a:pt x="33419" y="9517"/>
                    <a:pt x="33044" y="9517"/>
                  </a:cubicBezTo>
                  <a:cubicBezTo>
                    <a:pt x="32885" y="9517"/>
                    <a:pt x="32727" y="9582"/>
                    <a:pt x="32595" y="9734"/>
                  </a:cubicBezTo>
                  <a:lnTo>
                    <a:pt x="32595" y="9766"/>
                  </a:lnTo>
                  <a:cubicBezTo>
                    <a:pt x="32155" y="9937"/>
                    <a:pt x="31952" y="10377"/>
                    <a:pt x="32155" y="10853"/>
                  </a:cubicBezTo>
                  <a:cubicBezTo>
                    <a:pt x="32188" y="10921"/>
                    <a:pt x="32223" y="11024"/>
                    <a:pt x="32256" y="11124"/>
                  </a:cubicBezTo>
                  <a:cubicBezTo>
                    <a:pt x="32256" y="11192"/>
                    <a:pt x="32223" y="11260"/>
                    <a:pt x="32188" y="11328"/>
                  </a:cubicBezTo>
                  <a:cubicBezTo>
                    <a:pt x="32188" y="11363"/>
                    <a:pt x="32120" y="11431"/>
                    <a:pt x="32087" y="11464"/>
                  </a:cubicBezTo>
                  <a:cubicBezTo>
                    <a:pt x="32188" y="11295"/>
                    <a:pt x="32020" y="11092"/>
                    <a:pt x="31984" y="10853"/>
                  </a:cubicBezTo>
                  <a:cubicBezTo>
                    <a:pt x="31848" y="10174"/>
                    <a:pt x="31373" y="9598"/>
                    <a:pt x="31169" y="8919"/>
                  </a:cubicBezTo>
                  <a:cubicBezTo>
                    <a:pt x="30933" y="8104"/>
                    <a:pt x="30898" y="7254"/>
                    <a:pt x="30626" y="6474"/>
                  </a:cubicBezTo>
                  <a:cubicBezTo>
                    <a:pt x="30219" y="5284"/>
                    <a:pt x="29743" y="4097"/>
                    <a:pt x="29643" y="2807"/>
                  </a:cubicBezTo>
                  <a:cubicBezTo>
                    <a:pt x="29575" y="1857"/>
                    <a:pt x="29507" y="838"/>
                    <a:pt x="28692" y="192"/>
                  </a:cubicBezTo>
                  <a:cubicBezTo>
                    <a:pt x="28494" y="52"/>
                    <a:pt x="28285" y="0"/>
                    <a:pt x="28072" y="0"/>
                  </a:cubicBezTo>
                  <a:close/>
                </a:path>
              </a:pathLst>
            </a:custGeom>
            <a:solidFill>
              <a:srgbClr val="F9C6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3"/>
            <p:cNvSpPr/>
            <p:nvPr/>
          </p:nvSpPr>
          <p:spPr>
            <a:xfrm>
              <a:off x="1544272" y="2375243"/>
              <a:ext cx="167855" cy="126409"/>
            </a:xfrm>
            <a:custGeom>
              <a:rect b="b" l="l" r="r" t="t"/>
              <a:pathLst>
                <a:path extrusionOk="0" h="3416" w="4536">
                  <a:moveTo>
                    <a:pt x="498" y="1"/>
                  </a:moveTo>
                  <a:cubicBezTo>
                    <a:pt x="237" y="1"/>
                    <a:pt x="0" y="242"/>
                    <a:pt x="87" y="533"/>
                  </a:cubicBezTo>
                  <a:cubicBezTo>
                    <a:pt x="122" y="633"/>
                    <a:pt x="190" y="769"/>
                    <a:pt x="222" y="872"/>
                  </a:cubicBezTo>
                  <a:cubicBezTo>
                    <a:pt x="87" y="1041"/>
                    <a:pt x="54" y="1312"/>
                    <a:pt x="154" y="1584"/>
                  </a:cubicBezTo>
                  <a:cubicBezTo>
                    <a:pt x="461" y="2331"/>
                    <a:pt x="1140" y="3181"/>
                    <a:pt x="1955" y="3281"/>
                  </a:cubicBezTo>
                  <a:lnTo>
                    <a:pt x="2259" y="3385"/>
                  </a:lnTo>
                  <a:cubicBezTo>
                    <a:pt x="2357" y="3406"/>
                    <a:pt x="2451" y="3415"/>
                    <a:pt x="2541" y="3415"/>
                  </a:cubicBezTo>
                  <a:cubicBezTo>
                    <a:pt x="3339" y="3415"/>
                    <a:pt x="3891" y="2659"/>
                    <a:pt x="4196" y="1959"/>
                  </a:cubicBezTo>
                  <a:cubicBezTo>
                    <a:pt x="4468" y="1312"/>
                    <a:pt x="4536" y="565"/>
                    <a:pt x="3753" y="294"/>
                  </a:cubicBezTo>
                  <a:cubicBezTo>
                    <a:pt x="3629" y="248"/>
                    <a:pt x="3494" y="233"/>
                    <a:pt x="3353" y="233"/>
                  </a:cubicBezTo>
                  <a:cubicBezTo>
                    <a:pt x="3072" y="233"/>
                    <a:pt x="2770" y="294"/>
                    <a:pt x="2498" y="294"/>
                  </a:cubicBezTo>
                  <a:cubicBezTo>
                    <a:pt x="1887" y="294"/>
                    <a:pt x="1241" y="158"/>
                    <a:pt x="630" y="22"/>
                  </a:cubicBezTo>
                  <a:cubicBezTo>
                    <a:pt x="586" y="8"/>
                    <a:pt x="542" y="1"/>
                    <a:pt x="498" y="1"/>
                  </a:cubicBezTo>
                  <a:close/>
                </a:path>
              </a:pathLst>
            </a:custGeom>
            <a:solidFill>
              <a:srgbClr val="F4A4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3"/>
            <p:cNvSpPr/>
            <p:nvPr/>
          </p:nvSpPr>
          <p:spPr>
            <a:xfrm>
              <a:off x="968329" y="1267856"/>
              <a:ext cx="1579299" cy="1849621"/>
            </a:xfrm>
            <a:custGeom>
              <a:rect b="b" l="l" r="r" t="t"/>
              <a:pathLst>
                <a:path extrusionOk="0" h="49983" w="42678">
                  <a:moveTo>
                    <a:pt x="30470" y="3912"/>
                  </a:moveTo>
                  <a:cubicBezTo>
                    <a:pt x="31166" y="3912"/>
                    <a:pt x="31864" y="4220"/>
                    <a:pt x="32356" y="4927"/>
                  </a:cubicBezTo>
                  <a:cubicBezTo>
                    <a:pt x="32799" y="5571"/>
                    <a:pt x="32899" y="6421"/>
                    <a:pt x="32799" y="7168"/>
                  </a:cubicBezTo>
                  <a:lnTo>
                    <a:pt x="32764" y="7133"/>
                  </a:lnTo>
                  <a:cubicBezTo>
                    <a:pt x="32733" y="7118"/>
                    <a:pt x="32703" y="7111"/>
                    <a:pt x="32674" y="7111"/>
                  </a:cubicBezTo>
                  <a:cubicBezTo>
                    <a:pt x="32517" y="7111"/>
                    <a:pt x="32422" y="7319"/>
                    <a:pt x="32595" y="7404"/>
                  </a:cubicBezTo>
                  <a:cubicBezTo>
                    <a:pt x="32628" y="7440"/>
                    <a:pt x="32663" y="7472"/>
                    <a:pt x="32731" y="7508"/>
                  </a:cubicBezTo>
                  <a:cubicBezTo>
                    <a:pt x="32560" y="8016"/>
                    <a:pt x="32256" y="8355"/>
                    <a:pt x="31848" y="8695"/>
                  </a:cubicBezTo>
                  <a:cubicBezTo>
                    <a:pt x="31033" y="7915"/>
                    <a:pt x="30115" y="7236"/>
                    <a:pt x="29132" y="6693"/>
                  </a:cubicBezTo>
                  <a:cubicBezTo>
                    <a:pt x="28757" y="6489"/>
                    <a:pt x="28385" y="6285"/>
                    <a:pt x="27978" y="6114"/>
                  </a:cubicBezTo>
                  <a:cubicBezTo>
                    <a:pt x="28126" y="4792"/>
                    <a:pt x="29294" y="3912"/>
                    <a:pt x="30470" y="3912"/>
                  </a:cubicBezTo>
                  <a:close/>
                  <a:moveTo>
                    <a:pt x="16909" y="5028"/>
                  </a:moveTo>
                  <a:cubicBezTo>
                    <a:pt x="20440" y="5028"/>
                    <a:pt x="23971" y="5299"/>
                    <a:pt x="27263" y="6557"/>
                  </a:cubicBezTo>
                  <a:cubicBezTo>
                    <a:pt x="28825" y="7133"/>
                    <a:pt x="30219" y="8016"/>
                    <a:pt x="31406" y="9137"/>
                  </a:cubicBezTo>
                  <a:cubicBezTo>
                    <a:pt x="31315" y="9351"/>
                    <a:pt x="31528" y="9622"/>
                    <a:pt x="31770" y="9622"/>
                  </a:cubicBezTo>
                  <a:cubicBezTo>
                    <a:pt x="31796" y="9622"/>
                    <a:pt x="31822" y="9619"/>
                    <a:pt x="31848" y="9613"/>
                  </a:cubicBezTo>
                  <a:lnTo>
                    <a:pt x="31881" y="9613"/>
                  </a:lnTo>
                  <a:cubicBezTo>
                    <a:pt x="32764" y="10528"/>
                    <a:pt x="33511" y="11582"/>
                    <a:pt x="34054" y="12769"/>
                  </a:cubicBezTo>
                  <a:cubicBezTo>
                    <a:pt x="35480" y="15792"/>
                    <a:pt x="34801" y="18780"/>
                    <a:pt x="33646" y="21732"/>
                  </a:cubicBezTo>
                  <a:cubicBezTo>
                    <a:pt x="33545" y="21657"/>
                    <a:pt x="33463" y="21619"/>
                    <a:pt x="33357" y="21619"/>
                  </a:cubicBezTo>
                  <a:cubicBezTo>
                    <a:pt x="33321" y="21619"/>
                    <a:pt x="33282" y="21623"/>
                    <a:pt x="33239" y="21632"/>
                  </a:cubicBezTo>
                  <a:cubicBezTo>
                    <a:pt x="32935" y="21700"/>
                    <a:pt x="32731" y="21868"/>
                    <a:pt x="32560" y="22140"/>
                  </a:cubicBezTo>
                  <a:cubicBezTo>
                    <a:pt x="32478" y="22279"/>
                    <a:pt x="32350" y="22774"/>
                    <a:pt x="32179" y="22774"/>
                  </a:cubicBezTo>
                  <a:cubicBezTo>
                    <a:pt x="32139" y="22774"/>
                    <a:pt x="32096" y="22747"/>
                    <a:pt x="32052" y="22683"/>
                  </a:cubicBezTo>
                  <a:cubicBezTo>
                    <a:pt x="31881" y="22447"/>
                    <a:pt x="31848" y="22140"/>
                    <a:pt x="31813" y="21868"/>
                  </a:cubicBezTo>
                  <a:cubicBezTo>
                    <a:pt x="31780" y="21564"/>
                    <a:pt x="31712" y="21257"/>
                    <a:pt x="31609" y="20986"/>
                  </a:cubicBezTo>
                  <a:cubicBezTo>
                    <a:pt x="31441" y="20274"/>
                    <a:pt x="31237" y="19595"/>
                    <a:pt x="31033" y="18948"/>
                  </a:cubicBezTo>
                  <a:cubicBezTo>
                    <a:pt x="31745" y="18848"/>
                    <a:pt x="32288" y="18169"/>
                    <a:pt x="32391" y="17454"/>
                  </a:cubicBezTo>
                  <a:cubicBezTo>
                    <a:pt x="32412" y="17347"/>
                    <a:pt x="32296" y="17266"/>
                    <a:pt x="32191" y="17266"/>
                  </a:cubicBezTo>
                  <a:cubicBezTo>
                    <a:pt x="32132" y="17266"/>
                    <a:pt x="32077" y="17292"/>
                    <a:pt x="32052" y="17354"/>
                  </a:cubicBezTo>
                  <a:cubicBezTo>
                    <a:pt x="31780" y="17930"/>
                    <a:pt x="31509" y="18405"/>
                    <a:pt x="30930" y="18609"/>
                  </a:cubicBezTo>
                  <a:cubicBezTo>
                    <a:pt x="30794" y="18237"/>
                    <a:pt x="30694" y="17897"/>
                    <a:pt x="30591" y="17522"/>
                  </a:cubicBezTo>
                  <a:lnTo>
                    <a:pt x="30387" y="17014"/>
                  </a:lnTo>
                  <a:cubicBezTo>
                    <a:pt x="31033" y="16879"/>
                    <a:pt x="31645" y="16607"/>
                    <a:pt x="31745" y="15928"/>
                  </a:cubicBezTo>
                  <a:cubicBezTo>
                    <a:pt x="31745" y="15812"/>
                    <a:pt x="31637" y="15729"/>
                    <a:pt x="31535" y="15729"/>
                  </a:cubicBezTo>
                  <a:cubicBezTo>
                    <a:pt x="31486" y="15729"/>
                    <a:pt x="31439" y="15748"/>
                    <a:pt x="31406" y="15792"/>
                  </a:cubicBezTo>
                  <a:cubicBezTo>
                    <a:pt x="31202" y="15996"/>
                    <a:pt x="31033" y="16232"/>
                    <a:pt x="30794" y="16368"/>
                  </a:cubicBezTo>
                  <a:cubicBezTo>
                    <a:pt x="30626" y="16471"/>
                    <a:pt x="30455" y="16539"/>
                    <a:pt x="30251" y="16572"/>
                  </a:cubicBezTo>
                  <a:cubicBezTo>
                    <a:pt x="30251" y="16504"/>
                    <a:pt x="30219" y="16436"/>
                    <a:pt x="30183" y="16368"/>
                  </a:cubicBezTo>
                  <a:cubicBezTo>
                    <a:pt x="29979" y="15757"/>
                    <a:pt x="29844" y="15181"/>
                    <a:pt x="29675" y="14570"/>
                  </a:cubicBezTo>
                  <a:cubicBezTo>
                    <a:pt x="30251" y="14467"/>
                    <a:pt x="30726" y="14059"/>
                    <a:pt x="30794" y="13415"/>
                  </a:cubicBezTo>
                  <a:cubicBezTo>
                    <a:pt x="30794" y="13330"/>
                    <a:pt x="30702" y="13258"/>
                    <a:pt x="30616" y="13258"/>
                  </a:cubicBezTo>
                  <a:cubicBezTo>
                    <a:pt x="30564" y="13258"/>
                    <a:pt x="30515" y="13284"/>
                    <a:pt x="30490" y="13348"/>
                  </a:cubicBezTo>
                  <a:cubicBezTo>
                    <a:pt x="30286" y="13755"/>
                    <a:pt x="30015" y="14127"/>
                    <a:pt x="29572" y="14195"/>
                  </a:cubicBezTo>
                  <a:cubicBezTo>
                    <a:pt x="29436" y="13755"/>
                    <a:pt x="29300" y="13348"/>
                    <a:pt x="29132" y="12905"/>
                  </a:cubicBezTo>
                  <a:cubicBezTo>
                    <a:pt x="29132" y="12872"/>
                    <a:pt x="29097" y="12872"/>
                    <a:pt x="29097" y="12837"/>
                  </a:cubicBezTo>
                  <a:cubicBezTo>
                    <a:pt x="29064" y="12669"/>
                    <a:pt x="28961" y="12533"/>
                    <a:pt x="28725" y="12497"/>
                  </a:cubicBezTo>
                  <a:cubicBezTo>
                    <a:pt x="27324" y="12436"/>
                    <a:pt x="25924" y="12424"/>
                    <a:pt x="24523" y="12424"/>
                  </a:cubicBezTo>
                  <a:cubicBezTo>
                    <a:pt x="23615" y="12424"/>
                    <a:pt x="22707" y="12429"/>
                    <a:pt x="21798" y="12429"/>
                  </a:cubicBezTo>
                  <a:cubicBezTo>
                    <a:pt x="21595" y="11683"/>
                    <a:pt x="21831" y="10971"/>
                    <a:pt x="22274" y="10324"/>
                  </a:cubicBezTo>
                  <a:cubicBezTo>
                    <a:pt x="22349" y="10199"/>
                    <a:pt x="22236" y="10072"/>
                    <a:pt x="22118" y="10072"/>
                  </a:cubicBezTo>
                  <a:cubicBezTo>
                    <a:pt x="22077" y="10072"/>
                    <a:pt x="22036" y="10086"/>
                    <a:pt x="22002" y="10121"/>
                  </a:cubicBezTo>
                  <a:cubicBezTo>
                    <a:pt x="21459" y="10767"/>
                    <a:pt x="21255" y="11615"/>
                    <a:pt x="21423" y="12465"/>
                  </a:cubicBezTo>
                  <a:cubicBezTo>
                    <a:pt x="20133" y="12465"/>
                    <a:pt x="18843" y="12497"/>
                    <a:pt x="17588" y="12497"/>
                  </a:cubicBezTo>
                  <a:cubicBezTo>
                    <a:pt x="17553" y="12226"/>
                    <a:pt x="17553" y="11989"/>
                    <a:pt x="17553" y="11750"/>
                  </a:cubicBezTo>
                  <a:cubicBezTo>
                    <a:pt x="17553" y="11175"/>
                    <a:pt x="17689" y="10664"/>
                    <a:pt x="17960" y="10189"/>
                  </a:cubicBezTo>
                  <a:cubicBezTo>
                    <a:pt x="18012" y="10061"/>
                    <a:pt x="17908" y="9893"/>
                    <a:pt x="17781" y="9893"/>
                  </a:cubicBezTo>
                  <a:cubicBezTo>
                    <a:pt x="17740" y="9893"/>
                    <a:pt x="17697" y="9911"/>
                    <a:pt x="17656" y="9952"/>
                  </a:cubicBezTo>
                  <a:cubicBezTo>
                    <a:pt x="17145" y="10563"/>
                    <a:pt x="17010" y="11615"/>
                    <a:pt x="17145" y="12497"/>
                  </a:cubicBezTo>
                  <a:cubicBezTo>
                    <a:pt x="15923" y="12497"/>
                    <a:pt x="14668" y="12465"/>
                    <a:pt x="13446" y="12465"/>
                  </a:cubicBezTo>
                  <a:cubicBezTo>
                    <a:pt x="13514" y="11718"/>
                    <a:pt x="13650" y="11039"/>
                    <a:pt x="14057" y="10392"/>
                  </a:cubicBezTo>
                  <a:cubicBezTo>
                    <a:pt x="14153" y="10273"/>
                    <a:pt x="14046" y="10153"/>
                    <a:pt x="13926" y="10153"/>
                  </a:cubicBezTo>
                  <a:cubicBezTo>
                    <a:pt x="13877" y="10153"/>
                    <a:pt x="13825" y="10174"/>
                    <a:pt x="13785" y="10224"/>
                  </a:cubicBezTo>
                  <a:cubicBezTo>
                    <a:pt x="13343" y="10903"/>
                    <a:pt x="13207" y="11650"/>
                    <a:pt x="13139" y="12465"/>
                  </a:cubicBezTo>
                  <a:cubicBezTo>
                    <a:pt x="12053" y="12429"/>
                    <a:pt x="10933" y="12429"/>
                    <a:pt x="9847" y="12429"/>
                  </a:cubicBezTo>
                  <a:cubicBezTo>
                    <a:pt x="9608" y="11750"/>
                    <a:pt x="9643" y="11003"/>
                    <a:pt x="10051" y="10324"/>
                  </a:cubicBezTo>
                  <a:cubicBezTo>
                    <a:pt x="10119" y="10186"/>
                    <a:pt x="10015" y="10064"/>
                    <a:pt x="9910" y="10064"/>
                  </a:cubicBezTo>
                  <a:cubicBezTo>
                    <a:pt x="9861" y="10064"/>
                    <a:pt x="9811" y="10091"/>
                    <a:pt x="9779" y="10156"/>
                  </a:cubicBezTo>
                  <a:cubicBezTo>
                    <a:pt x="9336" y="10868"/>
                    <a:pt x="9304" y="11683"/>
                    <a:pt x="9540" y="12465"/>
                  </a:cubicBezTo>
                  <a:cubicBezTo>
                    <a:pt x="8217" y="12465"/>
                    <a:pt x="6859" y="12533"/>
                    <a:pt x="5534" y="12701"/>
                  </a:cubicBezTo>
                  <a:cubicBezTo>
                    <a:pt x="5126" y="12736"/>
                    <a:pt x="5026" y="13212"/>
                    <a:pt x="4922" y="13551"/>
                  </a:cubicBezTo>
                  <a:cubicBezTo>
                    <a:pt x="4686" y="14502"/>
                    <a:pt x="4415" y="15453"/>
                    <a:pt x="4108" y="16368"/>
                  </a:cubicBezTo>
                  <a:cubicBezTo>
                    <a:pt x="3668" y="15621"/>
                    <a:pt x="3496" y="14874"/>
                    <a:pt x="3736" y="14027"/>
                  </a:cubicBezTo>
                  <a:cubicBezTo>
                    <a:pt x="3777" y="13860"/>
                    <a:pt x="3653" y="13757"/>
                    <a:pt x="3527" y="13757"/>
                  </a:cubicBezTo>
                  <a:cubicBezTo>
                    <a:pt x="3447" y="13757"/>
                    <a:pt x="3367" y="13798"/>
                    <a:pt x="3328" y="13891"/>
                  </a:cubicBezTo>
                  <a:cubicBezTo>
                    <a:pt x="2989" y="14806"/>
                    <a:pt x="3192" y="15928"/>
                    <a:pt x="3871" y="16675"/>
                  </a:cubicBezTo>
                  <a:cubicBezTo>
                    <a:pt x="3904" y="16708"/>
                    <a:pt x="3972" y="16708"/>
                    <a:pt x="4007" y="16708"/>
                  </a:cubicBezTo>
                  <a:cubicBezTo>
                    <a:pt x="3836" y="17286"/>
                    <a:pt x="3632" y="17897"/>
                    <a:pt x="3464" y="18473"/>
                  </a:cubicBezTo>
                  <a:cubicBezTo>
                    <a:pt x="3225" y="18373"/>
                    <a:pt x="3056" y="18201"/>
                    <a:pt x="2885" y="18033"/>
                  </a:cubicBezTo>
                  <a:cubicBezTo>
                    <a:pt x="2649" y="17794"/>
                    <a:pt x="2513" y="17422"/>
                    <a:pt x="2242" y="17251"/>
                  </a:cubicBezTo>
                  <a:cubicBezTo>
                    <a:pt x="2218" y="17227"/>
                    <a:pt x="2185" y="17216"/>
                    <a:pt x="2154" y="17216"/>
                  </a:cubicBezTo>
                  <a:cubicBezTo>
                    <a:pt x="2095" y="17216"/>
                    <a:pt x="2038" y="17253"/>
                    <a:pt x="2038" y="17319"/>
                  </a:cubicBezTo>
                  <a:cubicBezTo>
                    <a:pt x="1935" y="17726"/>
                    <a:pt x="2310" y="18101"/>
                    <a:pt x="2546" y="18337"/>
                  </a:cubicBezTo>
                  <a:cubicBezTo>
                    <a:pt x="2785" y="18576"/>
                    <a:pt x="3056" y="18780"/>
                    <a:pt x="3361" y="18848"/>
                  </a:cubicBezTo>
                  <a:cubicBezTo>
                    <a:pt x="3260" y="19084"/>
                    <a:pt x="3192" y="19323"/>
                    <a:pt x="3124" y="19560"/>
                  </a:cubicBezTo>
                  <a:cubicBezTo>
                    <a:pt x="2989" y="19967"/>
                    <a:pt x="2885" y="20374"/>
                    <a:pt x="2785" y="20782"/>
                  </a:cubicBezTo>
                  <a:cubicBezTo>
                    <a:pt x="2750" y="20749"/>
                    <a:pt x="2682" y="20714"/>
                    <a:pt x="2649" y="20681"/>
                  </a:cubicBezTo>
                  <a:cubicBezTo>
                    <a:pt x="2410" y="20478"/>
                    <a:pt x="2174" y="20239"/>
                    <a:pt x="1935" y="20070"/>
                  </a:cubicBezTo>
                  <a:cubicBezTo>
                    <a:pt x="1916" y="20057"/>
                    <a:pt x="1896" y="20052"/>
                    <a:pt x="1876" y="20052"/>
                  </a:cubicBezTo>
                  <a:cubicBezTo>
                    <a:pt x="1790" y="20052"/>
                    <a:pt x="1711" y="20157"/>
                    <a:pt x="1766" y="20239"/>
                  </a:cubicBezTo>
                  <a:cubicBezTo>
                    <a:pt x="1902" y="20510"/>
                    <a:pt x="2138" y="20714"/>
                    <a:pt x="2377" y="20885"/>
                  </a:cubicBezTo>
                  <a:cubicBezTo>
                    <a:pt x="2478" y="20953"/>
                    <a:pt x="2581" y="21053"/>
                    <a:pt x="2682" y="21121"/>
                  </a:cubicBezTo>
                  <a:cubicBezTo>
                    <a:pt x="2682" y="21189"/>
                    <a:pt x="2649" y="21257"/>
                    <a:pt x="2649" y="21325"/>
                  </a:cubicBezTo>
                  <a:cubicBezTo>
                    <a:pt x="2581" y="21632"/>
                    <a:pt x="2478" y="21936"/>
                    <a:pt x="2445" y="22243"/>
                  </a:cubicBezTo>
                  <a:cubicBezTo>
                    <a:pt x="2377" y="22479"/>
                    <a:pt x="2206" y="22922"/>
                    <a:pt x="2242" y="23126"/>
                  </a:cubicBezTo>
                  <a:cubicBezTo>
                    <a:pt x="2070" y="22447"/>
                    <a:pt x="1731" y="21768"/>
                    <a:pt x="1120" y="21632"/>
                  </a:cubicBezTo>
                  <a:lnTo>
                    <a:pt x="1087" y="21632"/>
                  </a:lnTo>
                  <a:cubicBezTo>
                    <a:pt x="1223" y="18440"/>
                    <a:pt x="1120" y="15249"/>
                    <a:pt x="2038" y="12125"/>
                  </a:cubicBezTo>
                  <a:cubicBezTo>
                    <a:pt x="2785" y="9613"/>
                    <a:pt x="5873" y="8119"/>
                    <a:pt x="7639" y="6386"/>
                  </a:cubicBezTo>
                  <a:cubicBezTo>
                    <a:pt x="7707" y="6318"/>
                    <a:pt x="7707" y="6250"/>
                    <a:pt x="7707" y="6218"/>
                  </a:cubicBezTo>
                  <a:cubicBezTo>
                    <a:pt x="10594" y="4892"/>
                    <a:pt x="13818" y="5063"/>
                    <a:pt x="16909" y="5028"/>
                  </a:cubicBezTo>
                  <a:close/>
                  <a:moveTo>
                    <a:pt x="34496" y="662"/>
                  </a:moveTo>
                  <a:cubicBezTo>
                    <a:pt x="35465" y="662"/>
                    <a:pt x="36332" y="948"/>
                    <a:pt x="37281" y="1565"/>
                  </a:cubicBezTo>
                  <a:cubicBezTo>
                    <a:pt x="40573" y="3773"/>
                    <a:pt x="41898" y="8695"/>
                    <a:pt x="41252" y="12362"/>
                  </a:cubicBezTo>
                  <a:cubicBezTo>
                    <a:pt x="40641" y="15893"/>
                    <a:pt x="38400" y="18848"/>
                    <a:pt x="37349" y="22243"/>
                  </a:cubicBezTo>
                  <a:cubicBezTo>
                    <a:pt x="36737" y="24144"/>
                    <a:pt x="36566" y="26589"/>
                    <a:pt x="38196" y="27879"/>
                  </a:cubicBezTo>
                  <a:cubicBezTo>
                    <a:pt x="38163" y="27879"/>
                    <a:pt x="38128" y="27879"/>
                    <a:pt x="38096" y="27912"/>
                  </a:cubicBezTo>
                  <a:cubicBezTo>
                    <a:pt x="36398" y="27233"/>
                    <a:pt x="36602" y="24924"/>
                    <a:pt x="36838" y="23430"/>
                  </a:cubicBezTo>
                  <a:cubicBezTo>
                    <a:pt x="36879" y="23246"/>
                    <a:pt x="36720" y="23123"/>
                    <a:pt x="36574" y="23123"/>
                  </a:cubicBezTo>
                  <a:cubicBezTo>
                    <a:pt x="36479" y="23123"/>
                    <a:pt x="36389" y="23175"/>
                    <a:pt x="36363" y="23294"/>
                  </a:cubicBezTo>
                  <a:cubicBezTo>
                    <a:pt x="36091" y="24891"/>
                    <a:pt x="35955" y="27268"/>
                    <a:pt x="37585" y="28083"/>
                  </a:cubicBezTo>
                  <a:cubicBezTo>
                    <a:pt x="37137" y="28182"/>
                    <a:pt x="36690" y="28245"/>
                    <a:pt x="36243" y="28245"/>
                  </a:cubicBezTo>
                  <a:cubicBezTo>
                    <a:pt x="36079" y="28245"/>
                    <a:pt x="35915" y="28237"/>
                    <a:pt x="35751" y="28219"/>
                  </a:cubicBezTo>
                  <a:cubicBezTo>
                    <a:pt x="34801" y="27029"/>
                    <a:pt x="35176" y="25095"/>
                    <a:pt x="35651" y="23702"/>
                  </a:cubicBezTo>
                  <a:cubicBezTo>
                    <a:pt x="35716" y="23569"/>
                    <a:pt x="35595" y="23465"/>
                    <a:pt x="35475" y="23465"/>
                  </a:cubicBezTo>
                  <a:cubicBezTo>
                    <a:pt x="35411" y="23465"/>
                    <a:pt x="35346" y="23495"/>
                    <a:pt x="35311" y="23566"/>
                  </a:cubicBezTo>
                  <a:cubicBezTo>
                    <a:pt x="34597" y="24788"/>
                    <a:pt x="34361" y="26825"/>
                    <a:pt x="35140" y="28116"/>
                  </a:cubicBezTo>
                  <a:cubicBezTo>
                    <a:pt x="34597" y="28015"/>
                    <a:pt x="34089" y="27811"/>
                    <a:pt x="33646" y="27472"/>
                  </a:cubicBezTo>
                  <a:cubicBezTo>
                    <a:pt x="34325" y="26589"/>
                    <a:pt x="34325" y="24891"/>
                    <a:pt x="34293" y="24009"/>
                  </a:cubicBezTo>
                  <a:cubicBezTo>
                    <a:pt x="34293" y="23669"/>
                    <a:pt x="34225" y="22786"/>
                    <a:pt x="33986" y="22175"/>
                  </a:cubicBezTo>
                  <a:cubicBezTo>
                    <a:pt x="34054" y="22175"/>
                    <a:pt x="34089" y="22140"/>
                    <a:pt x="34122" y="22072"/>
                  </a:cubicBezTo>
                  <a:cubicBezTo>
                    <a:pt x="36974" y="17829"/>
                    <a:pt x="35616" y="12769"/>
                    <a:pt x="32424" y="9341"/>
                  </a:cubicBezTo>
                  <a:cubicBezTo>
                    <a:pt x="32935" y="9002"/>
                    <a:pt x="33239" y="8559"/>
                    <a:pt x="33410" y="8016"/>
                  </a:cubicBezTo>
                  <a:cubicBezTo>
                    <a:pt x="34564" y="9070"/>
                    <a:pt x="35072" y="10631"/>
                    <a:pt x="35412" y="12193"/>
                  </a:cubicBezTo>
                  <a:cubicBezTo>
                    <a:pt x="35442" y="12283"/>
                    <a:pt x="35532" y="12326"/>
                    <a:pt x="35623" y="12326"/>
                  </a:cubicBezTo>
                  <a:cubicBezTo>
                    <a:pt x="35738" y="12326"/>
                    <a:pt x="35855" y="12257"/>
                    <a:pt x="35855" y="12125"/>
                  </a:cubicBezTo>
                  <a:cubicBezTo>
                    <a:pt x="35651" y="10360"/>
                    <a:pt x="34904" y="8662"/>
                    <a:pt x="33511" y="7608"/>
                  </a:cubicBezTo>
                  <a:cubicBezTo>
                    <a:pt x="33714" y="6421"/>
                    <a:pt x="33342" y="5063"/>
                    <a:pt x="32628" y="4180"/>
                  </a:cubicBezTo>
                  <a:lnTo>
                    <a:pt x="32628" y="4180"/>
                  </a:lnTo>
                  <a:cubicBezTo>
                    <a:pt x="38639" y="4892"/>
                    <a:pt x="37856" y="12294"/>
                    <a:pt x="37381" y="16843"/>
                  </a:cubicBezTo>
                  <a:cubicBezTo>
                    <a:pt x="37365" y="17031"/>
                    <a:pt x="37501" y="17124"/>
                    <a:pt x="37645" y="17124"/>
                  </a:cubicBezTo>
                  <a:cubicBezTo>
                    <a:pt x="37789" y="17124"/>
                    <a:pt x="37942" y="17031"/>
                    <a:pt x="37960" y="16843"/>
                  </a:cubicBezTo>
                  <a:cubicBezTo>
                    <a:pt x="38555" y="12607"/>
                    <a:pt x="38989" y="3855"/>
                    <a:pt x="32848" y="3855"/>
                  </a:cubicBezTo>
                  <a:cubicBezTo>
                    <a:pt x="32688" y="3855"/>
                    <a:pt x="32525" y="3861"/>
                    <a:pt x="32356" y="3873"/>
                  </a:cubicBezTo>
                  <a:lnTo>
                    <a:pt x="32324" y="3873"/>
                  </a:lnTo>
                  <a:cubicBezTo>
                    <a:pt x="31814" y="3435"/>
                    <a:pt x="31210" y="3263"/>
                    <a:pt x="30587" y="3263"/>
                  </a:cubicBezTo>
                  <a:cubicBezTo>
                    <a:pt x="30296" y="3263"/>
                    <a:pt x="30000" y="3301"/>
                    <a:pt x="29708" y="3365"/>
                  </a:cubicBezTo>
                  <a:cubicBezTo>
                    <a:pt x="29572" y="1668"/>
                    <a:pt x="31881" y="1089"/>
                    <a:pt x="33171" y="818"/>
                  </a:cubicBezTo>
                  <a:cubicBezTo>
                    <a:pt x="33641" y="715"/>
                    <a:pt x="34078" y="662"/>
                    <a:pt x="34496" y="662"/>
                  </a:cubicBezTo>
                  <a:close/>
                  <a:moveTo>
                    <a:pt x="5569" y="13076"/>
                  </a:moveTo>
                  <a:cubicBezTo>
                    <a:pt x="7419" y="13280"/>
                    <a:pt x="9294" y="13331"/>
                    <a:pt x="11170" y="13331"/>
                  </a:cubicBezTo>
                  <a:cubicBezTo>
                    <a:pt x="13046" y="13331"/>
                    <a:pt x="14922" y="13280"/>
                    <a:pt x="16773" y="13280"/>
                  </a:cubicBezTo>
                  <a:cubicBezTo>
                    <a:pt x="19248" y="13280"/>
                    <a:pt x="21736" y="13345"/>
                    <a:pt x="24221" y="13345"/>
                  </a:cubicBezTo>
                  <a:cubicBezTo>
                    <a:pt x="25725" y="13345"/>
                    <a:pt x="27227" y="13321"/>
                    <a:pt x="28725" y="13244"/>
                  </a:cubicBezTo>
                  <a:lnTo>
                    <a:pt x="28757" y="13244"/>
                  </a:lnTo>
                  <a:cubicBezTo>
                    <a:pt x="28860" y="14366"/>
                    <a:pt x="29268" y="15485"/>
                    <a:pt x="29572" y="16539"/>
                  </a:cubicBezTo>
                  <a:cubicBezTo>
                    <a:pt x="29572" y="16607"/>
                    <a:pt x="29607" y="16675"/>
                    <a:pt x="29607" y="16708"/>
                  </a:cubicBezTo>
                  <a:cubicBezTo>
                    <a:pt x="29539" y="16843"/>
                    <a:pt x="29572" y="16979"/>
                    <a:pt x="29708" y="17047"/>
                  </a:cubicBezTo>
                  <a:cubicBezTo>
                    <a:pt x="30354" y="19356"/>
                    <a:pt x="30862" y="21732"/>
                    <a:pt x="31577" y="24009"/>
                  </a:cubicBezTo>
                  <a:cubicBezTo>
                    <a:pt x="31633" y="24178"/>
                    <a:pt x="31737" y="24254"/>
                    <a:pt x="31867" y="24254"/>
                  </a:cubicBezTo>
                  <a:cubicBezTo>
                    <a:pt x="31894" y="24254"/>
                    <a:pt x="31921" y="24251"/>
                    <a:pt x="31949" y="24245"/>
                  </a:cubicBezTo>
                  <a:cubicBezTo>
                    <a:pt x="31949" y="24313"/>
                    <a:pt x="32000" y="24347"/>
                    <a:pt x="32055" y="24347"/>
                  </a:cubicBezTo>
                  <a:cubicBezTo>
                    <a:pt x="32110" y="24347"/>
                    <a:pt x="32170" y="24313"/>
                    <a:pt x="32188" y="24245"/>
                  </a:cubicBezTo>
                  <a:cubicBezTo>
                    <a:pt x="32356" y="23669"/>
                    <a:pt x="32459" y="23058"/>
                    <a:pt x="32799" y="22583"/>
                  </a:cubicBezTo>
                  <a:cubicBezTo>
                    <a:pt x="32908" y="22427"/>
                    <a:pt x="33006" y="22362"/>
                    <a:pt x="33094" y="22362"/>
                  </a:cubicBezTo>
                  <a:cubicBezTo>
                    <a:pt x="33527" y="22362"/>
                    <a:pt x="33714" y="23923"/>
                    <a:pt x="33714" y="24009"/>
                  </a:cubicBezTo>
                  <a:cubicBezTo>
                    <a:pt x="33714" y="24652"/>
                    <a:pt x="33714" y="25299"/>
                    <a:pt x="33546" y="25943"/>
                  </a:cubicBezTo>
                  <a:cubicBezTo>
                    <a:pt x="33478" y="26282"/>
                    <a:pt x="33342" y="26622"/>
                    <a:pt x="33206" y="26961"/>
                  </a:cubicBezTo>
                  <a:cubicBezTo>
                    <a:pt x="32832" y="26961"/>
                    <a:pt x="32459" y="26996"/>
                    <a:pt x="32085" y="26996"/>
                  </a:cubicBezTo>
                  <a:cubicBezTo>
                    <a:pt x="32051" y="26809"/>
                    <a:pt x="31907" y="26715"/>
                    <a:pt x="31767" y="26715"/>
                  </a:cubicBezTo>
                  <a:cubicBezTo>
                    <a:pt x="31627" y="26715"/>
                    <a:pt x="31491" y="26809"/>
                    <a:pt x="31473" y="26996"/>
                  </a:cubicBezTo>
                  <a:cubicBezTo>
                    <a:pt x="30862" y="34330"/>
                    <a:pt x="22985" y="34431"/>
                    <a:pt x="17181" y="34602"/>
                  </a:cubicBezTo>
                  <a:cubicBezTo>
                    <a:pt x="11341" y="34431"/>
                    <a:pt x="3464" y="34330"/>
                    <a:pt x="2853" y="26996"/>
                  </a:cubicBezTo>
                  <a:cubicBezTo>
                    <a:pt x="2835" y="26809"/>
                    <a:pt x="2699" y="26715"/>
                    <a:pt x="2563" y="26715"/>
                  </a:cubicBezTo>
                  <a:cubicBezTo>
                    <a:pt x="2428" y="26715"/>
                    <a:pt x="2292" y="26809"/>
                    <a:pt x="2274" y="26996"/>
                  </a:cubicBezTo>
                  <a:cubicBezTo>
                    <a:pt x="1902" y="26996"/>
                    <a:pt x="1527" y="26961"/>
                    <a:pt x="1155" y="26961"/>
                  </a:cubicBezTo>
                  <a:cubicBezTo>
                    <a:pt x="984" y="26622"/>
                    <a:pt x="848" y="26282"/>
                    <a:pt x="780" y="25943"/>
                  </a:cubicBezTo>
                  <a:cubicBezTo>
                    <a:pt x="644" y="25299"/>
                    <a:pt x="612" y="24652"/>
                    <a:pt x="612" y="24009"/>
                  </a:cubicBezTo>
                  <a:cubicBezTo>
                    <a:pt x="612" y="23923"/>
                    <a:pt x="799" y="22362"/>
                    <a:pt x="1232" y="22362"/>
                  </a:cubicBezTo>
                  <a:cubicBezTo>
                    <a:pt x="1320" y="22362"/>
                    <a:pt x="1418" y="22427"/>
                    <a:pt x="1527" y="22583"/>
                  </a:cubicBezTo>
                  <a:cubicBezTo>
                    <a:pt x="1867" y="23058"/>
                    <a:pt x="2003" y="23669"/>
                    <a:pt x="2138" y="24245"/>
                  </a:cubicBezTo>
                  <a:cubicBezTo>
                    <a:pt x="2156" y="24313"/>
                    <a:pt x="2216" y="24347"/>
                    <a:pt x="2271" y="24347"/>
                  </a:cubicBezTo>
                  <a:cubicBezTo>
                    <a:pt x="2326" y="24347"/>
                    <a:pt x="2377" y="24313"/>
                    <a:pt x="2377" y="24245"/>
                  </a:cubicBezTo>
                  <a:cubicBezTo>
                    <a:pt x="2405" y="24251"/>
                    <a:pt x="2434" y="24254"/>
                    <a:pt x="2461" y="24254"/>
                  </a:cubicBezTo>
                  <a:cubicBezTo>
                    <a:pt x="2599" y="24254"/>
                    <a:pt x="2722" y="24178"/>
                    <a:pt x="2750" y="24009"/>
                  </a:cubicBezTo>
                  <a:cubicBezTo>
                    <a:pt x="3464" y="21732"/>
                    <a:pt x="3972" y="19391"/>
                    <a:pt x="4618" y="17115"/>
                  </a:cubicBezTo>
                  <a:cubicBezTo>
                    <a:pt x="4686" y="17082"/>
                    <a:pt x="4686" y="17014"/>
                    <a:pt x="4651" y="16979"/>
                  </a:cubicBezTo>
                  <a:cubicBezTo>
                    <a:pt x="4686" y="16811"/>
                    <a:pt x="4719" y="16675"/>
                    <a:pt x="4787" y="16539"/>
                  </a:cubicBezTo>
                  <a:cubicBezTo>
                    <a:pt x="5094" y="15417"/>
                    <a:pt x="5501" y="14230"/>
                    <a:pt x="5569" y="13076"/>
                  </a:cubicBezTo>
                  <a:close/>
                  <a:moveTo>
                    <a:pt x="13614" y="35314"/>
                  </a:moveTo>
                  <a:lnTo>
                    <a:pt x="13614" y="35314"/>
                  </a:lnTo>
                  <a:cubicBezTo>
                    <a:pt x="14701" y="35417"/>
                    <a:pt x="15808" y="35462"/>
                    <a:pt x="16904" y="35462"/>
                  </a:cubicBezTo>
                  <a:cubicBezTo>
                    <a:pt x="17247" y="35462"/>
                    <a:pt x="17588" y="35458"/>
                    <a:pt x="17928" y="35449"/>
                  </a:cubicBezTo>
                  <a:cubicBezTo>
                    <a:pt x="18607" y="35449"/>
                    <a:pt x="19286" y="35417"/>
                    <a:pt x="19965" y="35381"/>
                  </a:cubicBezTo>
                  <a:lnTo>
                    <a:pt x="19965" y="35381"/>
                  </a:lnTo>
                  <a:cubicBezTo>
                    <a:pt x="20977" y="37346"/>
                    <a:pt x="19408" y="40062"/>
                    <a:pt x="17241" y="40062"/>
                  </a:cubicBezTo>
                  <a:cubicBezTo>
                    <a:pt x="17011" y="40062"/>
                    <a:pt x="16775" y="40031"/>
                    <a:pt x="16534" y="39966"/>
                  </a:cubicBezTo>
                  <a:cubicBezTo>
                    <a:pt x="14668" y="39491"/>
                    <a:pt x="13750" y="37114"/>
                    <a:pt x="13614" y="35314"/>
                  </a:cubicBezTo>
                  <a:close/>
                  <a:moveTo>
                    <a:pt x="13207" y="35281"/>
                  </a:moveTo>
                  <a:cubicBezTo>
                    <a:pt x="13275" y="35281"/>
                    <a:pt x="13310" y="35314"/>
                    <a:pt x="13378" y="35314"/>
                  </a:cubicBezTo>
                  <a:cubicBezTo>
                    <a:pt x="13207" y="37454"/>
                    <a:pt x="14633" y="40510"/>
                    <a:pt x="17045" y="40645"/>
                  </a:cubicBezTo>
                  <a:cubicBezTo>
                    <a:pt x="17103" y="40648"/>
                    <a:pt x="17160" y="40650"/>
                    <a:pt x="17217" y="40650"/>
                  </a:cubicBezTo>
                  <a:cubicBezTo>
                    <a:pt x="19805" y="40650"/>
                    <a:pt x="21575" y="37674"/>
                    <a:pt x="20676" y="35349"/>
                  </a:cubicBezTo>
                  <a:cubicBezTo>
                    <a:pt x="20780" y="35314"/>
                    <a:pt x="20848" y="35314"/>
                    <a:pt x="20916" y="35314"/>
                  </a:cubicBezTo>
                  <a:cubicBezTo>
                    <a:pt x="21695" y="36740"/>
                    <a:pt x="21595" y="37894"/>
                    <a:pt x="20712" y="39252"/>
                  </a:cubicBezTo>
                  <a:cubicBezTo>
                    <a:pt x="20019" y="40349"/>
                    <a:pt x="18810" y="41128"/>
                    <a:pt x="17525" y="41128"/>
                  </a:cubicBezTo>
                  <a:cubicBezTo>
                    <a:pt x="17298" y="41128"/>
                    <a:pt x="17070" y="41104"/>
                    <a:pt x="16841" y="41053"/>
                  </a:cubicBezTo>
                  <a:cubicBezTo>
                    <a:pt x="14397" y="40510"/>
                    <a:pt x="13003" y="37590"/>
                    <a:pt x="13207" y="35281"/>
                  </a:cubicBezTo>
                  <a:close/>
                  <a:moveTo>
                    <a:pt x="34655" y="0"/>
                  </a:moveTo>
                  <a:cubicBezTo>
                    <a:pt x="34457" y="0"/>
                    <a:pt x="34257" y="13"/>
                    <a:pt x="34054" y="38"/>
                  </a:cubicBezTo>
                  <a:cubicBezTo>
                    <a:pt x="32459" y="242"/>
                    <a:pt x="28621" y="1125"/>
                    <a:pt x="29368" y="3466"/>
                  </a:cubicBezTo>
                  <a:cubicBezTo>
                    <a:pt x="29268" y="3534"/>
                    <a:pt x="29132" y="3569"/>
                    <a:pt x="29029" y="3637"/>
                  </a:cubicBezTo>
                  <a:cubicBezTo>
                    <a:pt x="28214" y="4009"/>
                    <a:pt x="27399" y="4960"/>
                    <a:pt x="27467" y="5911"/>
                  </a:cubicBezTo>
                  <a:cubicBezTo>
                    <a:pt x="24547" y="4756"/>
                    <a:pt x="21220" y="4485"/>
                    <a:pt x="18096" y="4417"/>
                  </a:cubicBezTo>
                  <a:cubicBezTo>
                    <a:pt x="17186" y="4408"/>
                    <a:pt x="16180" y="4375"/>
                    <a:pt x="15142" y="4375"/>
                  </a:cubicBezTo>
                  <a:cubicBezTo>
                    <a:pt x="12463" y="4375"/>
                    <a:pt x="9568" y="4595"/>
                    <a:pt x="7538" y="6014"/>
                  </a:cubicBezTo>
                  <a:cubicBezTo>
                    <a:pt x="7518" y="6003"/>
                    <a:pt x="7498" y="5999"/>
                    <a:pt x="7478" y="5999"/>
                  </a:cubicBezTo>
                  <a:cubicBezTo>
                    <a:pt x="7430" y="5999"/>
                    <a:pt x="7382" y="6023"/>
                    <a:pt x="7334" y="6046"/>
                  </a:cubicBezTo>
                  <a:cubicBezTo>
                    <a:pt x="5433" y="7576"/>
                    <a:pt x="2581" y="9170"/>
                    <a:pt x="1698" y="11582"/>
                  </a:cubicBezTo>
                  <a:cubicBezTo>
                    <a:pt x="509" y="14670"/>
                    <a:pt x="644" y="18373"/>
                    <a:pt x="816" y="21665"/>
                  </a:cubicBezTo>
                  <a:cubicBezTo>
                    <a:pt x="137" y="21868"/>
                    <a:pt x="69" y="23533"/>
                    <a:pt x="33" y="24009"/>
                  </a:cubicBezTo>
                  <a:cubicBezTo>
                    <a:pt x="1" y="25060"/>
                    <a:pt x="33" y="27233"/>
                    <a:pt x="1087" y="27844"/>
                  </a:cubicBezTo>
                  <a:cubicBezTo>
                    <a:pt x="1430" y="28046"/>
                    <a:pt x="1726" y="28141"/>
                    <a:pt x="1974" y="28141"/>
                  </a:cubicBezTo>
                  <a:cubicBezTo>
                    <a:pt x="2141" y="28141"/>
                    <a:pt x="2286" y="28098"/>
                    <a:pt x="2408" y="28016"/>
                  </a:cubicBezTo>
                  <a:lnTo>
                    <a:pt x="2408" y="28016"/>
                  </a:lnTo>
                  <a:cubicBezTo>
                    <a:pt x="2349" y="28068"/>
                    <a:pt x="2718" y="29135"/>
                    <a:pt x="2785" y="29237"/>
                  </a:cubicBezTo>
                  <a:cubicBezTo>
                    <a:pt x="2921" y="29645"/>
                    <a:pt x="3056" y="30017"/>
                    <a:pt x="3225" y="30392"/>
                  </a:cubicBezTo>
                  <a:cubicBezTo>
                    <a:pt x="3600" y="31103"/>
                    <a:pt x="4108" y="31715"/>
                    <a:pt x="4719" y="32225"/>
                  </a:cubicBezTo>
                  <a:cubicBezTo>
                    <a:pt x="5908" y="33276"/>
                    <a:pt x="7402" y="34059"/>
                    <a:pt x="8896" y="34499"/>
                  </a:cubicBezTo>
                  <a:cubicBezTo>
                    <a:pt x="9168" y="34567"/>
                    <a:pt x="9404" y="34634"/>
                    <a:pt x="9676" y="34702"/>
                  </a:cubicBezTo>
                  <a:cubicBezTo>
                    <a:pt x="8521" y="36196"/>
                    <a:pt x="8318" y="38233"/>
                    <a:pt x="8182" y="40102"/>
                  </a:cubicBezTo>
                  <a:cubicBezTo>
                    <a:pt x="7978" y="43294"/>
                    <a:pt x="7775" y="46450"/>
                    <a:pt x="8014" y="49677"/>
                  </a:cubicBezTo>
                  <a:cubicBezTo>
                    <a:pt x="8030" y="49881"/>
                    <a:pt x="8183" y="49982"/>
                    <a:pt x="8335" y="49982"/>
                  </a:cubicBezTo>
                  <a:cubicBezTo>
                    <a:pt x="8488" y="49982"/>
                    <a:pt x="8641" y="49881"/>
                    <a:pt x="8657" y="49677"/>
                  </a:cubicBezTo>
                  <a:cubicBezTo>
                    <a:pt x="8693" y="44856"/>
                    <a:pt x="7946" y="39252"/>
                    <a:pt x="10083" y="34770"/>
                  </a:cubicBezTo>
                  <a:cubicBezTo>
                    <a:pt x="10830" y="34941"/>
                    <a:pt x="11613" y="35042"/>
                    <a:pt x="12359" y="35178"/>
                  </a:cubicBezTo>
                  <a:lnTo>
                    <a:pt x="12971" y="35281"/>
                  </a:lnTo>
                  <a:cubicBezTo>
                    <a:pt x="11781" y="37929"/>
                    <a:pt x="14940" y="41357"/>
                    <a:pt x="17452" y="41664"/>
                  </a:cubicBezTo>
                  <a:cubicBezTo>
                    <a:pt x="17560" y="41677"/>
                    <a:pt x="17669" y="41683"/>
                    <a:pt x="17777" y="41683"/>
                  </a:cubicBezTo>
                  <a:cubicBezTo>
                    <a:pt x="20557" y="41683"/>
                    <a:pt x="23294" y="37599"/>
                    <a:pt x="21595" y="35246"/>
                  </a:cubicBezTo>
                  <a:cubicBezTo>
                    <a:pt x="22102" y="35213"/>
                    <a:pt x="22613" y="35145"/>
                    <a:pt x="23121" y="35042"/>
                  </a:cubicBezTo>
                  <a:cubicBezTo>
                    <a:pt x="23596" y="34974"/>
                    <a:pt x="24107" y="34874"/>
                    <a:pt x="24582" y="34738"/>
                  </a:cubicBezTo>
                  <a:cubicBezTo>
                    <a:pt x="25058" y="34634"/>
                    <a:pt x="25498" y="34431"/>
                    <a:pt x="25940" y="34262"/>
                  </a:cubicBezTo>
                  <a:cubicBezTo>
                    <a:pt x="26177" y="34159"/>
                    <a:pt x="26416" y="34059"/>
                    <a:pt x="26687" y="33955"/>
                  </a:cubicBezTo>
                  <a:lnTo>
                    <a:pt x="26687" y="34023"/>
                  </a:lnTo>
                  <a:cubicBezTo>
                    <a:pt x="28657" y="38641"/>
                    <a:pt x="28825" y="43633"/>
                    <a:pt x="28893" y="48590"/>
                  </a:cubicBezTo>
                  <a:cubicBezTo>
                    <a:pt x="28893" y="48760"/>
                    <a:pt x="29012" y="48845"/>
                    <a:pt x="29135" y="48845"/>
                  </a:cubicBezTo>
                  <a:cubicBezTo>
                    <a:pt x="29258" y="48845"/>
                    <a:pt x="29386" y="48760"/>
                    <a:pt x="29404" y="48590"/>
                  </a:cubicBezTo>
                  <a:cubicBezTo>
                    <a:pt x="29572" y="43837"/>
                    <a:pt x="29233" y="38166"/>
                    <a:pt x="26891" y="33888"/>
                  </a:cubicBezTo>
                  <a:cubicBezTo>
                    <a:pt x="27502" y="33651"/>
                    <a:pt x="28113" y="33344"/>
                    <a:pt x="28657" y="33005"/>
                  </a:cubicBezTo>
                  <a:cubicBezTo>
                    <a:pt x="29743" y="32293"/>
                    <a:pt x="30626" y="31342"/>
                    <a:pt x="31202" y="30188"/>
                  </a:cubicBezTo>
                  <a:cubicBezTo>
                    <a:pt x="31338" y="29849"/>
                    <a:pt x="31473" y="29474"/>
                    <a:pt x="31609" y="29134"/>
                  </a:cubicBezTo>
                  <a:cubicBezTo>
                    <a:pt x="31645" y="29034"/>
                    <a:pt x="31984" y="28048"/>
                    <a:pt x="31949" y="28015"/>
                  </a:cubicBezTo>
                  <a:lnTo>
                    <a:pt x="31949" y="28015"/>
                  </a:lnTo>
                  <a:cubicBezTo>
                    <a:pt x="32068" y="28099"/>
                    <a:pt x="32213" y="28141"/>
                    <a:pt x="32379" y="28141"/>
                  </a:cubicBezTo>
                  <a:cubicBezTo>
                    <a:pt x="32544" y="28141"/>
                    <a:pt x="32731" y="28099"/>
                    <a:pt x="32935" y="28015"/>
                  </a:cubicBezTo>
                  <a:cubicBezTo>
                    <a:pt x="33885" y="28795"/>
                    <a:pt x="35140" y="29134"/>
                    <a:pt x="36363" y="29134"/>
                  </a:cubicBezTo>
                  <a:lnTo>
                    <a:pt x="36398" y="29134"/>
                  </a:lnTo>
                  <a:cubicBezTo>
                    <a:pt x="37449" y="29102"/>
                    <a:pt x="38468" y="28830"/>
                    <a:pt x="39350" y="28319"/>
                  </a:cubicBezTo>
                  <a:cubicBezTo>
                    <a:pt x="39589" y="28151"/>
                    <a:pt x="39690" y="27676"/>
                    <a:pt x="39350" y="27540"/>
                  </a:cubicBezTo>
                  <a:cubicBezTo>
                    <a:pt x="35311" y="25638"/>
                    <a:pt x="40029" y="18305"/>
                    <a:pt x="41083" y="15792"/>
                  </a:cubicBezTo>
                  <a:cubicBezTo>
                    <a:pt x="42678" y="12022"/>
                    <a:pt x="42542" y="8255"/>
                    <a:pt x="40709" y="4620"/>
                  </a:cubicBezTo>
                  <a:cubicBezTo>
                    <a:pt x="39569" y="2312"/>
                    <a:pt x="37368" y="0"/>
                    <a:pt x="34655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3"/>
            <p:cNvSpPr/>
            <p:nvPr/>
          </p:nvSpPr>
          <p:spPr>
            <a:xfrm>
              <a:off x="1307530" y="1974834"/>
              <a:ext cx="73122" cy="221031"/>
            </a:xfrm>
            <a:custGeom>
              <a:rect b="b" l="l" r="r" t="t"/>
              <a:pathLst>
                <a:path extrusionOk="0" h="5973" w="1976">
                  <a:moveTo>
                    <a:pt x="1124" y="0"/>
                  </a:moveTo>
                  <a:cubicBezTo>
                    <a:pt x="1038" y="0"/>
                    <a:pt x="952" y="51"/>
                    <a:pt x="952" y="149"/>
                  </a:cubicBezTo>
                  <a:cubicBezTo>
                    <a:pt x="916" y="489"/>
                    <a:pt x="984" y="793"/>
                    <a:pt x="1020" y="1100"/>
                  </a:cubicBezTo>
                  <a:cubicBezTo>
                    <a:pt x="952" y="1133"/>
                    <a:pt x="916" y="1168"/>
                    <a:pt x="884" y="1200"/>
                  </a:cubicBezTo>
                  <a:cubicBezTo>
                    <a:pt x="816" y="1304"/>
                    <a:pt x="780" y="1404"/>
                    <a:pt x="713" y="1507"/>
                  </a:cubicBezTo>
                  <a:cubicBezTo>
                    <a:pt x="612" y="1236"/>
                    <a:pt x="476" y="964"/>
                    <a:pt x="305" y="725"/>
                  </a:cubicBezTo>
                  <a:cubicBezTo>
                    <a:pt x="286" y="697"/>
                    <a:pt x="259" y="684"/>
                    <a:pt x="230" y="684"/>
                  </a:cubicBezTo>
                  <a:cubicBezTo>
                    <a:pt x="158" y="684"/>
                    <a:pt x="78" y="764"/>
                    <a:pt x="101" y="861"/>
                  </a:cubicBezTo>
                  <a:cubicBezTo>
                    <a:pt x="205" y="1168"/>
                    <a:pt x="373" y="1472"/>
                    <a:pt x="544" y="1744"/>
                  </a:cubicBezTo>
                  <a:lnTo>
                    <a:pt x="544" y="1779"/>
                  </a:lnTo>
                  <a:cubicBezTo>
                    <a:pt x="509" y="1880"/>
                    <a:pt x="509" y="1947"/>
                    <a:pt x="509" y="2015"/>
                  </a:cubicBezTo>
                  <a:cubicBezTo>
                    <a:pt x="408" y="2355"/>
                    <a:pt x="340" y="2694"/>
                    <a:pt x="305" y="3034"/>
                  </a:cubicBezTo>
                  <a:cubicBezTo>
                    <a:pt x="137" y="3713"/>
                    <a:pt x="1" y="4359"/>
                    <a:pt x="137" y="5038"/>
                  </a:cubicBezTo>
                  <a:cubicBezTo>
                    <a:pt x="190" y="5359"/>
                    <a:pt x="495" y="5973"/>
                    <a:pt x="870" y="5973"/>
                  </a:cubicBezTo>
                  <a:cubicBezTo>
                    <a:pt x="972" y="5973"/>
                    <a:pt x="1079" y="5927"/>
                    <a:pt x="1188" y="5818"/>
                  </a:cubicBezTo>
                  <a:cubicBezTo>
                    <a:pt x="1699" y="5343"/>
                    <a:pt x="1631" y="4359"/>
                    <a:pt x="1595" y="3713"/>
                  </a:cubicBezTo>
                  <a:cubicBezTo>
                    <a:pt x="1595" y="3102"/>
                    <a:pt x="1595" y="2458"/>
                    <a:pt x="1460" y="1812"/>
                  </a:cubicBezTo>
                  <a:cubicBezTo>
                    <a:pt x="1631" y="1608"/>
                    <a:pt x="1799" y="1372"/>
                    <a:pt x="1902" y="1100"/>
                  </a:cubicBezTo>
                  <a:cubicBezTo>
                    <a:pt x="1975" y="976"/>
                    <a:pt x="1871" y="818"/>
                    <a:pt x="1756" y="818"/>
                  </a:cubicBezTo>
                  <a:cubicBezTo>
                    <a:pt x="1713" y="818"/>
                    <a:pt x="1668" y="840"/>
                    <a:pt x="1631" y="896"/>
                  </a:cubicBezTo>
                  <a:cubicBezTo>
                    <a:pt x="1495" y="1032"/>
                    <a:pt x="1427" y="1168"/>
                    <a:pt x="1359" y="1336"/>
                  </a:cubicBezTo>
                  <a:cubicBezTo>
                    <a:pt x="1359" y="1304"/>
                    <a:pt x="1324" y="1304"/>
                    <a:pt x="1324" y="1268"/>
                  </a:cubicBezTo>
                  <a:cubicBezTo>
                    <a:pt x="1324" y="1200"/>
                    <a:pt x="1256" y="1168"/>
                    <a:pt x="1223" y="1133"/>
                  </a:cubicBezTo>
                  <a:cubicBezTo>
                    <a:pt x="1291" y="828"/>
                    <a:pt x="1291" y="454"/>
                    <a:pt x="1291" y="182"/>
                  </a:cubicBezTo>
                  <a:cubicBezTo>
                    <a:pt x="1308" y="59"/>
                    <a:pt x="1216" y="0"/>
                    <a:pt x="112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3"/>
            <p:cNvSpPr/>
            <p:nvPr/>
          </p:nvSpPr>
          <p:spPr>
            <a:xfrm>
              <a:off x="1835222" y="1986342"/>
              <a:ext cx="77748" cy="209522"/>
            </a:xfrm>
            <a:custGeom>
              <a:rect b="b" l="l" r="r" t="t"/>
              <a:pathLst>
                <a:path extrusionOk="0" h="5662" w="2101">
                  <a:moveTo>
                    <a:pt x="1115" y="1"/>
                  </a:moveTo>
                  <a:cubicBezTo>
                    <a:pt x="1049" y="1"/>
                    <a:pt x="983" y="59"/>
                    <a:pt x="983" y="143"/>
                  </a:cubicBezTo>
                  <a:cubicBezTo>
                    <a:pt x="951" y="278"/>
                    <a:pt x="983" y="414"/>
                    <a:pt x="983" y="585"/>
                  </a:cubicBezTo>
                  <a:lnTo>
                    <a:pt x="983" y="789"/>
                  </a:lnTo>
                  <a:lnTo>
                    <a:pt x="883" y="889"/>
                  </a:lnTo>
                  <a:cubicBezTo>
                    <a:pt x="847" y="957"/>
                    <a:pt x="815" y="993"/>
                    <a:pt x="780" y="1025"/>
                  </a:cubicBezTo>
                  <a:cubicBezTo>
                    <a:pt x="679" y="889"/>
                    <a:pt x="611" y="721"/>
                    <a:pt x="440" y="653"/>
                  </a:cubicBezTo>
                  <a:cubicBezTo>
                    <a:pt x="416" y="645"/>
                    <a:pt x="392" y="640"/>
                    <a:pt x="369" y="640"/>
                  </a:cubicBezTo>
                  <a:cubicBezTo>
                    <a:pt x="296" y="640"/>
                    <a:pt x="236" y="685"/>
                    <a:pt x="236" y="789"/>
                  </a:cubicBezTo>
                  <a:cubicBezTo>
                    <a:pt x="236" y="957"/>
                    <a:pt x="340" y="1093"/>
                    <a:pt x="440" y="1229"/>
                  </a:cubicBezTo>
                  <a:cubicBezTo>
                    <a:pt x="508" y="1297"/>
                    <a:pt x="543" y="1332"/>
                    <a:pt x="576" y="1400"/>
                  </a:cubicBezTo>
                  <a:cubicBezTo>
                    <a:pt x="543" y="1400"/>
                    <a:pt x="543" y="1433"/>
                    <a:pt x="508" y="1468"/>
                  </a:cubicBezTo>
                  <a:cubicBezTo>
                    <a:pt x="508" y="1569"/>
                    <a:pt x="508" y="1636"/>
                    <a:pt x="475" y="1704"/>
                  </a:cubicBezTo>
                  <a:cubicBezTo>
                    <a:pt x="372" y="2044"/>
                    <a:pt x="340" y="2383"/>
                    <a:pt x="304" y="2723"/>
                  </a:cubicBezTo>
                  <a:cubicBezTo>
                    <a:pt x="136" y="3402"/>
                    <a:pt x="0" y="4048"/>
                    <a:pt x="136" y="4727"/>
                  </a:cubicBezTo>
                  <a:cubicBezTo>
                    <a:pt x="189" y="5048"/>
                    <a:pt x="494" y="5662"/>
                    <a:pt x="869" y="5662"/>
                  </a:cubicBezTo>
                  <a:cubicBezTo>
                    <a:pt x="971" y="5662"/>
                    <a:pt x="1078" y="5616"/>
                    <a:pt x="1187" y="5507"/>
                  </a:cubicBezTo>
                  <a:cubicBezTo>
                    <a:pt x="1698" y="5032"/>
                    <a:pt x="1630" y="4048"/>
                    <a:pt x="1594" y="3402"/>
                  </a:cubicBezTo>
                  <a:cubicBezTo>
                    <a:pt x="1594" y="2826"/>
                    <a:pt x="1594" y="2180"/>
                    <a:pt x="1494" y="1569"/>
                  </a:cubicBezTo>
                  <a:cubicBezTo>
                    <a:pt x="1730" y="1433"/>
                    <a:pt x="1969" y="1264"/>
                    <a:pt x="2070" y="993"/>
                  </a:cubicBezTo>
                  <a:cubicBezTo>
                    <a:pt x="2100" y="903"/>
                    <a:pt x="2026" y="815"/>
                    <a:pt x="1941" y="815"/>
                  </a:cubicBezTo>
                  <a:cubicBezTo>
                    <a:pt x="1928" y="815"/>
                    <a:pt x="1914" y="817"/>
                    <a:pt x="1901" y="822"/>
                  </a:cubicBezTo>
                  <a:cubicBezTo>
                    <a:pt x="1698" y="857"/>
                    <a:pt x="1527" y="1025"/>
                    <a:pt x="1391" y="1196"/>
                  </a:cubicBezTo>
                  <a:cubicBezTo>
                    <a:pt x="1358" y="1129"/>
                    <a:pt x="1358" y="1025"/>
                    <a:pt x="1323" y="957"/>
                  </a:cubicBezTo>
                  <a:cubicBezTo>
                    <a:pt x="1323" y="957"/>
                    <a:pt x="1323" y="925"/>
                    <a:pt x="1290" y="925"/>
                  </a:cubicBezTo>
                  <a:cubicBezTo>
                    <a:pt x="1323" y="618"/>
                    <a:pt x="1323" y="314"/>
                    <a:pt x="1222" y="75"/>
                  </a:cubicBezTo>
                  <a:cubicBezTo>
                    <a:pt x="1196" y="23"/>
                    <a:pt x="1155" y="1"/>
                    <a:pt x="111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3"/>
            <p:cNvSpPr/>
            <p:nvPr/>
          </p:nvSpPr>
          <p:spPr>
            <a:xfrm>
              <a:off x="1544457" y="1946083"/>
              <a:ext cx="136215" cy="363463"/>
            </a:xfrm>
            <a:custGeom>
              <a:rect b="b" l="l" r="r" t="t"/>
              <a:pathLst>
                <a:path extrusionOk="0" h="9822" w="3681">
                  <a:moveTo>
                    <a:pt x="140" y="1"/>
                  </a:moveTo>
                  <a:cubicBezTo>
                    <a:pt x="71" y="1"/>
                    <a:pt x="1" y="73"/>
                    <a:pt x="49" y="144"/>
                  </a:cubicBezTo>
                  <a:cubicBezTo>
                    <a:pt x="1475" y="2996"/>
                    <a:pt x="49" y="5441"/>
                    <a:pt x="321" y="8328"/>
                  </a:cubicBezTo>
                  <a:cubicBezTo>
                    <a:pt x="421" y="9719"/>
                    <a:pt x="2290" y="9787"/>
                    <a:pt x="3341" y="9822"/>
                  </a:cubicBezTo>
                  <a:cubicBezTo>
                    <a:pt x="3680" y="9822"/>
                    <a:pt x="3680" y="9311"/>
                    <a:pt x="3341" y="9279"/>
                  </a:cubicBezTo>
                  <a:cubicBezTo>
                    <a:pt x="2493" y="9175"/>
                    <a:pt x="1000" y="9279"/>
                    <a:pt x="864" y="8089"/>
                  </a:cubicBezTo>
                  <a:cubicBezTo>
                    <a:pt x="796" y="7478"/>
                    <a:pt x="964" y="6766"/>
                    <a:pt x="1032" y="6155"/>
                  </a:cubicBezTo>
                  <a:cubicBezTo>
                    <a:pt x="1339" y="3947"/>
                    <a:pt x="1475" y="1977"/>
                    <a:pt x="217" y="44"/>
                  </a:cubicBezTo>
                  <a:cubicBezTo>
                    <a:pt x="197" y="13"/>
                    <a:pt x="169" y="1"/>
                    <a:pt x="14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3"/>
            <p:cNvSpPr/>
            <p:nvPr/>
          </p:nvSpPr>
          <p:spPr>
            <a:xfrm>
              <a:off x="1536205" y="2363180"/>
              <a:ext cx="197237" cy="162452"/>
            </a:xfrm>
            <a:custGeom>
              <a:rect b="b" l="l" r="r" t="t"/>
              <a:pathLst>
                <a:path extrusionOk="0" h="4390" w="5330">
                  <a:moveTo>
                    <a:pt x="372" y="723"/>
                  </a:moveTo>
                  <a:lnTo>
                    <a:pt x="372" y="723"/>
                  </a:lnTo>
                  <a:cubicBezTo>
                    <a:pt x="1698" y="959"/>
                    <a:pt x="3089" y="891"/>
                    <a:pt x="4447" y="927"/>
                  </a:cubicBezTo>
                  <a:cubicBezTo>
                    <a:pt x="4447" y="1130"/>
                    <a:pt x="4482" y="1334"/>
                    <a:pt x="4447" y="1538"/>
                  </a:cubicBezTo>
                  <a:cubicBezTo>
                    <a:pt x="4101" y="1412"/>
                    <a:pt x="3717" y="1347"/>
                    <a:pt x="3332" y="1347"/>
                  </a:cubicBezTo>
                  <a:cubicBezTo>
                    <a:pt x="2356" y="1347"/>
                    <a:pt x="1373" y="1767"/>
                    <a:pt x="984" y="2692"/>
                  </a:cubicBezTo>
                  <a:cubicBezTo>
                    <a:pt x="679" y="2046"/>
                    <a:pt x="508" y="1266"/>
                    <a:pt x="372" y="723"/>
                  </a:cubicBezTo>
                  <a:close/>
                  <a:moveTo>
                    <a:pt x="3163" y="1838"/>
                  </a:moveTo>
                  <a:cubicBezTo>
                    <a:pt x="3597" y="1838"/>
                    <a:pt x="4025" y="1941"/>
                    <a:pt x="4379" y="2149"/>
                  </a:cubicBezTo>
                  <a:cubicBezTo>
                    <a:pt x="4210" y="3064"/>
                    <a:pt x="3667" y="3846"/>
                    <a:pt x="2545" y="3879"/>
                  </a:cubicBezTo>
                  <a:cubicBezTo>
                    <a:pt x="1834" y="3879"/>
                    <a:pt x="1358" y="3439"/>
                    <a:pt x="1051" y="2861"/>
                  </a:cubicBezTo>
                  <a:cubicBezTo>
                    <a:pt x="1119" y="2861"/>
                    <a:pt x="1155" y="2861"/>
                    <a:pt x="1187" y="2793"/>
                  </a:cubicBezTo>
                  <a:cubicBezTo>
                    <a:pt x="1601" y="2163"/>
                    <a:pt x="2391" y="1838"/>
                    <a:pt x="3163" y="1838"/>
                  </a:cubicBezTo>
                  <a:close/>
                  <a:moveTo>
                    <a:pt x="4678" y="1"/>
                  </a:moveTo>
                  <a:cubicBezTo>
                    <a:pt x="4524" y="1"/>
                    <a:pt x="4365" y="108"/>
                    <a:pt x="4346" y="280"/>
                  </a:cubicBezTo>
                  <a:cubicBezTo>
                    <a:pt x="2920" y="315"/>
                    <a:pt x="1459" y="280"/>
                    <a:pt x="68" y="552"/>
                  </a:cubicBezTo>
                  <a:cubicBezTo>
                    <a:pt x="0" y="552"/>
                    <a:pt x="0" y="655"/>
                    <a:pt x="68" y="688"/>
                  </a:cubicBezTo>
                  <a:lnTo>
                    <a:pt x="169" y="688"/>
                  </a:lnTo>
                  <a:cubicBezTo>
                    <a:pt x="136" y="723"/>
                    <a:pt x="136" y="755"/>
                    <a:pt x="136" y="791"/>
                  </a:cubicBezTo>
                  <a:cubicBezTo>
                    <a:pt x="372" y="2353"/>
                    <a:pt x="780" y="4390"/>
                    <a:pt x="2749" y="4390"/>
                  </a:cubicBezTo>
                  <a:cubicBezTo>
                    <a:pt x="4822" y="4390"/>
                    <a:pt x="5329" y="1809"/>
                    <a:pt x="4957" y="212"/>
                  </a:cubicBezTo>
                  <a:cubicBezTo>
                    <a:pt x="4912" y="64"/>
                    <a:pt x="4797" y="1"/>
                    <a:pt x="4678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3"/>
            <p:cNvSpPr/>
            <p:nvPr/>
          </p:nvSpPr>
          <p:spPr>
            <a:xfrm>
              <a:off x="1386641" y="2900278"/>
              <a:ext cx="61650" cy="246305"/>
            </a:xfrm>
            <a:custGeom>
              <a:rect b="b" l="l" r="r" t="t"/>
              <a:pathLst>
                <a:path extrusionOk="0" h="6656" w="1666">
                  <a:moveTo>
                    <a:pt x="1294" y="0"/>
                  </a:moveTo>
                  <a:cubicBezTo>
                    <a:pt x="1212" y="0"/>
                    <a:pt x="1132" y="38"/>
                    <a:pt x="1087" y="128"/>
                  </a:cubicBezTo>
                  <a:cubicBezTo>
                    <a:pt x="1" y="2062"/>
                    <a:pt x="1155" y="4371"/>
                    <a:pt x="680" y="6444"/>
                  </a:cubicBezTo>
                  <a:cubicBezTo>
                    <a:pt x="660" y="6569"/>
                    <a:pt x="755" y="6656"/>
                    <a:pt x="847" y="6656"/>
                  </a:cubicBezTo>
                  <a:cubicBezTo>
                    <a:pt x="905" y="6656"/>
                    <a:pt x="961" y="6622"/>
                    <a:pt x="987" y="6544"/>
                  </a:cubicBezTo>
                  <a:cubicBezTo>
                    <a:pt x="1666" y="4507"/>
                    <a:pt x="815" y="2369"/>
                    <a:pt x="1562" y="332"/>
                  </a:cubicBezTo>
                  <a:cubicBezTo>
                    <a:pt x="1631" y="151"/>
                    <a:pt x="1457" y="0"/>
                    <a:pt x="129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3"/>
            <p:cNvSpPr/>
            <p:nvPr/>
          </p:nvSpPr>
          <p:spPr>
            <a:xfrm>
              <a:off x="1876627" y="2809954"/>
              <a:ext cx="69162" cy="335968"/>
            </a:xfrm>
            <a:custGeom>
              <a:rect b="b" l="l" r="r" t="t"/>
              <a:pathLst>
                <a:path extrusionOk="0" h="9079" w="1869">
                  <a:moveTo>
                    <a:pt x="144" y="0"/>
                  </a:moveTo>
                  <a:cubicBezTo>
                    <a:pt x="70" y="0"/>
                    <a:pt x="0" y="43"/>
                    <a:pt x="0" y="125"/>
                  </a:cubicBezTo>
                  <a:cubicBezTo>
                    <a:pt x="35" y="3045"/>
                    <a:pt x="1393" y="5794"/>
                    <a:pt x="850" y="8713"/>
                  </a:cubicBezTo>
                  <a:cubicBezTo>
                    <a:pt x="809" y="8940"/>
                    <a:pt x="991" y="9079"/>
                    <a:pt x="1149" y="9079"/>
                  </a:cubicBezTo>
                  <a:cubicBezTo>
                    <a:pt x="1252" y="9079"/>
                    <a:pt x="1345" y="9019"/>
                    <a:pt x="1358" y="8885"/>
                  </a:cubicBezTo>
                  <a:cubicBezTo>
                    <a:pt x="1869" y="5861"/>
                    <a:pt x="475" y="3113"/>
                    <a:pt x="307" y="157"/>
                  </a:cubicBezTo>
                  <a:cubicBezTo>
                    <a:pt x="307" y="51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3"/>
            <p:cNvSpPr/>
            <p:nvPr/>
          </p:nvSpPr>
          <p:spPr>
            <a:xfrm>
              <a:off x="1538721" y="2911157"/>
              <a:ext cx="199716" cy="22721"/>
            </a:xfrm>
            <a:custGeom>
              <a:rect b="b" l="l" r="r" t="t"/>
              <a:pathLst>
                <a:path extrusionOk="0" h="614" w="5397">
                  <a:moveTo>
                    <a:pt x="5220" y="1"/>
                  </a:moveTo>
                  <a:cubicBezTo>
                    <a:pt x="5212" y="1"/>
                    <a:pt x="5203" y="1"/>
                    <a:pt x="5194" y="3"/>
                  </a:cubicBezTo>
                  <a:cubicBezTo>
                    <a:pt x="3531" y="139"/>
                    <a:pt x="1866" y="342"/>
                    <a:pt x="169" y="378"/>
                  </a:cubicBezTo>
                  <a:cubicBezTo>
                    <a:pt x="0" y="378"/>
                    <a:pt x="0" y="614"/>
                    <a:pt x="169" y="614"/>
                  </a:cubicBezTo>
                  <a:cubicBezTo>
                    <a:pt x="1834" y="614"/>
                    <a:pt x="3531" y="446"/>
                    <a:pt x="5194" y="310"/>
                  </a:cubicBezTo>
                  <a:cubicBezTo>
                    <a:pt x="5388" y="310"/>
                    <a:pt x="5397" y="1"/>
                    <a:pt x="522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3"/>
            <p:cNvSpPr/>
            <p:nvPr/>
          </p:nvSpPr>
          <p:spPr>
            <a:xfrm>
              <a:off x="1535280" y="3035561"/>
              <a:ext cx="162600" cy="18354"/>
            </a:xfrm>
            <a:custGeom>
              <a:rect b="b" l="l" r="r" t="t"/>
              <a:pathLst>
                <a:path extrusionOk="0" h="496" w="4394">
                  <a:moveTo>
                    <a:pt x="4133" y="1"/>
                  </a:moveTo>
                  <a:cubicBezTo>
                    <a:pt x="4123" y="1"/>
                    <a:pt x="4111" y="2"/>
                    <a:pt x="4100" y="3"/>
                  </a:cubicBezTo>
                  <a:cubicBezTo>
                    <a:pt x="3340" y="103"/>
                    <a:pt x="2580" y="191"/>
                    <a:pt x="1820" y="191"/>
                  </a:cubicBezTo>
                  <a:cubicBezTo>
                    <a:pt x="1290" y="191"/>
                    <a:pt x="759" y="148"/>
                    <a:pt x="229" y="36"/>
                  </a:cubicBezTo>
                  <a:cubicBezTo>
                    <a:pt x="218" y="34"/>
                    <a:pt x="207" y="33"/>
                    <a:pt x="197" y="33"/>
                  </a:cubicBezTo>
                  <a:cubicBezTo>
                    <a:pt x="50" y="33"/>
                    <a:pt x="1" y="242"/>
                    <a:pt x="161" y="275"/>
                  </a:cubicBezTo>
                  <a:cubicBezTo>
                    <a:pt x="780" y="434"/>
                    <a:pt x="1407" y="496"/>
                    <a:pt x="2038" y="496"/>
                  </a:cubicBezTo>
                  <a:cubicBezTo>
                    <a:pt x="2755" y="496"/>
                    <a:pt x="3478" y="416"/>
                    <a:pt x="4200" y="308"/>
                  </a:cubicBezTo>
                  <a:cubicBezTo>
                    <a:pt x="4394" y="308"/>
                    <a:pt x="4342" y="1"/>
                    <a:pt x="4133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24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4"/>
          <p:cNvSpPr/>
          <p:nvPr/>
        </p:nvSpPr>
        <p:spPr>
          <a:xfrm>
            <a:off x="5316997" y="1270975"/>
            <a:ext cx="440525" cy="179450"/>
          </a:xfrm>
          <a:custGeom>
            <a:rect b="b" l="l" r="r" t="t"/>
            <a:pathLst>
              <a:path extrusionOk="0" h="7178" w="17621">
                <a:moveTo>
                  <a:pt x="11923" y="1"/>
                </a:moveTo>
                <a:cubicBezTo>
                  <a:pt x="10432" y="1"/>
                  <a:pt x="8907" y="337"/>
                  <a:pt x="7537" y="861"/>
                </a:cubicBezTo>
                <a:cubicBezTo>
                  <a:pt x="4888" y="1888"/>
                  <a:pt x="0" y="3593"/>
                  <a:pt x="82" y="7022"/>
                </a:cubicBezTo>
                <a:cubicBezTo>
                  <a:pt x="82" y="7133"/>
                  <a:pt x="137" y="7178"/>
                  <a:pt x="196" y="7178"/>
                </a:cubicBezTo>
                <a:cubicBezTo>
                  <a:pt x="269" y="7178"/>
                  <a:pt x="349" y="7112"/>
                  <a:pt x="349" y="7022"/>
                </a:cubicBezTo>
                <a:cubicBezTo>
                  <a:pt x="596" y="3777"/>
                  <a:pt x="5648" y="2052"/>
                  <a:pt x="8215" y="1108"/>
                </a:cubicBezTo>
                <a:cubicBezTo>
                  <a:pt x="9360" y="720"/>
                  <a:pt x="10600" y="477"/>
                  <a:pt x="11817" y="477"/>
                </a:cubicBezTo>
                <a:cubicBezTo>
                  <a:pt x="13501" y="477"/>
                  <a:pt x="15142" y="942"/>
                  <a:pt x="16429" y="2135"/>
                </a:cubicBezTo>
                <a:cubicBezTo>
                  <a:pt x="15566" y="2052"/>
                  <a:pt x="14642" y="1970"/>
                  <a:pt x="13780" y="1888"/>
                </a:cubicBezTo>
                <a:cubicBezTo>
                  <a:pt x="13431" y="1888"/>
                  <a:pt x="13431" y="2402"/>
                  <a:pt x="13698" y="2484"/>
                </a:cubicBezTo>
                <a:cubicBezTo>
                  <a:pt x="14540" y="2833"/>
                  <a:pt x="15402" y="3079"/>
                  <a:pt x="16265" y="3264"/>
                </a:cubicBezTo>
                <a:cubicBezTo>
                  <a:pt x="16265" y="3510"/>
                  <a:pt x="16183" y="3777"/>
                  <a:pt x="16183" y="4024"/>
                </a:cubicBezTo>
                <a:cubicBezTo>
                  <a:pt x="16125" y="4219"/>
                  <a:pt x="16260" y="4330"/>
                  <a:pt x="16408" y="4330"/>
                </a:cubicBezTo>
                <a:cubicBezTo>
                  <a:pt x="16525" y="4330"/>
                  <a:pt x="16651" y="4260"/>
                  <a:pt x="16696" y="4106"/>
                </a:cubicBezTo>
                <a:cubicBezTo>
                  <a:pt x="16778" y="3860"/>
                  <a:pt x="16860" y="3593"/>
                  <a:pt x="16860" y="3346"/>
                </a:cubicBezTo>
                <a:lnTo>
                  <a:pt x="17292" y="3346"/>
                </a:lnTo>
                <a:cubicBezTo>
                  <a:pt x="17456" y="3346"/>
                  <a:pt x="17620" y="3161"/>
                  <a:pt x="17620" y="3079"/>
                </a:cubicBezTo>
                <a:cubicBezTo>
                  <a:pt x="17620" y="2915"/>
                  <a:pt x="17538" y="2833"/>
                  <a:pt x="17538" y="2648"/>
                </a:cubicBezTo>
                <a:cubicBezTo>
                  <a:pt x="17620" y="2566"/>
                  <a:pt x="17538" y="2484"/>
                  <a:pt x="17538" y="2402"/>
                </a:cubicBezTo>
                <a:cubicBezTo>
                  <a:pt x="17456" y="1724"/>
                  <a:pt x="17374" y="1026"/>
                  <a:pt x="17292" y="266"/>
                </a:cubicBezTo>
                <a:cubicBezTo>
                  <a:pt x="17292" y="91"/>
                  <a:pt x="17143" y="4"/>
                  <a:pt x="16994" y="4"/>
                </a:cubicBezTo>
                <a:cubicBezTo>
                  <a:pt x="16845" y="4"/>
                  <a:pt x="16696" y="91"/>
                  <a:pt x="16696" y="266"/>
                </a:cubicBezTo>
                <a:cubicBezTo>
                  <a:pt x="16696" y="697"/>
                  <a:pt x="16593" y="1026"/>
                  <a:pt x="16511" y="1457"/>
                </a:cubicBezTo>
                <a:cubicBezTo>
                  <a:pt x="15202" y="418"/>
                  <a:pt x="13584" y="1"/>
                  <a:pt x="11923" y="1"/>
                </a:cubicBezTo>
                <a:close/>
              </a:path>
            </a:pathLst>
          </a:custGeom>
          <a:solidFill>
            <a:srgbClr val="1D1D1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9" name="Google Shape;969;p24"/>
          <p:cNvGrpSpPr/>
          <p:nvPr/>
        </p:nvGrpSpPr>
        <p:grpSpPr>
          <a:xfrm>
            <a:off x="5926222" y="1000762"/>
            <a:ext cx="2596982" cy="1528043"/>
            <a:chOff x="5926222" y="1000762"/>
            <a:chExt cx="2596982" cy="1528043"/>
          </a:xfrm>
        </p:grpSpPr>
        <p:sp>
          <p:nvSpPr>
            <p:cNvPr id="970" name="Google Shape;970;p24"/>
            <p:cNvSpPr/>
            <p:nvPr/>
          </p:nvSpPr>
          <p:spPr>
            <a:xfrm>
              <a:off x="5926222" y="1000762"/>
              <a:ext cx="2596982" cy="1512058"/>
            </a:xfrm>
            <a:custGeom>
              <a:rect b="b" l="l" r="r" t="t"/>
              <a:pathLst>
                <a:path extrusionOk="0" h="35835" w="71631">
                  <a:moveTo>
                    <a:pt x="24555" y="0"/>
                  </a:moveTo>
                  <a:cubicBezTo>
                    <a:pt x="21999" y="0"/>
                    <a:pt x="19439" y="186"/>
                    <a:pt x="16943" y="753"/>
                  </a:cubicBezTo>
                  <a:cubicBezTo>
                    <a:pt x="13780" y="1451"/>
                    <a:pt x="10618" y="2991"/>
                    <a:pt x="8379" y="5373"/>
                  </a:cubicBezTo>
                  <a:cubicBezTo>
                    <a:pt x="8051" y="5476"/>
                    <a:pt x="7784" y="5558"/>
                    <a:pt x="7537" y="5722"/>
                  </a:cubicBezTo>
                  <a:cubicBezTo>
                    <a:pt x="1" y="10507"/>
                    <a:pt x="432" y="20611"/>
                    <a:pt x="5812" y="26772"/>
                  </a:cubicBezTo>
                  <a:cubicBezTo>
                    <a:pt x="11973" y="33877"/>
                    <a:pt x="21995" y="34986"/>
                    <a:pt x="30723" y="35582"/>
                  </a:cubicBezTo>
                  <a:cubicBezTo>
                    <a:pt x="32901" y="35743"/>
                    <a:pt x="35099" y="35835"/>
                    <a:pt x="37299" y="35835"/>
                  </a:cubicBezTo>
                  <a:cubicBezTo>
                    <a:pt x="44597" y="35835"/>
                    <a:pt x="51924" y="34831"/>
                    <a:pt x="58693" y="32070"/>
                  </a:cubicBezTo>
                  <a:cubicBezTo>
                    <a:pt x="62800" y="30448"/>
                    <a:pt x="66825" y="28066"/>
                    <a:pt x="69145" y="24205"/>
                  </a:cubicBezTo>
                  <a:cubicBezTo>
                    <a:pt x="71281" y="20529"/>
                    <a:pt x="71630" y="15826"/>
                    <a:pt x="69228" y="12150"/>
                  </a:cubicBezTo>
                  <a:cubicBezTo>
                    <a:pt x="67174" y="8885"/>
                    <a:pt x="63662" y="7098"/>
                    <a:pt x="60151" y="5722"/>
                  </a:cubicBezTo>
                  <a:cubicBezTo>
                    <a:pt x="55879" y="4264"/>
                    <a:pt x="51341" y="3320"/>
                    <a:pt x="46987" y="2478"/>
                  </a:cubicBezTo>
                  <a:cubicBezTo>
                    <a:pt x="41935" y="1533"/>
                    <a:pt x="36883" y="753"/>
                    <a:pt x="31831" y="342"/>
                  </a:cubicBezTo>
                  <a:cubicBezTo>
                    <a:pt x="29450" y="171"/>
                    <a:pt x="27004" y="0"/>
                    <a:pt x="24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4"/>
            <p:cNvSpPr/>
            <p:nvPr/>
          </p:nvSpPr>
          <p:spPr>
            <a:xfrm rot="-237">
              <a:off x="5939508" y="1078898"/>
              <a:ext cx="2500181" cy="1449820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4"/>
            <p:cNvSpPr txBox="1"/>
            <p:nvPr/>
          </p:nvSpPr>
          <p:spPr>
            <a:xfrm>
              <a:off x="6141983" y="1613432"/>
              <a:ext cx="20802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 and the fourth-largest one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3" name="Google Shape;973;p24"/>
            <p:cNvSpPr txBox="1"/>
            <p:nvPr/>
          </p:nvSpPr>
          <p:spPr>
            <a:xfrm>
              <a:off x="6141982" y="1255857"/>
              <a:ext cx="20802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Education</a:t>
              </a:r>
              <a:endParaRPr sz="2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974" name="Google Shape;974;p24"/>
          <p:cNvGrpSpPr/>
          <p:nvPr/>
        </p:nvGrpSpPr>
        <p:grpSpPr>
          <a:xfrm>
            <a:off x="620797" y="973244"/>
            <a:ext cx="2695322" cy="1661118"/>
            <a:chOff x="620797" y="973244"/>
            <a:chExt cx="2695322" cy="1661118"/>
          </a:xfrm>
        </p:grpSpPr>
        <p:sp>
          <p:nvSpPr>
            <p:cNvPr id="975" name="Google Shape;975;p24"/>
            <p:cNvSpPr/>
            <p:nvPr/>
          </p:nvSpPr>
          <p:spPr>
            <a:xfrm flipH="1">
              <a:off x="620797" y="1000762"/>
              <a:ext cx="2596982" cy="1512058"/>
            </a:xfrm>
            <a:custGeom>
              <a:rect b="b" l="l" r="r" t="t"/>
              <a:pathLst>
                <a:path extrusionOk="0" h="35835" w="71631">
                  <a:moveTo>
                    <a:pt x="24555" y="0"/>
                  </a:moveTo>
                  <a:cubicBezTo>
                    <a:pt x="21999" y="0"/>
                    <a:pt x="19439" y="186"/>
                    <a:pt x="16943" y="753"/>
                  </a:cubicBezTo>
                  <a:cubicBezTo>
                    <a:pt x="13780" y="1451"/>
                    <a:pt x="10618" y="2991"/>
                    <a:pt x="8379" y="5373"/>
                  </a:cubicBezTo>
                  <a:cubicBezTo>
                    <a:pt x="8051" y="5476"/>
                    <a:pt x="7784" y="5558"/>
                    <a:pt x="7537" y="5722"/>
                  </a:cubicBezTo>
                  <a:cubicBezTo>
                    <a:pt x="1" y="10507"/>
                    <a:pt x="432" y="20611"/>
                    <a:pt x="5812" y="26772"/>
                  </a:cubicBezTo>
                  <a:cubicBezTo>
                    <a:pt x="11973" y="33877"/>
                    <a:pt x="21995" y="34986"/>
                    <a:pt x="30723" y="35582"/>
                  </a:cubicBezTo>
                  <a:cubicBezTo>
                    <a:pt x="32901" y="35743"/>
                    <a:pt x="35099" y="35835"/>
                    <a:pt x="37299" y="35835"/>
                  </a:cubicBezTo>
                  <a:cubicBezTo>
                    <a:pt x="44597" y="35835"/>
                    <a:pt x="51924" y="34831"/>
                    <a:pt x="58693" y="32070"/>
                  </a:cubicBezTo>
                  <a:cubicBezTo>
                    <a:pt x="62800" y="30448"/>
                    <a:pt x="66825" y="28066"/>
                    <a:pt x="69145" y="24205"/>
                  </a:cubicBezTo>
                  <a:cubicBezTo>
                    <a:pt x="71281" y="20529"/>
                    <a:pt x="71630" y="15826"/>
                    <a:pt x="69228" y="12150"/>
                  </a:cubicBezTo>
                  <a:cubicBezTo>
                    <a:pt x="67174" y="8885"/>
                    <a:pt x="63662" y="7098"/>
                    <a:pt x="60151" y="5722"/>
                  </a:cubicBezTo>
                  <a:cubicBezTo>
                    <a:pt x="55879" y="4264"/>
                    <a:pt x="51341" y="3320"/>
                    <a:pt x="46987" y="2478"/>
                  </a:cubicBezTo>
                  <a:cubicBezTo>
                    <a:pt x="41935" y="1533"/>
                    <a:pt x="36883" y="753"/>
                    <a:pt x="31831" y="342"/>
                  </a:cubicBezTo>
                  <a:cubicBezTo>
                    <a:pt x="29450" y="171"/>
                    <a:pt x="27004" y="0"/>
                    <a:pt x="24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4"/>
            <p:cNvSpPr/>
            <p:nvPr/>
          </p:nvSpPr>
          <p:spPr>
            <a:xfrm rot="-298359">
              <a:off x="757922" y="1078874"/>
              <a:ext cx="2500109" cy="1449858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4"/>
            <p:cNvSpPr txBox="1"/>
            <p:nvPr/>
          </p:nvSpPr>
          <p:spPr>
            <a:xfrm>
              <a:off x="960383" y="1613432"/>
              <a:ext cx="20802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8" name="Google Shape;978;p24"/>
            <p:cNvSpPr txBox="1"/>
            <p:nvPr/>
          </p:nvSpPr>
          <p:spPr>
            <a:xfrm>
              <a:off x="960382" y="1255857"/>
              <a:ext cx="20802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Demographic</a:t>
              </a:r>
              <a:endParaRPr sz="2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979" name="Google Shape;979;p24"/>
          <p:cNvSpPr/>
          <p:nvPr/>
        </p:nvSpPr>
        <p:spPr>
          <a:xfrm flipH="1" rot="-1073809">
            <a:off x="3281382" y="1270967"/>
            <a:ext cx="440520" cy="179448"/>
          </a:xfrm>
          <a:custGeom>
            <a:rect b="b" l="l" r="r" t="t"/>
            <a:pathLst>
              <a:path extrusionOk="0" h="7178" w="17621">
                <a:moveTo>
                  <a:pt x="11923" y="1"/>
                </a:moveTo>
                <a:cubicBezTo>
                  <a:pt x="10432" y="1"/>
                  <a:pt x="8907" y="337"/>
                  <a:pt x="7537" y="861"/>
                </a:cubicBezTo>
                <a:cubicBezTo>
                  <a:pt x="4888" y="1888"/>
                  <a:pt x="0" y="3593"/>
                  <a:pt x="82" y="7022"/>
                </a:cubicBezTo>
                <a:cubicBezTo>
                  <a:pt x="82" y="7133"/>
                  <a:pt x="137" y="7178"/>
                  <a:pt x="196" y="7178"/>
                </a:cubicBezTo>
                <a:cubicBezTo>
                  <a:pt x="269" y="7178"/>
                  <a:pt x="349" y="7112"/>
                  <a:pt x="349" y="7022"/>
                </a:cubicBezTo>
                <a:cubicBezTo>
                  <a:pt x="596" y="3777"/>
                  <a:pt x="5648" y="2052"/>
                  <a:pt x="8215" y="1108"/>
                </a:cubicBezTo>
                <a:cubicBezTo>
                  <a:pt x="9360" y="720"/>
                  <a:pt x="10600" y="477"/>
                  <a:pt x="11817" y="477"/>
                </a:cubicBezTo>
                <a:cubicBezTo>
                  <a:pt x="13501" y="477"/>
                  <a:pt x="15142" y="942"/>
                  <a:pt x="16429" y="2135"/>
                </a:cubicBezTo>
                <a:cubicBezTo>
                  <a:pt x="15566" y="2052"/>
                  <a:pt x="14642" y="1970"/>
                  <a:pt x="13780" y="1888"/>
                </a:cubicBezTo>
                <a:cubicBezTo>
                  <a:pt x="13431" y="1888"/>
                  <a:pt x="13431" y="2402"/>
                  <a:pt x="13698" y="2484"/>
                </a:cubicBezTo>
                <a:cubicBezTo>
                  <a:pt x="14540" y="2833"/>
                  <a:pt x="15402" y="3079"/>
                  <a:pt x="16265" y="3264"/>
                </a:cubicBezTo>
                <a:cubicBezTo>
                  <a:pt x="16265" y="3510"/>
                  <a:pt x="16183" y="3777"/>
                  <a:pt x="16183" y="4024"/>
                </a:cubicBezTo>
                <a:cubicBezTo>
                  <a:pt x="16125" y="4219"/>
                  <a:pt x="16260" y="4330"/>
                  <a:pt x="16408" y="4330"/>
                </a:cubicBezTo>
                <a:cubicBezTo>
                  <a:pt x="16525" y="4330"/>
                  <a:pt x="16651" y="4260"/>
                  <a:pt x="16696" y="4106"/>
                </a:cubicBezTo>
                <a:cubicBezTo>
                  <a:pt x="16778" y="3860"/>
                  <a:pt x="16860" y="3593"/>
                  <a:pt x="16860" y="3346"/>
                </a:cubicBezTo>
                <a:lnTo>
                  <a:pt x="17292" y="3346"/>
                </a:lnTo>
                <a:cubicBezTo>
                  <a:pt x="17456" y="3346"/>
                  <a:pt x="17620" y="3161"/>
                  <a:pt x="17620" y="3079"/>
                </a:cubicBezTo>
                <a:cubicBezTo>
                  <a:pt x="17620" y="2915"/>
                  <a:pt x="17538" y="2833"/>
                  <a:pt x="17538" y="2648"/>
                </a:cubicBezTo>
                <a:cubicBezTo>
                  <a:pt x="17620" y="2566"/>
                  <a:pt x="17538" y="2484"/>
                  <a:pt x="17538" y="2402"/>
                </a:cubicBezTo>
                <a:cubicBezTo>
                  <a:pt x="17456" y="1724"/>
                  <a:pt x="17374" y="1026"/>
                  <a:pt x="17292" y="266"/>
                </a:cubicBezTo>
                <a:cubicBezTo>
                  <a:pt x="17292" y="91"/>
                  <a:pt x="17143" y="4"/>
                  <a:pt x="16994" y="4"/>
                </a:cubicBezTo>
                <a:cubicBezTo>
                  <a:pt x="16845" y="4"/>
                  <a:pt x="16696" y="91"/>
                  <a:pt x="16696" y="266"/>
                </a:cubicBezTo>
                <a:cubicBezTo>
                  <a:pt x="16696" y="697"/>
                  <a:pt x="16593" y="1026"/>
                  <a:pt x="16511" y="1457"/>
                </a:cubicBezTo>
                <a:cubicBezTo>
                  <a:pt x="15202" y="418"/>
                  <a:pt x="13584" y="1"/>
                  <a:pt x="11923" y="1"/>
                </a:cubicBezTo>
                <a:close/>
              </a:path>
            </a:pathLst>
          </a:custGeom>
          <a:solidFill>
            <a:srgbClr val="1D1D1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4"/>
          <p:cNvSpPr/>
          <p:nvPr/>
        </p:nvSpPr>
        <p:spPr>
          <a:xfrm rot="9178423">
            <a:off x="3331956" y="3536826"/>
            <a:ext cx="440526" cy="179450"/>
          </a:xfrm>
          <a:custGeom>
            <a:rect b="b" l="l" r="r" t="t"/>
            <a:pathLst>
              <a:path extrusionOk="0" h="7178" w="17621">
                <a:moveTo>
                  <a:pt x="11923" y="1"/>
                </a:moveTo>
                <a:cubicBezTo>
                  <a:pt x="10432" y="1"/>
                  <a:pt x="8907" y="337"/>
                  <a:pt x="7537" y="861"/>
                </a:cubicBezTo>
                <a:cubicBezTo>
                  <a:pt x="4888" y="1888"/>
                  <a:pt x="0" y="3593"/>
                  <a:pt x="82" y="7022"/>
                </a:cubicBezTo>
                <a:cubicBezTo>
                  <a:pt x="82" y="7133"/>
                  <a:pt x="137" y="7178"/>
                  <a:pt x="196" y="7178"/>
                </a:cubicBezTo>
                <a:cubicBezTo>
                  <a:pt x="269" y="7178"/>
                  <a:pt x="349" y="7112"/>
                  <a:pt x="349" y="7022"/>
                </a:cubicBezTo>
                <a:cubicBezTo>
                  <a:pt x="596" y="3777"/>
                  <a:pt x="5648" y="2052"/>
                  <a:pt x="8215" y="1108"/>
                </a:cubicBezTo>
                <a:cubicBezTo>
                  <a:pt x="9360" y="720"/>
                  <a:pt x="10600" y="477"/>
                  <a:pt x="11817" y="477"/>
                </a:cubicBezTo>
                <a:cubicBezTo>
                  <a:pt x="13501" y="477"/>
                  <a:pt x="15142" y="942"/>
                  <a:pt x="16429" y="2135"/>
                </a:cubicBezTo>
                <a:cubicBezTo>
                  <a:pt x="15566" y="2052"/>
                  <a:pt x="14642" y="1970"/>
                  <a:pt x="13780" y="1888"/>
                </a:cubicBezTo>
                <a:cubicBezTo>
                  <a:pt x="13431" y="1888"/>
                  <a:pt x="13431" y="2402"/>
                  <a:pt x="13698" y="2484"/>
                </a:cubicBezTo>
                <a:cubicBezTo>
                  <a:pt x="14540" y="2833"/>
                  <a:pt x="15402" y="3079"/>
                  <a:pt x="16265" y="3264"/>
                </a:cubicBezTo>
                <a:cubicBezTo>
                  <a:pt x="16265" y="3510"/>
                  <a:pt x="16183" y="3777"/>
                  <a:pt x="16183" y="4024"/>
                </a:cubicBezTo>
                <a:cubicBezTo>
                  <a:pt x="16125" y="4219"/>
                  <a:pt x="16260" y="4330"/>
                  <a:pt x="16408" y="4330"/>
                </a:cubicBezTo>
                <a:cubicBezTo>
                  <a:pt x="16525" y="4330"/>
                  <a:pt x="16651" y="4260"/>
                  <a:pt x="16696" y="4106"/>
                </a:cubicBezTo>
                <a:cubicBezTo>
                  <a:pt x="16778" y="3860"/>
                  <a:pt x="16860" y="3593"/>
                  <a:pt x="16860" y="3346"/>
                </a:cubicBezTo>
                <a:lnTo>
                  <a:pt x="17292" y="3346"/>
                </a:lnTo>
                <a:cubicBezTo>
                  <a:pt x="17456" y="3346"/>
                  <a:pt x="17620" y="3161"/>
                  <a:pt x="17620" y="3079"/>
                </a:cubicBezTo>
                <a:cubicBezTo>
                  <a:pt x="17620" y="2915"/>
                  <a:pt x="17538" y="2833"/>
                  <a:pt x="17538" y="2648"/>
                </a:cubicBezTo>
                <a:cubicBezTo>
                  <a:pt x="17620" y="2566"/>
                  <a:pt x="17538" y="2484"/>
                  <a:pt x="17538" y="2402"/>
                </a:cubicBezTo>
                <a:cubicBezTo>
                  <a:pt x="17456" y="1724"/>
                  <a:pt x="17374" y="1026"/>
                  <a:pt x="17292" y="266"/>
                </a:cubicBezTo>
                <a:cubicBezTo>
                  <a:pt x="17292" y="91"/>
                  <a:pt x="17143" y="4"/>
                  <a:pt x="16994" y="4"/>
                </a:cubicBezTo>
                <a:cubicBezTo>
                  <a:pt x="16845" y="4"/>
                  <a:pt x="16696" y="91"/>
                  <a:pt x="16696" y="266"/>
                </a:cubicBezTo>
                <a:cubicBezTo>
                  <a:pt x="16696" y="697"/>
                  <a:pt x="16593" y="1026"/>
                  <a:pt x="16511" y="1457"/>
                </a:cubicBezTo>
                <a:cubicBezTo>
                  <a:pt x="15202" y="418"/>
                  <a:pt x="13584" y="1"/>
                  <a:pt x="11923" y="1"/>
                </a:cubicBezTo>
                <a:close/>
              </a:path>
            </a:pathLst>
          </a:custGeom>
          <a:solidFill>
            <a:srgbClr val="1D1D1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1" name="Google Shape;981;p24"/>
          <p:cNvGrpSpPr/>
          <p:nvPr/>
        </p:nvGrpSpPr>
        <p:grpSpPr>
          <a:xfrm>
            <a:off x="5926222" y="3122812"/>
            <a:ext cx="2596982" cy="1528043"/>
            <a:chOff x="5926222" y="3122812"/>
            <a:chExt cx="2596982" cy="1528043"/>
          </a:xfrm>
        </p:grpSpPr>
        <p:sp>
          <p:nvSpPr>
            <p:cNvPr id="982" name="Google Shape;982;p24"/>
            <p:cNvSpPr/>
            <p:nvPr/>
          </p:nvSpPr>
          <p:spPr>
            <a:xfrm>
              <a:off x="5926222" y="3122812"/>
              <a:ext cx="2596982" cy="1512058"/>
            </a:xfrm>
            <a:custGeom>
              <a:rect b="b" l="l" r="r" t="t"/>
              <a:pathLst>
                <a:path extrusionOk="0" h="35835" w="71631">
                  <a:moveTo>
                    <a:pt x="24555" y="0"/>
                  </a:moveTo>
                  <a:cubicBezTo>
                    <a:pt x="21999" y="0"/>
                    <a:pt x="19439" y="186"/>
                    <a:pt x="16943" y="753"/>
                  </a:cubicBezTo>
                  <a:cubicBezTo>
                    <a:pt x="13780" y="1451"/>
                    <a:pt x="10618" y="2991"/>
                    <a:pt x="8379" y="5373"/>
                  </a:cubicBezTo>
                  <a:cubicBezTo>
                    <a:pt x="8051" y="5476"/>
                    <a:pt x="7784" y="5558"/>
                    <a:pt x="7537" y="5722"/>
                  </a:cubicBezTo>
                  <a:cubicBezTo>
                    <a:pt x="1" y="10507"/>
                    <a:pt x="432" y="20611"/>
                    <a:pt x="5812" y="26772"/>
                  </a:cubicBezTo>
                  <a:cubicBezTo>
                    <a:pt x="11973" y="33877"/>
                    <a:pt x="21995" y="34986"/>
                    <a:pt x="30723" y="35582"/>
                  </a:cubicBezTo>
                  <a:cubicBezTo>
                    <a:pt x="32901" y="35743"/>
                    <a:pt x="35099" y="35835"/>
                    <a:pt x="37299" y="35835"/>
                  </a:cubicBezTo>
                  <a:cubicBezTo>
                    <a:pt x="44597" y="35835"/>
                    <a:pt x="51924" y="34831"/>
                    <a:pt x="58693" y="32070"/>
                  </a:cubicBezTo>
                  <a:cubicBezTo>
                    <a:pt x="62800" y="30448"/>
                    <a:pt x="66825" y="28066"/>
                    <a:pt x="69145" y="24205"/>
                  </a:cubicBezTo>
                  <a:cubicBezTo>
                    <a:pt x="71281" y="20529"/>
                    <a:pt x="71630" y="15826"/>
                    <a:pt x="69228" y="12150"/>
                  </a:cubicBezTo>
                  <a:cubicBezTo>
                    <a:pt x="67174" y="8885"/>
                    <a:pt x="63662" y="7098"/>
                    <a:pt x="60151" y="5722"/>
                  </a:cubicBezTo>
                  <a:cubicBezTo>
                    <a:pt x="55879" y="4264"/>
                    <a:pt x="51341" y="3320"/>
                    <a:pt x="46987" y="2478"/>
                  </a:cubicBezTo>
                  <a:cubicBezTo>
                    <a:pt x="41935" y="1533"/>
                    <a:pt x="36883" y="753"/>
                    <a:pt x="31831" y="342"/>
                  </a:cubicBezTo>
                  <a:cubicBezTo>
                    <a:pt x="29450" y="171"/>
                    <a:pt x="27004" y="0"/>
                    <a:pt x="245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4"/>
            <p:cNvSpPr/>
            <p:nvPr/>
          </p:nvSpPr>
          <p:spPr>
            <a:xfrm rot="-237">
              <a:off x="5939508" y="3200948"/>
              <a:ext cx="2500181" cy="1449820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4"/>
            <p:cNvSpPr txBox="1"/>
            <p:nvPr/>
          </p:nvSpPr>
          <p:spPr>
            <a:xfrm>
              <a:off x="6141983" y="3735482"/>
              <a:ext cx="20802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Mars is actually a cold place. Iron oxide dust is the cause of the red cast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5" name="Google Shape;985;p24"/>
            <p:cNvSpPr txBox="1"/>
            <p:nvPr/>
          </p:nvSpPr>
          <p:spPr>
            <a:xfrm>
              <a:off x="6141982" y="3377907"/>
              <a:ext cx="20802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Interests</a:t>
              </a:r>
              <a:endParaRPr sz="2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986" name="Google Shape;986;p24"/>
          <p:cNvGrpSpPr/>
          <p:nvPr/>
        </p:nvGrpSpPr>
        <p:grpSpPr>
          <a:xfrm>
            <a:off x="620797" y="3095294"/>
            <a:ext cx="2695322" cy="1661118"/>
            <a:chOff x="620797" y="3095294"/>
            <a:chExt cx="2695322" cy="1661118"/>
          </a:xfrm>
        </p:grpSpPr>
        <p:sp>
          <p:nvSpPr>
            <p:cNvPr id="987" name="Google Shape;987;p24"/>
            <p:cNvSpPr/>
            <p:nvPr/>
          </p:nvSpPr>
          <p:spPr>
            <a:xfrm flipH="1">
              <a:off x="620797" y="3122812"/>
              <a:ext cx="2596982" cy="1512058"/>
            </a:xfrm>
            <a:custGeom>
              <a:rect b="b" l="l" r="r" t="t"/>
              <a:pathLst>
                <a:path extrusionOk="0" h="35835" w="71631">
                  <a:moveTo>
                    <a:pt x="24555" y="0"/>
                  </a:moveTo>
                  <a:cubicBezTo>
                    <a:pt x="21999" y="0"/>
                    <a:pt x="19439" y="186"/>
                    <a:pt x="16943" y="753"/>
                  </a:cubicBezTo>
                  <a:cubicBezTo>
                    <a:pt x="13780" y="1451"/>
                    <a:pt x="10618" y="2991"/>
                    <a:pt x="8379" y="5373"/>
                  </a:cubicBezTo>
                  <a:cubicBezTo>
                    <a:pt x="8051" y="5476"/>
                    <a:pt x="7784" y="5558"/>
                    <a:pt x="7537" y="5722"/>
                  </a:cubicBezTo>
                  <a:cubicBezTo>
                    <a:pt x="1" y="10507"/>
                    <a:pt x="432" y="20611"/>
                    <a:pt x="5812" y="26772"/>
                  </a:cubicBezTo>
                  <a:cubicBezTo>
                    <a:pt x="11973" y="33877"/>
                    <a:pt x="21995" y="34986"/>
                    <a:pt x="30723" y="35582"/>
                  </a:cubicBezTo>
                  <a:cubicBezTo>
                    <a:pt x="32901" y="35743"/>
                    <a:pt x="35099" y="35835"/>
                    <a:pt x="37299" y="35835"/>
                  </a:cubicBezTo>
                  <a:cubicBezTo>
                    <a:pt x="44597" y="35835"/>
                    <a:pt x="51924" y="34831"/>
                    <a:pt x="58693" y="32070"/>
                  </a:cubicBezTo>
                  <a:cubicBezTo>
                    <a:pt x="62800" y="30448"/>
                    <a:pt x="66825" y="28066"/>
                    <a:pt x="69145" y="24205"/>
                  </a:cubicBezTo>
                  <a:cubicBezTo>
                    <a:pt x="71281" y="20529"/>
                    <a:pt x="71630" y="15826"/>
                    <a:pt x="69228" y="12150"/>
                  </a:cubicBezTo>
                  <a:cubicBezTo>
                    <a:pt x="67174" y="8885"/>
                    <a:pt x="63662" y="7098"/>
                    <a:pt x="60151" y="5722"/>
                  </a:cubicBezTo>
                  <a:cubicBezTo>
                    <a:pt x="55879" y="4264"/>
                    <a:pt x="51341" y="3320"/>
                    <a:pt x="46987" y="2478"/>
                  </a:cubicBezTo>
                  <a:cubicBezTo>
                    <a:pt x="41935" y="1533"/>
                    <a:pt x="36883" y="753"/>
                    <a:pt x="31831" y="342"/>
                  </a:cubicBezTo>
                  <a:cubicBezTo>
                    <a:pt x="29450" y="171"/>
                    <a:pt x="27004" y="0"/>
                    <a:pt x="24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4"/>
            <p:cNvSpPr/>
            <p:nvPr/>
          </p:nvSpPr>
          <p:spPr>
            <a:xfrm rot="-298359">
              <a:off x="757922" y="3200924"/>
              <a:ext cx="2500109" cy="1449858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4"/>
            <p:cNvSpPr txBox="1"/>
            <p:nvPr/>
          </p:nvSpPr>
          <p:spPr>
            <a:xfrm>
              <a:off x="960383" y="3735482"/>
              <a:ext cx="20802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Earth is the third planet from the Sun, the one  where we all live on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0" name="Google Shape;990;p24"/>
            <p:cNvSpPr txBox="1"/>
            <p:nvPr/>
          </p:nvSpPr>
          <p:spPr>
            <a:xfrm>
              <a:off x="960382" y="3377907"/>
              <a:ext cx="20802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Personality</a:t>
              </a:r>
              <a:endParaRPr sz="2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991" name="Google Shape;991;p24"/>
          <p:cNvSpPr/>
          <p:nvPr/>
        </p:nvSpPr>
        <p:spPr>
          <a:xfrm flipH="1" rot="-9572230">
            <a:off x="5316997" y="3536824"/>
            <a:ext cx="440525" cy="179450"/>
          </a:xfrm>
          <a:custGeom>
            <a:rect b="b" l="l" r="r" t="t"/>
            <a:pathLst>
              <a:path extrusionOk="0" h="7178" w="17621">
                <a:moveTo>
                  <a:pt x="11923" y="1"/>
                </a:moveTo>
                <a:cubicBezTo>
                  <a:pt x="10432" y="1"/>
                  <a:pt x="8907" y="337"/>
                  <a:pt x="7537" y="861"/>
                </a:cubicBezTo>
                <a:cubicBezTo>
                  <a:pt x="4888" y="1888"/>
                  <a:pt x="0" y="3593"/>
                  <a:pt x="82" y="7022"/>
                </a:cubicBezTo>
                <a:cubicBezTo>
                  <a:pt x="82" y="7133"/>
                  <a:pt x="137" y="7178"/>
                  <a:pt x="196" y="7178"/>
                </a:cubicBezTo>
                <a:cubicBezTo>
                  <a:pt x="269" y="7178"/>
                  <a:pt x="349" y="7112"/>
                  <a:pt x="349" y="7022"/>
                </a:cubicBezTo>
                <a:cubicBezTo>
                  <a:pt x="596" y="3777"/>
                  <a:pt x="5648" y="2052"/>
                  <a:pt x="8215" y="1108"/>
                </a:cubicBezTo>
                <a:cubicBezTo>
                  <a:pt x="9360" y="720"/>
                  <a:pt x="10600" y="477"/>
                  <a:pt x="11817" y="477"/>
                </a:cubicBezTo>
                <a:cubicBezTo>
                  <a:pt x="13501" y="477"/>
                  <a:pt x="15142" y="942"/>
                  <a:pt x="16429" y="2135"/>
                </a:cubicBezTo>
                <a:cubicBezTo>
                  <a:pt x="15566" y="2052"/>
                  <a:pt x="14642" y="1970"/>
                  <a:pt x="13780" y="1888"/>
                </a:cubicBezTo>
                <a:cubicBezTo>
                  <a:pt x="13431" y="1888"/>
                  <a:pt x="13431" y="2402"/>
                  <a:pt x="13698" y="2484"/>
                </a:cubicBezTo>
                <a:cubicBezTo>
                  <a:pt x="14540" y="2833"/>
                  <a:pt x="15402" y="3079"/>
                  <a:pt x="16265" y="3264"/>
                </a:cubicBezTo>
                <a:cubicBezTo>
                  <a:pt x="16265" y="3510"/>
                  <a:pt x="16183" y="3777"/>
                  <a:pt x="16183" y="4024"/>
                </a:cubicBezTo>
                <a:cubicBezTo>
                  <a:pt x="16125" y="4219"/>
                  <a:pt x="16260" y="4330"/>
                  <a:pt x="16408" y="4330"/>
                </a:cubicBezTo>
                <a:cubicBezTo>
                  <a:pt x="16525" y="4330"/>
                  <a:pt x="16651" y="4260"/>
                  <a:pt x="16696" y="4106"/>
                </a:cubicBezTo>
                <a:cubicBezTo>
                  <a:pt x="16778" y="3860"/>
                  <a:pt x="16860" y="3593"/>
                  <a:pt x="16860" y="3346"/>
                </a:cubicBezTo>
                <a:lnTo>
                  <a:pt x="17292" y="3346"/>
                </a:lnTo>
                <a:cubicBezTo>
                  <a:pt x="17456" y="3346"/>
                  <a:pt x="17620" y="3161"/>
                  <a:pt x="17620" y="3079"/>
                </a:cubicBezTo>
                <a:cubicBezTo>
                  <a:pt x="17620" y="2915"/>
                  <a:pt x="17538" y="2833"/>
                  <a:pt x="17538" y="2648"/>
                </a:cubicBezTo>
                <a:cubicBezTo>
                  <a:pt x="17620" y="2566"/>
                  <a:pt x="17538" y="2484"/>
                  <a:pt x="17538" y="2402"/>
                </a:cubicBezTo>
                <a:cubicBezTo>
                  <a:pt x="17456" y="1724"/>
                  <a:pt x="17374" y="1026"/>
                  <a:pt x="17292" y="266"/>
                </a:cubicBezTo>
                <a:cubicBezTo>
                  <a:pt x="17292" y="91"/>
                  <a:pt x="17143" y="4"/>
                  <a:pt x="16994" y="4"/>
                </a:cubicBezTo>
                <a:cubicBezTo>
                  <a:pt x="16845" y="4"/>
                  <a:pt x="16696" y="91"/>
                  <a:pt x="16696" y="266"/>
                </a:cubicBezTo>
                <a:cubicBezTo>
                  <a:pt x="16696" y="697"/>
                  <a:pt x="16593" y="1026"/>
                  <a:pt x="16511" y="1457"/>
                </a:cubicBezTo>
                <a:cubicBezTo>
                  <a:pt x="15202" y="418"/>
                  <a:pt x="13584" y="1"/>
                  <a:pt x="11923" y="1"/>
                </a:cubicBezTo>
                <a:close/>
              </a:path>
            </a:pathLst>
          </a:custGeom>
          <a:solidFill>
            <a:srgbClr val="1D1D1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2" name="Google Shape;992;p24"/>
          <p:cNvGrpSpPr/>
          <p:nvPr/>
        </p:nvGrpSpPr>
        <p:grpSpPr>
          <a:xfrm>
            <a:off x="3726450" y="3569150"/>
            <a:ext cx="1691100" cy="860875"/>
            <a:chOff x="3726450" y="3569150"/>
            <a:chExt cx="1691100" cy="860875"/>
          </a:xfrm>
        </p:grpSpPr>
        <p:sp>
          <p:nvSpPr>
            <p:cNvPr id="993" name="Google Shape;993;p24"/>
            <p:cNvSpPr txBox="1"/>
            <p:nvPr/>
          </p:nvSpPr>
          <p:spPr>
            <a:xfrm>
              <a:off x="3726450" y="3569150"/>
              <a:ext cx="16911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Richard Kyle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94" name="Google Shape;994;p24"/>
            <p:cNvSpPr txBox="1"/>
            <p:nvPr/>
          </p:nvSpPr>
          <p:spPr>
            <a:xfrm>
              <a:off x="3732576" y="3998325"/>
              <a:ext cx="1679100" cy="4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95" name="Google Shape;995;p24"/>
          <p:cNvGrpSpPr/>
          <p:nvPr/>
        </p:nvGrpSpPr>
        <p:grpSpPr>
          <a:xfrm>
            <a:off x="3537488" y="1449249"/>
            <a:ext cx="1916633" cy="1959787"/>
            <a:chOff x="3537488" y="1449249"/>
            <a:chExt cx="1916633" cy="1959787"/>
          </a:xfrm>
        </p:grpSpPr>
        <p:sp>
          <p:nvSpPr>
            <p:cNvPr id="996" name="Google Shape;996;p24"/>
            <p:cNvSpPr/>
            <p:nvPr/>
          </p:nvSpPr>
          <p:spPr>
            <a:xfrm>
              <a:off x="3537488" y="1449249"/>
              <a:ext cx="1898071" cy="1959787"/>
            </a:xfrm>
            <a:custGeom>
              <a:rect b="b" l="l" r="r" t="t"/>
              <a:pathLst>
                <a:path extrusionOk="0" h="45505" w="44072">
                  <a:moveTo>
                    <a:pt x="26184" y="10946"/>
                  </a:moveTo>
                  <a:cubicBezTo>
                    <a:pt x="26184" y="11049"/>
                    <a:pt x="25917" y="12075"/>
                    <a:pt x="25917" y="12158"/>
                  </a:cubicBezTo>
                  <a:cubicBezTo>
                    <a:pt x="25835" y="12322"/>
                    <a:pt x="25835" y="12404"/>
                    <a:pt x="25835" y="12486"/>
                  </a:cubicBezTo>
                  <a:lnTo>
                    <a:pt x="25835" y="11213"/>
                  </a:lnTo>
                  <a:lnTo>
                    <a:pt x="25835" y="10946"/>
                  </a:lnTo>
                  <a:close/>
                  <a:moveTo>
                    <a:pt x="33454" y="29100"/>
                  </a:moveTo>
                  <a:cubicBezTo>
                    <a:pt x="33536" y="30722"/>
                    <a:pt x="33618" y="32345"/>
                    <a:pt x="33618" y="33967"/>
                  </a:cubicBezTo>
                  <a:cubicBezTo>
                    <a:pt x="33536" y="32345"/>
                    <a:pt x="33454" y="30722"/>
                    <a:pt x="33454" y="29100"/>
                  </a:cubicBezTo>
                  <a:close/>
                  <a:moveTo>
                    <a:pt x="27457" y="33453"/>
                  </a:moveTo>
                  <a:cubicBezTo>
                    <a:pt x="27560" y="33967"/>
                    <a:pt x="27560" y="34398"/>
                    <a:pt x="27560" y="34912"/>
                  </a:cubicBezTo>
                  <a:lnTo>
                    <a:pt x="27211" y="34912"/>
                  </a:lnTo>
                  <a:cubicBezTo>
                    <a:pt x="27293" y="34562"/>
                    <a:pt x="27375" y="34234"/>
                    <a:pt x="27457" y="33885"/>
                  </a:cubicBezTo>
                  <a:lnTo>
                    <a:pt x="27457" y="33453"/>
                  </a:lnTo>
                  <a:close/>
                  <a:moveTo>
                    <a:pt x="33803" y="38670"/>
                  </a:moveTo>
                  <a:cubicBezTo>
                    <a:pt x="33885" y="38937"/>
                    <a:pt x="33885" y="39101"/>
                    <a:pt x="33885" y="39368"/>
                  </a:cubicBezTo>
                  <a:lnTo>
                    <a:pt x="33536" y="39368"/>
                  </a:lnTo>
                  <a:cubicBezTo>
                    <a:pt x="33618" y="39183"/>
                    <a:pt x="33803" y="38937"/>
                    <a:pt x="33803" y="38670"/>
                  </a:cubicBezTo>
                  <a:close/>
                  <a:moveTo>
                    <a:pt x="4190" y="0"/>
                  </a:moveTo>
                  <a:cubicBezTo>
                    <a:pt x="2650" y="0"/>
                    <a:pt x="1377" y="1376"/>
                    <a:pt x="1274" y="2916"/>
                  </a:cubicBezTo>
                  <a:cubicBezTo>
                    <a:pt x="1110" y="13513"/>
                    <a:pt x="863" y="24130"/>
                    <a:pt x="945" y="34747"/>
                  </a:cubicBezTo>
                  <a:cubicBezTo>
                    <a:pt x="83" y="35938"/>
                    <a:pt x="1" y="37561"/>
                    <a:pt x="945" y="38670"/>
                  </a:cubicBezTo>
                  <a:cubicBezTo>
                    <a:pt x="1027" y="39532"/>
                    <a:pt x="1027" y="40477"/>
                    <a:pt x="1027" y="41339"/>
                  </a:cubicBezTo>
                  <a:cubicBezTo>
                    <a:pt x="1027" y="43030"/>
                    <a:pt x="2288" y="43830"/>
                    <a:pt x="3548" y="43830"/>
                  </a:cubicBezTo>
                  <a:cubicBezTo>
                    <a:pt x="3680" y="43830"/>
                    <a:pt x="3813" y="43821"/>
                    <a:pt x="3944" y="43804"/>
                  </a:cubicBezTo>
                  <a:cubicBezTo>
                    <a:pt x="4190" y="43906"/>
                    <a:pt x="4539" y="43988"/>
                    <a:pt x="4786" y="43988"/>
                  </a:cubicBezTo>
                  <a:cubicBezTo>
                    <a:pt x="13729" y="45008"/>
                    <a:pt x="22685" y="45505"/>
                    <a:pt x="31635" y="45505"/>
                  </a:cubicBezTo>
                  <a:cubicBezTo>
                    <a:pt x="34583" y="45505"/>
                    <a:pt x="37531" y="45451"/>
                    <a:pt x="40477" y="45344"/>
                  </a:cubicBezTo>
                  <a:cubicBezTo>
                    <a:pt x="42182" y="45262"/>
                    <a:pt x="43476" y="43988"/>
                    <a:pt x="43558" y="42263"/>
                  </a:cubicBezTo>
                  <a:cubicBezTo>
                    <a:pt x="44071" y="29860"/>
                    <a:pt x="44071" y="17538"/>
                    <a:pt x="43804" y="5134"/>
                  </a:cubicBezTo>
                  <a:cubicBezTo>
                    <a:pt x="43804" y="3430"/>
                    <a:pt x="42449" y="2321"/>
                    <a:pt x="40806" y="2136"/>
                  </a:cubicBezTo>
                  <a:cubicBezTo>
                    <a:pt x="28669" y="945"/>
                    <a:pt x="16430" y="267"/>
                    <a:pt x="4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7" name="Google Shape;997;p24"/>
            <p:cNvGrpSpPr/>
            <p:nvPr/>
          </p:nvGrpSpPr>
          <p:grpSpPr>
            <a:xfrm>
              <a:off x="3574655" y="1476855"/>
              <a:ext cx="1879466" cy="1930328"/>
              <a:chOff x="3574655" y="1476855"/>
              <a:chExt cx="1879466" cy="1930328"/>
            </a:xfrm>
          </p:grpSpPr>
          <p:sp>
            <p:nvSpPr>
              <p:cNvPr id="998" name="Google Shape;998;p24"/>
              <p:cNvSpPr/>
              <p:nvPr/>
            </p:nvSpPr>
            <p:spPr>
              <a:xfrm>
                <a:off x="3574655" y="1476855"/>
                <a:ext cx="1879466" cy="1930328"/>
              </a:xfrm>
              <a:custGeom>
                <a:rect b="b" l="l" r="r" t="t"/>
                <a:pathLst>
                  <a:path extrusionOk="0" h="44821" w="43640">
                    <a:moveTo>
                      <a:pt x="3245" y="1577"/>
                    </a:moveTo>
                    <a:cubicBezTo>
                      <a:pt x="15813" y="2789"/>
                      <a:pt x="28566" y="3733"/>
                      <a:pt x="41154" y="4493"/>
                    </a:cubicBezTo>
                    <a:cubicBezTo>
                      <a:pt x="40292" y="10654"/>
                      <a:pt x="41996" y="17082"/>
                      <a:pt x="41668" y="23325"/>
                    </a:cubicBezTo>
                    <a:cubicBezTo>
                      <a:pt x="41319" y="29568"/>
                      <a:pt x="41072" y="35811"/>
                      <a:pt x="41237" y="42054"/>
                    </a:cubicBezTo>
                    <a:cubicBezTo>
                      <a:pt x="28484" y="41458"/>
                      <a:pt x="15567" y="41027"/>
                      <a:pt x="2732" y="40780"/>
                    </a:cubicBezTo>
                    <a:cubicBezTo>
                      <a:pt x="2382" y="27678"/>
                      <a:pt x="2814" y="14679"/>
                      <a:pt x="3245" y="1577"/>
                    </a:cubicBezTo>
                    <a:close/>
                    <a:moveTo>
                      <a:pt x="3191" y="1"/>
                    </a:moveTo>
                    <a:cubicBezTo>
                      <a:pt x="3117" y="1"/>
                      <a:pt x="3029" y="47"/>
                      <a:pt x="2978" y="140"/>
                    </a:cubicBezTo>
                    <a:lnTo>
                      <a:pt x="2978" y="1166"/>
                    </a:lnTo>
                    <a:lnTo>
                      <a:pt x="2382" y="1166"/>
                    </a:lnTo>
                    <a:cubicBezTo>
                      <a:pt x="2136" y="1166"/>
                      <a:pt x="2136" y="1495"/>
                      <a:pt x="2382" y="1495"/>
                    </a:cubicBezTo>
                    <a:cubicBezTo>
                      <a:pt x="2567" y="1495"/>
                      <a:pt x="2732" y="1577"/>
                      <a:pt x="2896" y="1577"/>
                    </a:cubicBezTo>
                    <a:cubicBezTo>
                      <a:pt x="1869" y="14597"/>
                      <a:pt x="1869" y="27761"/>
                      <a:pt x="2300" y="40780"/>
                    </a:cubicBezTo>
                    <a:lnTo>
                      <a:pt x="164" y="40780"/>
                    </a:lnTo>
                    <a:cubicBezTo>
                      <a:pt x="0" y="40780"/>
                      <a:pt x="0" y="41027"/>
                      <a:pt x="164" y="41027"/>
                    </a:cubicBezTo>
                    <a:cubicBezTo>
                      <a:pt x="842" y="41027"/>
                      <a:pt x="1623" y="41109"/>
                      <a:pt x="2300" y="41109"/>
                    </a:cubicBezTo>
                    <a:lnTo>
                      <a:pt x="2300" y="42403"/>
                    </a:lnTo>
                    <a:cubicBezTo>
                      <a:pt x="2300" y="42577"/>
                      <a:pt x="2429" y="42665"/>
                      <a:pt x="2557" y="42665"/>
                    </a:cubicBezTo>
                    <a:cubicBezTo>
                      <a:pt x="2685" y="42665"/>
                      <a:pt x="2814" y="42577"/>
                      <a:pt x="2814" y="42403"/>
                    </a:cubicBezTo>
                    <a:cubicBezTo>
                      <a:pt x="2814" y="41972"/>
                      <a:pt x="2814" y="41540"/>
                      <a:pt x="2732" y="41212"/>
                    </a:cubicBezTo>
                    <a:lnTo>
                      <a:pt x="2732" y="41212"/>
                    </a:lnTo>
                    <a:cubicBezTo>
                      <a:pt x="15567" y="41889"/>
                      <a:pt x="28484" y="42403"/>
                      <a:pt x="41319" y="42649"/>
                    </a:cubicBezTo>
                    <a:cubicBezTo>
                      <a:pt x="41319" y="43347"/>
                      <a:pt x="41401" y="44025"/>
                      <a:pt x="41401" y="44621"/>
                    </a:cubicBezTo>
                    <a:cubicBezTo>
                      <a:pt x="41401" y="44754"/>
                      <a:pt x="41488" y="44821"/>
                      <a:pt x="41575" y="44821"/>
                    </a:cubicBezTo>
                    <a:cubicBezTo>
                      <a:pt x="41663" y="44821"/>
                      <a:pt x="41750" y="44754"/>
                      <a:pt x="41750" y="44621"/>
                    </a:cubicBezTo>
                    <a:cubicBezTo>
                      <a:pt x="41668" y="44025"/>
                      <a:pt x="41668" y="43347"/>
                      <a:pt x="41668" y="42649"/>
                    </a:cubicBezTo>
                    <a:cubicBezTo>
                      <a:pt x="42263" y="42649"/>
                      <a:pt x="42777" y="42752"/>
                      <a:pt x="43290" y="42752"/>
                    </a:cubicBezTo>
                    <a:cubicBezTo>
                      <a:pt x="43639" y="42752"/>
                      <a:pt x="43639" y="42136"/>
                      <a:pt x="43290" y="42136"/>
                    </a:cubicBezTo>
                    <a:cubicBezTo>
                      <a:pt x="42777" y="42136"/>
                      <a:pt x="42181" y="42136"/>
                      <a:pt x="41668" y="42054"/>
                    </a:cubicBezTo>
                    <a:cubicBezTo>
                      <a:pt x="41586" y="35975"/>
                      <a:pt x="41750" y="29999"/>
                      <a:pt x="42099" y="23920"/>
                    </a:cubicBezTo>
                    <a:cubicBezTo>
                      <a:pt x="42510" y="17493"/>
                      <a:pt x="40805" y="10921"/>
                      <a:pt x="41668" y="4493"/>
                    </a:cubicBezTo>
                    <a:lnTo>
                      <a:pt x="41914" y="4493"/>
                    </a:lnTo>
                    <a:cubicBezTo>
                      <a:pt x="41937" y="4500"/>
                      <a:pt x="41958" y="4504"/>
                      <a:pt x="41977" y="4504"/>
                    </a:cubicBezTo>
                    <a:cubicBezTo>
                      <a:pt x="42179" y="4504"/>
                      <a:pt x="42158" y="4137"/>
                      <a:pt x="41914" y="4062"/>
                    </a:cubicBezTo>
                    <a:lnTo>
                      <a:pt x="41750" y="4062"/>
                    </a:lnTo>
                    <a:cubicBezTo>
                      <a:pt x="41832" y="3816"/>
                      <a:pt x="41832" y="3549"/>
                      <a:pt x="41914" y="3302"/>
                    </a:cubicBezTo>
                    <a:cubicBezTo>
                      <a:pt x="41914" y="3089"/>
                      <a:pt x="41753" y="2975"/>
                      <a:pt x="41609" y="2975"/>
                    </a:cubicBezTo>
                    <a:cubicBezTo>
                      <a:pt x="41518" y="2975"/>
                      <a:pt x="41433" y="3021"/>
                      <a:pt x="41401" y="3117"/>
                    </a:cubicBezTo>
                    <a:cubicBezTo>
                      <a:pt x="41319" y="3466"/>
                      <a:pt x="41319" y="3733"/>
                      <a:pt x="41237" y="4062"/>
                    </a:cubicBezTo>
                    <a:cubicBezTo>
                      <a:pt x="28648" y="2871"/>
                      <a:pt x="15916" y="1926"/>
                      <a:pt x="3245" y="1249"/>
                    </a:cubicBezTo>
                    <a:cubicBezTo>
                      <a:pt x="3245" y="817"/>
                      <a:pt x="3327" y="468"/>
                      <a:pt x="3327" y="140"/>
                    </a:cubicBezTo>
                    <a:cubicBezTo>
                      <a:pt x="3327" y="47"/>
                      <a:pt x="3265" y="1"/>
                      <a:pt x="3191" y="1"/>
                    </a:cubicBezTo>
                    <a:close/>
                  </a:path>
                </a:pathLst>
              </a:custGeom>
              <a:solidFill>
                <a:srgbClr val="1D1D1B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99" name="Google Shape;999;p24"/>
              <p:cNvGrpSpPr/>
              <p:nvPr/>
            </p:nvGrpSpPr>
            <p:grpSpPr>
              <a:xfrm>
                <a:off x="4016088" y="1760538"/>
                <a:ext cx="996583" cy="1337202"/>
                <a:chOff x="4016088" y="1760538"/>
                <a:chExt cx="996583" cy="1337202"/>
              </a:xfrm>
            </p:grpSpPr>
            <p:sp>
              <p:nvSpPr>
                <p:cNvPr id="1000" name="Google Shape;1000;p24"/>
                <p:cNvSpPr/>
                <p:nvPr/>
              </p:nvSpPr>
              <p:spPr>
                <a:xfrm>
                  <a:off x="4016088" y="1760538"/>
                  <a:ext cx="996583" cy="1337202"/>
                </a:xfrm>
                <a:custGeom>
                  <a:rect b="b" l="l" r="r" t="t"/>
                  <a:pathLst>
                    <a:path extrusionOk="0" h="23704" w="17666">
                      <a:moveTo>
                        <a:pt x="10437" y="326"/>
                      </a:moveTo>
                      <a:cubicBezTo>
                        <a:pt x="10509" y="326"/>
                        <a:pt x="10609" y="369"/>
                        <a:pt x="10777" y="473"/>
                      </a:cubicBezTo>
                      <a:cubicBezTo>
                        <a:pt x="10911" y="553"/>
                        <a:pt x="11030" y="664"/>
                        <a:pt x="11168" y="790"/>
                      </a:cubicBezTo>
                      <a:cubicBezTo>
                        <a:pt x="11233" y="851"/>
                        <a:pt x="11305" y="920"/>
                        <a:pt x="11383" y="986"/>
                      </a:cubicBezTo>
                      <a:lnTo>
                        <a:pt x="11417" y="1016"/>
                      </a:lnTo>
                      <a:lnTo>
                        <a:pt x="11448" y="989"/>
                      </a:lnTo>
                      <a:cubicBezTo>
                        <a:pt x="11463" y="978"/>
                        <a:pt x="11482" y="963"/>
                        <a:pt x="11505" y="947"/>
                      </a:cubicBezTo>
                      <a:cubicBezTo>
                        <a:pt x="11567" y="905"/>
                        <a:pt x="11647" y="844"/>
                        <a:pt x="11716" y="771"/>
                      </a:cubicBezTo>
                      <a:cubicBezTo>
                        <a:pt x="11892" y="588"/>
                        <a:pt x="12014" y="480"/>
                        <a:pt x="12126" y="480"/>
                      </a:cubicBezTo>
                      <a:cubicBezTo>
                        <a:pt x="12233" y="480"/>
                        <a:pt x="12356" y="576"/>
                        <a:pt x="12524" y="733"/>
                      </a:cubicBezTo>
                      <a:lnTo>
                        <a:pt x="12712" y="909"/>
                      </a:lnTo>
                      <a:lnTo>
                        <a:pt x="12827" y="871"/>
                      </a:lnTo>
                      <a:cubicBezTo>
                        <a:pt x="12884" y="848"/>
                        <a:pt x="12942" y="828"/>
                        <a:pt x="12995" y="813"/>
                      </a:cubicBezTo>
                      <a:cubicBezTo>
                        <a:pt x="13049" y="794"/>
                        <a:pt x="13103" y="782"/>
                        <a:pt x="13167" y="767"/>
                      </a:cubicBezTo>
                      <a:lnTo>
                        <a:pt x="13248" y="744"/>
                      </a:lnTo>
                      <a:cubicBezTo>
                        <a:pt x="13497" y="1273"/>
                        <a:pt x="13436" y="1798"/>
                        <a:pt x="13379" y="2307"/>
                      </a:cubicBezTo>
                      <a:cubicBezTo>
                        <a:pt x="13363" y="2461"/>
                        <a:pt x="13344" y="2618"/>
                        <a:pt x="13333" y="2775"/>
                      </a:cubicBezTo>
                      <a:cubicBezTo>
                        <a:pt x="12628" y="2798"/>
                        <a:pt x="11915" y="2809"/>
                        <a:pt x="11225" y="2821"/>
                      </a:cubicBezTo>
                      <a:cubicBezTo>
                        <a:pt x="8854" y="2863"/>
                        <a:pt x="6406" y="2905"/>
                        <a:pt x="3965" y="3304"/>
                      </a:cubicBezTo>
                      <a:cubicBezTo>
                        <a:pt x="3965" y="3269"/>
                        <a:pt x="3962" y="3231"/>
                        <a:pt x="3958" y="3196"/>
                      </a:cubicBezTo>
                      <a:cubicBezTo>
                        <a:pt x="3946" y="3085"/>
                        <a:pt x="3935" y="2982"/>
                        <a:pt x="3939" y="2878"/>
                      </a:cubicBezTo>
                      <a:cubicBezTo>
                        <a:pt x="3965" y="2545"/>
                        <a:pt x="4000" y="2185"/>
                        <a:pt x="4054" y="1752"/>
                      </a:cubicBezTo>
                      <a:cubicBezTo>
                        <a:pt x="4065" y="1637"/>
                        <a:pt x="4100" y="1514"/>
                        <a:pt x="4149" y="1403"/>
                      </a:cubicBezTo>
                      <a:cubicBezTo>
                        <a:pt x="4238" y="1208"/>
                        <a:pt x="4360" y="1101"/>
                        <a:pt x="4494" y="1101"/>
                      </a:cubicBezTo>
                      <a:cubicBezTo>
                        <a:pt x="4616" y="1101"/>
                        <a:pt x="4751" y="1193"/>
                        <a:pt x="4866" y="1357"/>
                      </a:cubicBezTo>
                      <a:cubicBezTo>
                        <a:pt x="4892" y="1392"/>
                        <a:pt x="4920" y="1426"/>
                        <a:pt x="4954" y="1472"/>
                      </a:cubicBezTo>
                      <a:lnTo>
                        <a:pt x="5065" y="1626"/>
                      </a:lnTo>
                      <a:lnTo>
                        <a:pt x="5107" y="1568"/>
                      </a:lnTo>
                      <a:cubicBezTo>
                        <a:pt x="5138" y="1525"/>
                        <a:pt x="5168" y="1491"/>
                        <a:pt x="5199" y="1456"/>
                      </a:cubicBezTo>
                      <a:cubicBezTo>
                        <a:pt x="5260" y="1384"/>
                        <a:pt x="5318" y="1319"/>
                        <a:pt x="5337" y="1239"/>
                      </a:cubicBezTo>
                      <a:cubicBezTo>
                        <a:pt x="5410" y="974"/>
                        <a:pt x="5574" y="832"/>
                        <a:pt x="5824" y="813"/>
                      </a:cubicBezTo>
                      <a:lnTo>
                        <a:pt x="5858" y="813"/>
                      </a:lnTo>
                      <a:cubicBezTo>
                        <a:pt x="6065" y="813"/>
                        <a:pt x="6168" y="963"/>
                        <a:pt x="6264" y="1204"/>
                      </a:cubicBezTo>
                      <a:cubicBezTo>
                        <a:pt x="6280" y="1235"/>
                        <a:pt x="6303" y="1254"/>
                        <a:pt x="6333" y="1281"/>
                      </a:cubicBezTo>
                      <a:cubicBezTo>
                        <a:pt x="6349" y="1296"/>
                        <a:pt x="6372" y="1311"/>
                        <a:pt x="6395" y="1334"/>
                      </a:cubicBezTo>
                      <a:lnTo>
                        <a:pt x="6429" y="1369"/>
                      </a:lnTo>
                      <a:lnTo>
                        <a:pt x="6464" y="1338"/>
                      </a:lnTo>
                      <a:cubicBezTo>
                        <a:pt x="6487" y="1319"/>
                        <a:pt x="6513" y="1300"/>
                        <a:pt x="6540" y="1281"/>
                      </a:cubicBezTo>
                      <a:cubicBezTo>
                        <a:pt x="6601" y="1235"/>
                        <a:pt x="6674" y="1185"/>
                        <a:pt x="6716" y="1112"/>
                      </a:cubicBezTo>
                      <a:cubicBezTo>
                        <a:pt x="6927" y="752"/>
                        <a:pt x="7095" y="591"/>
                        <a:pt x="7264" y="591"/>
                      </a:cubicBezTo>
                      <a:cubicBezTo>
                        <a:pt x="7421" y="591"/>
                        <a:pt x="7597" y="714"/>
                        <a:pt x="7843" y="989"/>
                      </a:cubicBezTo>
                      <a:cubicBezTo>
                        <a:pt x="7869" y="1020"/>
                        <a:pt x="7903" y="1039"/>
                        <a:pt x="7946" y="1066"/>
                      </a:cubicBezTo>
                      <a:cubicBezTo>
                        <a:pt x="7972" y="1081"/>
                        <a:pt x="8000" y="1101"/>
                        <a:pt x="8034" y="1124"/>
                      </a:cubicBezTo>
                      <a:lnTo>
                        <a:pt x="8069" y="1147"/>
                      </a:lnTo>
                      <a:lnTo>
                        <a:pt x="8099" y="1116"/>
                      </a:lnTo>
                      <a:cubicBezTo>
                        <a:pt x="8149" y="1062"/>
                        <a:pt x="8202" y="1009"/>
                        <a:pt x="8253" y="955"/>
                      </a:cubicBezTo>
                      <a:cubicBezTo>
                        <a:pt x="8368" y="832"/>
                        <a:pt x="8486" y="706"/>
                        <a:pt x="8609" y="591"/>
                      </a:cubicBezTo>
                      <a:cubicBezTo>
                        <a:pt x="8782" y="422"/>
                        <a:pt x="8908" y="349"/>
                        <a:pt x="9022" y="349"/>
                      </a:cubicBezTo>
                      <a:cubicBezTo>
                        <a:pt x="9145" y="349"/>
                        <a:pt x="9268" y="434"/>
                        <a:pt x="9433" y="629"/>
                      </a:cubicBezTo>
                      <a:cubicBezTo>
                        <a:pt x="9498" y="710"/>
                        <a:pt x="9558" y="790"/>
                        <a:pt x="9636" y="886"/>
                      </a:cubicBezTo>
                      <a:lnTo>
                        <a:pt x="9800" y="1101"/>
                      </a:lnTo>
                      <a:lnTo>
                        <a:pt x="9839" y="1043"/>
                      </a:lnTo>
                      <a:cubicBezTo>
                        <a:pt x="9880" y="982"/>
                        <a:pt x="9919" y="932"/>
                        <a:pt x="9954" y="882"/>
                      </a:cubicBezTo>
                      <a:cubicBezTo>
                        <a:pt x="10018" y="794"/>
                        <a:pt x="10072" y="721"/>
                        <a:pt x="10118" y="641"/>
                      </a:cubicBezTo>
                      <a:cubicBezTo>
                        <a:pt x="10267" y="399"/>
                        <a:pt x="10340" y="326"/>
                        <a:pt x="10437" y="326"/>
                      </a:cubicBezTo>
                      <a:close/>
                      <a:moveTo>
                        <a:pt x="13535" y="7005"/>
                      </a:moveTo>
                      <a:cubicBezTo>
                        <a:pt x="13980" y="7123"/>
                        <a:pt x="14164" y="7406"/>
                        <a:pt x="14083" y="7847"/>
                      </a:cubicBezTo>
                      <a:cubicBezTo>
                        <a:pt x="14014" y="8253"/>
                        <a:pt x="13731" y="8476"/>
                        <a:pt x="13287" y="8476"/>
                      </a:cubicBezTo>
                      <a:cubicBezTo>
                        <a:pt x="13248" y="8476"/>
                        <a:pt x="13210" y="8472"/>
                        <a:pt x="13167" y="8467"/>
                      </a:cubicBezTo>
                      <a:cubicBezTo>
                        <a:pt x="13264" y="7935"/>
                        <a:pt x="13363" y="7479"/>
                        <a:pt x="13535" y="7005"/>
                      </a:cubicBezTo>
                      <a:close/>
                      <a:moveTo>
                        <a:pt x="11693" y="3116"/>
                      </a:moveTo>
                      <a:cubicBezTo>
                        <a:pt x="12030" y="3116"/>
                        <a:pt x="12386" y="3143"/>
                        <a:pt x="12777" y="3200"/>
                      </a:cubicBezTo>
                      <a:cubicBezTo>
                        <a:pt x="12999" y="3231"/>
                        <a:pt x="13268" y="3350"/>
                        <a:pt x="13275" y="3721"/>
                      </a:cubicBezTo>
                      <a:cubicBezTo>
                        <a:pt x="13275" y="3921"/>
                        <a:pt x="13287" y="4119"/>
                        <a:pt x="13294" y="4319"/>
                      </a:cubicBezTo>
                      <a:cubicBezTo>
                        <a:pt x="13317" y="4763"/>
                        <a:pt x="13340" y="5223"/>
                        <a:pt x="13279" y="5659"/>
                      </a:cubicBezTo>
                      <a:cubicBezTo>
                        <a:pt x="13107" y="6851"/>
                        <a:pt x="12865" y="8115"/>
                        <a:pt x="12547" y="9529"/>
                      </a:cubicBezTo>
                      <a:cubicBezTo>
                        <a:pt x="12164" y="11238"/>
                        <a:pt x="11229" y="12509"/>
                        <a:pt x="9777" y="13299"/>
                      </a:cubicBezTo>
                      <a:cubicBezTo>
                        <a:pt x="9287" y="13567"/>
                        <a:pt x="8701" y="13843"/>
                        <a:pt x="8073" y="13843"/>
                      </a:cubicBezTo>
                      <a:cubicBezTo>
                        <a:pt x="7839" y="13843"/>
                        <a:pt x="7605" y="13805"/>
                        <a:pt x="7383" y="13728"/>
                      </a:cubicBezTo>
                      <a:cubicBezTo>
                        <a:pt x="6655" y="13475"/>
                        <a:pt x="6084" y="13061"/>
                        <a:pt x="5682" y="12495"/>
                      </a:cubicBezTo>
                      <a:lnTo>
                        <a:pt x="5578" y="12352"/>
                      </a:lnTo>
                      <a:cubicBezTo>
                        <a:pt x="5479" y="12211"/>
                        <a:pt x="5375" y="12069"/>
                        <a:pt x="5279" y="11920"/>
                      </a:cubicBezTo>
                      <a:cubicBezTo>
                        <a:pt x="5058" y="11575"/>
                        <a:pt x="4809" y="11188"/>
                        <a:pt x="4754" y="10713"/>
                      </a:cubicBezTo>
                      <a:cubicBezTo>
                        <a:pt x="4736" y="10541"/>
                        <a:pt x="4682" y="10375"/>
                        <a:pt x="4632" y="10219"/>
                      </a:cubicBezTo>
                      <a:cubicBezTo>
                        <a:pt x="4609" y="10150"/>
                        <a:pt x="4590" y="10085"/>
                        <a:pt x="4575" y="10019"/>
                      </a:cubicBezTo>
                      <a:lnTo>
                        <a:pt x="4563" y="9977"/>
                      </a:lnTo>
                      <a:lnTo>
                        <a:pt x="4100" y="10008"/>
                      </a:lnTo>
                      <a:cubicBezTo>
                        <a:pt x="3808" y="10027"/>
                        <a:pt x="3548" y="10042"/>
                        <a:pt x="3291" y="10058"/>
                      </a:cubicBezTo>
                      <a:cubicBezTo>
                        <a:pt x="3268" y="10058"/>
                        <a:pt x="3245" y="10062"/>
                        <a:pt x="3222" y="10062"/>
                      </a:cubicBezTo>
                      <a:cubicBezTo>
                        <a:pt x="2846" y="10062"/>
                        <a:pt x="2567" y="9889"/>
                        <a:pt x="2406" y="9563"/>
                      </a:cubicBezTo>
                      <a:cubicBezTo>
                        <a:pt x="2261" y="9257"/>
                        <a:pt x="2153" y="8805"/>
                        <a:pt x="2491" y="8391"/>
                      </a:cubicBezTo>
                      <a:cubicBezTo>
                        <a:pt x="2862" y="7928"/>
                        <a:pt x="3260" y="7713"/>
                        <a:pt x="3736" y="7709"/>
                      </a:cubicBezTo>
                      <a:cubicBezTo>
                        <a:pt x="3789" y="7709"/>
                        <a:pt x="3839" y="7698"/>
                        <a:pt x="3889" y="7686"/>
                      </a:cubicBezTo>
                      <a:cubicBezTo>
                        <a:pt x="3908" y="7682"/>
                        <a:pt x="3927" y="7678"/>
                        <a:pt x="3950" y="7675"/>
                      </a:cubicBezTo>
                      <a:lnTo>
                        <a:pt x="3981" y="7671"/>
                      </a:lnTo>
                      <a:lnTo>
                        <a:pt x="3988" y="7640"/>
                      </a:lnTo>
                      <a:cubicBezTo>
                        <a:pt x="3996" y="7617"/>
                        <a:pt x="4004" y="7594"/>
                        <a:pt x="4011" y="7576"/>
                      </a:cubicBezTo>
                      <a:cubicBezTo>
                        <a:pt x="4027" y="7533"/>
                        <a:pt x="4042" y="7495"/>
                        <a:pt x="4042" y="7449"/>
                      </a:cubicBezTo>
                      <a:cubicBezTo>
                        <a:pt x="4023" y="7196"/>
                        <a:pt x="4000" y="6943"/>
                        <a:pt x="3981" y="6690"/>
                      </a:cubicBezTo>
                      <a:cubicBezTo>
                        <a:pt x="3939" y="6177"/>
                        <a:pt x="3893" y="5648"/>
                        <a:pt x="3873" y="5127"/>
                      </a:cubicBezTo>
                      <a:cubicBezTo>
                        <a:pt x="3862" y="4763"/>
                        <a:pt x="3900" y="4353"/>
                        <a:pt x="3988" y="3909"/>
                      </a:cubicBezTo>
                      <a:cubicBezTo>
                        <a:pt x="4011" y="3801"/>
                        <a:pt x="4192" y="3663"/>
                        <a:pt x="4329" y="3617"/>
                      </a:cubicBezTo>
                      <a:cubicBezTo>
                        <a:pt x="4644" y="3514"/>
                        <a:pt x="5007" y="3407"/>
                        <a:pt x="5371" y="3384"/>
                      </a:cubicBezTo>
                      <a:cubicBezTo>
                        <a:pt x="6628" y="3304"/>
                        <a:pt x="7908" y="3249"/>
                        <a:pt x="9145" y="3196"/>
                      </a:cubicBezTo>
                      <a:lnTo>
                        <a:pt x="9433" y="3180"/>
                      </a:lnTo>
                      <a:cubicBezTo>
                        <a:pt x="10133" y="3150"/>
                        <a:pt x="10888" y="3123"/>
                        <a:pt x="11650" y="3116"/>
                      </a:cubicBezTo>
                      <a:close/>
                      <a:moveTo>
                        <a:pt x="12417" y="11399"/>
                      </a:moveTo>
                      <a:cubicBezTo>
                        <a:pt x="12290" y="12636"/>
                        <a:pt x="10333" y="16242"/>
                        <a:pt x="9352" y="17011"/>
                      </a:cubicBezTo>
                      <a:cubicBezTo>
                        <a:pt x="9206" y="16854"/>
                        <a:pt x="9061" y="16701"/>
                        <a:pt x="8915" y="16548"/>
                      </a:cubicBezTo>
                      <a:cubicBezTo>
                        <a:pt x="8552" y="16164"/>
                        <a:pt x="8176" y="15766"/>
                        <a:pt x="7816" y="15368"/>
                      </a:cubicBezTo>
                      <a:cubicBezTo>
                        <a:pt x="7678" y="15214"/>
                        <a:pt x="7525" y="15065"/>
                        <a:pt x="7379" y="14923"/>
                      </a:cubicBezTo>
                      <a:cubicBezTo>
                        <a:pt x="7030" y="14590"/>
                        <a:pt x="6674" y="14245"/>
                        <a:pt x="6471" y="13782"/>
                      </a:cubicBezTo>
                      <a:lnTo>
                        <a:pt x="6471" y="13782"/>
                      </a:lnTo>
                      <a:cubicBezTo>
                        <a:pt x="6483" y="13789"/>
                        <a:pt x="6498" y="13797"/>
                        <a:pt x="6510" y="13805"/>
                      </a:cubicBezTo>
                      <a:cubicBezTo>
                        <a:pt x="6628" y="13869"/>
                        <a:pt x="6750" y="13935"/>
                        <a:pt x="6881" y="13984"/>
                      </a:cubicBezTo>
                      <a:cubicBezTo>
                        <a:pt x="7249" y="14122"/>
                        <a:pt x="7632" y="14191"/>
                        <a:pt x="8027" y="14191"/>
                      </a:cubicBezTo>
                      <a:cubicBezTo>
                        <a:pt x="8414" y="14191"/>
                        <a:pt x="8812" y="14127"/>
                        <a:pt x="9245" y="13992"/>
                      </a:cubicBezTo>
                      <a:cubicBezTo>
                        <a:pt x="10409" y="13628"/>
                        <a:pt x="11367" y="12866"/>
                        <a:pt x="12172" y="11667"/>
                      </a:cubicBezTo>
                      <a:cubicBezTo>
                        <a:pt x="12221" y="11594"/>
                        <a:pt x="12290" y="11525"/>
                        <a:pt x="12371" y="11445"/>
                      </a:cubicBezTo>
                      <a:lnTo>
                        <a:pt x="12417" y="11399"/>
                      </a:lnTo>
                      <a:close/>
                      <a:moveTo>
                        <a:pt x="13114" y="11655"/>
                      </a:moveTo>
                      <a:cubicBezTo>
                        <a:pt x="13172" y="11655"/>
                        <a:pt x="13206" y="11663"/>
                        <a:pt x="13236" y="11675"/>
                      </a:cubicBezTo>
                      <a:cubicBezTo>
                        <a:pt x="14023" y="12030"/>
                        <a:pt x="14608" y="12636"/>
                        <a:pt x="15141" y="13222"/>
                      </a:cubicBezTo>
                      <a:cubicBezTo>
                        <a:pt x="15264" y="13356"/>
                        <a:pt x="15379" y="13498"/>
                        <a:pt x="15494" y="13639"/>
                      </a:cubicBezTo>
                      <a:cubicBezTo>
                        <a:pt x="15570" y="13736"/>
                        <a:pt x="15650" y="13832"/>
                        <a:pt x="15731" y="13927"/>
                      </a:cubicBezTo>
                      <a:cubicBezTo>
                        <a:pt x="16654" y="15004"/>
                        <a:pt x="17179" y="16287"/>
                        <a:pt x="17290" y="17736"/>
                      </a:cubicBezTo>
                      <a:cubicBezTo>
                        <a:pt x="17336" y="18337"/>
                        <a:pt x="17195" y="18961"/>
                        <a:pt x="16880" y="19536"/>
                      </a:cubicBezTo>
                      <a:cubicBezTo>
                        <a:pt x="16417" y="20383"/>
                        <a:pt x="15815" y="21329"/>
                        <a:pt x="14845" y="21930"/>
                      </a:cubicBezTo>
                      <a:cubicBezTo>
                        <a:pt x="14355" y="22236"/>
                        <a:pt x="13804" y="22471"/>
                        <a:pt x="13271" y="22701"/>
                      </a:cubicBezTo>
                      <a:cubicBezTo>
                        <a:pt x="13149" y="22750"/>
                        <a:pt x="13026" y="22804"/>
                        <a:pt x="12904" y="22857"/>
                      </a:cubicBezTo>
                      <a:cubicBezTo>
                        <a:pt x="12299" y="23118"/>
                        <a:pt x="11620" y="23267"/>
                        <a:pt x="10766" y="23325"/>
                      </a:cubicBezTo>
                      <a:cubicBezTo>
                        <a:pt x="10244" y="23359"/>
                        <a:pt x="9724" y="23375"/>
                        <a:pt x="9214" y="23375"/>
                      </a:cubicBezTo>
                      <a:cubicBezTo>
                        <a:pt x="7617" y="23375"/>
                        <a:pt x="6061" y="23202"/>
                        <a:pt x="4586" y="22862"/>
                      </a:cubicBezTo>
                      <a:cubicBezTo>
                        <a:pt x="2924" y="22475"/>
                        <a:pt x="1762" y="21608"/>
                        <a:pt x="1134" y="20287"/>
                      </a:cubicBezTo>
                      <a:cubicBezTo>
                        <a:pt x="958" y="19915"/>
                        <a:pt x="874" y="19486"/>
                        <a:pt x="790" y="19076"/>
                      </a:cubicBezTo>
                      <a:cubicBezTo>
                        <a:pt x="755" y="18892"/>
                        <a:pt x="717" y="18705"/>
                        <a:pt x="671" y="18525"/>
                      </a:cubicBezTo>
                      <a:cubicBezTo>
                        <a:pt x="659" y="18479"/>
                        <a:pt x="655" y="18433"/>
                        <a:pt x="648" y="18383"/>
                      </a:cubicBezTo>
                      <a:cubicBezTo>
                        <a:pt x="644" y="18325"/>
                        <a:pt x="636" y="18260"/>
                        <a:pt x="617" y="18203"/>
                      </a:cubicBezTo>
                      <a:cubicBezTo>
                        <a:pt x="314" y="17207"/>
                        <a:pt x="422" y="16207"/>
                        <a:pt x="950" y="15146"/>
                      </a:cubicBezTo>
                      <a:cubicBezTo>
                        <a:pt x="1115" y="14816"/>
                        <a:pt x="1280" y="14486"/>
                        <a:pt x="1444" y="14157"/>
                      </a:cubicBezTo>
                      <a:lnTo>
                        <a:pt x="1582" y="13885"/>
                      </a:lnTo>
                      <a:lnTo>
                        <a:pt x="1601" y="13843"/>
                      </a:lnTo>
                      <a:cubicBezTo>
                        <a:pt x="1617" y="13812"/>
                        <a:pt x="1633" y="13777"/>
                        <a:pt x="1651" y="13754"/>
                      </a:cubicBezTo>
                      <a:cubicBezTo>
                        <a:pt x="2395" y="12896"/>
                        <a:pt x="3096" y="12303"/>
                        <a:pt x="3862" y="11892"/>
                      </a:cubicBezTo>
                      <a:cubicBezTo>
                        <a:pt x="4100" y="11766"/>
                        <a:pt x="4272" y="11675"/>
                        <a:pt x="4409" y="11675"/>
                      </a:cubicBezTo>
                      <a:cubicBezTo>
                        <a:pt x="4563" y="11675"/>
                        <a:pt x="4708" y="11782"/>
                        <a:pt x="4931" y="12291"/>
                      </a:cubicBezTo>
                      <a:lnTo>
                        <a:pt x="4299" y="12686"/>
                      </a:lnTo>
                      <a:lnTo>
                        <a:pt x="4360" y="12728"/>
                      </a:lnTo>
                      <a:cubicBezTo>
                        <a:pt x="4441" y="12789"/>
                        <a:pt x="4521" y="12816"/>
                        <a:pt x="4609" y="12816"/>
                      </a:cubicBezTo>
                      <a:cubicBezTo>
                        <a:pt x="4705" y="12816"/>
                        <a:pt x="4793" y="12778"/>
                        <a:pt x="4877" y="12743"/>
                      </a:cubicBezTo>
                      <a:cubicBezTo>
                        <a:pt x="4961" y="12709"/>
                        <a:pt x="5042" y="12674"/>
                        <a:pt x="5134" y="12674"/>
                      </a:cubicBezTo>
                      <a:lnTo>
                        <a:pt x="5157" y="12674"/>
                      </a:lnTo>
                      <a:lnTo>
                        <a:pt x="5732" y="13444"/>
                      </a:lnTo>
                      <a:lnTo>
                        <a:pt x="5256" y="13789"/>
                      </a:lnTo>
                      <a:lnTo>
                        <a:pt x="5311" y="13947"/>
                      </a:lnTo>
                      <a:lnTo>
                        <a:pt x="5939" y="13816"/>
                      </a:lnTo>
                      <a:lnTo>
                        <a:pt x="6590" y="14659"/>
                      </a:lnTo>
                      <a:lnTo>
                        <a:pt x="6027" y="15237"/>
                      </a:lnTo>
                      <a:lnTo>
                        <a:pt x="6099" y="15268"/>
                      </a:lnTo>
                      <a:cubicBezTo>
                        <a:pt x="6168" y="15291"/>
                        <a:pt x="6230" y="15306"/>
                        <a:pt x="6294" y="15306"/>
                      </a:cubicBezTo>
                      <a:cubicBezTo>
                        <a:pt x="6455" y="15306"/>
                        <a:pt x="6570" y="15218"/>
                        <a:pt x="6678" y="15130"/>
                      </a:cubicBezTo>
                      <a:cubicBezTo>
                        <a:pt x="6750" y="15077"/>
                        <a:pt x="6816" y="15023"/>
                        <a:pt x="6892" y="14996"/>
                      </a:cubicBezTo>
                      <a:cubicBezTo>
                        <a:pt x="7141" y="15103"/>
                        <a:pt x="7306" y="15329"/>
                        <a:pt x="7498" y="15590"/>
                      </a:cubicBezTo>
                      <a:lnTo>
                        <a:pt x="7551" y="15662"/>
                      </a:lnTo>
                      <a:cubicBezTo>
                        <a:pt x="7344" y="15839"/>
                        <a:pt x="6823" y="16279"/>
                        <a:pt x="6823" y="16279"/>
                      </a:cubicBezTo>
                      <a:lnTo>
                        <a:pt x="6920" y="16306"/>
                      </a:lnTo>
                      <a:cubicBezTo>
                        <a:pt x="6966" y="16318"/>
                        <a:pt x="7012" y="16322"/>
                        <a:pt x="7058" y="16322"/>
                      </a:cubicBezTo>
                      <a:cubicBezTo>
                        <a:pt x="7226" y="16322"/>
                        <a:pt x="7352" y="16242"/>
                        <a:pt x="7471" y="16161"/>
                      </a:cubicBezTo>
                      <a:cubicBezTo>
                        <a:pt x="7586" y="16084"/>
                        <a:pt x="7693" y="16015"/>
                        <a:pt x="7831" y="16015"/>
                      </a:cubicBezTo>
                      <a:cubicBezTo>
                        <a:pt x="7850" y="16015"/>
                        <a:pt x="7873" y="16015"/>
                        <a:pt x="7896" y="16019"/>
                      </a:cubicBezTo>
                      <a:lnTo>
                        <a:pt x="8601" y="16781"/>
                      </a:lnTo>
                      <a:lnTo>
                        <a:pt x="7972" y="17287"/>
                      </a:lnTo>
                      <a:lnTo>
                        <a:pt x="8046" y="17326"/>
                      </a:lnTo>
                      <a:cubicBezTo>
                        <a:pt x="8142" y="17368"/>
                        <a:pt x="8202" y="17398"/>
                        <a:pt x="8276" y="17398"/>
                      </a:cubicBezTo>
                      <a:cubicBezTo>
                        <a:pt x="8391" y="17398"/>
                        <a:pt x="8494" y="17322"/>
                        <a:pt x="8782" y="17087"/>
                      </a:cubicBezTo>
                      <a:lnTo>
                        <a:pt x="9444" y="17693"/>
                      </a:lnTo>
                      <a:cubicBezTo>
                        <a:pt x="9467" y="17731"/>
                        <a:pt x="9463" y="17805"/>
                        <a:pt x="9456" y="17881"/>
                      </a:cubicBezTo>
                      <a:cubicBezTo>
                        <a:pt x="9440" y="18069"/>
                        <a:pt x="9417" y="18348"/>
                        <a:pt x="9827" y="18490"/>
                      </a:cubicBezTo>
                      <a:lnTo>
                        <a:pt x="9919" y="18525"/>
                      </a:lnTo>
                      <a:lnTo>
                        <a:pt x="9892" y="18429"/>
                      </a:lnTo>
                      <a:cubicBezTo>
                        <a:pt x="9719" y="17747"/>
                        <a:pt x="9827" y="17280"/>
                        <a:pt x="10241" y="16912"/>
                      </a:cubicBezTo>
                      <a:cubicBezTo>
                        <a:pt x="10345" y="16942"/>
                        <a:pt x="10432" y="17000"/>
                        <a:pt x="10529" y="17061"/>
                      </a:cubicBezTo>
                      <a:cubicBezTo>
                        <a:pt x="10674" y="17153"/>
                        <a:pt x="10827" y="17253"/>
                        <a:pt x="11034" y="17253"/>
                      </a:cubicBezTo>
                      <a:cubicBezTo>
                        <a:pt x="11099" y="17253"/>
                        <a:pt x="11164" y="17241"/>
                        <a:pt x="11229" y="17225"/>
                      </a:cubicBezTo>
                      <a:lnTo>
                        <a:pt x="11333" y="17199"/>
                      </a:lnTo>
                      <a:lnTo>
                        <a:pt x="10440" y="16540"/>
                      </a:lnTo>
                      <a:lnTo>
                        <a:pt x="10827" y="15934"/>
                      </a:lnTo>
                      <a:cubicBezTo>
                        <a:pt x="10980" y="15938"/>
                        <a:pt x="11122" y="15984"/>
                        <a:pt x="11260" y="16030"/>
                      </a:cubicBezTo>
                      <a:cubicBezTo>
                        <a:pt x="11402" y="16076"/>
                        <a:pt x="11535" y="16122"/>
                        <a:pt x="11682" y="16122"/>
                      </a:cubicBezTo>
                      <a:cubicBezTo>
                        <a:pt x="11705" y="16122"/>
                        <a:pt x="11728" y="16118"/>
                        <a:pt x="11754" y="16118"/>
                      </a:cubicBezTo>
                      <a:lnTo>
                        <a:pt x="11785" y="16115"/>
                      </a:lnTo>
                      <a:lnTo>
                        <a:pt x="11853" y="15920"/>
                      </a:lnTo>
                      <a:lnTo>
                        <a:pt x="11088" y="15559"/>
                      </a:lnTo>
                      <a:lnTo>
                        <a:pt x="11689" y="14383"/>
                      </a:lnTo>
                      <a:lnTo>
                        <a:pt x="12467" y="14617"/>
                      </a:lnTo>
                      <a:lnTo>
                        <a:pt x="12547" y="14444"/>
                      </a:lnTo>
                      <a:lnTo>
                        <a:pt x="11954" y="14012"/>
                      </a:lnTo>
                      <a:lnTo>
                        <a:pt x="12023" y="13843"/>
                      </a:lnTo>
                      <a:cubicBezTo>
                        <a:pt x="12080" y="13701"/>
                        <a:pt x="12138" y="13559"/>
                        <a:pt x="12198" y="13422"/>
                      </a:cubicBezTo>
                      <a:cubicBezTo>
                        <a:pt x="12256" y="13284"/>
                        <a:pt x="12321" y="13149"/>
                        <a:pt x="12390" y="13000"/>
                      </a:cubicBezTo>
                      <a:lnTo>
                        <a:pt x="12467" y="12835"/>
                      </a:lnTo>
                      <a:lnTo>
                        <a:pt x="13333" y="13069"/>
                      </a:lnTo>
                      <a:lnTo>
                        <a:pt x="13413" y="12866"/>
                      </a:lnTo>
                      <a:lnTo>
                        <a:pt x="12670" y="12498"/>
                      </a:lnTo>
                      <a:cubicBezTo>
                        <a:pt x="12716" y="12157"/>
                        <a:pt x="12743" y="12092"/>
                        <a:pt x="12904" y="12092"/>
                      </a:cubicBezTo>
                      <a:cubicBezTo>
                        <a:pt x="12999" y="12092"/>
                        <a:pt x="13144" y="12119"/>
                        <a:pt x="13351" y="12161"/>
                      </a:cubicBezTo>
                      <a:lnTo>
                        <a:pt x="13379" y="12165"/>
                      </a:lnTo>
                      <a:lnTo>
                        <a:pt x="13543" y="12004"/>
                      </a:lnTo>
                      <a:lnTo>
                        <a:pt x="13390" y="11931"/>
                      </a:lnTo>
                      <a:cubicBezTo>
                        <a:pt x="13328" y="11901"/>
                        <a:pt x="13268" y="11869"/>
                        <a:pt x="13210" y="11839"/>
                      </a:cubicBezTo>
                      <a:cubicBezTo>
                        <a:pt x="13149" y="11800"/>
                        <a:pt x="13087" y="11759"/>
                        <a:pt x="13038" y="11659"/>
                      </a:cubicBezTo>
                      <a:cubicBezTo>
                        <a:pt x="13045" y="11659"/>
                        <a:pt x="13095" y="11655"/>
                        <a:pt x="13114" y="11655"/>
                      </a:cubicBezTo>
                      <a:close/>
                      <a:moveTo>
                        <a:pt x="10391" y="1"/>
                      </a:moveTo>
                      <a:cubicBezTo>
                        <a:pt x="10175" y="1"/>
                        <a:pt x="10011" y="146"/>
                        <a:pt x="9854" y="284"/>
                      </a:cubicBezTo>
                      <a:cubicBezTo>
                        <a:pt x="9816" y="319"/>
                        <a:pt x="9777" y="349"/>
                        <a:pt x="9739" y="384"/>
                      </a:cubicBezTo>
                      <a:cubicBezTo>
                        <a:pt x="9501" y="166"/>
                        <a:pt x="9268" y="63"/>
                        <a:pt x="9030" y="63"/>
                      </a:cubicBezTo>
                      <a:cubicBezTo>
                        <a:pt x="8716" y="63"/>
                        <a:pt x="8402" y="250"/>
                        <a:pt x="8050" y="660"/>
                      </a:cubicBezTo>
                      <a:cubicBezTo>
                        <a:pt x="7762" y="441"/>
                        <a:pt x="7482" y="330"/>
                        <a:pt x="7222" y="330"/>
                      </a:cubicBezTo>
                      <a:cubicBezTo>
                        <a:pt x="6943" y="330"/>
                        <a:pt x="6681" y="453"/>
                        <a:pt x="6448" y="702"/>
                      </a:cubicBezTo>
                      <a:cubicBezTo>
                        <a:pt x="6156" y="591"/>
                        <a:pt x="5992" y="530"/>
                        <a:pt x="5831" y="530"/>
                      </a:cubicBezTo>
                      <a:cubicBezTo>
                        <a:pt x="5659" y="530"/>
                        <a:pt x="5505" y="599"/>
                        <a:pt x="5199" y="733"/>
                      </a:cubicBezTo>
                      <a:lnTo>
                        <a:pt x="5176" y="744"/>
                      </a:lnTo>
                      <a:cubicBezTo>
                        <a:pt x="5092" y="782"/>
                        <a:pt x="4989" y="802"/>
                        <a:pt x="4897" y="802"/>
                      </a:cubicBezTo>
                      <a:cubicBezTo>
                        <a:pt x="4862" y="802"/>
                        <a:pt x="4832" y="798"/>
                        <a:pt x="4800" y="794"/>
                      </a:cubicBezTo>
                      <a:cubicBezTo>
                        <a:pt x="4708" y="779"/>
                        <a:pt x="4621" y="771"/>
                        <a:pt x="4540" y="771"/>
                      </a:cubicBezTo>
                      <a:cubicBezTo>
                        <a:pt x="4046" y="771"/>
                        <a:pt x="3755" y="1058"/>
                        <a:pt x="3697" y="1603"/>
                      </a:cubicBezTo>
                      <a:cubicBezTo>
                        <a:pt x="3613" y="2453"/>
                        <a:pt x="3552" y="3318"/>
                        <a:pt x="3486" y="4154"/>
                      </a:cubicBezTo>
                      <a:lnTo>
                        <a:pt x="3437" y="4832"/>
                      </a:lnTo>
                      <a:cubicBezTo>
                        <a:pt x="3426" y="4996"/>
                        <a:pt x="3437" y="5166"/>
                        <a:pt x="3444" y="5326"/>
                      </a:cubicBezTo>
                      <a:lnTo>
                        <a:pt x="3463" y="5590"/>
                      </a:lnTo>
                      <a:cubicBezTo>
                        <a:pt x="3495" y="6069"/>
                        <a:pt x="3525" y="6564"/>
                        <a:pt x="3567" y="7050"/>
                      </a:cubicBezTo>
                      <a:cubicBezTo>
                        <a:pt x="3582" y="7192"/>
                        <a:pt x="3564" y="7291"/>
                        <a:pt x="3509" y="7357"/>
                      </a:cubicBezTo>
                      <a:cubicBezTo>
                        <a:pt x="3463" y="7410"/>
                        <a:pt x="3391" y="7441"/>
                        <a:pt x="3288" y="7449"/>
                      </a:cubicBezTo>
                      <a:cubicBezTo>
                        <a:pt x="2828" y="7479"/>
                        <a:pt x="2540" y="7774"/>
                        <a:pt x="2264" y="8058"/>
                      </a:cubicBezTo>
                      <a:lnTo>
                        <a:pt x="2180" y="8142"/>
                      </a:lnTo>
                      <a:cubicBezTo>
                        <a:pt x="1996" y="8329"/>
                        <a:pt x="1916" y="8644"/>
                        <a:pt x="1900" y="8858"/>
                      </a:cubicBezTo>
                      <a:cubicBezTo>
                        <a:pt x="1870" y="9277"/>
                        <a:pt x="2000" y="9663"/>
                        <a:pt x="2264" y="9947"/>
                      </a:cubicBezTo>
                      <a:cubicBezTo>
                        <a:pt x="2510" y="10211"/>
                        <a:pt x="2846" y="10361"/>
                        <a:pt x="3207" y="10361"/>
                      </a:cubicBezTo>
                      <a:cubicBezTo>
                        <a:pt x="3265" y="10361"/>
                        <a:pt x="3325" y="10357"/>
                        <a:pt x="3383" y="10349"/>
                      </a:cubicBezTo>
                      <a:cubicBezTo>
                        <a:pt x="3452" y="10338"/>
                        <a:pt x="3529" y="10334"/>
                        <a:pt x="3610" y="10334"/>
                      </a:cubicBezTo>
                      <a:cubicBezTo>
                        <a:pt x="3747" y="10334"/>
                        <a:pt x="3889" y="10345"/>
                        <a:pt x="4023" y="10357"/>
                      </a:cubicBezTo>
                      <a:cubicBezTo>
                        <a:pt x="4107" y="10364"/>
                        <a:pt x="4192" y="10372"/>
                        <a:pt x="4272" y="10375"/>
                      </a:cubicBezTo>
                      <a:lnTo>
                        <a:pt x="4501" y="11349"/>
                      </a:lnTo>
                      <a:cubicBezTo>
                        <a:pt x="3628" y="11529"/>
                        <a:pt x="3000" y="12065"/>
                        <a:pt x="2387" y="12582"/>
                      </a:cubicBezTo>
                      <a:cubicBezTo>
                        <a:pt x="2234" y="12716"/>
                        <a:pt x="2077" y="12851"/>
                        <a:pt x="1916" y="12977"/>
                      </a:cubicBezTo>
                      <a:cubicBezTo>
                        <a:pt x="1361" y="13418"/>
                        <a:pt x="1062" y="14053"/>
                        <a:pt x="774" y="14666"/>
                      </a:cubicBezTo>
                      <a:lnTo>
                        <a:pt x="698" y="14831"/>
                      </a:lnTo>
                      <a:cubicBezTo>
                        <a:pt x="162" y="15966"/>
                        <a:pt x="1" y="16958"/>
                        <a:pt x="188" y="17954"/>
                      </a:cubicBezTo>
                      <a:cubicBezTo>
                        <a:pt x="215" y="18095"/>
                        <a:pt x="238" y="18237"/>
                        <a:pt x="265" y="18383"/>
                      </a:cubicBezTo>
                      <a:cubicBezTo>
                        <a:pt x="333" y="18765"/>
                        <a:pt x="402" y="19165"/>
                        <a:pt x="502" y="19547"/>
                      </a:cubicBezTo>
                      <a:cubicBezTo>
                        <a:pt x="586" y="19858"/>
                        <a:pt x="721" y="20318"/>
                        <a:pt x="947" y="20719"/>
                      </a:cubicBezTo>
                      <a:cubicBezTo>
                        <a:pt x="1659" y="21980"/>
                        <a:pt x="2835" y="22773"/>
                        <a:pt x="4648" y="23214"/>
                      </a:cubicBezTo>
                      <a:cubicBezTo>
                        <a:pt x="6004" y="23543"/>
                        <a:pt x="7467" y="23704"/>
                        <a:pt x="9114" y="23704"/>
                      </a:cubicBezTo>
                      <a:cubicBezTo>
                        <a:pt x="9245" y="23704"/>
                        <a:pt x="9371" y="23700"/>
                        <a:pt x="9501" y="23700"/>
                      </a:cubicBezTo>
                      <a:cubicBezTo>
                        <a:pt x="10708" y="23681"/>
                        <a:pt x="12103" y="23612"/>
                        <a:pt x="13379" y="23003"/>
                      </a:cubicBezTo>
                      <a:cubicBezTo>
                        <a:pt x="13574" y="22911"/>
                        <a:pt x="13773" y="22827"/>
                        <a:pt x="13968" y="22742"/>
                      </a:cubicBezTo>
                      <a:cubicBezTo>
                        <a:pt x="14647" y="22455"/>
                        <a:pt x="15347" y="22156"/>
                        <a:pt x="15846" y="21543"/>
                      </a:cubicBezTo>
                      <a:cubicBezTo>
                        <a:pt x="16382" y="20885"/>
                        <a:pt x="16796" y="20333"/>
                        <a:pt x="17140" y="19812"/>
                      </a:cubicBezTo>
                      <a:cubicBezTo>
                        <a:pt x="17516" y="19237"/>
                        <a:pt x="17665" y="18551"/>
                        <a:pt x="17616" y="17593"/>
                      </a:cubicBezTo>
                      <a:cubicBezTo>
                        <a:pt x="17573" y="16735"/>
                        <a:pt x="17333" y="15900"/>
                        <a:pt x="16884" y="15046"/>
                      </a:cubicBezTo>
                      <a:cubicBezTo>
                        <a:pt x="16673" y="14640"/>
                        <a:pt x="16440" y="14210"/>
                        <a:pt x="16141" y="13843"/>
                      </a:cubicBezTo>
                      <a:cubicBezTo>
                        <a:pt x="15719" y="13322"/>
                        <a:pt x="15248" y="12812"/>
                        <a:pt x="14742" y="12325"/>
                      </a:cubicBezTo>
                      <a:cubicBezTo>
                        <a:pt x="14171" y="11774"/>
                        <a:pt x="13678" y="11433"/>
                        <a:pt x="13141" y="11211"/>
                      </a:cubicBezTo>
                      <a:cubicBezTo>
                        <a:pt x="12984" y="11146"/>
                        <a:pt x="12838" y="11061"/>
                        <a:pt x="12681" y="10973"/>
                      </a:cubicBezTo>
                      <a:cubicBezTo>
                        <a:pt x="12616" y="10939"/>
                        <a:pt x="12551" y="10900"/>
                        <a:pt x="12486" y="10863"/>
                      </a:cubicBezTo>
                      <a:lnTo>
                        <a:pt x="13052" y="8932"/>
                      </a:lnTo>
                      <a:cubicBezTo>
                        <a:pt x="13908" y="8778"/>
                        <a:pt x="14309" y="8499"/>
                        <a:pt x="14436" y="7974"/>
                      </a:cubicBezTo>
                      <a:cubicBezTo>
                        <a:pt x="14482" y="7786"/>
                        <a:pt x="14486" y="7560"/>
                        <a:pt x="14444" y="7311"/>
                      </a:cubicBezTo>
                      <a:cubicBezTo>
                        <a:pt x="14386" y="6978"/>
                        <a:pt x="14125" y="6835"/>
                        <a:pt x="13892" y="6713"/>
                      </a:cubicBezTo>
                      <a:cubicBezTo>
                        <a:pt x="13793" y="6660"/>
                        <a:pt x="13701" y="6614"/>
                        <a:pt x="13623" y="6548"/>
                      </a:cubicBezTo>
                      <a:cubicBezTo>
                        <a:pt x="13639" y="6445"/>
                        <a:pt x="13658" y="6342"/>
                        <a:pt x="13678" y="6242"/>
                      </a:cubicBezTo>
                      <a:cubicBezTo>
                        <a:pt x="13724" y="5997"/>
                        <a:pt x="13765" y="5763"/>
                        <a:pt x="13781" y="5530"/>
                      </a:cubicBezTo>
                      <a:cubicBezTo>
                        <a:pt x="13804" y="5281"/>
                        <a:pt x="13800" y="5024"/>
                        <a:pt x="13796" y="4778"/>
                      </a:cubicBezTo>
                      <a:cubicBezTo>
                        <a:pt x="13793" y="4667"/>
                        <a:pt x="13793" y="4552"/>
                        <a:pt x="13793" y="4441"/>
                      </a:cubicBezTo>
                      <a:cubicBezTo>
                        <a:pt x="13793" y="4234"/>
                        <a:pt x="13796" y="4031"/>
                        <a:pt x="13800" y="3824"/>
                      </a:cubicBezTo>
                      <a:cubicBezTo>
                        <a:pt x="13804" y="3373"/>
                        <a:pt x="13807" y="2905"/>
                        <a:pt x="13804" y="2445"/>
                      </a:cubicBezTo>
                      <a:lnTo>
                        <a:pt x="13800" y="2273"/>
                      </a:lnTo>
                      <a:cubicBezTo>
                        <a:pt x="13796" y="1829"/>
                        <a:pt x="13793" y="1373"/>
                        <a:pt x="13735" y="928"/>
                      </a:cubicBezTo>
                      <a:cubicBezTo>
                        <a:pt x="13685" y="556"/>
                        <a:pt x="13520" y="407"/>
                        <a:pt x="13160" y="407"/>
                      </a:cubicBezTo>
                      <a:cubicBezTo>
                        <a:pt x="13121" y="407"/>
                        <a:pt x="13080" y="407"/>
                        <a:pt x="13034" y="411"/>
                      </a:cubicBezTo>
                      <a:cubicBezTo>
                        <a:pt x="12992" y="415"/>
                        <a:pt x="12942" y="418"/>
                        <a:pt x="12896" y="418"/>
                      </a:cubicBezTo>
                      <a:cubicBezTo>
                        <a:pt x="12792" y="418"/>
                        <a:pt x="12716" y="404"/>
                        <a:pt x="12662" y="372"/>
                      </a:cubicBezTo>
                      <a:cubicBezTo>
                        <a:pt x="12451" y="261"/>
                        <a:pt x="12253" y="200"/>
                        <a:pt x="12064" y="200"/>
                      </a:cubicBezTo>
                      <a:cubicBezTo>
                        <a:pt x="11830" y="200"/>
                        <a:pt x="11624" y="289"/>
                        <a:pt x="11440" y="457"/>
                      </a:cubicBezTo>
                      <a:cubicBezTo>
                        <a:pt x="11348" y="411"/>
                        <a:pt x="11264" y="369"/>
                        <a:pt x="11183" y="326"/>
                      </a:cubicBezTo>
                      <a:cubicBezTo>
                        <a:pt x="10988" y="227"/>
                        <a:pt x="10804" y="131"/>
                        <a:pt x="10616" y="51"/>
                      </a:cubicBezTo>
                      <a:cubicBezTo>
                        <a:pt x="10540" y="17"/>
                        <a:pt x="10463" y="1"/>
                        <a:pt x="10391" y="1"/>
                      </a:cubicBezTo>
                      <a:close/>
                    </a:path>
                  </a:pathLst>
                </a:custGeom>
                <a:solidFill>
                  <a:srgbClr val="0024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1" name="Google Shape;1001;p24"/>
                <p:cNvSpPr/>
                <p:nvPr/>
              </p:nvSpPr>
              <p:spPr>
                <a:xfrm>
                  <a:off x="4512292" y="2180924"/>
                  <a:ext cx="106168" cy="113953"/>
                </a:xfrm>
                <a:custGeom>
                  <a:rect b="b" l="l" r="r" t="t"/>
                  <a:pathLst>
                    <a:path extrusionOk="0" h="2020" w="1882">
                      <a:moveTo>
                        <a:pt x="1629" y="0"/>
                      </a:moveTo>
                      <a:cubicBezTo>
                        <a:pt x="1575" y="0"/>
                        <a:pt x="1510" y="16"/>
                        <a:pt x="1434" y="43"/>
                      </a:cubicBezTo>
                      <a:lnTo>
                        <a:pt x="1388" y="58"/>
                      </a:lnTo>
                      <a:lnTo>
                        <a:pt x="1402" y="104"/>
                      </a:lnTo>
                      <a:cubicBezTo>
                        <a:pt x="1549" y="610"/>
                        <a:pt x="1537" y="1027"/>
                        <a:pt x="1368" y="1418"/>
                      </a:cubicBezTo>
                      <a:cubicBezTo>
                        <a:pt x="1310" y="1552"/>
                        <a:pt x="1215" y="1713"/>
                        <a:pt x="1077" y="1713"/>
                      </a:cubicBezTo>
                      <a:cubicBezTo>
                        <a:pt x="985" y="1713"/>
                        <a:pt x="874" y="1641"/>
                        <a:pt x="762" y="1510"/>
                      </a:cubicBezTo>
                      <a:cubicBezTo>
                        <a:pt x="545" y="1257"/>
                        <a:pt x="445" y="997"/>
                        <a:pt x="449" y="698"/>
                      </a:cubicBezTo>
                      <a:cubicBezTo>
                        <a:pt x="449" y="533"/>
                        <a:pt x="453" y="307"/>
                        <a:pt x="180" y="230"/>
                      </a:cubicBezTo>
                      <a:lnTo>
                        <a:pt x="127" y="215"/>
                      </a:lnTo>
                      <a:lnTo>
                        <a:pt x="115" y="269"/>
                      </a:lnTo>
                      <a:cubicBezTo>
                        <a:pt x="0" y="870"/>
                        <a:pt x="115" y="1353"/>
                        <a:pt x="472" y="1751"/>
                      </a:cubicBezTo>
                      <a:cubicBezTo>
                        <a:pt x="629" y="1924"/>
                        <a:pt x="824" y="2019"/>
                        <a:pt x="1020" y="2019"/>
                      </a:cubicBezTo>
                      <a:cubicBezTo>
                        <a:pt x="1288" y="2019"/>
                        <a:pt x="1537" y="1839"/>
                        <a:pt x="1675" y="1540"/>
                      </a:cubicBezTo>
                      <a:cubicBezTo>
                        <a:pt x="1855" y="1158"/>
                        <a:pt x="1881" y="767"/>
                        <a:pt x="1862" y="299"/>
                      </a:cubicBezTo>
                      <a:cubicBezTo>
                        <a:pt x="1859" y="226"/>
                        <a:pt x="1851" y="0"/>
                        <a:pt x="1629" y="0"/>
                      </a:cubicBezTo>
                      <a:close/>
                    </a:path>
                  </a:pathLst>
                </a:custGeom>
                <a:solidFill>
                  <a:srgbClr val="0024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2" name="Google Shape;1002;p24"/>
                <p:cNvSpPr/>
                <p:nvPr/>
              </p:nvSpPr>
              <p:spPr>
                <a:xfrm>
                  <a:off x="4413909" y="2397265"/>
                  <a:ext cx="118353" cy="30745"/>
                </a:xfrm>
                <a:custGeom>
                  <a:rect b="b" l="l" r="r" t="t"/>
                  <a:pathLst>
                    <a:path extrusionOk="0" h="545" w="2098">
                      <a:moveTo>
                        <a:pt x="657" y="0"/>
                      </a:moveTo>
                      <a:cubicBezTo>
                        <a:pt x="434" y="0"/>
                        <a:pt x="250" y="39"/>
                        <a:pt x="75" y="115"/>
                      </a:cubicBezTo>
                      <a:lnTo>
                        <a:pt x="1" y="146"/>
                      </a:lnTo>
                      <a:lnTo>
                        <a:pt x="59" y="200"/>
                      </a:lnTo>
                      <a:cubicBezTo>
                        <a:pt x="212" y="342"/>
                        <a:pt x="354" y="418"/>
                        <a:pt x="499" y="437"/>
                      </a:cubicBezTo>
                      <a:cubicBezTo>
                        <a:pt x="886" y="483"/>
                        <a:pt x="1311" y="518"/>
                        <a:pt x="1790" y="545"/>
                      </a:cubicBezTo>
                      <a:lnTo>
                        <a:pt x="1817" y="545"/>
                      </a:lnTo>
                      <a:cubicBezTo>
                        <a:pt x="1921" y="545"/>
                        <a:pt x="1993" y="513"/>
                        <a:pt x="2036" y="453"/>
                      </a:cubicBezTo>
                      <a:cubicBezTo>
                        <a:pt x="2093" y="372"/>
                        <a:pt x="2097" y="253"/>
                        <a:pt x="2043" y="81"/>
                      </a:cubicBezTo>
                      <a:lnTo>
                        <a:pt x="2028" y="35"/>
                      </a:lnTo>
                      <a:lnTo>
                        <a:pt x="1982" y="46"/>
                      </a:lnTo>
                      <a:cubicBezTo>
                        <a:pt x="1879" y="69"/>
                        <a:pt x="1767" y="85"/>
                        <a:pt x="1645" y="85"/>
                      </a:cubicBezTo>
                      <a:cubicBezTo>
                        <a:pt x="1484" y="85"/>
                        <a:pt x="1316" y="62"/>
                        <a:pt x="1159" y="43"/>
                      </a:cubicBezTo>
                      <a:cubicBezTo>
                        <a:pt x="994" y="23"/>
                        <a:pt x="825" y="0"/>
                        <a:pt x="657" y="0"/>
                      </a:cubicBezTo>
                      <a:close/>
                    </a:path>
                  </a:pathLst>
                </a:custGeom>
                <a:solidFill>
                  <a:srgbClr val="0024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3" name="Google Shape;1003;p24"/>
                <p:cNvSpPr/>
                <p:nvPr/>
              </p:nvSpPr>
              <p:spPr>
                <a:xfrm>
                  <a:off x="4171222" y="2237562"/>
                  <a:ext cx="59515" cy="51505"/>
                </a:xfrm>
                <a:custGeom>
                  <a:rect b="b" l="l" r="r" t="t"/>
                  <a:pathLst>
                    <a:path extrusionOk="0" h="913" w="1055">
                      <a:moveTo>
                        <a:pt x="522" y="0"/>
                      </a:moveTo>
                      <a:cubicBezTo>
                        <a:pt x="254" y="8"/>
                        <a:pt x="20" y="234"/>
                        <a:pt x="9" y="490"/>
                      </a:cubicBezTo>
                      <a:cubicBezTo>
                        <a:pt x="1" y="614"/>
                        <a:pt x="36" y="713"/>
                        <a:pt x="105" y="786"/>
                      </a:cubicBezTo>
                      <a:cubicBezTo>
                        <a:pt x="185" y="870"/>
                        <a:pt x="308" y="912"/>
                        <a:pt x="476" y="912"/>
                      </a:cubicBezTo>
                      <a:lnTo>
                        <a:pt x="483" y="912"/>
                      </a:lnTo>
                      <a:cubicBezTo>
                        <a:pt x="771" y="908"/>
                        <a:pt x="1047" y="701"/>
                        <a:pt x="1054" y="483"/>
                      </a:cubicBezTo>
                      <a:cubicBezTo>
                        <a:pt x="1054" y="384"/>
                        <a:pt x="1005" y="273"/>
                        <a:pt x="909" y="177"/>
                      </a:cubicBezTo>
                      <a:cubicBezTo>
                        <a:pt x="802" y="69"/>
                        <a:pt x="660" y="0"/>
                        <a:pt x="522" y="0"/>
                      </a:cubicBezTo>
                      <a:close/>
                    </a:path>
                  </a:pathLst>
                </a:custGeom>
                <a:solidFill>
                  <a:srgbClr val="0024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4" name="Google Shape;1004;p24"/>
                <p:cNvSpPr/>
                <p:nvPr/>
              </p:nvSpPr>
              <p:spPr>
                <a:xfrm>
                  <a:off x="4305258" y="2126034"/>
                  <a:ext cx="34412" cy="39150"/>
                </a:xfrm>
                <a:custGeom>
                  <a:rect b="b" l="l" r="r" t="t"/>
                  <a:pathLst>
                    <a:path extrusionOk="0" h="694" w="610">
                      <a:moveTo>
                        <a:pt x="265" y="1"/>
                      </a:moveTo>
                      <a:lnTo>
                        <a:pt x="231" y="46"/>
                      </a:lnTo>
                      <a:cubicBezTo>
                        <a:pt x="192" y="92"/>
                        <a:pt x="157" y="131"/>
                        <a:pt x="123" y="161"/>
                      </a:cubicBezTo>
                      <a:cubicBezTo>
                        <a:pt x="58" y="234"/>
                        <a:pt x="1" y="287"/>
                        <a:pt x="1" y="361"/>
                      </a:cubicBezTo>
                      <a:cubicBezTo>
                        <a:pt x="1" y="464"/>
                        <a:pt x="31" y="556"/>
                        <a:pt x="93" y="617"/>
                      </a:cubicBezTo>
                      <a:cubicBezTo>
                        <a:pt x="142" y="667"/>
                        <a:pt x="211" y="694"/>
                        <a:pt x="284" y="694"/>
                      </a:cubicBezTo>
                      <a:cubicBezTo>
                        <a:pt x="311" y="694"/>
                        <a:pt x="341" y="694"/>
                        <a:pt x="368" y="686"/>
                      </a:cubicBezTo>
                      <a:cubicBezTo>
                        <a:pt x="448" y="667"/>
                        <a:pt x="540" y="563"/>
                        <a:pt x="575" y="499"/>
                      </a:cubicBezTo>
                      <a:cubicBezTo>
                        <a:pt x="602" y="453"/>
                        <a:pt x="609" y="411"/>
                        <a:pt x="602" y="379"/>
                      </a:cubicBezTo>
                      <a:cubicBezTo>
                        <a:pt x="571" y="292"/>
                        <a:pt x="502" y="227"/>
                        <a:pt x="418" y="149"/>
                      </a:cubicBezTo>
                      <a:cubicBezTo>
                        <a:pt x="379" y="115"/>
                        <a:pt x="345" y="81"/>
                        <a:pt x="307" y="43"/>
                      </a:cubicBezTo>
                      <a:lnTo>
                        <a:pt x="265" y="1"/>
                      </a:lnTo>
                      <a:close/>
                    </a:path>
                  </a:pathLst>
                </a:custGeom>
                <a:solidFill>
                  <a:srgbClr val="0024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5" name="Google Shape;1005;p24"/>
                <p:cNvSpPr/>
                <p:nvPr/>
              </p:nvSpPr>
              <p:spPr>
                <a:xfrm>
                  <a:off x="4680627" y="2104598"/>
                  <a:ext cx="41181" cy="31196"/>
                </a:xfrm>
                <a:custGeom>
                  <a:rect b="b" l="l" r="r" t="t"/>
                  <a:pathLst>
                    <a:path extrusionOk="0" h="553" w="730">
                      <a:moveTo>
                        <a:pt x="376" y="1"/>
                      </a:moveTo>
                      <a:cubicBezTo>
                        <a:pt x="284" y="16"/>
                        <a:pt x="208" y="82"/>
                        <a:pt x="131" y="147"/>
                      </a:cubicBezTo>
                      <a:cubicBezTo>
                        <a:pt x="105" y="170"/>
                        <a:pt x="77" y="193"/>
                        <a:pt x="47" y="216"/>
                      </a:cubicBezTo>
                      <a:lnTo>
                        <a:pt x="1" y="246"/>
                      </a:lnTo>
                      <a:lnTo>
                        <a:pt x="39" y="289"/>
                      </a:lnTo>
                      <a:cubicBezTo>
                        <a:pt x="59" y="315"/>
                        <a:pt x="77" y="342"/>
                        <a:pt x="96" y="373"/>
                      </a:cubicBezTo>
                      <a:cubicBezTo>
                        <a:pt x="151" y="446"/>
                        <a:pt x="200" y="526"/>
                        <a:pt x="280" y="549"/>
                      </a:cubicBezTo>
                      <a:cubicBezTo>
                        <a:pt x="292" y="552"/>
                        <a:pt x="307" y="552"/>
                        <a:pt x="323" y="552"/>
                      </a:cubicBezTo>
                      <a:cubicBezTo>
                        <a:pt x="381" y="552"/>
                        <a:pt x="445" y="518"/>
                        <a:pt x="522" y="476"/>
                      </a:cubicBezTo>
                      <a:cubicBezTo>
                        <a:pt x="564" y="453"/>
                        <a:pt x="614" y="430"/>
                        <a:pt x="667" y="407"/>
                      </a:cubicBezTo>
                      <a:lnTo>
                        <a:pt x="729" y="377"/>
                      </a:lnTo>
                      <a:lnTo>
                        <a:pt x="687" y="327"/>
                      </a:lnTo>
                      <a:cubicBezTo>
                        <a:pt x="644" y="277"/>
                        <a:pt x="610" y="223"/>
                        <a:pt x="576" y="177"/>
                      </a:cubicBezTo>
                      <a:cubicBezTo>
                        <a:pt x="503" y="70"/>
                        <a:pt x="453" y="1"/>
                        <a:pt x="381" y="1"/>
                      </a:cubicBezTo>
                      <a:close/>
                    </a:path>
                  </a:pathLst>
                </a:custGeom>
                <a:solidFill>
                  <a:srgbClr val="00243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5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1011" name="Google Shape;1011;p25"/>
          <p:cNvGrpSpPr/>
          <p:nvPr/>
        </p:nvGrpSpPr>
        <p:grpSpPr>
          <a:xfrm>
            <a:off x="331226" y="2261895"/>
            <a:ext cx="2861322" cy="53340"/>
            <a:chOff x="5690751" y="2960320"/>
            <a:chExt cx="2861322" cy="53340"/>
          </a:xfrm>
        </p:grpSpPr>
        <p:sp>
          <p:nvSpPr>
            <p:cNvPr id="1012" name="Google Shape;1012;p25"/>
            <p:cNvSpPr/>
            <p:nvPr/>
          </p:nvSpPr>
          <p:spPr>
            <a:xfrm>
              <a:off x="5690751" y="2961858"/>
              <a:ext cx="54911" cy="5180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5"/>
            <p:cNvSpPr/>
            <p:nvPr/>
          </p:nvSpPr>
          <p:spPr>
            <a:xfrm>
              <a:off x="5782781" y="2961735"/>
              <a:ext cx="51513" cy="49280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5"/>
            <p:cNvSpPr/>
            <p:nvPr/>
          </p:nvSpPr>
          <p:spPr>
            <a:xfrm>
              <a:off x="5889072" y="2960320"/>
              <a:ext cx="53512" cy="50202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5"/>
            <p:cNvSpPr/>
            <p:nvPr/>
          </p:nvSpPr>
          <p:spPr>
            <a:xfrm>
              <a:off x="5983234" y="2966103"/>
              <a:ext cx="55778" cy="40728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5"/>
            <p:cNvSpPr/>
            <p:nvPr/>
          </p:nvSpPr>
          <p:spPr>
            <a:xfrm>
              <a:off x="6087393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5"/>
            <p:cNvSpPr/>
            <p:nvPr/>
          </p:nvSpPr>
          <p:spPr>
            <a:xfrm>
              <a:off x="6187952" y="2963027"/>
              <a:ext cx="46981" cy="44727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9" y="709"/>
                    <a:pt x="271" y="727"/>
                    <a:pt x="333" y="727"/>
                  </a:cubicBezTo>
                  <a:cubicBezTo>
                    <a:pt x="382" y="727"/>
                    <a:pt x="431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4" y="20"/>
                    <a:pt x="348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9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5"/>
            <p:cNvSpPr/>
            <p:nvPr/>
          </p:nvSpPr>
          <p:spPr>
            <a:xfrm>
              <a:off x="6295443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8" y="101"/>
                    <a:pt x="128" y="199"/>
                  </a:cubicBezTo>
                  <a:cubicBezTo>
                    <a:pt x="30" y="318"/>
                    <a:pt x="1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5"/>
            <p:cNvSpPr/>
            <p:nvPr/>
          </p:nvSpPr>
          <p:spPr>
            <a:xfrm>
              <a:off x="6387472" y="2961735"/>
              <a:ext cx="51513" cy="49280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2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5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4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5"/>
            <p:cNvSpPr/>
            <p:nvPr/>
          </p:nvSpPr>
          <p:spPr>
            <a:xfrm>
              <a:off x="6493763" y="2960320"/>
              <a:ext cx="53712" cy="50202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70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5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9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5"/>
            <p:cNvSpPr/>
            <p:nvPr/>
          </p:nvSpPr>
          <p:spPr>
            <a:xfrm>
              <a:off x="6588059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0" y="374"/>
                    <a:pt x="68" y="487"/>
                  </a:cubicBezTo>
                  <a:cubicBezTo>
                    <a:pt x="76" y="506"/>
                    <a:pt x="86" y="522"/>
                    <a:pt x="99" y="539"/>
                  </a:cubicBezTo>
                  <a:cubicBezTo>
                    <a:pt x="120" y="572"/>
                    <a:pt x="149" y="603"/>
                    <a:pt x="191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9" y="658"/>
                    <a:pt x="382" y="651"/>
                  </a:cubicBezTo>
                  <a:cubicBezTo>
                    <a:pt x="399" y="651"/>
                    <a:pt x="416" y="649"/>
                    <a:pt x="432" y="647"/>
                  </a:cubicBezTo>
                  <a:cubicBezTo>
                    <a:pt x="562" y="628"/>
                    <a:pt x="678" y="533"/>
                    <a:pt x="741" y="435"/>
                  </a:cubicBezTo>
                  <a:cubicBezTo>
                    <a:pt x="812" y="324"/>
                    <a:pt x="835" y="178"/>
                    <a:pt x="730" y="78"/>
                  </a:cubicBezTo>
                  <a:cubicBezTo>
                    <a:pt x="673" y="23"/>
                    <a:pt x="603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5"/>
            <p:cNvSpPr/>
            <p:nvPr/>
          </p:nvSpPr>
          <p:spPr>
            <a:xfrm>
              <a:off x="6692084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8" y="1"/>
                  </a:moveTo>
                  <a:cubicBezTo>
                    <a:pt x="236" y="1"/>
                    <a:pt x="137" y="45"/>
                    <a:pt x="82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7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5"/>
            <p:cNvSpPr/>
            <p:nvPr/>
          </p:nvSpPr>
          <p:spPr>
            <a:xfrm>
              <a:off x="6792777" y="2963027"/>
              <a:ext cx="46915" cy="44727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2" y="1"/>
                    <a:pt x="155" y="10"/>
                    <a:pt x="130" y="32"/>
                  </a:cubicBezTo>
                  <a:cubicBezTo>
                    <a:pt x="41" y="112"/>
                    <a:pt x="16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60" y="126"/>
                    <a:pt x="597" y="45"/>
                    <a:pt x="505" y="18"/>
                  </a:cubicBezTo>
                  <a:cubicBezTo>
                    <a:pt x="489" y="12"/>
                    <a:pt x="472" y="10"/>
                    <a:pt x="455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6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5"/>
            <p:cNvSpPr/>
            <p:nvPr/>
          </p:nvSpPr>
          <p:spPr>
            <a:xfrm>
              <a:off x="6900201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2" y="0"/>
                  </a:moveTo>
                  <a:cubicBezTo>
                    <a:pt x="238" y="0"/>
                    <a:pt x="169" y="101"/>
                    <a:pt x="129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5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5" y="466"/>
                    <a:pt x="802" y="222"/>
                    <a:pt x="600" y="110"/>
                  </a:cubicBezTo>
                  <a:cubicBezTo>
                    <a:pt x="552" y="83"/>
                    <a:pt x="509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5"/>
            <p:cNvSpPr/>
            <p:nvPr/>
          </p:nvSpPr>
          <p:spPr>
            <a:xfrm>
              <a:off x="6992230" y="2961735"/>
              <a:ext cx="51446" cy="49280"/>
            </a:xfrm>
            <a:custGeom>
              <a:rect b="b" l="l" r="r" t="t"/>
              <a:pathLst>
                <a:path extrusionOk="0" h="801" w="772">
                  <a:moveTo>
                    <a:pt x="358" y="0"/>
                  </a:moveTo>
                  <a:cubicBezTo>
                    <a:pt x="142" y="0"/>
                    <a:pt x="1" y="348"/>
                    <a:pt x="99" y="549"/>
                  </a:cubicBezTo>
                  <a:cubicBezTo>
                    <a:pt x="123" y="688"/>
                    <a:pt x="210" y="800"/>
                    <a:pt x="373" y="800"/>
                  </a:cubicBezTo>
                  <a:cubicBezTo>
                    <a:pt x="381" y="800"/>
                    <a:pt x="390" y="800"/>
                    <a:pt x="399" y="800"/>
                  </a:cubicBezTo>
                  <a:cubicBezTo>
                    <a:pt x="595" y="785"/>
                    <a:pt x="684" y="637"/>
                    <a:pt x="718" y="481"/>
                  </a:cubicBezTo>
                  <a:cubicBezTo>
                    <a:pt x="720" y="472"/>
                    <a:pt x="724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3" y="30"/>
                  </a:cubicBezTo>
                  <a:cubicBezTo>
                    <a:pt x="489" y="28"/>
                    <a:pt x="472" y="26"/>
                    <a:pt x="457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5"/>
            <p:cNvSpPr/>
            <p:nvPr/>
          </p:nvSpPr>
          <p:spPr>
            <a:xfrm>
              <a:off x="7098521" y="2960320"/>
              <a:ext cx="53645" cy="50202"/>
            </a:xfrm>
            <a:custGeom>
              <a:rect b="b" l="l" r="r" t="t"/>
              <a:pathLst>
                <a:path extrusionOk="0" h="816" w="805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4" y="743"/>
                  </a:cubicBezTo>
                  <a:cubicBezTo>
                    <a:pt x="207" y="794"/>
                    <a:pt x="271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5" y="383"/>
                    <a:pt x="790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5"/>
            <p:cNvSpPr/>
            <p:nvPr/>
          </p:nvSpPr>
          <p:spPr>
            <a:xfrm>
              <a:off x="7192817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2" y="0"/>
                    <a:pt x="455" y="6"/>
                    <a:pt x="419" y="16"/>
                  </a:cubicBezTo>
                  <a:cubicBezTo>
                    <a:pt x="408" y="14"/>
                    <a:pt x="396" y="13"/>
                    <a:pt x="385" y="13"/>
                  </a:cubicBezTo>
                  <a:cubicBezTo>
                    <a:pt x="360" y="13"/>
                    <a:pt x="337" y="18"/>
                    <a:pt x="315" y="26"/>
                  </a:cubicBezTo>
                  <a:cubicBezTo>
                    <a:pt x="303" y="24"/>
                    <a:pt x="290" y="20"/>
                    <a:pt x="275" y="20"/>
                  </a:cubicBezTo>
                  <a:cubicBezTo>
                    <a:pt x="268" y="19"/>
                    <a:pt x="261" y="19"/>
                    <a:pt x="254" y="19"/>
                  </a:cubicBezTo>
                  <a:cubicBezTo>
                    <a:pt x="184" y="19"/>
                    <a:pt x="123" y="55"/>
                    <a:pt x="82" y="107"/>
                  </a:cubicBezTo>
                  <a:cubicBezTo>
                    <a:pt x="0" y="214"/>
                    <a:pt x="19" y="374"/>
                    <a:pt x="67" y="487"/>
                  </a:cubicBezTo>
                  <a:cubicBezTo>
                    <a:pt x="75" y="506"/>
                    <a:pt x="86" y="522"/>
                    <a:pt x="98" y="539"/>
                  </a:cubicBezTo>
                  <a:cubicBezTo>
                    <a:pt x="119" y="572"/>
                    <a:pt x="148" y="603"/>
                    <a:pt x="190" y="628"/>
                  </a:cubicBezTo>
                  <a:cubicBezTo>
                    <a:pt x="229" y="652"/>
                    <a:pt x="269" y="661"/>
                    <a:pt x="309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398" y="651"/>
                    <a:pt x="415" y="649"/>
                    <a:pt x="432" y="647"/>
                  </a:cubicBezTo>
                  <a:cubicBezTo>
                    <a:pt x="561" y="628"/>
                    <a:pt x="678" y="533"/>
                    <a:pt x="740" y="435"/>
                  </a:cubicBezTo>
                  <a:cubicBezTo>
                    <a:pt x="811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5"/>
            <p:cNvSpPr/>
            <p:nvPr/>
          </p:nvSpPr>
          <p:spPr>
            <a:xfrm>
              <a:off x="7296842" y="2964996"/>
              <a:ext cx="50780" cy="44788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6" y="1"/>
                    <a:pt x="138" y="45"/>
                    <a:pt x="82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4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8" y="726"/>
                  </a:cubicBezTo>
                  <a:cubicBezTo>
                    <a:pt x="624" y="707"/>
                    <a:pt x="761" y="474"/>
                    <a:pt x="717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0" y="60"/>
                    <a:pt x="457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5"/>
            <p:cNvSpPr/>
            <p:nvPr/>
          </p:nvSpPr>
          <p:spPr>
            <a:xfrm>
              <a:off x="7397535" y="2963027"/>
              <a:ext cx="46848" cy="44727"/>
            </a:xfrm>
            <a:custGeom>
              <a:rect b="b" l="l" r="r" t="t"/>
              <a:pathLst>
                <a:path extrusionOk="0" h="727" w="703">
                  <a:moveTo>
                    <a:pt x="206" y="1"/>
                  </a:moveTo>
                  <a:cubicBezTo>
                    <a:pt x="181" y="1"/>
                    <a:pt x="155" y="10"/>
                    <a:pt x="130" y="32"/>
                  </a:cubicBezTo>
                  <a:cubicBezTo>
                    <a:pt x="42" y="112"/>
                    <a:pt x="17" y="220"/>
                    <a:pt x="36" y="326"/>
                  </a:cubicBezTo>
                  <a:cubicBezTo>
                    <a:pt x="0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0" y="551"/>
                    <a:pt x="661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5" y="10"/>
                  </a:cubicBezTo>
                  <a:cubicBezTo>
                    <a:pt x="419" y="10"/>
                    <a:pt x="382" y="20"/>
                    <a:pt x="346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5" y="15"/>
                    <a:pt x="237" y="1"/>
                    <a:pt x="2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5"/>
            <p:cNvSpPr/>
            <p:nvPr/>
          </p:nvSpPr>
          <p:spPr>
            <a:xfrm>
              <a:off x="7504892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40" y="0"/>
                    <a:pt x="170" y="101"/>
                    <a:pt x="130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5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8" y="842"/>
                    <a:pt x="656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5" y="83"/>
                    <a:pt x="509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5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5"/>
            <p:cNvSpPr/>
            <p:nvPr/>
          </p:nvSpPr>
          <p:spPr>
            <a:xfrm>
              <a:off x="7597055" y="2961735"/>
              <a:ext cx="51379" cy="49280"/>
            </a:xfrm>
            <a:custGeom>
              <a:rect b="b" l="l" r="r" t="t"/>
              <a:pathLst>
                <a:path extrusionOk="0" h="801" w="771">
                  <a:moveTo>
                    <a:pt x="356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1" y="688"/>
                    <a:pt x="209" y="800"/>
                    <a:pt x="371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3" y="785"/>
                    <a:pt x="683" y="637"/>
                    <a:pt x="716" y="481"/>
                  </a:cubicBezTo>
                  <a:cubicBezTo>
                    <a:pt x="718" y="472"/>
                    <a:pt x="722" y="466"/>
                    <a:pt x="725" y="460"/>
                  </a:cubicBezTo>
                  <a:cubicBezTo>
                    <a:pt x="770" y="324"/>
                    <a:pt x="731" y="176"/>
                    <a:pt x="625" y="95"/>
                  </a:cubicBezTo>
                  <a:cubicBezTo>
                    <a:pt x="593" y="64"/>
                    <a:pt x="552" y="41"/>
                    <a:pt x="502" y="30"/>
                  </a:cubicBezTo>
                  <a:cubicBezTo>
                    <a:pt x="487" y="28"/>
                    <a:pt x="472" y="26"/>
                    <a:pt x="456" y="24"/>
                  </a:cubicBezTo>
                  <a:cubicBezTo>
                    <a:pt x="421" y="8"/>
                    <a:pt x="388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5"/>
            <p:cNvSpPr/>
            <p:nvPr/>
          </p:nvSpPr>
          <p:spPr>
            <a:xfrm>
              <a:off x="7703213" y="2960320"/>
              <a:ext cx="53712" cy="50202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9" y="643"/>
                    <a:pt x="144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91" y="108"/>
                    <a:pt x="534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6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5"/>
            <p:cNvSpPr/>
            <p:nvPr/>
          </p:nvSpPr>
          <p:spPr>
            <a:xfrm>
              <a:off x="7797508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2" y="374"/>
                    <a:pt x="68" y="487"/>
                  </a:cubicBezTo>
                  <a:cubicBezTo>
                    <a:pt x="76" y="506"/>
                    <a:pt x="88" y="522"/>
                    <a:pt x="101" y="539"/>
                  </a:cubicBezTo>
                  <a:cubicBezTo>
                    <a:pt x="120" y="572"/>
                    <a:pt x="149" y="603"/>
                    <a:pt x="190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401" y="651"/>
                    <a:pt x="418" y="649"/>
                    <a:pt x="432" y="647"/>
                  </a:cubicBezTo>
                  <a:cubicBezTo>
                    <a:pt x="561" y="628"/>
                    <a:pt x="678" y="533"/>
                    <a:pt x="741" y="435"/>
                  </a:cubicBezTo>
                  <a:cubicBezTo>
                    <a:pt x="812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5"/>
            <p:cNvSpPr/>
            <p:nvPr/>
          </p:nvSpPr>
          <p:spPr>
            <a:xfrm>
              <a:off x="7901533" y="2964996"/>
              <a:ext cx="50780" cy="44788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7" y="1"/>
                    <a:pt x="138" y="45"/>
                    <a:pt x="82" y="146"/>
                  </a:cubicBezTo>
                  <a:cubicBezTo>
                    <a:pt x="9" y="278"/>
                    <a:pt x="1" y="432"/>
                    <a:pt x="63" y="567"/>
                  </a:cubicBezTo>
                  <a:cubicBezTo>
                    <a:pt x="114" y="681"/>
                    <a:pt x="237" y="727"/>
                    <a:pt x="361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2" y="474"/>
                    <a:pt x="718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1" y="60"/>
                    <a:pt x="458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5"/>
            <p:cNvSpPr/>
            <p:nvPr/>
          </p:nvSpPr>
          <p:spPr>
            <a:xfrm>
              <a:off x="8002226" y="2963027"/>
              <a:ext cx="46915" cy="44727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3" y="112"/>
                    <a:pt x="18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2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7" y="45"/>
                    <a:pt x="507" y="18"/>
                  </a:cubicBezTo>
                  <a:cubicBezTo>
                    <a:pt x="491" y="12"/>
                    <a:pt x="473" y="10"/>
                    <a:pt x="456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9" y="37"/>
                  </a:cubicBezTo>
                  <a:cubicBezTo>
                    <a:pt x="267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5"/>
            <p:cNvSpPr/>
            <p:nvPr/>
          </p:nvSpPr>
          <p:spPr>
            <a:xfrm>
              <a:off x="8104785" y="2961858"/>
              <a:ext cx="54911" cy="5180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6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5"/>
            <p:cNvSpPr/>
            <p:nvPr/>
          </p:nvSpPr>
          <p:spPr>
            <a:xfrm>
              <a:off x="8196815" y="2961735"/>
              <a:ext cx="51446" cy="49280"/>
            </a:xfrm>
            <a:custGeom>
              <a:rect b="b" l="l" r="r" t="t"/>
              <a:pathLst>
                <a:path extrusionOk="0" h="801" w="772">
                  <a:moveTo>
                    <a:pt x="356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2" y="688"/>
                    <a:pt x="208" y="800"/>
                    <a:pt x="371" y="800"/>
                  </a:cubicBezTo>
                  <a:cubicBezTo>
                    <a:pt x="379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4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5" y="24"/>
                  </a:cubicBezTo>
                  <a:cubicBezTo>
                    <a:pt x="421" y="8"/>
                    <a:pt x="387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5"/>
            <p:cNvSpPr/>
            <p:nvPr/>
          </p:nvSpPr>
          <p:spPr>
            <a:xfrm>
              <a:off x="8303106" y="2960320"/>
              <a:ext cx="53512" cy="50202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2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69" y="815"/>
                    <a:pt x="332" y="815"/>
                  </a:cubicBezTo>
                  <a:cubicBezTo>
                    <a:pt x="478" y="815"/>
                    <a:pt x="612" y="696"/>
                    <a:pt x="678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7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5"/>
            <p:cNvSpPr/>
            <p:nvPr/>
          </p:nvSpPr>
          <p:spPr>
            <a:xfrm>
              <a:off x="8397268" y="2966103"/>
              <a:ext cx="55578" cy="40728"/>
            </a:xfrm>
            <a:custGeom>
              <a:rect b="b" l="l" r="r" t="t"/>
              <a:pathLst>
                <a:path extrusionOk="0" h="662" w="834">
                  <a:moveTo>
                    <a:pt x="531" y="0"/>
                  </a:moveTo>
                  <a:cubicBezTo>
                    <a:pt x="494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8" y="18"/>
                    <a:pt x="315" y="26"/>
                  </a:cubicBezTo>
                  <a:cubicBezTo>
                    <a:pt x="305" y="24"/>
                    <a:pt x="290" y="20"/>
                    <a:pt x="277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0" y="661"/>
                    <a:pt x="310" y="661"/>
                  </a:cubicBezTo>
                  <a:cubicBezTo>
                    <a:pt x="335" y="661"/>
                    <a:pt x="359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5"/>
            <p:cNvSpPr/>
            <p:nvPr/>
          </p:nvSpPr>
          <p:spPr>
            <a:xfrm>
              <a:off x="8501427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1" name="Google Shape;1041;p25"/>
          <p:cNvGrpSpPr/>
          <p:nvPr/>
        </p:nvGrpSpPr>
        <p:grpSpPr>
          <a:xfrm>
            <a:off x="331226" y="3480933"/>
            <a:ext cx="2861322" cy="53340"/>
            <a:chOff x="5690751" y="2960320"/>
            <a:chExt cx="2861322" cy="53340"/>
          </a:xfrm>
        </p:grpSpPr>
        <p:sp>
          <p:nvSpPr>
            <p:cNvPr id="1042" name="Google Shape;1042;p25"/>
            <p:cNvSpPr/>
            <p:nvPr/>
          </p:nvSpPr>
          <p:spPr>
            <a:xfrm>
              <a:off x="5690751" y="2961858"/>
              <a:ext cx="54911" cy="5180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5"/>
            <p:cNvSpPr/>
            <p:nvPr/>
          </p:nvSpPr>
          <p:spPr>
            <a:xfrm>
              <a:off x="5782781" y="2961735"/>
              <a:ext cx="51513" cy="49280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5"/>
            <p:cNvSpPr/>
            <p:nvPr/>
          </p:nvSpPr>
          <p:spPr>
            <a:xfrm>
              <a:off x="5889072" y="2960320"/>
              <a:ext cx="53512" cy="50202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5"/>
            <p:cNvSpPr/>
            <p:nvPr/>
          </p:nvSpPr>
          <p:spPr>
            <a:xfrm>
              <a:off x="5983234" y="2966103"/>
              <a:ext cx="55778" cy="40728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5"/>
            <p:cNvSpPr/>
            <p:nvPr/>
          </p:nvSpPr>
          <p:spPr>
            <a:xfrm>
              <a:off x="6087393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5"/>
            <p:cNvSpPr/>
            <p:nvPr/>
          </p:nvSpPr>
          <p:spPr>
            <a:xfrm>
              <a:off x="6187952" y="2963027"/>
              <a:ext cx="46981" cy="44727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9" y="709"/>
                    <a:pt x="271" y="727"/>
                    <a:pt x="333" y="727"/>
                  </a:cubicBezTo>
                  <a:cubicBezTo>
                    <a:pt x="382" y="727"/>
                    <a:pt x="431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4" y="20"/>
                    <a:pt x="348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9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5"/>
            <p:cNvSpPr/>
            <p:nvPr/>
          </p:nvSpPr>
          <p:spPr>
            <a:xfrm>
              <a:off x="6295443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8" y="101"/>
                    <a:pt x="128" y="199"/>
                  </a:cubicBezTo>
                  <a:cubicBezTo>
                    <a:pt x="30" y="318"/>
                    <a:pt x="1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5"/>
            <p:cNvSpPr/>
            <p:nvPr/>
          </p:nvSpPr>
          <p:spPr>
            <a:xfrm>
              <a:off x="6387472" y="2961735"/>
              <a:ext cx="51513" cy="49280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2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5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4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5"/>
            <p:cNvSpPr/>
            <p:nvPr/>
          </p:nvSpPr>
          <p:spPr>
            <a:xfrm>
              <a:off x="6493763" y="2960320"/>
              <a:ext cx="53712" cy="50202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70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5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9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5"/>
            <p:cNvSpPr/>
            <p:nvPr/>
          </p:nvSpPr>
          <p:spPr>
            <a:xfrm>
              <a:off x="6588059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0" y="374"/>
                    <a:pt x="68" y="487"/>
                  </a:cubicBezTo>
                  <a:cubicBezTo>
                    <a:pt x="76" y="506"/>
                    <a:pt x="86" y="522"/>
                    <a:pt x="99" y="539"/>
                  </a:cubicBezTo>
                  <a:cubicBezTo>
                    <a:pt x="120" y="572"/>
                    <a:pt x="149" y="603"/>
                    <a:pt x="191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9" y="658"/>
                    <a:pt x="382" y="651"/>
                  </a:cubicBezTo>
                  <a:cubicBezTo>
                    <a:pt x="399" y="651"/>
                    <a:pt x="416" y="649"/>
                    <a:pt x="432" y="647"/>
                  </a:cubicBezTo>
                  <a:cubicBezTo>
                    <a:pt x="562" y="628"/>
                    <a:pt x="678" y="533"/>
                    <a:pt x="741" y="435"/>
                  </a:cubicBezTo>
                  <a:cubicBezTo>
                    <a:pt x="812" y="324"/>
                    <a:pt x="835" y="178"/>
                    <a:pt x="730" y="78"/>
                  </a:cubicBezTo>
                  <a:cubicBezTo>
                    <a:pt x="673" y="23"/>
                    <a:pt x="603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5"/>
            <p:cNvSpPr/>
            <p:nvPr/>
          </p:nvSpPr>
          <p:spPr>
            <a:xfrm>
              <a:off x="6692084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8" y="1"/>
                  </a:moveTo>
                  <a:cubicBezTo>
                    <a:pt x="236" y="1"/>
                    <a:pt x="137" y="45"/>
                    <a:pt x="82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7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5"/>
            <p:cNvSpPr/>
            <p:nvPr/>
          </p:nvSpPr>
          <p:spPr>
            <a:xfrm>
              <a:off x="6792777" y="2963027"/>
              <a:ext cx="46915" cy="44727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2" y="1"/>
                    <a:pt x="155" y="10"/>
                    <a:pt x="130" y="32"/>
                  </a:cubicBezTo>
                  <a:cubicBezTo>
                    <a:pt x="41" y="112"/>
                    <a:pt x="16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60" y="126"/>
                    <a:pt x="597" y="45"/>
                    <a:pt x="505" y="18"/>
                  </a:cubicBezTo>
                  <a:cubicBezTo>
                    <a:pt x="489" y="12"/>
                    <a:pt x="472" y="10"/>
                    <a:pt x="455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6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5"/>
            <p:cNvSpPr/>
            <p:nvPr/>
          </p:nvSpPr>
          <p:spPr>
            <a:xfrm>
              <a:off x="6900201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2" y="0"/>
                  </a:moveTo>
                  <a:cubicBezTo>
                    <a:pt x="238" y="0"/>
                    <a:pt x="169" y="101"/>
                    <a:pt x="129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5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5" y="466"/>
                    <a:pt x="802" y="222"/>
                    <a:pt x="600" y="110"/>
                  </a:cubicBezTo>
                  <a:cubicBezTo>
                    <a:pt x="552" y="83"/>
                    <a:pt x="509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5"/>
            <p:cNvSpPr/>
            <p:nvPr/>
          </p:nvSpPr>
          <p:spPr>
            <a:xfrm>
              <a:off x="6992230" y="2961735"/>
              <a:ext cx="51446" cy="49280"/>
            </a:xfrm>
            <a:custGeom>
              <a:rect b="b" l="l" r="r" t="t"/>
              <a:pathLst>
                <a:path extrusionOk="0" h="801" w="772">
                  <a:moveTo>
                    <a:pt x="358" y="0"/>
                  </a:moveTo>
                  <a:cubicBezTo>
                    <a:pt x="142" y="0"/>
                    <a:pt x="1" y="348"/>
                    <a:pt x="99" y="549"/>
                  </a:cubicBezTo>
                  <a:cubicBezTo>
                    <a:pt x="123" y="688"/>
                    <a:pt x="210" y="800"/>
                    <a:pt x="373" y="800"/>
                  </a:cubicBezTo>
                  <a:cubicBezTo>
                    <a:pt x="381" y="800"/>
                    <a:pt x="390" y="800"/>
                    <a:pt x="399" y="800"/>
                  </a:cubicBezTo>
                  <a:cubicBezTo>
                    <a:pt x="595" y="785"/>
                    <a:pt x="684" y="637"/>
                    <a:pt x="718" y="481"/>
                  </a:cubicBezTo>
                  <a:cubicBezTo>
                    <a:pt x="720" y="472"/>
                    <a:pt x="724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3" y="30"/>
                  </a:cubicBezTo>
                  <a:cubicBezTo>
                    <a:pt x="489" y="28"/>
                    <a:pt x="472" y="26"/>
                    <a:pt x="457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5"/>
            <p:cNvSpPr/>
            <p:nvPr/>
          </p:nvSpPr>
          <p:spPr>
            <a:xfrm>
              <a:off x="7098521" y="2960320"/>
              <a:ext cx="53645" cy="50202"/>
            </a:xfrm>
            <a:custGeom>
              <a:rect b="b" l="l" r="r" t="t"/>
              <a:pathLst>
                <a:path extrusionOk="0" h="816" w="805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4" y="743"/>
                  </a:cubicBezTo>
                  <a:cubicBezTo>
                    <a:pt x="207" y="794"/>
                    <a:pt x="271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5" y="383"/>
                    <a:pt x="790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5"/>
            <p:cNvSpPr/>
            <p:nvPr/>
          </p:nvSpPr>
          <p:spPr>
            <a:xfrm>
              <a:off x="7192817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2" y="0"/>
                    <a:pt x="455" y="6"/>
                    <a:pt x="419" y="16"/>
                  </a:cubicBezTo>
                  <a:cubicBezTo>
                    <a:pt x="408" y="14"/>
                    <a:pt x="396" y="13"/>
                    <a:pt x="385" y="13"/>
                  </a:cubicBezTo>
                  <a:cubicBezTo>
                    <a:pt x="360" y="13"/>
                    <a:pt x="337" y="18"/>
                    <a:pt x="315" y="26"/>
                  </a:cubicBezTo>
                  <a:cubicBezTo>
                    <a:pt x="303" y="24"/>
                    <a:pt x="290" y="20"/>
                    <a:pt x="275" y="20"/>
                  </a:cubicBezTo>
                  <a:cubicBezTo>
                    <a:pt x="268" y="19"/>
                    <a:pt x="261" y="19"/>
                    <a:pt x="254" y="19"/>
                  </a:cubicBezTo>
                  <a:cubicBezTo>
                    <a:pt x="184" y="19"/>
                    <a:pt x="123" y="55"/>
                    <a:pt x="82" y="107"/>
                  </a:cubicBezTo>
                  <a:cubicBezTo>
                    <a:pt x="0" y="214"/>
                    <a:pt x="19" y="374"/>
                    <a:pt x="67" y="487"/>
                  </a:cubicBezTo>
                  <a:cubicBezTo>
                    <a:pt x="75" y="506"/>
                    <a:pt x="86" y="522"/>
                    <a:pt x="98" y="539"/>
                  </a:cubicBezTo>
                  <a:cubicBezTo>
                    <a:pt x="119" y="572"/>
                    <a:pt x="148" y="603"/>
                    <a:pt x="190" y="628"/>
                  </a:cubicBezTo>
                  <a:cubicBezTo>
                    <a:pt x="229" y="652"/>
                    <a:pt x="269" y="661"/>
                    <a:pt x="309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398" y="651"/>
                    <a:pt x="415" y="649"/>
                    <a:pt x="432" y="647"/>
                  </a:cubicBezTo>
                  <a:cubicBezTo>
                    <a:pt x="561" y="628"/>
                    <a:pt x="678" y="533"/>
                    <a:pt x="740" y="435"/>
                  </a:cubicBezTo>
                  <a:cubicBezTo>
                    <a:pt x="811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5"/>
            <p:cNvSpPr/>
            <p:nvPr/>
          </p:nvSpPr>
          <p:spPr>
            <a:xfrm>
              <a:off x="7296842" y="2964996"/>
              <a:ext cx="50780" cy="44788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6" y="1"/>
                    <a:pt x="138" y="45"/>
                    <a:pt x="82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4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8" y="726"/>
                  </a:cubicBezTo>
                  <a:cubicBezTo>
                    <a:pt x="624" y="707"/>
                    <a:pt x="761" y="474"/>
                    <a:pt x="717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0" y="60"/>
                    <a:pt x="457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5"/>
            <p:cNvSpPr/>
            <p:nvPr/>
          </p:nvSpPr>
          <p:spPr>
            <a:xfrm>
              <a:off x="7397535" y="2963027"/>
              <a:ext cx="46848" cy="44727"/>
            </a:xfrm>
            <a:custGeom>
              <a:rect b="b" l="l" r="r" t="t"/>
              <a:pathLst>
                <a:path extrusionOk="0" h="727" w="703">
                  <a:moveTo>
                    <a:pt x="206" y="1"/>
                  </a:moveTo>
                  <a:cubicBezTo>
                    <a:pt x="181" y="1"/>
                    <a:pt x="155" y="10"/>
                    <a:pt x="130" y="32"/>
                  </a:cubicBezTo>
                  <a:cubicBezTo>
                    <a:pt x="42" y="112"/>
                    <a:pt x="17" y="220"/>
                    <a:pt x="36" y="326"/>
                  </a:cubicBezTo>
                  <a:cubicBezTo>
                    <a:pt x="0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0" y="551"/>
                    <a:pt x="661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5" y="10"/>
                  </a:cubicBezTo>
                  <a:cubicBezTo>
                    <a:pt x="419" y="10"/>
                    <a:pt x="382" y="20"/>
                    <a:pt x="346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5" y="15"/>
                    <a:pt x="237" y="1"/>
                    <a:pt x="2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5"/>
            <p:cNvSpPr/>
            <p:nvPr/>
          </p:nvSpPr>
          <p:spPr>
            <a:xfrm>
              <a:off x="7504892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40" y="0"/>
                    <a:pt x="170" y="101"/>
                    <a:pt x="130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5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8" y="842"/>
                    <a:pt x="656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5" y="83"/>
                    <a:pt x="509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5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5"/>
            <p:cNvSpPr/>
            <p:nvPr/>
          </p:nvSpPr>
          <p:spPr>
            <a:xfrm>
              <a:off x="7597055" y="2961735"/>
              <a:ext cx="51379" cy="49280"/>
            </a:xfrm>
            <a:custGeom>
              <a:rect b="b" l="l" r="r" t="t"/>
              <a:pathLst>
                <a:path extrusionOk="0" h="801" w="771">
                  <a:moveTo>
                    <a:pt x="356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1" y="688"/>
                    <a:pt x="209" y="800"/>
                    <a:pt x="371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3" y="785"/>
                    <a:pt x="683" y="637"/>
                    <a:pt x="716" y="481"/>
                  </a:cubicBezTo>
                  <a:cubicBezTo>
                    <a:pt x="718" y="472"/>
                    <a:pt x="722" y="466"/>
                    <a:pt x="725" y="460"/>
                  </a:cubicBezTo>
                  <a:cubicBezTo>
                    <a:pt x="770" y="324"/>
                    <a:pt x="731" y="176"/>
                    <a:pt x="625" y="95"/>
                  </a:cubicBezTo>
                  <a:cubicBezTo>
                    <a:pt x="593" y="64"/>
                    <a:pt x="552" y="41"/>
                    <a:pt x="502" y="30"/>
                  </a:cubicBezTo>
                  <a:cubicBezTo>
                    <a:pt x="487" y="28"/>
                    <a:pt x="472" y="26"/>
                    <a:pt x="456" y="24"/>
                  </a:cubicBezTo>
                  <a:cubicBezTo>
                    <a:pt x="421" y="8"/>
                    <a:pt x="388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5"/>
            <p:cNvSpPr/>
            <p:nvPr/>
          </p:nvSpPr>
          <p:spPr>
            <a:xfrm>
              <a:off x="7703213" y="2960320"/>
              <a:ext cx="53712" cy="50202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9" y="643"/>
                    <a:pt x="144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91" y="108"/>
                    <a:pt x="534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6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25"/>
            <p:cNvSpPr/>
            <p:nvPr/>
          </p:nvSpPr>
          <p:spPr>
            <a:xfrm>
              <a:off x="7797508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2" y="374"/>
                    <a:pt x="68" y="487"/>
                  </a:cubicBezTo>
                  <a:cubicBezTo>
                    <a:pt x="76" y="506"/>
                    <a:pt x="88" y="522"/>
                    <a:pt x="101" y="539"/>
                  </a:cubicBezTo>
                  <a:cubicBezTo>
                    <a:pt x="120" y="572"/>
                    <a:pt x="149" y="603"/>
                    <a:pt x="190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401" y="651"/>
                    <a:pt x="418" y="649"/>
                    <a:pt x="432" y="647"/>
                  </a:cubicBezTo>
                  <a:cubicBezTo>
                    <a:pt x="561" y="628"/>
                    <a:pt x="678" y="533"/>
                    <a:pt x="741" y="435"/>
                  </a:cubicBezTo>
                  <a:cubicBezTo>
                    <a:pt x="812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25"/>
            <p:cNvSpPr/>
            <p:nvPr/>
          </p:nvSpPr>
          <p:spPr>
            <a:xfrm>
              <a:off x="7901533" y="2964996"/>
              <a:ext cx="50780" cy="44788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7" y="1"/>
                    <a:pt x="138" y="45"/>
                    <a:pt x="82" y="146"/>
                  </a:cubicBezTo>
                  <a:cubicBezTo>
                    <a:pt x="9" y="278"/>
                    <a:pt x="1" y="432"/>
                    <a:pt x="63" y="567"/>
                  </a:cubicBezTo>
                  <a:cubicBezTo>
                    <a:pt x="114" y="681"/>
                    <a:pt x="237" y="727"/>
                    <a:pt x="361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2" y="474"/>
                    <a:pt x="718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1" y="60"/>
                    <a:pt x="458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5"/>
            <p:cNvSpPr/>
            <p:nvPr/>
          </p:nvSpPr>
          <p:spPr>
            <a:xfrm>
              <a:off x="8002226" y="2963027"/>
              <a:ext cx="46915" cy="44727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3" y="112"/>
                    <a:pt x="18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2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7" y="45"/>
                    <a:pt x="507" y="18"/>
                  </a:cubicBezTo>
                  <a:cubicBezTo>
                    <a:pt x="491" y="12"/>
                    <a:pt x="473" y="10"/>
                    <a:pt x="456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9" y="37"/>
                  </a:cubicBezTo>
                  <a:cubicBezTo>
                    <a:pt x="267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5"/>
            <p:cNvSpPr/>
            <p:nvPr/>
          </p:nvSpPr>
          <p:spPr>
            <a:xfrm>
              <a:off x="8104785" y="2961858"/>
              <a:ext cx="54911" cy="5180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6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5"/>
            <p:cNvSpPr/>
            <p:nvPr/>
          </p:nvSpPr>
          <p:spPr>
            <a:xfrm>
              <a:off x="8196815" y="2961735"/>
              <a:ext cx="51446" cy="49280"/>
            </a:xfrm>
            <a:custGeom>
              <a:rect b="b" l="l" r="r" t="t"/>
              <a:pathLst>
                <a:path extrusionOk="0" h="801" w="772">
                  <a:moveTo>
                    <a:pt x="356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2" y="688"/>
                    <a:pt x="208" y="800"/>
                    <a:pt x="371" y="800"/>
                  </a:cubicBezTo>
                  <a:cubicBezTo>
                    <a:pt x="379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4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5" y="24"/>
                  </a:cubicBezTo>
                  <a:cubicBezTo>
                    <a:pt x="421" y="8"/>
                    <a:pt x="387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5"/>
            <p:cNvSpPr/>
            <p:nvPr/>
          </p:nvSpPr>
          <p:spPr>
            <a:xfrm>
              <a:off x="8303106" y="2960320"/>
              <a:ext cx="53512" cy="50202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2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69" y="815"/>
                    <a:pt x="332" y="815"/>
                  </a:cubicBezTo>
                  <a:cubicBezTo>
                    <a:pt x="478" y="815"/>
                    <a:pt x="612" y="696"/>
                    <a:pt x="678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7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5"/>
            <p:cNvSpPr/>
            <p:nvPr/>
          </p:nvSpPr>
          <p:spPr>
            <a:xfrm>
              <a:off x="8397268" y="2966103"/>
              <a:ext cx="55578" cy="40728"/>
            </a:xfrm>
            <a:custGeom>
              <a:rect b="b" l="l" r="r" t="t"/>
              <a:pathLst>
                <a:path extrusionOk="0" h="662" w="834">
                  <a:moveTo>
                    <a:pt x="531" y="0"/>
                  </a:moveTo>
                  <a:cubicBezTo>
                    <a:pt x="494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8" y="18"/>
                    <a:pt x="315" y="26"/>
                  </a:cubicBezTo>
                  <a:cubicBezTo>
                    <a:pt x="305" y="24"/>
                    <a:pt x="290" y="20"/>
                    <a:pt x="277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0" y="661"/>
                    <a:pt x="310" y="661"/>
                  </a:cubicBezTo>
                  <a:cubicBezTo>
                    <a:pt x="335" y="661"/>
                    <a:pt x="359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25"/>
            <p:cNvSpPr/>
            <p:nvPr/>
          </p:nvSpPr>
          <p:spPr>
            <a:xfrm>
              <a:off x="8501427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1" name="Google Shape;1071;p25"/>
          <p:cNvGrpSpPr/>
          <p:nvPr/>
        </p:nvGrpSpPr>
        <p:grpSpPr>
          <a:xfrm>
            <a:off x="5990126" y="2261895"/>
            <a:ext cx="2861322" cy="53340"/>
            <a:chOff x="5690751" y="2960320"/>
            <a:chExt cx="2861322" cy="53340"/>
          </a:xfrm>
        </p:grpSpPr>
        <p:sp>
          <p:nvSpPr>
            <p:cNvPr id="1072" name="Google Shape;1072;p25"/>
            <p:cNvSpPr/>
            <p:nvPr/>
          </p:nvSpPr>
          <p:spPr>
            <a:xfrm>
              <a:off x="5690751" y="2961858"/>
              <a:ext cx="54911" cy="5180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25"/>
            <p:cNvSpPr/>
            <p:nvPr/>
          </p:nvSpPr>
          <p:spPr>
            <a:xfrm>
              <a:off x="5782781" y="2961735"/>
              <a:ext cx="51513" cy="49280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25"/>
            <p:cNvSpPr/>
            <p:nvPr/>
          </p:nvSpPr>
          <p:spPr>
            <a:xfrm>
              <a:off x="5889072" y="2960320"/>
              <a:ext cx="53512" cy="50202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5"/>
            <p:cNvSpPr/>
            <p:nvPr/>
          </p:nvSpPr>
          <p:spPr>
            <a:xfrm>
              <a:off x="5983234" y="2966103"/>
              <a:ext cx="55778" cy="40728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5"/>
            <p:cNvSpPr/>
            <p:nvPr/>
          </p:nvSpPr>
          <p:spPr>
            <a:xfrm>
              <a:off x="6087393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5"/>
            <p:cNvSpPr/>
            <p:nvPr/>
          </p:nvSpPr>
          <p:spPr>
            <a:xfrm>
              <a:off x="6187952" y="2963027"/>
              <a:ext cx="46981" cy="44727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9" y="709"/>
                    <a:pt x="271" y="727"/>
                    <a:pt x="333" y="727"/>
                  </a:cubicBezTo>
                  <a:cubicBezTo>
                    <a:pt x="382" y="727"/>
                    <a:pt x="431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4" y="20"/>
                    <a:pt x="348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9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5"/>
            <p:cNvSpPr/>
            <p:nvPr/>
          </p:nvSpPr>
          <p:spPr>
            <a:xfrm>
              <a:off x="6295443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8" y="101"/>
                    <a:pt x="128" y="199"/>
                  </a:cubicBezTo>
                  <a:cubicBezTo>
                    <a:pt x="30" y="318"/>
                    <a:pt x="1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5"/>
            <p:cNvSpPr/>
            <p:nvPr/>
          </p:nvSpPr>
          <p:spPr>
            <a:xfrm>
              <a:off x="6387472" y="2961735"/>
              <a:ext cx="51513" cy="49280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2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5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4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5"/>
            <p:cNvSpPr/>
            <p:nvPr/>
          </p:nvSpPr>
          <p:spPr>
            <a:xfrm>
              <a:off x="6493763" y="2960320"/>
              <a:ext cx="53712" cy="50202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70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5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9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5"/>
            <p:cNvSpPr/>
            <p:nvPr/>
          </p:nvSpPr>
          <p:spPr>
            <a:xfrm>
              <a:off x="6588059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0" y="374"/>
                    <a:pt x="68" y="487"/>
                  </a:cubicBezTo>
                  <a:cubicBezTo>
                    <a:pt x="76" y="506"/>
                    <a:pt x="86" y="522"/>
                    <a:pt x="99" y="539"/>
                  </a:cubicBezTo>
                  <a:cubicBezTo>
                    <a:pt x="120" y="572"/>
                    <a:pt x="149" y="603"/>
                    <a:pt x="191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9" y="658"/>
                    <a:pt x="382" y="651"/>
                  </a:cubicBezTo>
                  <a:cubicBezTo>
                    <a:pt x="399" y="651"/>
                    <a:pt x="416" y="649"/>
                    <a:pt x="432" y="647"/>
                  </a:cubicBezTo>
                  <a:cubicBezTo>
                    <a:pt x="562" y="628"/>
                    <a:pt x="678" y="533"/>
                    <a:pt x="741" y="435"/>
                  </a:cubicBezTo>
                  <a:cubicBezTo>
                    <a:pt x="812" y="324"/>
                    <a:pt x="835" y="178"/>
                    <a:pt x="730" y="78"/>
                  </a:cubicBezTo>
                  <a:cubicBezTo>
                    <a:pt x="673" y="23"/>
                    <a:pt x="603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5"/>
            <p:cNvSpPr/>
            <p:nvPr/>
          </p:nvSpPr>
          <p:spPr>
            <a:xfrm>
              <a:off x="6692084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8" y="1"/>
                  </a:moveTo>
                  <a:cubicBezTo>
                    <a:pt x="236" y="1"/>
                    <a:pt x="137" y="45"/>
                    <a:pt x="82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7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5"/>
            <p:cNvSpPr/>
            <p:nvPr/>
          </p:nvSpPr>
          <p:spPr>
            <a:xfrm>
              <a:off x="6792777" y="2963027"/>
              <a:ext cx="46915" cy="44727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2" y="1"/>
                    <a:pt x="155" y="10"/>
                    <a:pt x="130" y="32"/>
                  </a:cubicBezTo>
                  <a:cubicBezTo>
                    <a:pt x="41" y="112"/>
                    <a:pt x="16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60" y="126"/>
                    <a:pt x="597" y="45"/>
                    <a:pt x="505" y="18"/>
                  </a:cubicBezTo>
                  <a:cubicBezTo>
                    <a:pt x="489" y="12"/>
                    <a:pt x="472" y="10"/>
                    <a:pt x="455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6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5"/>
            <p:cNvSpPr/>
            <p:nvPr/>
          </p:nvSpPr>
          <p:spPr>
            <a:xfrm>
              <a:off x="6900201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2" y="0"/>
                  </a:moveTo>
                  <a:cubicBezTo>
                    <a:pt x="238" y="0"/>
                    <a:pt x="169" y="101"/>
                    <a:pt x="129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5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5" y="466"/>
                    <a:pt x="802" y="222"/>
                    <a:pt x="600" y="110"/>
                  </a:cubicBezTo>
                  <a:cubicBezTo>
                    <a:pt x="552" y="83"/>
                    <a:pt x="509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5"/>
            <p:cNvSpPr/>
            <p:nvPr/>
          </p:nvSpPr>
          <p:spPr>
            <a:xfrm>
              <a:off x="6992230" y="2961735"/>
              <a:ext cx="51446" cy="49280"/>
            </a:xfrm>
            <a:custGeom>
              <a:rect b="b" l="l" r="r" t="t"/>
              <a:pathLst>
                <a:path extrusionOk="0" h="801" w="772">
                  <a:moveTo>
                    <a:pt x="358" y="0"/>
                  </a:moveTo>
                  <a:cubicBezTo>
                    <a:pt x="142" y="0"/>
                    <a:pt x="1" y="348"/>
                    <a:pt x="99" y="549"/>
                  </a:cubicBezTo>
                  <a:cubicBezTo>
                    <a:pt x="123" y="688"/>
                    <a:pt x="210" y="800"/>
                    <a:pt x="373" y="800"/>
                  </a:cubicBezTo>
                  <a:cubicBezTo>
                    <a:pt x="381" y="800"/>
                    <a:pt x="390" y="800"/>
                    <a:pt x="399" y="800"/>
                  </a:cubicBezTo>
                  <a:cubicBezTo>
                    <a:pt x="595" y="785"/>
                    <a:pt x="684" y="637"/>
                    <a:pt x="718" y="481"/>
                  </a:cubicBezTo>
                  <a:cubicBezTo>
                    <a:pt x="720" y="472"/>
                    <a:pt x="724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3" y="30"/>
                  </a:cubicBezTo>
                  <a:cubicBezTo>
                    <a:pt x="489" y="28"/>
                    <a:pt x="472" y="26"/>
                    <a:pt x="457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5"/>
            <p:cNvSpPr/>
            <p:nvPr/>
          </p:nvSpPr>
          <p:spPr>
            <a:xfrm>
              <a:off x="7098521" y="2960320"/>
              <a:ext cx="53645" cy="50202"/>
            </a:xfrm>
            <a:custGeom>
              <a:rect b="b" l="l" r="r" t="t"/>
              <a:pathLst>
                <a:path extrusionOk="0" h="816" w="805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4" y="743"/>
                  </a:cubicBezTo>
                  <a:cubicBezTo>
                    <a:pt x="207" y="794"/>
                    <a:pt x="271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5" y="383"/>
                    <a:pt x="790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5"/>
            <p:cNvSpPr/>
            <p:nvPr/>
          </p:nvSpPr>
          <p:spPr>
            <a:xfrm>
              <a:off x="7192817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2" y="0"/>
                    <a:pt x="455" y="6"/>
                    <a:pt x="419" y="16"/>
                  </a:cubicBezTo>
                  <a:cubicBezTo>
                    <a:pt x="408" y="14"/>
                    <a:pt x="396" y="13"/>
                    <a:pt x="385" y="13"/>
                  </a:cubicBezTo>
                  <a:cubicBezTo>
                    <a:pt x="360" y="13"/>
                    <a:pt x="337" y="18"/>
                    <a:pt x="315" y="26"/>
                  </a:cubicBezTo>
                  <a:cubicBezTo>
                    <a:pt x="303" y="24"/>
                    <a:pt x="290" y="20"/>
                    <a:pt x="275" y="20"/>
                  </a:cubicBezTo>
                  <a:cubicBezTo>
                    <a:pt x="268" y="19"/>
                    <a:pt x="261" y="19"/>
                    <a:pt x="254" y="19"/>
                  </a:cubicBezTo>
                  <a:cubicBezTo>
                    <a:pt x="184" y="19"/>
                    <a:pt x="123" y="55"/>
                    <a:pt x="82" y="107"/>
                  </a:cubicBezTo>
                  <a:cubicBezTo>
                    <a:pt x="0" y="214"/>
                    <a:pt x="19" y="374"/>
                    <a:pt x="67" y="487"/>
                  </a:cubicBezTo>
                  <a:cubicBezTo>
                    <a:pt x="75" y="506"/>
                    <a:pt x="86" y="522"/>
                    <a:pt x="98" y="539"/>
                  </a:cubicBezTo>
                  <a:cubicBezTo>
                    <a:pt x="119" y="572"/>
                    <a:pt x="148" y="603"/>
                    <a:pt x="190" y="628"/>
                  </a:cubicBezTo>
                  <a:cubicBezTo>
                    <a:pt x="229" y="652"/>
                    <a:pt x="269" y="661"/>
                    <a:pt x="309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398" y="651"/>
                    <a:pt x="415" y="649"/>
                    <a:pt x="432" y="647"/>
                  </a:cubicBezTo>
                  <a:cubicBezTo>
                    <a:pt x="561" y="628"/>
                    <a:pt x="678" y="533"/>
                    <a:pt x="740" y="435"/>
                  </a:cubicBezTo>
                  <a:cubicBezTo>
                    <a:pt x="811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5"/>
            <p:cNvSpPr/>
            <p:nvPr/>
          </p:nvSpPr>
          <p:spPr>
            <a:xfrm>
              <a:off x="7296842" y="2964996"/>
              <a:ext cx="50780" cy="44788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6" y="1"/>
                    <a:pt x="138" y="45"/>
                    <a:pt x="82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4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8" y="726"/>
                  </a:cubicBezTo>
                  <a:cubicBezTo>
                    <a:pt x="624" y="707"/>
                    <a:pt x="761" y="474"/>
                    <a:pt x="717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0" y="60"/>
                    <a:pt x="457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5"/>
            <p:cNvSpPr/>
            <p:nvPr/>
          </p:nvSpPr>
          <p:spPr>
            <a:xfrm>
              <a:off x="7397535" y="2963027"/>
              <a:ext cx="46848" cy="44727"/>
            </a:xfrm>
            <a:custGeom>
              <a:rect b="b" l="l" r="r" t="t"/>
              <a:pathLst>
                <a:path extrusionOk="0" h="727" w="703">
                  <a:moveTo>
                    <a:pt x="206" y="1"/>
                  </a:moveTo>
                  <a:cubicBezTo>
                    <a:pt x="181" y="1"/>
                    <a:pt x="155" y="10"/>
                    <a:pt x="130" y="32"/>
                  </a:cubicBezTo>
                  <a:cubicBezTo>
                    <a:pt x="42" y="112"/>
                    <a:pt x="17" y="220"/>
                    <a:pt x="36" y="326"/>
                  </a:cubicBezTo>
                  <a:cubicBezTo>
                    <a:pt x="0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0" y="551"/>
                    <a:pt x="661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5" y="10"/>
                  </a:cubicBezTo>
                  <a:cubicBezTo>
                    <a:pt x="419" y="10"/>
                    <a:pt x="382" y="20"/>
                    <a:pt x="346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5" y="15"/>
                    <a:pt x="237" y="1"/>
                    <a:pt x="2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5"/>
            <p:cNvSpPr/>
            <p:nvPr/>
          </p:nvSpPr>
          <p:spPr>
            <a:xfrm>
              <a:off x="7504892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40" y="0"/>
                    <a:pt x="170" y="101"/>
                    <a:pt x="130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5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8" y="842"/>
                    <a:pt x="656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5" y="83"/>
                    <a:pt x="509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5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5"/>
            <p:cNvSpPr/>
            <p:nvPr/>
          </p:nvSpPr>
          <p:spPr>
            <a:xfrm>
              <a:off x="7597055" y="2961735"/>
              <a:ext cx="51379" cy="49280"/>
            </a:xfrm>
            <a:custGeom>
              <a:rect b="b" l="l" r="r" t="t"/>
              <a:pathLst>
                <a:path extrusionOk="0" h="801" w="771">
                  <a:moveTo>
                    <a:pt x="356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1" y="688"/>
                    <a:pt x="209" y="800"/>
                    <a:pt x="371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3" y="785"/>
                    <a:pt x="683" y="637"/>
                    <a:pt x="716" y="481"/>
                  </a:cubicBezTo>
                  <a:cubicBezTo>
                    <a:pt x="718" y="472"/>
                    <a:pt x="722" y="466"/>
                    <a:pt x="725" y="460"/>
                  </a:cubicBezTo>
                  <a:cubicBezTo>
                    <a:pt x="770" y="324"/>
                    <a:pt x="731" y="176"/>
                    <a:pt x="625" y="95"/>
                  </a:cubicBezTo>
                  <a:cubicBezTo>
                    <a:pt x="593" y="64"/>
                    <a:pt x="552" y="41"/>
                    <a:pt x="502" y="30"/>
                  </a:cubicBezTo>
                  <a:cubicBezTo>
                    <a:pt x="487" y="28"/>
                    <a:pt x="472" y="26"/>
                    <a:pt x="456" y="24"/>
                  </a:cubicBezTo>
                  <a:cubicBezTo>
                    <a:pt x="421" y="8"/>
                    <a:pt x="388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25"/>
            <p:cNvSpPr/>
            <p:nvPr/>
          </p:nvSpPr>
          <p:spPr>
            <a:xfrm>
              <a:off x="7703213" y="2960320"/>
              <a:ext cx="53712" cy="50202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9" y="643"/>
                    <a:pt x="144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91" y="108"/>
                    <a:pt x="534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6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25"/>
            <p:cNvSpPr/>
            <p:nvPr/>
          </p:nvSpPr>
          <p:spPr>
            <a:xfrm>
              <a:off x="7797508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2" y="374"/>
                    <a:pt x="68" y="487"/>
                  </a:cubicBezTo>
                  <a:cubicBezTo>
                    <a:pt x="76" y="506"/>
                    <a:pt x="88" y="522"/>
                    <a:pt x="101" y="539"/>
                  </a:cubicBezTo>
                  <a:cubicBezTo>
                    <a:pt x="120" y="572"/>
                    <a:pt x="149" y="603"/>
                    <a:pt x="190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401" y="651"/>
                    <a:pt x="418" y="649"/>
                    <a:pt x="432" y="647"/>
                  </a:cubicBezTo>
                  <a:cubicBezTo>
                    <a:pt x="561" y="628"/>
                    <a:pt x="678" y="533"/>
                    <a:pt x="741" y="435"/>
                  </a:cubicBezTo>
                  <a:cubicBezTo>
                    <a:pt x="812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25"/>
            <p:cNvSpPr/>
            <p:nvPr/>
          </p:nvSpPr>
          <p:spPr>
            <a:xfrm>
              <a:off x="7901533" y="2964996"/>
              <a:ext cx="50780" cy="44788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7" y="1"/>
                    <a:pt x="138" y="45"/>
                    <a:pt x="82" y="146"/>
                  </a:cubicBezTo>
                  <a:cubicBezTo>
                    <a:pt x="9" y="278"/>
                    <a:pt x="1" y="432"/>
                    <a:pt x="63" y="567"/>
                  </a:cubicBezTo>
                  <a:cubicBezTo>
                    <a:pt x="114" y="681"/>
                    <a:pt x="237" y="727"/>
                    <a:pt x="361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2" y="474"/>
                    <a:pt x="718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1" y="60"/>
                    <a:pt x="458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25"/>
            <p:cNvSpPr/>
            <p:nvPr/>
          </p:nvSpPr>
          <p:spPr>
            <a:xfrm>
              <a:off x="8002226" y="2963027"/>
              <a:ext cx="46915" cy="44727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3" y="112"/>
                    <a:pt x="18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2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7" y="45"/>
                    <a:pt x="507" y="18"/>
                  </a:cubicBezTo>
                  <a:cubicBezTo>
                    <a:pt x="491" y="12"/>
                    <a:pt x="473" y="10"/>
                    <a:pt x="456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9" y="37"/>
                  </a:cubicBezTo>
                  <a:cubicBezTo>
                    <a:pt x="267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5"/>
            <p:cNvSpPr/>
            <p:nvPr/>
          </p:nvSpPr>
          <p:spPr>
            <a:xfrm>
              <a:off x="8104785" y="2961858"/>
              <a:ext cx="54911" cy="5180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6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5"/>
            <p:cNvSpPr/>
            <p:nvPr/>
          </p:nvSpPr>
          <p:spPr>
            <a:xfrm>
              <a:off x="8196815" y="2961735"/>
              <a:ext cx="51446" cy="49280"/>
            </a:xfrm>
            <a:custGeom>
              <a:rect b="b" l="l" r="r" t="t"/>
              <a:pathLst>
                <a:path extrusionOk="0" h="801" w="772">
                  <a:moveTo>
                    <a:pt x="356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2" y="688"/>
                    <a:pt x="208" y="800"/>
                    <a:pt x="371" y="800"/>
                  </a:cubicBezTo>
                  <a:cubicBezTo>
                    <a:pt x="379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4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5" y="24"/>
                  </a:cubicBezTo>
                  <a:cubicBezTo>
                    <a:pt x="421" y="8"/>
                    <a:pt x="387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5"/>
            <p:cNvSpPr/>
            <p:nvPr/>
          </p:nvSpPr>
          <p:spPr>
            <a:xfrm>
              <a:off x="8303106" y="2960320"/>
              <a:ext cx="53512" cy="50202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2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69" y="815"/>
                    <a:pt x="332" y="815"/>
                  </a:cubicBezTo>
                  <a:cubicBezTo>
                    <a:pt x="478" y="815"/>
                    <a:pt x="612" y="696"/>
                    <a:pt x="678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7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5"/>
            <p:cNvSpPr/>
            <p:nvPr/>
          </p:nvSpPr>
          <p:spPr>
            <a:xfrm>
              <a:off x="8397268" y="2966103"/>
              <a:ext cx="55578" cy="40728"/>
            </a:xfrm>
            <a:custGeom>
              <a:rect b="b" l="l" r="r" t="t"/>
              <a:pathLst>
                <a:path extrusionOk="0" h="662" w="834">
                  <a:moveTo>
                    <a:pt x="531" y="0"/>
                  </a:moveTo>
                  <a:cubicBezTo>
                    <a:pt x="494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8" y="18"/>
                    <a:pt x="315" y="26"/>
                  </a:cubicBezTo>
                  <a:cubicBezTo>
                    <a:pt x="305" y="24"/>
                    <a:pt x="290" y="20"/>
                    <a:pt x="277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0" y="661"/>
                    <a:pt x="310" y="661"/>
                  </a:cubicBezTo>
                  <a:cubicBezTo>
                    <a:pt x="335" y="661"/>
                    <a:pt x="359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5"/>
            <p:cNvSpPr/>
            <p:nvPr/>
          </p:nvSpPr>
          <p:spPr>
            <a:xfrm>
              <a:off x="8501427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1" name="Google Shape;1101;p25"/>
          <p:cNvGrpSpPr/>
          <p:nvPr/>
        </p:nvGrpSpPr>
        <p:grpSpPr>
          <a:xfrm>
            <a:off x="5990126" y="3480933"/>
            <a:ext cx="2861322" cy="53340"/>
            <a:chOff x="5690751" y="2960320"/>
            <a:chExt cx="2861322" cy="53340"/>
          </a:xfrm>
        </p:grpSpPr>
        <p:sp>
          <p:nvSpPr>
            <p:cNvPr id="1102" name="Google Shape;1102;p25"/>
            <p:cNvSpPr/>
            <p:nvPr/>
          </p:nvSpPr>
          <p:spPr>
            <a:xfrm>
              <a:off x="5690751" y="2961858"/>
              <a:ext cx="54911" cy="5180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5"/>
            <p:cNvSpPr/>
            <p:nvPr/>
          </p:nvSpPr>
          <p:spPr>
            <a:xfrm>
              <a:off x="5782781" y="2961735"/>
              <a:ext cx="51513" cy="49280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5"/>
            <p:cNvSpPr/>
            <p:nvPr/>
          </p:nvSpPr>
          <p:spPr>
            <a:xfrm>
              <a:off x="5889072" y="2960320"/>
              <a:ext cx="53512" cy="50202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5"/>
            <p:cNvSpPr/>
            <p:nvPr/>
          </p:nvSpPr>
          <p:spPr>
            <a:xfrm>
              <a:off x="5983234" y="2966103"/>
              <a:ext cx="55778" cy="40728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5"/>
            <p:cNvSpPr/>
            <p:nvPr/>
          </p:nvSpPr>
          <p:spPr>
            <a:xfrm>
              <a:off x="6087393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5"/>
            <p:cNvSpPr/>
            <p:nvPr/>
          </p:nvSpPr>
          <p:spPr>
            <a:xfrm>
              <a:off x="6187952" y="2963027"/>
              <a:ext cx="46981" cy="44727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9" y="709"/>
                    <a:pt x="271" y="727"/>
                    <a:pt x="333" y="727"/>
                  </a:cubicBezTo>
                  <a:cubicBezTo>
                    <a:pt x="382" y="727"/>
                    <a:pt x="431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4" y="20"/>
                    <a:pt x="348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9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5"/>
            <p:cNvSpPr/>
            <p:nvPr/>
          </p:nvSpPr>
          <p:spPr>
            <a:xfrm>
              <a:off x="6295443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8" y="101"/>
                    <a:pt x="128" y="199"/>
                  </a:cubicBezTo>
                  <a:cubicBezTo>
                    <a:pt x="30" y="318"/>
                    <a:pt x="1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5"/>
            <p:cNvSpPr/>
            <p:nvPr/>
          </p:nvSpPr>
          <p:spPr>
            <a:xfrm>
              <a:off x="6387472" y="2961735"/>
              <a:ext cx="51513" cy="49280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2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5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4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5"/>
            <p:cNvSpPr/>
            <p:nvPr/>
          </p:nvSpPr>
          <p:spPr>
            <a:xfrm>
              <a:off x="6493763" y="2960320"/>
              <a:ext cx="53712" cy="50202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70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5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9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5"/>
            <p:cNvSpPr/>
            <p:nvPr/>
          </p:nvSpPr>
          <p:spPr>
            <a:xfrm>
              <a:off x="6588059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0" y="374"/>
                    <a:pt x="68" y="487"/>
                  </a:cubicBezTo>
                  <a:cubicBezTo>
                    <a:pt x="76" y="506"/>
                    <a:pt x="86" y="522"/>
                    <a:pt x="99" y="539"/>
                  </a:cubicBezTo>
                  <a:cubicBezTo>
                    <a:pt x="120" y="572"/>
                    <a:pt x="149" y="603"/>
                    <a:pt x="191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9" y="658"/>
                    <a:pt x="382" y="651"/>
                  </a:cubicBezTo>
                  <a:cubicBezTo>
                    <a:pt x="399" y="651"/>
                    <a:pt x="416" y="649"/>
                    <a:pt x="432" y="647"/>
                  </a:cubicBezTo>
                  <a:cubicBezTo>
                    <a:pt x="562" y="628"/>
                    <a:pt x="678" y="533"/>
                    <a:pt x="741" y="435"/>
                  </a:cubicBezTo>
                  <a:cubicBezTo>
                    <a:pt x="812" y="324"/>
                    <a:pt x="835" y="178"/>
                    <a:pt x="730" y="78"/>
                  </a:cubicBezTo>
                  <a:cubicBezTo>
                    <a:pt x="673" y="23"/>
                    <a:pt x="603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5"/>
            <p:cNvSpPr/>
            <p:nvPr/>
          </p:nvSpPr>
          <p:spPr>
            <a:xfrm>
              <a:off x="6692084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8" y="1"/>
                  </a:moveTo>
                  <a:cubicBezTo>
                    <a:pt x="236" y="1"/>
                    <a:pt x="137" y="45"/>
                    <a:pt x="82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7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5"/>
            <p:cNvSpPr/>
            <p:nvPr/>
          </p:nvSpPr>
          <p:spPr>
            <a:xfrm>
              <a:off x="6792777" y="2963027"/>
              <a:ext cx="46915" cy="44727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2" y="1"/>
                    <a:pt x="155" y="10"/>
                    <a:pt x="130" y="32"/>
                  </a:cubicBezTo>
                  <a:cubicBezTo>
                    <a:pt x="41" y="112"/>
                    <a:pt x="16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60" y="126"/>
                    <a:pt x="597" y="45"/>
                    <a:pt x="505" y="18"/>
                  </a:cubicBezTo>
                  <a:cubicBezTo>
                    <a:pt x="489" y="12"/>
                    <a:pt x="472" y="10"/>
                    <a:pt x="455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6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5"/>
            <p:cNvSpPr/>
            <p:nvPr/>
          </p:nvSpPr>
          <p:spPr>
            <a:xfrm>
              <a:off x="6900201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2" y="0"/>
                  </a:moveTo>
                  <a:cubicBezTo>
                    <a:pt x="238" y="0"/>
                    <a:pt x="169" y="101"/>
                    <a:pt x="129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5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5" y="466"/>
                    <a:pt x="802" y="222"/>
                    <a:pt x="600" y="110"/>
                  </a:cubicBezTo>
                  <a:cubicBezTo>
                    <a:pt x="552" y="83"/>
                    <a:pt x="509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5"/>
            <p:cNvSpPr/>
            <p:nvPr/>
          </p:nvSpPr>
          <p:spPr>
            <a:xfrm>
              <a:off x="6992230" y="2961735"/>
              <a:ext cx="51446" cy="49280"/>
            </a:xfrm>
            <a:custGeom>
              <a:rect b="b" l="l" r="r" t="t"/>
              <a:pathLst>
                <a:path extrusionOk="0" h="801" w="772">
                  <a:moveTo>
                    <a:pt x="358" y="0"/>
                  </a:moveTo>
                  <a:cubicBezTo>
                    <a:pt x="142" y="0"/>
                    <a:pt x="1" y="348"/>
                    <a:pt x="99" y="549"/>
                  </a:cubicBezTo>
                  <a:cubicBezTo>
                    <a:pt x="123" y="688"/>
                    <a:pt x="210" y="800"/>
                    <a:pt x="373" y="800"/>
                  </a:cubicBezTo>
                  <a:cubicBezTo>
                    <a:pt x="381" y="800"/>
                    <a:pt x="390" y="800"/>
                    <a:pt x="399" y="800"/>
                  </a:cubicBezTo>
                  <a:cubicBezTo>
                    <a:pt x="595" y="785"/>
                    <a:pt x="684" y="637"/>
                    <a:pt x="718" y="481"/>
                  </a:cubicBezTo>
                  <a:cubicBezTo>
                    <a:pt x="720" y="472"/>
                    <a:pt x="724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3" y="30"/>
                  </a:cubicBezTo>
                  <a:cubicBezTo>
                    <a:pt x="489" y="28"/>
                    <a:pt x="472" y="26"/>
                    <a:pt x="457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5"/>
            <p:cNvSpPr/>
            <p:nvPr/>
          </p:nvSpPr>
          <p:spPr>
            <a:xfrm>
              <a:off x="7098521" y="2960320"/>
              <a:ext cx="53645" cy="50202"/>
            </a:xfrm>
            <a:custGeom>
              <a:rect b="b" l="l" r="r" t="t"/>
              <a:pathLst>
                <a:path extrusionOk="0" h="816" w="805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4" y="743"/>
                  </a:cubicBezTo>
                  <a:cubicBezTo>
                    <a:pt x="207" y="794"/>
                    <a:pt x="271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5" y="383"/>
                    <a:pt x="790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5"/>
            <p:cNvSpPr/>
            <p:nvPr/>
          </p:nvSpPr>
          <p:spPr>
            <a:xfrm>
              <a:off x="7192817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2" y="0"/>
                    <a:pt x="455" y="6"/>
                    <a:pt x="419" y="16"/>
                  </a:cubicBezTo>
                  <a:cubicBezTo>
                    <a:pt x="408" y="14"/>
                    <a:pt x="396" y="13"/>
                    <a:pt x="385" y="13"/>
                  </a:cubicBezTo>
                  <a:cubicBezTo>
                    <a:pt x="360" y="13"/>
                    <a:pt x="337" y="18"/>
                    <a:pt x="315" y="26"/>
                  </a:cubicBezTo>
                  <a:cubicBezTo>
                    <a:pt x="303" y="24"/>
                    <a:pt x="290" y="20"/>
                    <a:pt x="275" y="20"/>
                  </a:cubicBezTo>
                  <a:cubicBezTo>
                    <a:pt x="268" y="19"/>
                    <a:pt x="261" y="19"/>
                    <a:pt x="254" y="19"/>
                  </a:cubicBezTo>
                  <a:cubicBezTo>
                    <a:pt x="184" y="19"/>
                    <a:pt x="123" y="55"/>
                    <a:pt x="82" y="107"/>
                  </a:cubicBezTo>
                  <a:cubicBezTo>
                    <a:pt x="0" y="214"/>
                    <a:pt x="19" y="374"/>
                    <a:pt x="67" y="487"/>
                  </a:cubicBezTo>
                  <a:cubicBezTo>
                    <a:pt x="75" y="506"/>
                    <a:pt x="86" y="522"/>
                    <a:pt x="98" y="539"/>
                  </a:cubicBezTo>
                  <a:cubicBezTo>
                    <a:pt x="119" y="572"/>
                    <a:pt x="148" y="603"/>
                    <a:pt x="190" y="628"/>
                  </a:cubicBezTo>
                  <a:cubicBezTo>
                    <a:pt x="229" y="652"/>
                    <a:pt x="269" y="661"/>
                    <a:pt x="309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398" y="651"/>
                    <a:pt x="415" y="649"/>
                    <a:pt x="432" y="647"/>
                  </a:cubicBezTo>
                  <a:cubicBezTo>
                    <a:pt x="561" y="628"/>
                    <a:pt x="678" y="533"/>
                    <a:pt x="740" y="435"/>
                  </a:cubicBezTo>
                  <a:cubicBezTo>
                    <a:pt x="811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5"/>
            <p:cNvSpPr/>
            <p:nvPr/>
          </p:nvSpPr>
          <p:spPr>
            <a:xfrm>
              <a:off x="7296842" y="2964996"/>
              <a:ext cx="50780" cy="44788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6" y="1"/>
                    <a:pt x="138" y="45"/>
                    <a:pt x="82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4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8" y="726"/>
                  </a:cubicBezTo>
                  <a:cubicBezTo>
                    <a:pt x="624" y="707"/>
                    <a:pt x="761" y="474"/>
                    <a:pt x="717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0" y="60"/>
                    <a:pt x="457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5"/>
            <p:cNvSpPr/>
            <p:nvPr/>
          </p:nvSpPr>
          <p:spPr>
            <a:xfrm>
              <a:off x="7397535" y="2963027"/>
              <a:ext cx="46848" cy="44727"/>
            </a:xfrm>
            <a:custGeom>
              <a:rect b="b" l="l" r="r" t="t"/>
              <a:pathLst>
                <a:path extrusionOk="0" h="727" w="703">
                  <a:moveTo>
                    <a:pt x="206" y="1"/>
                  </a:moveTo>
                  <a:cubicBezTo>
                    <a:pt x="181" y="1"/>
                    <a:pt x="155" y="10"/>
                    <a:pt x="130" y="32"/>
                  </a:cubicBezTo>
                  <a:cubicBezTo>
                    <a:pt x="42" y="112"/>
                    <a:pt x="17" y="220"/>
                    <a:pt x="36" y="326"/>
                  </a:cubicBezTo>
                  <a:cubicBezTo>
                    <a:pt x="0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0" y="551"/>
                    <a:pt x="661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5" y="10"/>
                  </a:cubicBezTo>
                  <a:cubicBezTo>
                    <a:pt x="419" y="10"/>
                    <a:pt x="382" y="20"/>
                    <a:pt x="346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5" y="15"/>
                    <a:pt x="237" y="1"/>
                    <a:pt x="2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5"/>
            <p:cNvSpPr/>
            <p:nvPr/>
          </p:nvSpPr>
          <p:spPr>
            <a:xfrm>
              <a:off x="7504892" y="2961858"/>
              <a:ext cx="55045" cy="518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40" y="0"/>
                    <a:pt x="170" y="101"/>
                    <a:pt x="130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5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8" y="842"/>
                    <a:pt x="656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5" y="83"/>
                    <a:pt x="509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5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5"/>
            <p:cNvSpPr/>
            <p:nvPr/>
          </p:nvSpPr>
          <p:spPr>
            <a:xfrm>
              <a:off x="7597055" y="2961735"/>
              <a:ext cx="51379" cy="49280"/>
            </a:xfrm>
            <a:custGeom>
              <a:rect b="b" l="l" r="r" t="t"/>
              <a:pathLst>
                <a:path extrusionOk="0" h="801" w="771">
                  <a:moveTo>
                    <a:pt x="356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1" y="688"/>
                    <a:pt x="209" y="800"/>
                    <a:pt x="371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3" y="785"/>
                    <a:pt x="683" y="637"/>
                    <a:pt x="716" y="481"/>
                  </a:cubicBezTo>
                  <a:cubicBezTo>
                    <a:pt x="718" y="472"/>
                    <a:pt x="722" y="466"/>
                    <a:pt x="725" y="460"/>
                  </a:cubicBezTo>
                  <a:cubicBezTo>
                    <a:pt x="770" y="324"/>
                    <a:pt x="731" y="176"/>
                    <a:pt x="625" y="95"/>
                  </a:cubicBezTo>
                  <a:cubicBezTo>
                    <a:pt x="593" y="64"/>
                    <a:pt x="552" y="41"/>
                    <a:pt x="502" y="30"/>
                  </a:cubicBezTo>
                  <a:cubicBezTo>
                    <a:pt x="487" y="28"/>
                    <a:pt x="472" y="26"/>
                    <a:pt x="456" y="24"/>
                  </a:cubicBezTo>
                  <a:cubicBezTo>
                    <a:pt x="421" y="8"/>
                    <a:pt x="388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5"/>
            <p:cNvSpPr/>
            <p:nvPr/>
          </p:nvSpPr>
          <p:spPr>
            <a:xfrm>
              <a:off x="7703213" y="2960320"/>
              <a:ext cx="53712" cy="50202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9" y="643"/>
                    <a:pt x="144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91" y="108"/>
                    <a:pt x="534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6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5"/>
            <p:cNvSpPr/>
            <p:nvPr/>
          </p:nvSpPr>
          <p:spPr>
            <a:xfrm>
              <a:off x="7797508" y="2966103"/>
              <a:ext cx="55644" cy="40728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2" y="374"/>
                    <a:pt x="68" y="487"/>
                  </a:cubicBezTo>
                  <a:cubicBezTo>
                    <a:pt x="76" y="506"/>
                    <a:pt x="88" y="522"/>
                    <a:pt x="101" y="539"/>
                  </a:cubicBezTo>
                  <a:cubicBezTo>
                    <a:pt x="120" y="572"/>
                    <a:pt x="149" y="603"/>
                    <a:pt x="190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401" y="651"/>
                    <a:pt x="418" y="649"/>
                    <a:pt x="432" y="647"/>
                  </a:cubicBezTo>
                  <a:cubicBezTo>
                    <a:pt x="561" y="628"/>
                    <a:pt x="678" y="533"/>
                    <a:pt x="741" y="435"/>
                  </a:cubicBezTo>
                  <a:cubicBezTo>
                    <a:pt x="812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5"/>
            <p:cNvSpPr/>
            <p:nvPr/>
          </p:nvSpPr>
          <p:spPr>
            <a:xfrm>
              <a:off x="7901533" y="2964996"/>
              <a:ext cx="50780" cy="44788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7" y="1"/>
                    <a:pt x="138" y="45"/>
                    <a:pt x="82" y="146"/>
                  </a:cubicBezTo>
                  <a:cubicBezTo>
                    <a:pt x="9" y="278"/>
                    <a:pt x="1" y="432"/>
                    <a:pt x="63" y="567"/>
                  </a:cubicBezTo>
                  <a:cubicBezTo>
                    <a:pt x="114" y="681"/>
                    <a:pt x="237" y="727"/>
                    <a:pt x="361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2" y="474"/>
                    <a:pt x="718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1" y="60"/>
                    <a:pt x="458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5"/>
            <p:cNvSpPr/>
            <p:nvPr/>
          </p:nvSpPr>
          <p:spPr>
            <a:xfrm>
              <a:off x="8002226" y="2963027"/>
              <a:ext cx="46915" cy="44727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3" y="112"/>
                    <a:pt x="18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2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7" y="45"/>
                    <a:pt x="507" y="18"/>
                  </a:cubicBezTo>
                  <a:cubicBezTo>
                    <a:pt x="491" y="12"/>
                    <a:pt x="473" y="10"/>
                    <a:pt x="456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9" y="37"/>
                  </a:cubicBezTo>
                  <a:cubicBezTo>
                    <a:pt x="267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25"/>
            <p:cNvSpPr/>
            <p:nvPr/>
          </p:nvSpPr>
          <p:spPr>
            <a:xfrm>
              <a:off x="8104785" y="2961858"/>
              <a:ext cx="54911" cy="5180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6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5"/>
            <p:cNvSpPr/>
            <p:nvPr/>
          </p:nvSpPr>
          <p:spPr>
            <a:xfrm>
              <a:off x="8196815" y="2961735"/>
              <a:ext cx="51446" cy="49280"/>
            </a:xfrm>
            <a:custGeom>
              <a:rect b="b" l="l" r="r" t="t"/>
              <a:pathLst>
                <a:path extrusionOk="0" h="801" w="772">
                  <a:moveTo>
                    <a:pt x="356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2" y="688"/>
                    <a:pt x="208" y="800"/>
                    <a:pt x="371" y="800"/>
                  </a:cubicBezTo>
                  <a:cubicBezTo>
                    <a:pt x="379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4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5" y="24"/>
                  </a:cubicBezTo>
                  <a:cubicBezTo>
                    <a:pt x="421" y="8"/>
                    <a:pt x="387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5"/>
            <p:cNvSpPr/>
            <p:nvPr/>
          </p:nvSpPr>
          <p:spPr>
            <a:xfrm>
              <a:off x="8303106" y="2960320"/>
              <a:ext cx="53512" cy="50202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2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69" y="815"/>
                    <a:pt x="332" y="815"/>
                  </a:cubicBezTo>
                  <a:cubicBezTo>
                    <a:pt x="478" y="815"/>
                    <a:pt x="612" y="696"/>
                    <a:pt x="678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7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25"/>
            <p:cNvSpPr/>
            <p:nvPr/>
          </p:nvSpPr>
          <p:spPr>
            <a:xfrm>
              <a:off x="8397268" y="2966103"/>
              <a:ext cx="55578" cy="40728"/>
            </a:xfrm>
            <a:custGeom>
              <a:rect b="b" l="l" r="r" t="t"/>
              <a:pathLst>
                <a:path extrusionOk="0" h="662" w="834">
                  <a:moveTo>
                    <a:pt x="531" y="0"/>
                  </a:moveTo>
                  <a:cubicBezTo>
                    <a:pt x="494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8" y="18"/>
                    <a:pt x="315" y="26"/>
                  </a:cubicBezTo>
                  <a:cubicBezTo>
                    <a:pt x="305" y="24"/>
                    <a:pt x="290" y="20"/>
                    <a:pt x="277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0" y="661"/>
                    <a:pt x="310" y="661"/>
                  </a:cubicBezTo>
                  <a:cubicBezTo>
                    <a:pt x="335" y="661"/>
                    <a:pt x="359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25"/>
            <p:cNvSpPr/>
            <p:nvPr/>
          </p:nvSpPr>
          <p:spPr>
            <a:xfrm>
              <a:off x="8501427" y="2964996"/>
              <a:ext cx="50646" cy="44788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1" name="Google Shape;1131;p25"/>
          <p:cNvGrpSpPr/>
          <p:nvPr/>
        </p:nvGrpSpPr>
        <p:grpSpPr>
          <a:xfrm>
            <a:off x="740799" y="2460732"/>
            <a:ext cx="2471701" cy="853155"/>
            <a:chOff x="740799" y="2460732"/>
            <a:chExt cx="2471701" cy="853155"/>
          </a:xfrm>
        </p:grpSpPr>
        <p:sp>
          <p:nvSpPr>
            <p:cNvPr id="1132" name="Google Shape;1132;p25"/>
            <p:cNvSpPr txBox="1"/>
            <p:nvPr/>
          </p:nvSpPr>
          <p:spPr>
            <a:xfrm>
              <a:off x="740799" y="2950950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Buying roles</a:t>
              </a:r>
              <a:endParaRPr b="1" sz="15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33" name="Google Shape;1133;p25"/>
            <p:cNvSpPr txBox="1"/>
            <p:nvPr/>
          </p:nvSpPr>
          <p:spPr>
            <a:xfrm>
              <a:off x="1836100" y="2541687"/>
              <a:ext cx="1376400" cy="77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Pluto is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now considered a dwarf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134" name="Google Shape;1134;p25"/>
            <p:cNvGrpSpPr/>
            <p:nvPr/>
          </p:nvGrpSpPr>
          <p:grpSpPr>
            <a:xfrm rot="1955293">
              <a:off x="801818" y="2567717"/>
              <a:ext cx="475453" cy="267454"/>
              <a:chOff x="3530100" y="2221475"/>
              <a:chExt cx="363850" cy="204675"/>
            </a:xfrm>
          </p:grpSpPr>
          <p:grpSp>
            <p:nvGrpSpPr>
              <p:cNvPr id="1135" name="Google Shape;1135;p25"/>
              <p:cNvGrpSpPr/>
              <p:nvPr/>
            </p:nvGrpSpPr>
            <p:grpSpPr>
              <a:xfrm>
                <a:off x="3530100" y="2221475"/>
                <a:ext cx="363850" cy="204675"/>
                <a:chOff x="3530100" y="2221475"/>
                <a:chExt cx="363850" cy="204675"/>
              </a:xfrm>
            </p:grpSpPr>
            <p:sp>
              <p:nvSpPr>
                <p:cNvPr id="1136" name="Google Shape;1136;p25"/>
                <p:cNvSpPr/>
                <p:nvPr/>
              </p:nvSpPr>
              <p:spPr>
                <a:xfrm>
                  <a:off x="3543775" y="2232650"/>
                  <a:ext cx="338225" cy="191575"/>
                </a:xfrm>
                <a:custGeom>
                  <a:rect b="b" l="l" r="r" t="t"/>
                  <a:pathLst>
                    <a:path extrusionOk="0" h="7663" w="13529">
                      <a:moveTo>
                        <a:pt x="3709" y="1426"/>
                      </a:moveTo>
                      <a:cubicBezTo>
                        <a:pt x="4679" y="1426"/>
                        <a:pt x="5482" y="2150"/>
                        <a:pt x="5700" y="3117"/>
                      </a:cubicBezTo>
                      <a:cubicBezTo>
                        <a:pt x="5997" y="4372"/>
                        <a:pt x="5240" y="5311"/>
                        <a:pt x="4321" y="6039"/>
                      </a:cubicBezTo>
                      <a:cubicBezTo>
                        <a:pt x="4299" y="6040"/>
                        <a:pt x="4277" y="6040"/>
                        <a:pt x="4255" y="6040"/>
                      </a:cubicBezTo>
                      <a:cubicBezTo>
                        <a:pt x="3237" y="6040"/>
                        <a:pt x="2330" y="5386"/>
                        <a:pt x="1993" y="4420"/>
                      </a:cubicBezTo>
                      <a:cubicBezTo>
                        <a:pt x="1600" y="3271"/>
                        <a:pt x="1964" y="1747"/>
                        <a:pt x="3296" y="1470"/>
                      </a:cubicBezTo>
                      <a:cubicBezTo>
                        <a:pt x="3436" y="1440"/>
                        <a:pt x="3574" y="1426"/>
                        <a:pt x="3709" y="1426"/>
                      </a:cubicBezTo>
                      <a:close/>
                      <a:moveTo>
                        <a:pt x="3701" y="1"/>
                      </a:moveTo>
                      <a:cubicBezTo>
                        <a:pt x="3337" y="1"/>
                        <a:pt x="2965" y="63"/>
                        <a:pt x="2596" y="195"/>
                      </a:cubicBezTo>
                      <a:cubicBezTo>
                        <a:pt x="680" y="885"/>
                        <a:pt x="0" y="3156"/>
                        <a:pt x="690" y="4966"/>
                      </a:cubicBezTo>
                      <a:cubicBezTo>
                        <a:pt x="1025" y="5877"/>
                        <a:pt x="1686" y="6672"/>
                        <a:pt x="2577" y="7064"/>
                      </a:cubicBezTo>
                      <a:cubicBezTo>
                        <a:pt x="3009" y="7257"/>
                        <a:pt x="3466" y="7362"/>
                        <a:pt x="3934" y="7362"/>
                      </a:cubicBezTo>
                      <a:cubicBezTo>
                        <a:pt x="3954" y="7362"/>
                        <a:pt x="3975" y="7362"/>
                        <a:pt x="3995" y="7361"/>
                      </a:cubicBezTo>
                      <a:cubicBezTo>
                        <a:pt x="4206" y="7361"/>
                        <a:pt x="4426" y="7323"/>
                        <a:pt x="4627" y="7246"/>
                      </a:cubicBezTo>
                      <a:cubicBezTo>
                        <a:pt x="4682" y="7259"/>
                        <a:pt x="4737" y="7266"/>
                        <a:pt x="4792" y="7266"/>
                      </a:cubicBezTo>
                      <a:cubicBezTo>
                        <a:pt x="4902" y="7266"/>
                        <a:pt x="5011" y="7240"/>
                        <a:pt x="5106" y="7189"/>
                      </a:cubicBezTo>
                      <a:cubicBezTo>
                        <a:pt x="5787" y="6835"/>
                        <a:pt x="6333" y="6269"/>
                        <a:pt x="6687" y="5589"/>
                      </a:cubicBezTo>
                      <a:cubicBezTo>
                        <a:pt x="7013" y="5829"/>
                        <a:pt x="7415" y="5934"/>
                        <a:pt x="7789" y="6078"/>
                      </a:cubicBezTo>
                      <a:cubicBezTo>
                        <a:pt x="8297" y="6269"/>
                        <a:pt x="8804" y="6451"/>
                        <a:pt x="9312" y="6624"/>
                      </a:cubicBezTo>
                      <a:cubicBezTo>
                        <a:pt x="10328" y="6978"/>
                        <a:pt x="11343" y="7333"/>
                        <a:pt x="12368" y="7630"/>
                      </a:cubicBezTo>
                      <a:cubicBezTo>
                        <a:pt x="12446" y="7652"/>
                        <a:pt x="12520" y="7663"/>
                        <a:pt x="12590" y="7663"/>
                      </a:cubicBezTo>
                      <a:cubicBezTo>
                        <a:pt x="13310" y="7663"/>
                        <a:pt x="13528" y="6532"/>
                        <a:pt x="12742" y="6269"/>
                      </a:cubicBezTo>
                      <a:cubicBezTo>
                        <a:pt x="11765" y="5934"/>
                        <a:pt x="10778" y="5637"/>
                        <a:pt x="9791" y="5302"/>
                      </a:cubicBezTo>
                      <a:cubicBezTo>
                        <a:pt x="9322" y="5139"/>
                        <a:pt x="8852" y="4966"/>
                        <a:pt x="8383" y="4804"/>
                      </a:cubicBezTo>
                      <a:cubicBezTo>
                        <a:pt x="7971" y="4669"/>
                        <a:pt x="7540" y="4449"/>
                        <a:pt x="7099" y="4420"/>
                      </a:cubicBezTo>
                      <a:cubicBezTo>
                        <a:pt x="7243" y="3721"/>
                        <a:pt x="7195" y="3002"/>
                        <a:pt x="6955" y="2332"/>
                      </a:cubicBezTo>
                      <a:cubicBezTo>
                        <a:pt x="6436" y="951"/>
                        <a:pt x="5127" y="1"/>
                        <a:pt x="37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7" name="Google Shape;1137;p25"/>
                <p:cNvSpPr/>
                <p:nvPr/>
              </p:nvSpPr>
              <p:spPr>
                <a:xfrm>
                  <a:off x="3530100" y="2221475"/>
                  <a:ext cx="363850" cy="204675"/>
                </a:xfrm>
                <a:custGeom>
                  <a:rect b="b" l="l" r="r" t="t"/>
                  <a:pathLst>
                    <a:path extrusionOk="0" h="8187" w="14554">
                      <a:moveTo>
                        <a:pt x="4418" y="540"/>
                      </a:moveTo>
                      <a:cubicBezTo>
                        <a:pt x="4930" y="540"/>
                        <a:pt x="5444" y="659"/>
                        <a:pt x="5912" y="911"/>
                      </a:cubicBezTo>
                      <a:cubicBezTo>
                        <a:pt x="7742" y="1888"/>
                        <a:pt x="8135" y="4072"/>
                        <a:pt x="7454" y="5883"/>
                      </a:cubicBezTo>
                      <a:cubicBezTo>
                        <a:pt x="6735" y="6919"/>
                        <a:pt x="5738" y="7353"/>
                        <a:pt x="4744" y="7353"/>
                      </a:cubicBezTo>
                      <a:cubicBezTo>
                        <a:pt x="2366" y="7353"/>
                        <a:pt x="5" y="4866"/>
                        <a:pt x="1505" y="2204"/>
                      </a:cubicBezTo>
                      <a:cubicBezTo>
                        <a:pt x="2097" y="1153"/>
                        <a:pt x="3253" y="540"/>
                        <a:pt x="4418" y="540"/>
                      </a:cubicBezTo>
                      <a:close/>
                      <a:moveTo>
                        <a:pt x="8221" y="5298"/>
                      </a:moveTo>
                      <a:cubicBezTo>
                        <a:pt x="8240" y="5318"/>
                        <a:pt x="8269" y="5327"/>
                        <a:pt x="8307" y="5337"/>
                      </a:cubicBezTo>
                      <a:cubicBezTo>
                        <a:pt x="9083" y="5528"/>
                        <a:pt x="9869" y="5739"/>
                        <a:pt x="10645" y="5969"/>
                      </a:cubicBezTo>
                      <a:cubicBezTo>
                        <a:pt x="11114" y="6113"/>
                        <a:pt x="11584" y="6247"/>
                        <a:pt x="12043" y="6419"/>
                      </a:cubicBezTo>
                      <a:cubicBezTo>
                        <a:pt x="12398" y="6563"/>
                        <a:pt x="13902" y="7128"/>
                        <a:pt x="12522" y="7665"/>
                      </a:cubicBezTo>
                      <a:cubicBezTo>
                        <a:pt x="12488" y="7679"/>
                        <a:pt x="12448" y="7686"/>
                        <a:pt x="12404" y="7686"/>
                      </a:cubicBezTo>
                      <a:cubicBezTo>
                        <a:pt x="12098" y="7686"/>
                        <a:pt x="11604" y="7373"/>
                        <a:pt x="11344" y="7272"/>
                      </a:cubicBezTo>
                      <a:cubicBezTo>
                        <a:pt x="10865" y="7100"/>
                        <a:pt x="10386" y="6908"/>
                        <a:pt x="9907" y="6726"/>
                      </a:cubicBezTo>
                      <a:cubicBezTo>
                        <a:pt x="9265" y="6486"/>
                        <a:pt x="8623" y="6256"/>
                        <a:pt x="7981" y="6046"/>
                      </a:cubicBezTo>
                      <a:cubicBezTo>
                        <a:pt x="8077" y="5806"/>
                        <a:pt x="8154" y="5557"/>
                        <a:pt x="8221" y="5298"/>
                      </a:cubicBezTo>
                      <a:close/>
                      <a:moveTo>
                        <a:pt x="4436" y="1"/>
                      </a:moveTo>
                      <a:cubicBezTo>
                        <a:pt x="3017" y="1"/>
                        <a:pt x="1614" y="774"/>
                        <a:pt x="949" y="2089"/>
                      </a:cubicBezTo>
                      <a:cubicBezTo>
                        <a:pt x="1" y="4005"/>
                        <a:pt x="700" y="6324"/>
                        <a:pt x="2559" y="7397"/>
                      </a:cubicBezTo>
                      <a:cubicBezTo>
                        <a:pt x="3160" y="7745"/>
                        <a:pt x="3892" y="7928"/>
                        <a:pt x="4618" y="7928"/>
                      </a:cubicBezTo>
                      <a:cubicBezTo>
                        <a:pt x="5849" y="7928"/>
                        <a:pt x="7061" y="7401"/>
                        <a:pt x="7579" y="6256"/>
                      </a:cubicBezTo>
                      <a:cubicBezTo>
                        <a:pt x="7623" y="6286"/>
                        <a:pt x="7678" y="6298"/>
                        <a:pt x="7731" y="6298"/>
                      </a:cubicBezTo>
                      <a:cubicBezTo>
                        <a:pt x="7748" y="6298"/>
                        <a:pt x="7764" y="6297"/>
                        <a:pt x="7780" y="6295"/>
                      </a:cubicBezTo>
                      <a:cubicBezTo>
                        <a:pt x="9093" y="6927"/>
                        <a:pt x="10434" y="7483"/>
                        <a:pt x="11813" y="7971"/>
                      </a:cubicBezTo>
                      <a:cubicBezTo>
                        <a:pt x="12087" y="8061"/>
                        <a:pt x="12532" y="8186"/>
                        <a:pt x="12941" y="8186"/>
                      </a:cubicBezTo>
                      <a:cubicBezTo>
                        <a:pt x="13320" y="8186"/>
                        <a:pt x="13668" y="8078"/>
                        <a:pt x="13816" y="7732"/>
                      </a:cubicBezTo>
                      <a:cubicBezTo>
                        <a:pt x="14553" y="5969"/>
                        <a:pt x="9265" y="5011"/>
                        <a:pt x="8403" y="4800"/>
                      </a:cubicBezTo>
                      <a:cubicBezTo>
                        <a:pt x="8384" y="4795"/>
                        <a:pt x="8367" y="4793"/>
                        <a:pt x="8350" y="4793"/>
                      </a:cubicBezTo>
                      <a:cubicBezTo>
                        <a:pt x="8333" y="4793"/>
                        <a:pt x="8317" y="4795"/>
                        <a:pt x="8297" y="4800"/>
                      </a:cubicBezTo>
                      <a:cubicBezTo>
                        <a:pt x="8518" y="3066"/>
                        <a:pt x="7818" y="1275"/>
                        <a:pt x="6151" y="412"/>
                      </a:cubicBezTo>
                      <a:cubicBezTo>
                        <a:pt x="5611" y="132"/>
                        <a:pt x="5022" y="1"/>
                        <a:pt x="4436" y="1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38" name="Google Shape;1138;p25"/>
              <p:cNvSpPr/>
              <p:nvPr/>
            </p:nvSpPr>
            <p:spPr>
              <a:xfrm>
                <a:off x="3563175" y="2255675"/>
                <a:ext cx="143725" cy="132475"/>
              </a:xfrm>
              <a:custGeom>
                <a:rect b="b" l="l" r="r" t="t"/>
                <a:pathLst>
                  <a:path extrusionOk="0" h="5299" w="5749">
                    <a:moveTo>
                      <a:pt x="2859" y="434"/>
                    </a:moveTo>
                    <a:cubicBezTo>
                      <a:pt x="3196" y="434"/>
                      <a:pt x="3540" y="514"/>
                      <a:pt x="3861" y="683"/>
                    </a:cubicBezTo>
                    <a:cubicBezTo>
                      <a:pt x="4972" y="1258"/>
                      <a:pt x="5250" y="2704"/>
                      <a:pt x="4819" y="3806"/>
                    </a:cubicBezTo>
                    <a:cubicBezTo>
                      <a:pt x="4771" y="3930"/>
                      <a:pt x="4828" y="4074"/>
                      <a:pt x="4943" y="4132"/>
                    </a:cubicBezTo>
                    <a:cubicBezTo>
                      <a:pt x="4484" y="4588"/>
                      <a:pt x="3897" y="4789"/>
                      <a:pt x="3311" y="4789"/>
                    </a:cubicBezTo>
                    <a:cubicBezTo>
                      <a:pt x="1816" y="4789"/>
                      <a:pt x="322" y="3482"/>
                      <a:pt x="948" y="1756"/>
                    </a:cubicBezTo>
                    <a:cubicBezTo>
                      <a:pt x="1248" y="918"/>
                      <a:pt x="2032" y="434"/>
                      <a:pt x="2859" y="434"/>
                    </a:cubicBezTo>
                    <a:close/>
                    <a:moveTo>
                      <a:pt x="2868" y="0"/>
                    </a:moveTo>
                    <a:cubicBezTo>
                      <a:pt x="1906" y="0"/>
                      <a:pt x="974" y="522"/>
                      <a:pt x="575" y="1468"/>
                    </a:cubicBezTo>
                    <a:cubicBezTo>
                      <a:pt x="0" y="2867"/>
                      <a:pt x="757" y="4429"/>
                      <a:pt x="2098" y="5042"/>
                    </a:cubicBezTo>
                    <a:cubicBezTo>
                      <a:pt x="2456" y="5210"/>
                      <a:pt x="2871" y="5298"/>
                      <a:pt x="3284" y="5298"/>
                    </a:cubicBezTo>
                    <a:cubicBezTo>
                      <a:pt x="4188" y="5298"/>
                      <a:pt x="5083" y="4877"/>
                      <a:pt x="5346" y="3950"/>
                    </a:cubicBezTo>
                    <a:cubicBezTo>
                      <a:pt x="5365" y="3921"/>
                      <a:pt x="5346" y="3883"/>
                      <a:pt x="5317" y="3863"/>
                    </a:cubicBezTo>
                    <a:cubicBezTo>
                      <a:pt x="5748" y="2532"/>
                      <a:pt x="5375" y="951"/>
                      <a:pt x="4052" y="280"/>
                    </a:cubicBezTo>
                    <a:cubicBezTo>
                      <a:pt x="3677" y="91"/>
                      <a:pt x="3270" y="0"/>
                      <a:pt x="2868" y="0"/>
                    </a:cubicBezTo>
                    <a:close/>
                  </a:path>
                </a:pathLst>
              </a:custGeom>
              <a:solidFill>
                <a:srgbClr val="1E1E1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39" name="Google Shape;1139;p25"/>
          <p:cNvGrpSpPr/>
          <p:nvPr/>
        </p:nvGrpSpPr>
        <p:grpSpPr>
          <a:xfrm>
            <a:off x="5931475" y="3709107"/>
            <a:ext cx="2471724" cy="806630"/>
            <a:chOff x="5931475" y="3709107"/>
            <a:chExt cx="2471724" cy="806630"/>
          </a:xfrm>
        </p:grpSpPr>
        <p:sp>
          <p:nvSpPr>
            <p:cNvPr id="1140" name="Google Shape;1140;p25"/>
            <p:cNvSpPr txBox="1"/>
            <p:nvPr/>
          </p:nvSpPr>
          <p:spPr>
            <a:xfrm>
              <a:off x="7196899" y="4157125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Solutions</a:t>
              </a:r>
              <a:endParaRPr b="1" sz="15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41" name="Google Shape;1141;p25"/>
            <p:cNvSpPr txBox="1"/>
            <p:nvPr/>
          </p:nvSpPr>
          <p:spPr>
            <a:xfrm>
              <a:off x="5931475" y="3743537"/>
              <a:ext cx="1376400" cy="77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the third planet from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2" name="Google Shape;1142;p25"/>
            <p:cNvSpPr/>
            <p:nvPr/>
          </p:nvSpPr>
          <p:spPr>
            <a:xfrm rot="-987054">
              <a:off x="8226656" y="3777860"/>
              <a:ext cx="43032" cy="14362"/>
            </a:xfrm>
            <a:custGeom>
              <a:rect b="b" l="l" r="r" t="t"/>
              <a:pathLst>
                <a:path extrusionOk="0" h="613" w="1633">
                  <a:moveTo>
                    <a:pt x="1412" y="0"/>
                  </a:moveTo>
                  <a:cubicBezTo>
                    <a:pt x="1380" y="0"/>
                    <a:pt x="1348" y="10"/>
                    <a:pt x="1318" y="34"/>
                  </a:cubicBezTo>
                  <a:cubicBezTo>
                    <a:pt x="1053" y="253"/>
                    <a:pt x="718" y="369"/>
                    <a:pt x="381" y="369"/>
                  </a:cubicBezTo>
                  <a:cubicBezTo>
                    <a:pt x="303" y="369"/>
                    <a:pt x="226" y="363"/>
                    <a:pt x="149" y="351"/>
                  </a:cubicBezTo>
                  <a:cubicBezTo>
                    <a:pt x="143" y="350"/>
                    <a:pt x="138" y="349"/>
                    <a:pt x="133" y="349"/>
                  </a:cubicBezTo>
                  <a:cubicBezTo>
                    <a:pt x="22" y="349"/>
                    <a:pt x="1" y="543"/>
                    <a:pt x="120" y="571"/>
                  </a:cubicBezTo>
                  <a:cubicBezTo>
                    <a:pt x="240" y="599"/>
                    <a:pt x="361" y="613"/>
                    <a:pt x="483" y="613"/>
                  </a:cubicBezTo>
                  <a:cubicBezTo>
                    <a:pt x="858" y="613"/>
                    <a:pt x="1229" y="482"/>
                    <a:pt x="1519" y="236"/>
                  </a:cubicBezTo>
                  <a:cubicBezTo>
                    <a:pt x="1632" y="145"/>
                    <a:pt x="1530" y="0"/>
                    <a:pt x="1412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5"/>
            <p:cNvSpPr/>
            <p:nvPr/>
          </p:nvSpPr>
          <p:spPr>
            <a:xfrm rot="-987054">
              <a:off x="8236128" y="3845055"/>
              <a:ext cx="40028" cy="9700"/>
            </a:xfrm>
            <a:custGeom>
              <a:rect b="b" l="l" r="r" t="t"/>
              <a:pathLst>
                <a:path extrusionOk="0" h="414" w="1519">
                  <a:moveTo>
                    <a:pt x="144" y="0"/>
                  </a:moveTo>
                  <a:cubicBezTo>
                    <a:pt x="29" y="0"/>
                    <a:pt x="1" y="173"/>
                    <a:pt x="116" y="201"/>
                  </a:cubicBezTo>
                  <a:cubicBezTo>
                    <a:pt x="518" y="297"/>
                    <a:pt x="920" y="355"/>
                    <a:pt x="1323" y="412"/>
                  </a:cubicBezTo>
                  <a:cubicBezTo>
                    <a:pt x="1328" y="413"/>
                    <a:pt x="1334" y="413"/>
                    <a:pt x="1339" y="413"/>
                  </a:cubicBezTo>
                  <a:cubicBezTo>
                    <a:pt x="1488" y="413"/>
                    <a:pt x="1518" y="162"/>
                    <a:pt x="1361" y="134"/>
                  </a:cubicBezTo>
                  <a:cubicBezTo>
                    <a:pt x="959" y="77"/>
                    <a:pt x="556" y="19"/>
                    <a:pt x="144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5"/>
            <p:cNvSpPr/>
            <p:nvPr/>
          </p:nvSpPr>
          <p:spPr>
            <a:xfrm rot="-987054">
              <a:off x="8187537" y="3731816"/>
              <a:ext cx="29909" cy="21297"/>
            </a:xfrm>
            <a:custGeom>
              <a:rect b="b" l="l" r="r" t="t"/>
              <a:pathLst>
                <a:path extrusionOk="0" h="909" w="1135">
                  <a:moveTo>
                    <a:pt x="916" y="0"/>
                  </a:moveTo>
                  <a:cubicBezTo>
                    <a:pt x="886" y="0"/>
                    <a:pt x="855" y="10"/>
                    <a:pt x="827" y="35"/>
                  </a:cubicBezTo>
                  <a:cubicBezTo>
                    <a:pt x="578" y="264"/>
                    <a:pt x="329" y="494"/>
                    <a:pt x="70" y="734"/>
                  </a:cubicBezTo>
                  <a:cubicBezTo>
                    <a:pt x="0" y="796"/>
                    <a:pt x="62" y="908"/>
                    <a:pt x="134" y="908"/>
                  </a:cubicBezTo>
                  <a:cubicBezTo>
                    <a:pt x="151" y="908"/>
                    <a:pt x="169" y="902"/>
                    <a:pt x="185" y="887"/>
                  </a:cubicBezTo>
                  <a:cubicBezTo>
                    <a:pt x="472" y="676"/>
                    <a:pt x="750" y="456"/>
                    <a:pt x="1028" y="236"/>
                  </a:cubicBezTo>
                  <a:cubicBezTo>
                    <a:pt x="1134" y="145"/>
                    <a:pt x="1031" y="0"/>
                    <a:pt x="916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5"/>
            <p:cNvSpPr/>
            <p:nvPr/>
          </p:nvSpPr>
          <p:spPr>
            <a:xfrm rot="-987054">
              <a:off x="8212713" y="3923342"/>
              <a:ext cx="24111" cy="11340"/>
            </a:xfrm>
            <a:custGeom>
              <a:rect b="b" l="l" r="r" t="t"/>
              <a:pathLst>
                <a:path extrusionOk="0" h="484" w="915">
                  <a:moveTo>
                    <a:pt x="119" y="0"/>
                  </a:moveTo>
                  <a:cubicBezTo>
                    <a:pt x="37" y="0"/>
                    <a:pt x="0" y="111"/>
                    <a:pt x="71" y="156"/>
                  </a:cubicBezTo>
                  <a:cubicBezTo>
                    <a:pt x="273" y="271"/>
                    <a:pt x="483" y="376"/>
                    <a:pt x="685" y="472"/>
                  </a:cubicBezTo>
                  <a:cubicBezTo>
                    <a:pt x="704" y="480"/>
                    <a:pt x="722" y="484"/>
                    <a:pt x="739" y="484"/>
                  </a:cubicBezTo>
                  <a:cubicBezTo>
                    <a:pt x="858" y="484"/>
                    <a:pt x="915" y="300"/>
                    <a:pt x="780" y="242"/>
                  </a:cubicBezTo>
                  <a:cubicBezTo>
                    <a:pt x="570" y="156"/>
                    <a:pt x="359" y="69"/>
                    <a:pt x="139" y="2"/>
                  </a:cubicBezTo>
                  <a:cubicBezTo>
                    <a:pt x="132" y="1"/>
                    <a:pt x="125" y="0"/>
                    <a:pt x="119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5"/>
            <p:cNvSpPr/>
            <p:nvPr/>
          </p:nvSpPr>
          <p:spPr>
            <a:xfrm rot="-987054">
              <a:off x="7992753" y="3769305"/>
              <a:ext cx="245409" cy="371071"/>
            </a:xfrm>
            <a:custGeom>
              <a:rect b="b" l="l" r="r" t="t"/>
              <a:pathLst>
                <a:path extrusionOk="0" h="15838" w="9313">
                  <a:moveTo>
                    <a:pt x="4924" y="432"/>
                  </a:moveTo>
                  <a:cubicBezTo>
                    <a:pt x="5992" y="432"/>
                    <a:pt x="7083" y="811"/>
                    <a:pt x="7837" y="1592"/>
                  </a:cubicBezTo>
                  <a:cubicBezTo>
                    <a:pt x="8756" y="2550"/>
                    <a:pt x="8910" y="4111"/>
                    <a:pt x="8699" y="5376"/>
                  </a:cubicBezTo>
                  <a:cubicBezTo>
                    <a:pt x="8498" y="6573"/>
                    <a:pt x="7281" y="7100"/>
                    <a:pt x="6764" y="8173"/>
                  </a:cubicBezTo>
                  <a:cubicBezTo>
                    <a:pt x="6409" y="8901"/>
                    <a:pt x="6285" y="9725"/>
                    <a:pt x="6428" y="10530"/>
                  </a:cubicBezTo>
                  <a:cubicBezTo>
                    <a:pt x="6093" y="10741"/>
                    <a:pt x="5729" y="10894"/>
                    <a:pt x="5355" y="11009"/>
                  </a:cubicBezTo>
                  <a:lnTo>
                    <a:pt x="5078" y="11028"/>
                  </a:lnTo>
                  <a:lnTo>
                    <a:pt x="5078" y="11066"/>
                  </a:lnTo>
                  <a:cubicBezTo>
                    <a:pt x="4769" y="11138"/>
                    <a:pt x="4450" y="11172"/>
                    <a:pt x="4131" y="11172"/>
                  </a:cubicBezTo>
                  <a:cubicBezTo>
                    <a:pt x="3934" y="11172"/>
                    <a:pt x="3738" y="11159"/>
                    <a:pt x="3545" y="11134"/>
                  </a:cubicBezTo>
                  <a:lnTo>
                    <a:pt x="3286" y="11086"/>
                  </a:lnTo>
                  <a:cubicBezTo>
                    <a:pt x="2970" y="11028"/>
                    <a:pt x="2663" y="10942"/>
                    <a:pt x="2357" y="10827"/>
                  </a:cubicBezTo>
                  <a:cubicBezTo>
                    <a:pt x="2491" y="9955"/>
                    <a:pt x="2587" y="9064"/>
                    <a:pt x="2251" y="8221"/>
                  </a:cubicBezTo>
                  <a:cubicBezTo>
                    <a:pt x="1878" y="7292"/>
                    <a:pt x="1083" y="6583"/>
                    <a:pt x="786" y="5615"/>
                  </a:cubicBezTo>
                  <a:cubicBezTo>
                    <a:pt x="0" y="3029"/>
                    <a:pt x="2060" y="605"/>
                    <a:pt x="4627" y="442"/>
                  </a:cubicBezTo>
                  <a:cubicBezTo>
                    <a:pt x="4726" y="435"/>
                    <a:pt x="4825" y="432"/>
                    <a:pt x="4924" y="432"/>
                  </a:cubicBezTo>
                  <a:close/>
                  <a:moveTo>
                    <a:pt x="2041" y="10798"/>
                  </a:moveTo>
                  <a:cubicBezTo>
                    <a:pt x="2041" y="10875"/>
                    <a:pt x="2031" y="10942"/>
                    <a:pt x="2021" y="11009"/>
                  </a:cubicBezTo>
                  <a:cubicBezTo>
                    <a:pt x="2015" y="11105"/>
                    <a:pt x="2101" y="11162"/>
                    <a:pt x="2182" y="11162"/>
                  </a:cubicBezTo>
                  <a:cubicBezTo>
                    <a:pt x="2214" y="11162"/>
                    <a:pt x="2246" y="11153"/>
                    <a:pt x="2271" y="11134"/>
                  </a:cubicBezTo>
                  <a:cubicBezTo>
                    <a:pt x="2884" y="11453"/>
                    <a:pt x="3546" y="11605"/>
                    <a:pt x="4208" y="11605"/>
                  </a:cubicBezTo>
                  <a:cubicBezTo>
                    <a:pt x="5054" y="11605"/>
                    <a:pt x="5901" y="11356"/>
                    <a:pt x="6649" y="10894"/>
                  </a:cubicBezTo>
                  <a:lnTo>
                    <a:pt x="6649" y="10894"/>
                  </a:lnTo>
                  <a:cubicBezTo>
                    <a:pt x="7386" y="11517"/>
                    <a:pt x="6486" y="12283"/>
                    <a:pt x="5873" y="12446"/>
                  </a:cubicBezTo>
                  <a:cubicBezTo>
                    <a:pt x="5346" y="12571"/>
                    <a:pt x="4800" y="12628"/>
                    <a:pt x="4254" y="12638"/>
                  </a:cubicBezTo>
                  <a:cubicBezTo>
                    <a:pt x="4101" y="12651"/>
                    <a:pt x="3948" y="12658"/>
                    <a:pt x="3796" y="12658"/>
                  </a:cubicBezTo>
                  <a:cubicBezTo>
                    <a:pt x="3518" y="12658"/>
                    <a:pt x="3242" y="12636"/>
                    <a:pt x="2970" y="12599"/>
                  </a:cubicBezTo>
                  <a:cubicBezTo>
                    <a:pt x="2194" y="12456"/>
                    <a:pt x="1140" y="11478"/>
                    <a:pt x="2041" y="10798"/>
                  </a:cubicBezTo>
                  <a:close/>
                  <a:moveTo>
                    <a:pt x="6745" y="12475"/>
                  </a:moveTo>
                  <a:lnTo>
                    <a:pt x="6745" y="12475"/>
                  </a:lnTo>
                  <a:cubicBezTo>
                    <a:pt x="7204" y="13921"/>
                    <a:pt x="5461" y="14276"/>
                    <a:pt x="4369" y="14305"/>
                  </a:cubicBezTo>
                  <a:lnTo>
                    <a:pt x="4359" y="14305"/>
                  </a:lnTo>
                  <a:cubicBezTo>
                    <a:pt x="4251" y="14311"/>
                    <a:pt x="4143" y="14314"/>
                    <a:pt x="4035" y="14314"/>
                  </a:cubicBezTo>
                  <a:cubicBezTo>
                    <a:pt x="3624" y="14314"/>
                    <a:pt x="3211" y="14269"/>
                    <a:pt x="2817" y="14170"/>
                  </a:cubicBezTo>
                  <a:cubicBezTo>
                    <a:pt x="2136" y="13979"/>
                    <a:pt x="1265" y="13299"/>
                    <a:pt x="1830" y="12504"/>
                  </a:cubicBezTo>
                  <a:lnTo>
                    <a:pt x="1830" y="12504"/>
                  </a:lnTo>
                  <a:cubicBezTo>
                    <a:pt x="2328" y="12935"/>
                    <a:pt x="3104" y="13030"/>
                    <a:pt x="3756" y="13030"/>
                  </a:cubicBezTo>
                  <a:cubicBezTo>
                    <a:pt x="3833" y="13030"/>
                    <a:pt x="3914" y="13031"/>
                    <a:pt x="3998" y="13031"/>
                  </a:cubicBezTo>
                  <a:cubicBezTo>
                    <a:pt x="4857" y="13031"/>
                    <a:pt x="6047" y="13007"/>
                    <a:pt x="6745" y="12475"/>
                  </a:cubicBezTo>
                  <a:close/>
                  <a:moveTo>
                    <a:pt x="6237" y="14257"/>
                  </a:moveTo>
                  <a:cubicBezTo>
                    <a:pt x="5728" y="15019"/>
                    <a:pt x="4928" y="15450"/>
                    <a:pt x="4148" y="15450"/>
                  </a:cubicBezTo>
                  <a:cubicBezTo>
                    <a:pt x="3458" y="15450"/>
                    <a:pt x="2783" y="15113"/>
                    <a:pt x="2338" y="14372"/>
                  </a:cubicBezTo>
                  <a:lnTo>
                    <a:pt x="2338" y="14372"/>
                  </a:lnTo>
                  <a:cubicBezTo>
                    <a:pt x="2807" y="14573"/>
                    <a:pt x="3363" y="14640"/>
                    <a:pt x="3842" y="14659"/>
                  </a:cubicBezTo>
                  <a:cubicBezTo>
                    <a:pt x="3914" y="14662"/>
                    <a:pt x="3985" y="14663"/>
                    <a:pt x="4057" y="14663"/>
                  </a:cubicBezTo>
                  <a:cubicBezTo>
                    <a:pt x="4799" y="14663"/>
                    <a:pt x="5538" y="14527"/>
                    <a:pt x="6237" y="14257"/>
                  </a:cubicBezTo>
                  <a:close/>
                  <a:moveTo>
                    <a:pt x="4950" y="1"/>
                  </a:moveTo>
                  <a:cubicBezTo>
                    <a:pt x="4846" y="1"/>
                    <a:pt x="4742" y="4"/>
                    <a:pt x="4637" y="11"/>
                  </a:cubicBezTo>
                  <a:cubicBezTo>
                    <a:pt x="2501" y="135"/>
                    <a:pt x="613" y="1620"/>
                    <a:pt x="259" y="3776"/>
                  </a:cubicBezTo>
                  <a:cubicBezTo>
                    <a:pt x="86" y="4811"/>
                    <a:pt x="307" y="5864"/>
                    <a:pt x="862" y="6746"/>
                  </a:cubicBezTo>
                  <a:cubicBezTo>
                    <a:pt x="1226" y="7359"/>
                    <a:pt x="1705" y="7905"/>
                    <a:pt x="1935" y="8585"/>
                  </a:cubicBezTo>
                  <a:cubicBezTo>
                    <a:pt x="2146" y="9217"/>
                    <a:pt x="2136" y="9879"/>
                    <a:pt x="2079" y="10530"/>
                  </a:cubicBezTo>
                  <a:cubicBezTo>
                    <a:pt x="1447" y="10712"/>
                    <a:pt x="1198" y="11392"/>
                    <a:pt x="1456" y="11986"/>
                  </a:cubicBezTo>
                  <a:cubicBezTo>
                    <a:pt x="1504" y="12111"/>
                    <a:pt x="1581" y="12216"/>
                    <a:pt x="1657" y="12321"/>
                  </a:cubicBezTo>
                  <a:cubicBezTo>
                    <a:pt x="1303" y="12714"/>
                    <a:pt x="1255" y="13289"/>
                    <a:pt x="1552" y="13730"/>
                  </a:cubicBezTo>
                  <a:cubicBezTo>
                    <a:pt x="1686" y="13941"/>
                    <a:pt x="1859" y="14113"/>
                    <a:pt x="2069" y="14228"/>
                  </a:cubicBezTo>
                  <a:cubicBezTo>
                    <a:pt x="2290" y="15196"/>
                    <a:pt x="3229" y="15837"/>
                    <a:pt x="4206" y="15837"/>
                  </a:cubicBezTo>
                  <a:cubicBezTo>
                    <a:pt x="4213" y="15838"/>
                    <a:pt x="4219" y="15838"/>
                    <a:pt x="4226" y="15838"/>
                  </a:cubicBezTo>
                  <a:cubicBezTo>
                    <a:pt x="5338" y="15838"/>
                    <a:pt x="6278" y="15065"/>
                    <a:pt x="6735" y="14094"/>
                  </a:cubicBezTo>
                  <a:cubicBezTo>
                    <a:pt x="6745" y="14056"/>
                    <a:pt x="6754" y="14008"/>
                    <a:pt x="6745" y="13969"/>
                  </a:cubicBezTo>
                  <a:cubicBezTo>
                    <a:pt x="7281" y="13586"/>
                    <a:pt x="7521" y="13021"/>
                    <a:pt x="7032" y="12216"/>
                  </a:cubicBezTo>
                  <a:cubicBezTo>
                    <a:pt x="7415" y="11728"/>
                    <a:pt x="7415" y="11009"/>
                    <a:pt x="6907" y="10616"/>
                  </a:cubicBezTo>
                  <a:cubicBezTo>
                    <a:pt x="6888" y="10597"/>
                    <a:pt x="6860" y="10587"/>
                    <a:pt x="6831" y="10578"/>
                  </a:cubicBezTo>
                  <a:cubicBezTo>
                    <a:pt x="6831" y="10568"/>
                    <a:pt x="6831" y="10559"/>
                    <a:pt x="6831" y="10549"/>
                  </a:cubicBezTo>
                  <a:cubicBezTo>
                    <a:pt x="6764" y="9744"/>
                    <a:pt x="6831" y="8959"/>
                    <a:pt x="7195" y="8259"/>
                  </a:cubicBezTo>
                  <a:cubicBezTo>
                    <a:pt x="7568" y="7560"/>
                    <a:pt x="8201" y="7206"/>
                    <a:pt x="8670" y="6602"/>
                  </a:cubicBezTo>
                  <a:cubicBezTo>
                    <a:pt x="9312" y="5778"/>
                    <a:pt x="9264" y="4542"/>
                    <a:pt x="9149" y="3556"/>
                  </a:cubicBezTo>
                  <a:cubicBezTo>
                    <a:pt x="8884" y="1374"/>
                    <a:pt x="7054" y="1"/>
                    <a:pt x="4950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5"/>
            <p:cNvSpPr/>
            <p:nvPr/>
          </p:nvSpPr>
          <p:spPr>
            <a:xfrm rot="-987054">
              <a:off x="7978381" y="3783039"/>
              <a:ext cx="235053" cy="249614"/>
            </a:xfrm>
            <a:custGeom>
              <a:rect b="b" l="l" r="r" t="t"/>
              <a:pathLst>
                <a:path extrusionOk="0" h="10654" w="8920">
                  <a:moveTo>
                    <a:pt x="4926" y="0"/>
                  </a:moveTo>
                  <a:cubicBezTo>
                    <a:pt x="4827" y="0"/>
                    <a:pt x="4727" y="3"/>
                    <a:pt x="4628" y="10"/>
                  </a:cubicBezTo>
                  <a:cubicBezTo>
                    <a:pt x="2060" y="173"/>
                    <a:pt x="0" y="2597"/>
                    <a:pt x="786" y="5174"/>
                  </a:cubicBezTo>
                  <a:cubicBezTo>
                    <a:pt x="1083" y="6151"/>
                    <a:pt x="1869" y="6850"/>
                    <a:pt x="2242" y="7789"/>
                  </a:cubicBezTo>
                  <a:cubicBezTo>
                    <a:pt x="2597" y="8632"/>
                    <a:pt x="2491" y="9514"/>
                    <a:pt x="2357" y="10395"/>
                  </a:cubicBezTo>
                  <a:cubicBezTo>
                    <a:pt x="2654" y="10510"/>
                    <a:pt x="2970" y="10596"/>
                    <a:pt x="3287" y="10654"/>
                  </a:cubicBezTo>
                  <a:cubicBezTo>
                    <a:pt x="3210" y="8718"/>
                    <a:pt x="2894" y="6783"/>
                    <a:pt x="2348" y="4915"/>
                  </a:cubicBezTo>
                  <a:cubicBezTo>
                    <a:pt x="2233" y="4992"/>
                    <a:pt x="2099" y="5068"/>
                    <a:pt x="1993" y="5145"/>
                  </a:cubicBezTo>
                  <a:cubicBezTo>
                    <a:pt x="1974" y="5156"/>
                    <a:pt x="1955" y="5161"/>
                    <a:pt x="1937" y="5161"/>
                  </a:cubicBezTo>
                  <a:cubicBezTo>
                    <a:pt x="1843" y="5161"/>
                    <a:pt x="1769" y="5035"/>
                    <a:pt x="1849" y="4963"/>
                  </a:cubicBezTo>
                  <a:cubicBezTo>
                    <a:pt x="1984" y="4848"/>
                    <a:pt x="2118" y="4752"/>
                    <a:pt x="2261" y="4656"/>
                  </a:cubicBezTo>
                  <a:cubicBezTo>
                    <a:pt x="2194" y="4446"/>
                    <a:pt x="2137" y="4244"/>
                    <a:pt x="2060" y="4014"/>
                  </a:cubicBezTo>
                  <a:cubicBezTo>
                    <a:pt x="2014" y="3882"/>
                    <a:pt x="2116" y="3802"/>
                    <a:pt x="2224" y="3802"/>
                  </a:cubicBezTo>
                  <a:cubicBezTo>
                    <a:pt x="2296" y="3802"/>
                    <a:pt x="2371" y="3838"/>
                    <a:pt x="2405" y="3919"/>
                  </a:cubicBezTo>
                  <a:cubicBezTo>
                    <a:pt x="2472" y="4091"/>
                    <a:pt x="2539" y="4273"/>
                    <a:pt x="2606" y="4446"/>
                  </a:cubicBezTo>
                  <a:cubicBezTo>
                    <a:pt x="3057" y="4206"/>
                    <a:pt x="3536" y="4053"/>
                    <a:pt x="4043" y="3986"/>
                  </a:cubicBezTo>
                  <a:cubicBezTo>
                    <a:pt x="4355" y="3941"/>
                    <a:pt x="4670" y="3919"/>
                    <a:pt x="4986" y="3919"/>
                  </a:cubicBezTo>
                  <a:cubicBezTo>
                    <a:pt x="5350" y="3919"/>
                    <a:pt x="5715" y="3948"/>
                    <a:pt x="6074" y="4005"/>
                  </a:cubicBezTo>
                  <a:cubicBezTo>
                    <a:pt x="6237" y="3622"/>
                    <a:pt x="6419" y="3258"/>
                    <a:pt x="6611" y="2894"/>
                  </a:cubicBezTo>
                  <a:cubicBezTo>
                    <a:pt x="6650" y="2828"/>
                    <a:pt x="6706" y="2800"/>
                    <a:pt x="6763" y="2800"/>
                  </a:cubicBezTo>
                  <a:cubicBezTo>
                    <a:pt x="6887" y="2800"/>
                    <a:pt x="7009" y="2934"/>
                    <a:pt x="6937" y="3085"/>
                  </a:cubicBezTo>
                  <a:cubicBezTo>
                    <a:pt x="6774" y="3430"/>
                    <a:pt x="6630" y="3775"/>
                    <a:pt x="6496" y="4120"/>
                  </a:cubicBezTo>
                  <a:cubicBezTo>
                    <a:pt x="6688" y="4187"/>
                    <a:pt x="6860" y="4302"/>
                    <a:pt x="7004" y="4465"/>
                  </a:cubicBezTo>
                  <a:cubicBezTo>
                    <a:pt x="6893" y="4324"/>
                    <a:pt x="6999" y="4144"/>
                    <a:pt x="7137" y="4144"/>
                  </a:cubicBezTo>
                  <a:cubicBezTo>
                    <a:pt x="7177" y="4144"/>
                    <a:pt x="7221" y="4159"/>
                    <a:pt x="7262" y="4197"/>
                  </a:cubicBezTo>
                  <a:lnTo>
                    <a:pt x="7320" y="4254"/>
                  </a:lnTo>
                  <a:cubicBezTo>
                    <a:pt x="7368" y="4302"/>
                    <a:pt x="7387" y="4379"/>
                    <a:pt x="7368" y="4436"/>
                  </a:cubicBezTo>
                  <a:cubicBezTo>
                    <a:pt x="7358" y="4465"/>
                    <a:pt x="7349" y="4493"/>
                    <a:pt x="7339" y="4532"/>
                  </a:cubicBezTo>
                  <a:cubicBezTo>
                    <a:pt x="7310" y="4608"/>
                    <a:pt x="7234" y="4666"/>
                    <a:pt x="7147" y="4676"/>
                  </a:cubicBezTo>
                  <a:cubicBezTo>
                    <a:pt x="6870" y="4666"/>
                    <a:pt x="6592" y="4628"/>
                    <a:pt x="6323" y="4561"/>
                  </a:cubicBezTo>
                  <a:cubicBezTo>
                    <a:pt x="5624" y="6486"/>
                    <a:pt x="5298" y="8527"/>
                    <a:pt x="5346" y="10567"/>
                  </a:cubicBezTo>
                  <a:cubicBezTo>
                    <a:pt x="5729" y="10462"/>
                    <a:pt x="6084" y="10309"/>
                    <a:pt x="6429" y="10098"/>
                  </a:cubicBezTo>
                  <a:cubicBezTo>
                    <a:pt x="6285" y="9293"/>
                    <a:pt x="6410" y="8469"/>
                    <a:pt x="6764" y="7732"/>
                  </a:cubicBezTo>
                  <a:cubicBezTo>
                    <a:pt x="7281" y="6668"/>
                    <a:pt x="8508" y="6141"/>
                    <a:pt x="8699" y="4944"/>
                  </a:cubicBezTo>
                  <a:cubicBezTo>
                    <a:pt x="8920" y="3670"/>
                    <a:pt x="8766" y="2118"/>
                    <a:pt x="7837" y="1160"/>
                  </a:cubicBezTo>
                  <a:cubicBezTo>
                    <a:pt x="7092" y="379"/>
                    <a:pt x="6002" y="0"/>
                    <a:pt x="4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5"/>
            <p:cNvSpPr/>
            <p:nvPr/>
          </p:nvSpPr>
          <p:spPr>
            <a:xfrm rot="-987054">
              <a:off x="8118794" y="3712631"/>
              <a:ext cx="28828" cy="27272"/>
            </a:xfrm>
            <a:custGeom>
              <a:rect b="b" l="l" r="r" t="t"/>
              <a:pathLst>
                <a:path extrusionOk="0" h="1164" w="1094">
                  <a:moveTo>
                    <a:pt x="900" y="1"/>
                  </a:moveTo>
                  <a:cubicBezTo>
                    <a:pt x="857" y="1"/>
                    <a:pt x="814" y="22"/>
                    <a:pt x="788" y="72"/>
                  </a:cubicBezTo>
                  <a:cubicBezTo>
                    <a:pt x="625" y="417"/>
                    <a:pt x="385" y="724"/>
                    <a:pt x="88" y="963"/>
                  </a:cubicBezTo>
                  <a:cubicBezTo>
                    <a:pt x="1" y="1027"/>
                    <a:pt x="85" y="1164"/>
                    <a:pt x="177" y="1164"/>
                  </a:cubicBezTo>
                  <a:cubicBezTo>
                    <a:pt x="195" y="1164"/>
                    <a:pt x="214" y="1158"/>
                    <a:pt x="232" y="1145"/>
                  </a:cubicBezTo>
                  <a:cubicBezTo>
                    <a:pt x="567" y="896"/>
                    <a:pt x="835" y="580"/>
                    <a:pt x="1027" y="216"/>
                  </a:cubicBezTo>
                  <a:cubicBezTo>
                    <a:pt x="1093" y="104"/>
                    <a:pt x="995" y="1"/>
                    <a:pt x="900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5"/>
            <p:cNvSpPr/>
            <p:nvPr/>
          </p:nvSpPr>
          <p:spPr>
            <a:xfrm rot="-987054">
              <a:off x="8034828" y="3846282"/>
              <a:ext cx="147778" cy="185137"/>
            </a:xfrm>
            <a:custGeom>
              <a:rect b="b" l="l" r="r" t="t"/>
              <a:pathLst>
                <a:path extrusionOk="0" h="7902" w="5608">
                  <a:moveTo>
                    <a:pt x="4996" y="0"/>
                  </a:moveTo>
                  <a:cubicBezTo>
                    <a:pt x="4941" y="0"/>
                    <a:pt x="4887" y="28"/>
                    <a:pt x="4851" y="94"/>
                  </a:cubicBezTo>
                  <a:cubicBezTo>
                    <a:pt x="4649" y="458"/>
                    <a:pt x="4477" y="831"/>
                    <a:pt x="4314" y="1205"/>
                  </a:cubicBezTo>
                  <a:cubicBezTo>
                    <a:pt x="3950" y="1148"/>
                    <a:pt x="3585" y="1119"/>
                    <a:pt x="3221" y="1119"/>
                  </a:cubicBezTo>
                  <a:cubicBezTo>
                    <a:pt x="2905" y="1119"/>
                    <a:pt x="2589" y="1141"/>
                    <a:pt x="2274" y="1186"/>
                  </a:cubicBezTo>
                  <a:cubicBezTo>
                    <a:pt x="1775" y="1253"/>
                    <a:pt x="1287" y="1406"/>
                    <a:pt x="836" y="1646"/>
                  </a:cubicBezTo>
                  <a:cubicBezTo>
                    <a:pt x="769" y="1473"/>
                    <a:pt x="702" y="1301"/>
                    <a:pt x="635" y="1119"/>
                  </a:cubicBezTo>
                  <a:cubicBezTo>
                    <a:pt x="601" y="1039"/>
                    <a:pt x="530" y="1005"/>
                    <a:pt x="461" y="1005"/>
                  </a:cubicBezTo>
                  <a:cubicBezTo>
                    <a:pt x="353" y="1005"/>
                    <a:pt x="250" y="1087"/>
                    <a:pt x="290" y="1214"/>
                  </a:cubicBezTo>
                  <a:cubicBezTo>
                    <a:pt x="367" y="1435"/>
                    <a:pt x="434" y="1646"/>
                    <a:pt x="501" y="1856"/>
                  </a:cubicBezTo>
                  <a:cubicBezTo>
                    <a:pt x="348" y="1952"/>
                    <a:pt x="214" y="2048"/>
                    <a:pt x="80" y="2163"/>
                  </a:cubicBezTo>
                  <a:cubicBezTo>
                    <a:pt x="1" y="2234"/>
                    <a:pt x="65" y="2364"/>
                    <a:pt x="160" y="2364"/>
                  </a:cubicBezTo>
                  <a:cubicBezTo>
                    <a:pt x="180" y="2364"/>
                    <a:pt x="202" y="2358"/>
                    <a:pt x="223" y="2345"/>
                  </a:cubicBezTo>
                  <a:cubicBezTo>
                    <a:pt x="338" y="2259"/>
                    <a:pt x="463" y="2192"/>
                    <a:pt x="578" y="2125"/>
                  </a:cubicBezTo>
                  <a:cubicBezTo>
                    <a:pt x="1124" y="3983"/>
                    <a:pt x="1440" y="5918"/>
                    <a:pt x="1517" y="7854"/>
                  </a:cubicBezTo>
                  <a:lnTo>
                    <a:pt x="1766" y="7902"/>
                  </a:lnTo>
                  <a:cubicBezTo>
                    <a:pt x="1766" y="7892"/>
                    <a:pt x="1766" y="7882"/>
                    <a:pt x="1766" y="7882"/>
                  </a:cubicBezTo>
                  <a:cubicBezTo>
                    <a:pt x="1881" y="5861"/>
                    <a:pt x="1593" y="3839"/>
                    <a:pt x="932" y="1933"/>
                  </a:cubicBezTo>
                  <a:cubicBezTo>
                    <a:pt x="1527" y="1654"/>
                    <a:pt x="2186" y="1501"/>
                    <a:pt x="2846" y="1501"/>
                  </a:cubicBezTo>
                  <a:cubicBezTo>
                    <a:pt x="2866" y="1501"/>
                    <a:pt x="2886" y="1502"/>
                    <a:pt x="2906" y="1502"/>
                  </a:cubicBezTo>
                  <a:cubicBezTo>
                    <a:pt x="3318" y="1511"/>
                    <a:pt x="3720" y="1569"/>
                    <a:pt x="4113" y="1674"/>
                  </a:cubicBezTo>
                  <a:cubicBezTo>
                    <a:pt x="3366" y="3619"/>
                    <a:pt x="3088" y="5717"/>
                    <a:pt x="3299" y="7796"/>
                  </a:cubicBezTo>
                  <a:lnTo>
                    <a:pt x="3567" y="7777"/>
                  </a:lnTo>
                  <a:cubicBezTo>
                    <a:pt x="3509" y="5727"/>
                    <a:pt x="3845" y="3686"/>
                    <a:pt x="4544" y="1770"/>
                  </a:cubicBezTo>
                  <a:cubicBezTo>
                    <a:pt x="4812" y="1828"/>
                    <a:pt x="5090" y="1866"/>
                    <a:pt x="5368" y="1876"/>
                  </a:cubicBezTo>
                  <a:cubicBezTo>
                    <a:pt x="5454" y="1866"/>
                    <a:pt x="5531" y="1808"/>
                    <a:pt x="5550" y="1732"/>
                  </a:cubicBezTo>
                  <a:cubicBezTo>
                    <a:pt x="5560" y="1703"/>
                    <a:pt x="5579" y="1674"/>
                    <a:pt x="5588" y="1646"/>
                  </a:cubicBezTo>
                  <a:cubicBezTo>
                    <a:pt x="5607" y="1579"/>
                    <a:pt x="5588" y="1502"/>
                    <a:pt x="5540" y="1454"/>
                  </a:cubicBezTo>
                  <a:lnTo>
                    <a:pt x="5492" y="1406"/>
                  </a:lnTo>
                  <a:cubicBezTo>
                    <a:pt x="5449" y="1365"/>
                    <a:pt x="5404" y="1348"/>
                    <a:pt x="5362" y="1348"/>
                  </a:cubicBezTo>
                  <a:cubicBezTo>
                    <a:pt x="5226" y="1348"/>
                    <a:pt x="5124" y="1526"/>
                    <a:pt x="5234" y="1665"/>
                  </a:cubicBezTo>
                  <a:cubicBezTo>
                    <a:pt x="5100" y="1502"/>
                    <a:pt x="4918" y="1387"/>
                    <a:pt x="4726" y="1320"/>
                  </a:cubicBezTo>
                  <a:cubicBezTo>
                    <a:pt x="4860" y="975"/>
                    <a:pt x="5004" y="630"/>
                    <a:pt x="5167" y="285"/>
                  </a:cubicBezTo>
                  <a:cubicBezTo>
                    <a:pt x="5239" y="134"/>
                    <a:pt x="5117" y="0"/>
                    <a:pt x="4996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5"/>
            <p:cNvSpPr/>
            <p:nvPr/>
          </p:nvSpPr>
          <p:spPr>
            <a:xfrm rot="-987054">
              <a:off x="8051400" y="3712306"/>
              <a:ext cx="14599" cy="29638"/>
            </a:xfrm>
            <a:custGeom>
              <a:rect b="b" l="l" r="r" t="t"/>
              <a:pathLst>
                <a:path extrusionOk="0" h="1265" w="554">
                  <a:moveTo>
                    <a:pt x="354" y="1"/>
                  </a:moveTo>
                  <a:cubicBezTo>
                    <a:pt x="306" y="1"/>
                    <a:pt x="259" y="21"/>
                    <a:pt x="230" y="68"/>
                  </a:cubicBezTo>
                  <a:cubicBezTo>
                    <a:pt x="58" y="413"/>
                    <a:pt x="0" y="797"/>
                    <a:pt x="68" y="1180"/>
                  </a:cubicBezTo>
                  <a:cubicBezTo>
                    <a:pt x="76" y="1238"/>
                    <a:pt x="121" y="1264"/>
                    <a:pt x="169" y="1264"/>
                  </a:cubicBezTo>
                  <a:cubicBezTo>
                    <a:pt x="231" y="1264"/>
                    <a:pt x="297" y="1221"/>
                    <a:pt x="297" y="1151"/>
                  </a:cubicBezTo>
                  <a:cubicBezTo>
                    <a:pt x="297" y="816"/>
                    <a:pt x="364" y="490"/>
                    <a:pt x="508" y="193"/>
                  </a:cubicBezTo>
                  <a:cubicBezTo>
                    <a:pt x="553" y="84"/>
                    <a:pt x="452" y="1"/>
                    <a:pt x="354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5"/>
            <p:cNvSpPr/>
            <p:nvPr/>
          </p:nvSpPr>
          <p:spPr>
            <a:xfrm rot="-987054">
              <a:off x="8064320" y="3882953"/>
              <a:ext cx="83823" cy="150884"/>
            </a:xfrm>
            <a:custGeom>
              <a:rect b="b" l="l" r="r" t="t"/>
              <a:pathLst>
                <a:path extrusionOk="0" h="6440" w="3181">
                  <a:moveTo>
                    <a:pt x="1922" y="0"/>
                  </a:moveTo>
                  <a:cubicBezTo>
                    <a:pt x="1254" y="0"/>
                    <a:pt x="604" y="153"/>
                    <a:pt x="0" y="432"/>
                  </a:cubicBezTo>
                  <a:cubicBezTo>
                    <a:pt x="661" y="2338"/>
                    <a:pt x="949" y="4360"/>
                    <a:pt x="843" y="6381"/>
                  </a:cubicBezTo>
                  <a:cubicBezTo>
                    <a:pt x="843" y="6381"/>
                    <a:pt x="843" y="6391"/>
                    <a:pt x="843" y="6401"/>
                  </a:cubicBezTo>
                  <a:cubicBezTo>
                    <a:pt x="1037" y="6426"/>
                    <a:pt x="1233" y="6439"/>
                    <a:pt x="1430" y="6439"/>
                  </a:cubicBezTo>
                  <a:cubicBezTo>
                    <a:pt x="1749" y="6439"/>
                    <a:pt x="2071" y="6405"/>
                    <a:pt x="2386" y="6333"/>
                  </a:cubicBezTo>
                  <a:lnTo>
                    <a:pt x="2386" y="6295"/>
                  </a:lnTo>
                  <a:cubicBezTo>
                    <a:pt x="2175" y="4216"/>
                    <a:pt x="2443" y="2128"/>
                    <a:pt x="3181" y="173"/>
                  </a:cubicBezTo>
                  <a:cubicBezTo>
                    <a:pt x="2788" y="68"/>
                    <a:pt x="2386" y="10"/>
                    <a:pt x="1983" y="1"/>
                  </a:cubicBezTo>
                  <a:cubicBezTo>
                    <a:pt x="1963" y="1"/>
                    <a:pt x="1943" y="0"/>
                    <a:pt x="19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5"/>
            <p:cNvSpPr/>
            <p:nvPr/>
          </p:nvSpPr>
          <p:spPr>
            <a:xfrm rot="-987054">
              <a:off x="7954097" y="3743466"/>
              <a:ext cx="28670" cy="38166"/>
            </a:xfrm>
            <a:custGeom>
              <a:rect b="b" l="l" r="r" t="t"/>
              <a:pathLst>
                <a:path extrusionOk="0" h="1629" w="1088">
                  <a:moveTo>
                    <a:pt x="217" y="1"/>
                  </a:moveTo>
                  <a:cubicBezTo>
                    <a:pt x="107" y="1"/>
                    <a:pt x="1" y="121"/>
                    <a:pt x="73" y="236"/>
                  </a:cubicBezTo>
                  <a:cubicBezTo>
                    <a:pt x="370" y="658"/>
                    <a:pt x="628" y="1099"/>
                    <a:pt x="849" y="1568"/>
                  </a:cubicBezTo>
                  <a:cubicBezTo>
                    <a:pt x="868" y="1610"/>
                    <a:pt x="903" y="1628"/>
                    <a:pt x="940" y="1628"/>
                  </a:cubicBezTo>
                  <a:cubicBezTo>
                    <a:pt x="1011" y="1628"/>
                    <a:pt x="1088" y="1561"/>
                    <a:pt x="1069" y="1472"/>
                  </a:cubicBezTo>
                  <a:cubicBezTo>
                    <a:pt x="935" y="945"/>
                    <a:pt x="686" y="457"/>
                    <a:pt x="322" y="45"/>
                  </a:cubicBezTo>
                  <a:cubicBezTo>
                    <a:pt x="291" y="14"/>
                    <a:pt x="254" y="1"/>
                    <a:pt x="217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5"/>
            <p:cNvSpPr/>
            <p:nvPr/>
          </p:nvSpPr>
          <p:spPr>
            <a:xfrm rot="-987054">
              <a:off x="7981736" y="3984135"/>
              <a:ext cx="23295" cy="22469"/>
            </a:xfrm>
            <a:custGeom>
              <a:rect b="b" l="l" r="r" t="t"/>
              <a:pathLst>
                <a:path extrusionOk="0" h="959" w="884">
                  <a:moveTo>
                    <a:pt x="711" y="1"/>
                  </a:moveTo>
                  <a:cubicBezTo>
                    <a:pt x="679" y="1"/>
                    <a:pt x="646" y="13"/>
                    <a:pt x="616" y="42"/>
                  </a:cubicBezTo>
                  <a:cubicBezTo>
                    <a:pt x="396" y="253"/>
                    <a:pt x="233" y="550"/>
                    <a:pt x="51" y="799"/>
                  </a:cubicBezTo>
                  <a:cubicBezTo>
                    <a:pt x="1" y="871"/>
                    <a:pt x="79" y="958"/>
                    <a:pt x="154" y="958"/>
                  </a:cubicBezTo>
                  <a:cubicBezTo>
                    <a:pt x="179" y="958"/>
                    <a:pt x="204" y="948"/>
                    <a:pt x="223" y="924"/>
                  </a:cubicBezTo>
                  <a:cubicBezTo>
                    <a:pt x="444" y="704"/>
                    <a:pt x="645" y="464"/>
                    <a:pt x="827" y="205"/>
                  </a:cubicBezTo>
                  <a:cubicBezTo>
                    <a:pt x="884" y="106"/>
                    <a:pt x="803" y="1"/>
                    <a:pt x="711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5"/>
            <p:cNvSpPr/>
            <p:nvPr/>
          </p:nvSpPr>
          <p:spPr>
            <a:xfrm rot="-987054">
              <a:off x="7911213" y="3804564"/>
              <a:ext cx="38288" cy="18462"/>
            </a:xfrm>
            <a:custGeom>
              <a:rect b="b" l="l" r="r" t="t"/>
              <a:pathLst>
                <a:path extrusionOk="0" h="788" w="1453">
                  <a:moveTo>
                    <a:pt x="135" y="0"/>
                  </a:moveTo>
                  <a:cubicBezTo>
                    <a:pt x="50" y="0"/>
                    <a:pt x="0" y="149"/>
                    <a:pt x="94" y="200"/>
                  </a:cubicBezTo>
                  <a:cubicBezTo>
                    <a:pt x="438" y="411"/>
                    <a:pt x="802" y="602"/>
                    <a:pt x="1167" y="775"/>
                  </a:cubicBezTo>
                  <a:cubicBezTo>
                    <a:pt x="1187" y="783"/>
                    <a:pt x="1208" y="787"/>
                    <a:pt x="1228" y="787"/>
                  </a:cubicBezTo>
                  <a:cubicBezTo>
                    <a:pt x="1361" y="787"/>
                    <a:pt x="1452" y="609"/>
                    <a:pt x="1310" y="526"/>
                  </a:cubicBezTo>
                  <a:cubicBezTo>
                    <a:pt x="946" y="334"/>
                    <a:pt x="563" y="161"/>
                    <a:pt x="170" y="8"/>
                  </a:cubicBezTo>
                  <a:cubicBezTo>
                    <a:pt x="158" y="3"/>
                    <a:pt x="146" y="0"/>
                    <a:pt x="135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5"/>
            <p:cNvSpPr/>
            <p:nvPr/>
          </p:nvSpPr>
          <p:spPr>
            <a:xfrm rot="-987054">
              <a:off x="7925376" y="3936741"/>
              <a:ext cx="34283" cy="21461"/>
            </a:xfrm>
            <a:custGeom>
              <a:rect b="b" l="l" r="r" t="t"/>
              <a:pathLst>
                <a:path extrusionOk="0" h="916" w="1301">
                  <a:moveTo>
                    <a:pt x="1092" y="1"/>
                  </a:moveTo>
                  <a:cubicBezTo>
                    <a:pt x="1076" y="1"/>
                    <a:pt x="1058" y="4"/>
                    <a:pt x="1040" y="10"/>
                  </a:cubicBezTo>
                  <a:cubicBezTo>
                    <a:pt x="638" y="77"/>
                    <a:pt x="245" y="470"/>
                    <a:pt x="44" y="786"/>
                  </a:cubicBezTo>
                  <a:cubicBezTo>
                    <a:pt x="1" y="850"/>
                    <a:pt x="60" y="915"/>
                    <a:pt x="121" y="915"/>
                  </a:cubicBezTo>
                  <a:cubicBezTo>
                    <a:pt x="141" y="915"/>
                    <a:pt x="161" y="908"/>
                    <a:pt x="178" y="891"/>
                  </a:cubicBezTo>
                  <a:cubicBezTo>
                    <a:pt x="322" y="757"/>
                    <a:pt x="485" y="632"/>
                    <a:pt x="647" y="527"/>
                  </a:cubicBezTo>
                  <a:cubicBezTo>
                    <a:pt x="810" y="431"/>
                    <a:pt x="1002" y="383"/>
                    <a:pt x="1155" y="288"/>
                  </a:cubicBezTo>
                  <a:cubicBezTo>
                    <a:pt x="1301" y="202"/>
                    <a:pt x="1232" y="1"/>
                    <a:pt x="1092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5"/>
            <p:cNvSpPr/>
            <p:nvPr/>
          </p:nvSpPr>
          <p:spPr>
            <a:xfrm rot="-987054">
              <a:off x="7888685" y="3881737"/>
              <a:ext cx="42188" cy="7427"/>
            </a:xfrm>
            <a:custGeom>
              <a:rect b="b" l="l" r="r" t="t"/>
              <a:pathLst>
                <a:path extrusionOk="0" h="317" w="1601">
                  <a:moveTo>
                    <a:pt x="1390" y="1"/>
                  </a:moveTo>
                  <a:cubicBezTo>
                    <a:pt x="968" y="10"/>
                    <a:pt x="546" y="20"/>
                    <a:pt x="125" y="49"/>
                  </a:cubicBezTo>
                  <a:cubicBezTo>
                    <a:pt x="0" y="77"/>
                    <a:pt x="0" y="250"/>
                    <a:pt x="125" y="278"/>
                  </a:cubicBezTo>
                  <a:cubicBezTo>
                    <a:pt x="546" y="298"/>
                    <a:pt x="968" y="317"/>
                    <a:pt x="1390" y="317"/>
                  </a:cubicBezTo>
                  <a:cubicBezTo>
                    <a:pt x="1600" y="317"/>
                    <a:pt x="1600" y="1"/>
                    <a:pt x="1390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7" name="Google Shape;1157;p25"/>
          <p:cNvGrpSpPr/>
          <p:nvPr/>
        </p:nvGrpSpPr>
        <p:grpSpPr>
          <a:xfrm>
            <a:off x="5931475" y="1168614"/>
            <a:ext cx="2471724" cy="942486"/>
            <a:chOff x="5931475" y="1168614"/>
            <a:chExt cx="2471724" cy="942486"/>
          </a:xfrm>
        </p:grpSpPr>
        <p:sp>
          <p:nvSpPr>
            <p:cNvPr id="1158" name="Google Shape;1158;p25"/>
            <p:cNvSpPr txBox="1"/>
            <p:nvPr/>
          </p:nvSpPr>
          <p:spPr>
            <a:xfrm>
              <a:off x="7196899" y="1769475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Channels</a:t>
              </a:r>
              <a:endParaRPr b="1" sz="15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59" name="Google Shape;1159;p25"/>
            <p:cNvSpPr txBox="1"/>
            <p:nvPr/>
          </p:nvSpPr>
          <p:spPr>
            <a:xfrm>
              <a:off x="5931475" y="1338900"/>
              <a:ext cx="1376400" cy="77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Uranus is seventh planet from the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0" name="Google Shape;1160;p25"/>
            <p:cNvSpPr/>
            <p:nvPr/>
          </p:nvSpPr>
          <p:spPr>
            <a:xfrm rot="-1607049">
              <a:off x="7963024" y="1206843"/>
              <a:ext cx="291066" cy="510035"/>
            </a:xfrm>
            <a:custGeom>
              <a:rect b="b" l="l" r="r" t="t"/>
              <a:pathLst>
                <a:path extrusionOk="0" h="16304" w="9304">
                  <a:moveTo>
                    <a:pt x="6755" y="333"/>
                  </a:moveTo>
                  <a:cubicBezTo>
                    <a:pt x="7440" y="333"/>
                    <a:pt x="8107" y="457"/>
                    <a:pt x="8374" y="1022"/>
                  </a:cubicBezTo>
                  <a:cubicBezTo>
                    <a:pt x="8661" y="1636"/>
                    <a:pt x="8546" y="2776"/>
                    <a:pt x="8585" y="3427"/>
                  </a:cubicBezTo>
                  <a:cubicBezTo>
                    <a:pt x="8786" y="6981"/>
                    <a:pt x="8862" y="10536"/>
                    <a:pt x="8805" y="14090"/>
                  </a:cubicBezTo>
                  <a:cubicBezTo>
                    <a:pt x="8795" y="14895"/>
                    <a:pt x="8508" y="15604"/>
                    <a:pt x="7598" y="15709"/>
                  </a:cubicBezTo>
                  <a:cubicBezTo>
                    <a:pt x="7243" y="15747"/>
                    <a:pt x="6898" y="15757"/>
                    <a:pt x="6554" y="15776"/>
                  </a:cubicBezTo>
                  <a:cubicBezTo>
                    <a:pt x="6192" y="15791"/>
                    <a:pt x="5832" y="15799"/>
                    <a:pt x="5472" y="15799"/>
                  </a:cubicBezTo>
                  <a:cubicBezTo>
                    <a:pt x="4899" y="15799"/>
                    <a:pt x="4327" y="15779"/>
                    <a:pt x="3756" y="15738"/>
                  </a:cubicBezTo>
                  <a:cubicBezTo>
                    <a:pt x="2990" y="15690"/>
                    <a:pt x="1438" y="15786"/>
                    <a:pt x="959" y="14981"/>
                  </a:cubicBezTo>
                  <a:cubicBezTo>
                    <a:pt x="508" y="14234"/>
                    <a:pt x="700" y="12873"/>
                    <a:pt x="671" y="12040"/>
                  </a:cubicBezTo>
                  <a:cubicBezTo>
                    <a:pt x="556" y="8457"/>
                    <a:pt x="671" y="4874"/>
                    <a:pt x="528" y="1300"/>
                  </a:cubicBezTo>
                  <a:cubicBezTo>
                    <a:pt x="566" y="1281"/>
                    <a:pt x="585" y="1262"/>
                    <a:pt x="604" y="1224"/>
                  </a:cubicBezTo>
                  <a:cubicBezTo>
                    <a:pt x="1045" y="400"/>
                    <a:pt x="2080" y="438"/>
                    <a:pt x="2894" y="428"/>
                  </a:cubicBezTo>
                  <a:cubicBezTo>
                    <a:pt x="3699" y="419"/>
                    <a:pt x="4513" y="419"/>
                    <a:pt x="5327" y="409"/>
                  </a:cubicBezTo>
                  <a:cubicBezTo>
                    <a:pt x="5700" y="405"/>
                    <a:pt x="6233" y="333"/>
                    <a:pt x="6755" y="333"/>
                  </a:cubicBezTo>
                  <a:close/>
                  <a:moveTo>
                    <a:pt x="7354" y="0"/>
                  </a:moveTo>
                  <a:cubicBezTo>
                    <a:pt x="7131" y="0"/>
                    <a:pt x="6908" y="17"/>
                    <a:pt x="6707" y="17"/>
                  </a:cubicBezTo>
                  <a:lnTo>
                    <a:pt x="3756" y="45"/>
                  </a:lnTo>
                  <a:cubicBezTo>
                    <a:pt x="3454" y="45"/>
                    <a:pt x="3099" y="27"/>
                    <a:pt x="2730" y="27"/>
                  </a:cubicBezTo>
                  <a:cubicBezTo>
                    <a:pt x="1764" y="27"/>
                    <a:pt x="709" y="152"/>
                    <a:pt x="307" y="1061"/>
                  </a:cubicBezTo>
                  <a:cubicBezTo>
                    <a:pt x="298" y="1090"/>
                    <a:pt x="288" y="1118"/>
                    <a:pt x="298" y="1147"/>
                  </a:cubicBezTo>
                  <a:cubicBezTo>
                    <a:pt x="269" y="1166"/>
                    <a:pt x="259" y="1204"/>
                    <a:pt x="259" y="1233"/>
                  </a:cubicBezTo>
                  <a:cubicBezTo>
                    <a:pt x="1" y="5046"/>
                    <a:pt x="192" y="8945"/>
                    <a:pt x="326" y="12758"/>
                  </a:cubicBezTo>
                  <a:cubicBezTo>
                    <a:pt x="365" y="13745"/>
                    <a:pt x="192" y="15230"/>
                    <a:pt x="1265" y="15738"/>
                  </a:cubicBezTo>
                  <a:cubicBezTo>
                    <a:pt x="1840" y="16016"/>
                    <a:pt x="2616" y="16016"/>
                    <a:pt x="3239" y="16073"/>
                  </a:cubicBezTo>
                  <a:cubicBezTo>
                    <a:pt x="4007" y="16140"/>
                    <a:pt x="4776" y="16178"/>
                    <a:pt x="5544" y="16178"/>
                  </a:cubicBezTo>
                  <a:cubicBezTo>
                    <a:pt x="5762" y="16178"/>
                    <a:pt x="5981" y="16175"/>
                    <a:pt x="6199" y="16169"/>
                  </a:cubicBezTo>
                  <a:cubicBezTo>
                    <a:pt x="7215" y="16140"/>
                    <a:pt x="8843" y="16303"/>
                    <a:pt x="9140" y="15038"/>
                  </a:cubicBezTo>
                  <a:cubicBezTo>
                    <a:pt x="9303" y="14358"/>
                    <a:pt x="9217" y="13544"/>
                    <a:pt x="9217" y="12845"/>
                  </a:cubicBezTo>
                  <a:cubicBezTo>
                    <a:pt x="9217" y="11839"/>
                    <a:pt x="9217" y="10833"/>
                    <a:pt x="9198" y="9827"/>
                  </a:cubicBezTo>
                  <a:cubicBezTo>
                    <a:pt x="9179" y="7930"/>
                    <a:pt x="9111" y="6033"/>
                    <a:pt x="9016" y="4146"/>
                  </a:cubicBezTo>
                  <a:cubicBezTo>
                    <a:pt x="8977" y="3283"/>
                    <a:pt x="8949" y="2402"/>
                    <a:pt x="8853" y="1549"/>
                  </a:cubicBezTo>
                  <a:cubicBezTo>
                    <a:pt x="8805" y="1109"/>
                    <a:pt x="8738" y="591"/>
                    <a:pt x="8374" y="285"/>
                  </a:cubicBezTo>
                  <a:cubicBezTo>
                    <a:pt x="8098" y="45"/>
                    <a:pt x="7726" y="0"/>
                    <a:pt x="7354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5"/>
            <p:cNvSpPr/>
            <p:nvPr/>
          </p:nvSpPr>
          <p:spPr>
            <a:xfrm rot="-1607049">
              <a:off x="7977648" y="1217282"/>
              <a:ext cx="261377" cy="483632"/>
            </a:xfrm>
            <a:custGeom>
              <a:rect b="b" l="l" r="r" t="t"/>
              <a:pathLst>
                <a:path extrusionOk="0" h="15460" w="8355">
                  <a:moveTo>
                    <a:pt x="4306" y="647"/>
                  </a:moveTo>
                  <a:cubicBezTo>
                    <a:pt x="4522" y="647"/>
                    <a:pt x="4735" y="656"/>
                    <a:pt x="4944" y="682"/>
                  </a:cubicBezTo>
                  <a:cubicBezTo>
                    <a:pt x="5097" y="692"/>
                    <a:pt x="5097" y="922"/>
                    <a:pt x="4944" y="932"/>
                  </a:cubicBezTo>
                  <a:lnTo>
                    <a:pt x="4953" y="932"/>
                  </a:lnTo>
                  <a:cubicBezTo>
                    <a:pt x="4742" y="958"/>
                    <a:pt x="4526" y="967"/>
                    <a:pt x="4308" y="967"/>
                  </a:cubicBezTo>
                  <a:cubicBezTo>
                    <a:pt x="3886" y="967"/>
                    <a:pt x="3458" y="931"/>
                    <a:pt x="3047" y="912"/>
                  </a:cubicBezTo>
                  <a:cubicBezTo>
                    <a:pt x="2903" y="912"/>
                    <a:pt x="2903" y="702"/>
                    <a:pt x="3047" y="702"/>
                  </a:cubicBezTo>
                  <a:cubicBezTo>
                    <a:pt x="3458" y="683"/>
                    <a:pt x="3886" y="647"/>
                    <a:pt x="4306" y="647"/>
                  </a:cubicBezTo>
                  <a:close/>
                  <a:moveTo>
                    <a:pt x="7103" y="1464"/>
                  </a:moveTo>
                  <a:cubicBezTo>
                    <a:pt x="7186" y="1464"/>
                    <a:pt x="7268" y="1526"/>
                    <a:pt x="7281" y="1621"/>
                  </a:cubicBezTo>
                  <a:cubicBezTo>
                    <a:pt x="7598" y="5233"/>
                    <a:pt x="7847" y="8979"/>
                    <a:pt x="7463" y="12591"/>
                  </a:cubicBezTo>
                  <a:cubicBezTo>
                    <a:pt x="7474" y="12669"/>
                    <a:pt x="7416" y="12710"/>
                    <a:pt x="7359" y="12710"/>
                  </a:cubicBezTo>
                  <a:cubicBezTo>
                    <a:pt x="7310" y="12710"/>
                    <a:pt x="7261" y="12681"/>
                    <a:pt x="7253" y="12620"/>
                  </a:cubicBezTo>
                  <a:cubicBezTo>
                    <a:pt x="7253" y="12687"/>
                    <a:pt x="7195" y="12744"/>
                    <a:pt x="7119" y="12754"/>
                  </a:cubicBezTo>
                  <a:cubicBezTo>
                    <a:pt x="5915" y="12869"/>
                    <a:pt x="4643" y="12945"/>
                    <a:pt x="3389" y="12945"/>
                  </a:cubicBezTo>
                  <a:cubicBezTo>
                    <a:pt x="2656" y="12945"/>
                    <a:pt x="1930" y="12919"/>
                    <a:pt x="1227" y="12859"/>
                  </a:cubicBezTo>
                  <a:cubicBezTo>
                    <a:pt x="1179" y="12849"/>
                    <a:pt x="1150" y="12821"/>
                    <a:pt x="1140" y="12773"/>
                  </a:cubicBezTo>
                  <a:cubicBezTo>
                    <a:pt x="1129" y="12777"/>
                    <a:pt x="1116" y="12780"/>
                    <a:pt x="1103" y="12780"/>
                  </a:cubicBezTo>
                  <a:cubicBezTo>
                    <a:pt x="1063" y="12780"/>
                    <a:pt x="1023" y="12757"/>
                    <a:pt x="1016" y="12706"/>
                  </a:cubicBezTo>
                  <a:cubicBezTo>
                    <a:pt x="805" y="11125"/>
                    <a:pt x="843" y="9477"/>
                    <a:pt x="805" y="7868"/>
                  </a:cubicBezTo>
                  <a:cubicBezTo>
                    <a:pt x="767" y="6201"/>
                    <a:pt x="728" y="4543"/>
                    <a:pt x="700" y="2876"/>
                  </a:cubicBezTo>
                  <a:cubicBezTo>
                    <a:pt x="681" y="1573"/>
                    <a:pt x="633" y="1468"/>
                    <a:pt x="1955" y="1468"/>
                  </a:cubicBezTo>
                  <a:cubicBezTo>
                    <a:pt x="2618" y="1468"/>
                    <a:pt x="3282" y="1466"/>
                    <a:pt x="3947" y="1466"/>
                  </a:cubicBezTo>
                  <a:cubicBezTo>
                    <a:pt x="4944" y="1466"/>
                    <a:pt x="5942" y="1470"/>
                    <a:pt x="6936" y="1487"/>
                  </a:cubicBezTo>
                  <a:cubicBezTo>
                    <a:pt x="6956" y="1487"/>
                    <a:pt x="6984" y="1497"/>
                    <a:pt x="7004" y="1497"/>
                  </a:cubicBezTo>
                  <a:cubicBezTo>
                    <a:pt x="7034" y="1475"/>
                    <a:pt x="7068" y="1464"/>
                    <a:pt x="7103" y="1464"/>
                  </a:cubicBezTo>
                  <a:close/>
                  <a:moveTo>
                    <a:pt x="4156" y="13354"/>
                  </a:moveTo>
                  <a:cubicBezTo>
                    <a:pt x="4303" y="13354"/>
                    <a:pt x="4451" y="13395"/>
                    <a:pt x="4561" y="13472"/>
                  </a:cubicBezTo>
                  <a:cubicBezTo>
                    <a:pt x="4886" y="13721"/>
                    <a:pt x="4963" y="14191"/>
                    <a:pt x="4723" y="14536"/>
                  </a:cubicBezTo>
                  <a:cubicBezTo>
                    <a:pt x="4572" y="14721"/>
                    <a:pt x="4351" y="14817"/>
                    <a:pt x="4127" y="14817"/>
                  </a:cubicBezTo>
                  <a:cubicBezTo>
                    <a:pt x="3969" y="14817"/>
                    <a:pt x="3809" y="14769"/>
                    <a:pt x="3670" y="14670"/>
                  </a:cubicBezTo>
                  <a:cubicBezTo>
                    <a:pt x="3344" y="14401"/>
                    <a:pt x="3325" y="13913"/>
                    <a:pt x="3622" y="13616"/>
                  </a:cubicBezTo>
                  <a:cubicBezTo>
                    <a:pt x="3631" y="13606"/>
                    <a:pt x="3650" y="13597"/>
                    <a:pt x="3670" y="13597"/>
                  </a:cubicBezTo>
                  <a:cubicBezTo>
                    <a:pt x="3758" y="13431"/>
                    <a:pt x="3955" y="13354"/>
                    <a:pt x="4156" y="13354"/>
                  </a:cubicBezTo>
                  <a:close/>
                  <a:moveTo>
                    <a:pt x="6231" y="1"/>
                  </a:moveTo>
                  <a:cubicBezTo>
                    <a:pt x="5712" y="1"/>
                    <a:pt x="5183" y="69"/>
                    <a:pt x="4810" y="69"/>
                  </a:cubicBezTo>
                  <a:cubicBezTo>
                    <a:pt x="3995" y="79"/>
                    <a:pt x="3191" y="79"/>
                    <a:pt x="2376" y="88"/>
                  </a:cubicBezTo>
                  <a:cubicBezTo>
                    <a:pt x="1562" y="98"/>
                    <a:pt x="537" y="60"/>
                    <a:pt x="96" y="893"/>
                  </a:cubicBezTo>
                  <a:cubicBezTo>
                    <a:pt x="77" y="922"/>
                    <a:pt x="48" y="951"/>
                    <a:pt x="20" y="960"/>
                  </a:cubicBezTo>
                  <a:cubicBezTo>
                    <a:pt x="154" y="4534"/>
                    <a:pt x="39" y="8126"/>
                    <a:pt x="154" y="11700"/>
                  </a:cubicBezTo>
                  <a:cubicBezTo>
                    <a:pt x="182" y="12543"/>
                    <a:pt x="0" y="13894"/>
                    <a:pt x="441" y="14641"/>
                  </a:cubicBezTo>
                  <a:cubicBezTo>
                    <a:pt x="920" y="15446"/>
                    <a:pt x="2472" y="15350"/>
                    <a:pt x="3248" y="15407"/>
                  </a:cubicBezTo>
                  <a:cubicBezTo>
                    <a:pt x="3806" y="15442"/>
                    <a:pt x="4363" y="15459"/>
                    <a:pt x="4921" y="15459"/>
                  </a:cubicBezTo>
                  <a:cubicBezTo>
                    <a:pt x="5293" y="15459"/>
                    <a:pt x="5664" y="15451"/>
                    <a:pt x="6036" y="15436"/>
                  </a:cubicBezTo>
                  <a:cubicBezTo>
                    <a:pt x="6381" y="15427"/>
                    <a:pt x="6735" y="15407"/>
                    <a:pt x="7080" y="15369"/>
                  </a:cubicBezTo>
                  <a:cubicBezTo>
                    <a:pt x="7990" y="15264"/>
                    <a:pt x="8278" y="14555"/>
                    <a:pt x="8287" y="13750"/>
                  </a:cubicBezTo>
                  <a:cubicBezTo>
                    <a:pt x="8354" y="10196"/>
                    <a:pt x="8268" y="6641"/>
                    <a:pt x="8077" y="3097"/>
                  </a:cubicBezTo>
                  <a:cubicBezTo>
                    <a:pt x="8038" y="2436"/>
                    <a:pt x="8153" y="1296"/>
                    <a:pt x="7866" y="692"/>
                  </a:cubicBezTo>
                  <a:cubicBezTo>
                    <a:pt x="7598" y="123"/>
                    <a:pt x="6923" y="1"/>
                    <a:pt x="62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5"/>
            <p:cNvSpPr/>
            <p:nvPr/>
          </p:nvSpPr>
          <p:spPr>
            <a:xfrm rot="-1607049">
              <a:off x="7988367" y="1264092"/>
              <a:ext cx="225401" cy="351900"/>
            </a:xfrm>
            <a:custGeom>
              <a:rect b="b" l="l" r="r" t="t"/>
              <a:pathLst>
                <a:path extrusionOk="0" h="11249" w="7205">
                  <a:moveTo>
                    <a:pt x="2977" y="0"/>
                  </a:moveTo>
                  <a:cubicBezTo>
                    <a:pt x="2423" y="0"/>
                    <a:pt x="1868" y="1"/>
                    <a:pt x="1313" y="1"/>
                  </a:cubicBezTo>
                  <a:cubicBezTo>
                    <a:pt x="0" y="1"/>
                    <a:pt x="48" y="116"/>
                    <a:pt x="67" y="1410"/>
                  </a:cubicBezTo>
                  <a:cubicBezTo>
                    <a:pt x="86" y="3077"/>
                    <a:pt x="125" y="4744"/>
                    <a:pt x="173" y="6411"/>
                  </a:cubicBezTo>
                  <a:cubicBezTo>
                    <a:pt x="211" y="8011"/>
                    <a:pt x="173" y="9658"/>
                    <a:pt x="383" y="11249"/>
                  </a:cubicBezTo>
                  <a:lnTo>
                    <a:pt x="575" y="11220"/>
                  </a:lnTo>
                  <a:cubicBezTo>
                    <a:pt x="757" y="8461"/>
                    <a:pt x="460" y="5606"/>
                    <a:pt x="403" y="2837"/>
                  </a:cubicBezTo>
                  <a:cubicBezTo>
                    <a:pt x="393" y="2205"/>
                    <a:pt x="297" y="1506"/>
                    <a:pt x="374" y="873"/>
                  </a:cubicBezTo>
                  <a:cubicBezTo>
                    <a:pt x="441" y="346"/>
                    <a:pt x="412" y="375"/>
                    <a:pt x="958" y="318"/>
                  </a:cubicBezTo>
                  <a:cubicBezTo>
                    <a:pt x="1136" y="303"/>
                    <a:pt x="1313" y="296"/>
                    <a:pt x="1490" y="296"/>
                  </a:cubicBezTo>
                  <a:cubicBezTo>
                    <a:pt x="1667" y="296"/>
                    <a:pt x="1844" y="303"/>
                    <a:pt x="2022" y="318"/>
                  </a:cubicBezTo>
                  <a:cubicBezTo>
                    <a:pt x="2593" y="318"/>
                    <a:pt x="3164" y="319"/>
                    <a:pt x="3735" y="319"/>
                  </a:cubicBezTo>
                  <a:cubicBezTo>
                    <a:pt x="4591" y="319"/>
                    <a:pt x="5448" y="316"/>
                    <a:pt x="6304" y="298"/>
                  </a:cubicBezTo>
                  <a:lnTo>
                    <a:pt x="6323" y="298"/>
                  </a:lnTo>
                  <a:cubicBezTo>
                    <a:pt x="6639" y="3920"/>
                    <a:pt x="6553" y="7503"/>
                    <a:pt x="6620" y="11124"/>
                  </a:cubicBezTo>
                  <a:lnTo>
                    <a:pt x="6620" y="11163"/>
                  </a:lnTo>
                  <a:cubicBezTo>
                    <a:pt x="6633" y="11214"/>
                    <a:pt x="6675" y="11239"/>
                    <a:pt x="6718" y="11239"/>
                  </a:cubicBezTo>
                  <a:cubicBezTo>
                    <a:pt x="6769" y="11239"/>
                    <a:pt x="6821" y="11202"/>
                    <a:pt x="6821" y="11134"/>
                  </a:cubicBezTo>
                  <a:cubicBezTo>
                    <a:pt x="7205" y="7522"/>
                    <a:pt x="6965" y="3776"/>
                    <a:pt x="6639" y="164"/>
                  </a:cubicBezTo>
                  <a:cubicBezTo>
                    <a:pt x="6633" y="69"/>
                    <a:pt x="6553" y="7"/>
                    <a:pt x="6466" y="7"/>
                  </a:cubicBezTo>
                  <a:cubicBezTo>
                    <a:pt x="6431" y="7"/>
                    <a:pt x="6395" y="18"/>
                    <a:pt x="6362" y="40"/>
                  </a:cubicBezTo>
                  <a:cubicBezTo>
                    <a:pt x="6348" y="33"/>
                    <a:pt x="6334" y="26"/>
                    <a:pt x="6321" y="26"/>
                  </a:cubicBezTo>
                  <a:cubicBezTo>
                    <a:pt x="6315" y="26"/>
                    <a:pt x="6310" y="27"/>
                    <a:pt x="6304" y="30"/>
                  </a:cubicBezTo>
                  <a:cubicBezTo>
                    <a:pt x="5193" y="5"/>
                    <a:pt x="4086" y="0"/>
                    <a:pt x="2977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5"/>
            <p:cNvSpPr/>
            <p:nvPr/>
          </p:nvSpPr>
          <p:spPr>
            <a:xfrm rot="-1607049">
              <a:off x="8079752" y="1590016"/>
              <a:ext cx="195149" cy="16204"/>
            </a:xfrm>
            <a:custGeom>
              <a:rect b="b" l="l" r="r" t="t"/>
              <a:pathLst>
                <a:path extrusionOk="0" h="518" w="6238">
                  <a:moveTo>
                    <a:pt x="4224" y="0"/>
                  </a:moveTo>
                  <a:cubicBezTo>
                    <a:pt x="2870" y="0"/>
                    <a:pt x="1489" y="72"/>
                    <a:pt x="192" y="255"/>
                  </a:cubicBezTo>
                  <a:lnTo>
                    <a:pt x="0" y="274"/>
                  </a:lnTo>
                  <a:cubicBezTo>
                    <a:pt x="8" y="325"/>
                    <a:pt x="42" y="348"/>
                    <a:pt x="80" y="348"/>
                  </a:cubicBezTo>
                  <a:cubicBezTo>
                    <a:pt x="92" y="348"/>
                    <a:pt x="104" y="345"/>
                    <a:pt x="115" y="341"/>
                  </a:cubicBezTo>
                  <a:cubicBezTo>
                    <a:pt x="125" y="389"/>
                    <a:pt x="163" y="427"/>
                    <a:pt x="202" y="427"/>
                  </a:cubicBezTo>
                  <a:cubicBezTo>
                    <a:pt x="905" y="490"/>
                    <a:pt x="1631" y="517"/>
                    <a:pt x="2361" y="517"/>
                  </a:cubicBezTo>
                  <a:cubicBezTo>
                    <a:pt x="3621" y="517"/>
                    <a:pt x="4897" y="437"/>
                    <a:pt x="6103" y="322"/>
                  </a:cubicBezTo>
                  <a:cubicBezTo>
                    <a:pt x="6170" y="312"/>
                    <a:pt x="6228" y="255"/>
                    <a:pt x="6237" y="188"/>
                  </a:cubicBezTo>
                  <a:lnTo>
                    <a:pt x="6237" y="149"/>
                  </a:lnTo>
                  <a:cubicBezTo>
                    <a:pt x="6218" y="82"/>
                    <a:pt x="6170" y="44"/>
                    <a:pt x="6103" y="44"/>
                  </a:cubicBezTo>
                  <a:cubicBezTo>
                    <a:pt x="5491" y="16"/>
                    <a:pt x="4861" y="0"/>
                    <a:pt x="4224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5"/>
            <p:cNvSpPr/>
            <p:nvPr/>
          </p:nvSpPr>
          <p:spPr>
            <a:xfrm rot="-1607049">
              <a:off x="7971480" y="1263214"/>
              <a:ext cx="68668" cy="10073"/>
            </a:xfrm>
            <a:custGeom>
              <a:rect b="b" l="l" r="r" t="t"/>
              <a:pathLst>
                <a:path extrusionOk="0" h="322" w="2195">
                  <a:moveTo>
                    <a:pt x="1405" y="1"/>
                  </a:moveTo>
                  <a:cubicBezTo>
                    <a:pt x="983" y="1"/>
                    <a:pt x="555" y="37"/>
                    <a:pt x="144" y="56"/>
                  </a:cubicBezTo>
                  <a:cubicBezTo>
                    <a:pt x="0" y="56"/>
                    <a:pt x="0" y="266"/>
                    <a:pt x="144" y="266"/>
                  </a:cubicBezTo>
                  <a:cubicBezTo>
                    <a:pt x="555" y="285"/>
                    <a:pt x="983" y="321"/>
                    <a:pt x="1405" y="321"/>
                  </a:cubicBezTo>
                  <a:cubicBezTo>
                    <a:pt x="1623" y="321"/>
                    <a:pt x="1839" y="312"/>
                    <a:pt x="2050" y="286"/>
                  </a:cubicBezTo>
                  <a:cubicBezTo>
                    <a:pt x="2194" y="276"/>
                    <a:pt x="2194" y="46"/>
                    <a:pt x="2050" y="36"/>
                  </a:cubicBezTo>
                  <a:cubicBezTo>
                    <a:pt x="1839" y="10"/>
                    <a:pt x="1623" y="1"/>
                    <a:pt x="1405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5"/>
            <p:cNvSpPr/>
            <p:nvPr/>
          </p:nvSpPr>
          <p:spPr>
            <a:xfrm rot="-1607049">
              <a:off x="8171338" y="1614185"/>
              <a:ext cx="51274" cy="45798"/>
            </a:xfrm>
            <a:custGeom>
              <a:rect b="b" l="l" r="r" t="t"/>
              <a:pathLst>
                <a:path extrusionOk="0" h="1464" w="1639">
                  <a:moveTo>
                    <a:pt x="854" y="284"/>
                  </a:moveTo>
                  <a:cubicBezTo>
                    <a:pt x="938" y="284"/>
                    <a:pt x="1022" y="311"/>
                    <a:pt x="1093" y="367"/>
                  </a:cubicBezTo>
                  <a:cubicBezTo>
                    <a:pt x="1284" y="549"/>
                    <a:pt x="1304" y="846"/>
                    <a:pt x="1141" y="1047"/>
                  </a:cubicBezTo>
                  <a:cubicBezTo>
                    <a:pt x="1041" y="1142"/>
                    <a:pt x="913" y="1190"/>
                    <a:pt x="784" y="1190"/>
                  </a:cubicBezTo>
                  <a:cubicBezTo>
                    <a:pt x="666" y="1190"/>
                    <a:pt x="548" y="1149"/>
                    <a:pt x="451" y="1067"/>
                  </a:cubicBezTo>
                  <a:cubicBezTo>
                    <a:pt x="317" y="913"/>
                    <a:pt x="269" y="693"/>
                    <a:pt x="336" y="501"/>
                  </a:cubicBezTo>
                  <a:lnTo>
                    <a:pt x="336" y="501"/>
                  </a:lnTo>
                  <a:cubicBezTo>
                    <a:pt x="358" y="520"/>
                    <a:pt x="385" y="529"/>
                    <a:pt x="412" y="529"/>
                  </a:cubicBezTo>
                  <a:cubicBezTo>
                    <a:pt x="453" y="529"/>
                    <a:pt x="495" y="508"/>
                    <a:pt x="518" y="473"/>
                  </a:cubicBezTo>
                  <a:cubicBezTo>
                    <a:pt x="594" y="350"/>
                    <a:pt x="723" y="284"/>
                    <a:pt x="854" y="284"/>
                  </a:cubicBezTo>
                  <a:close/>
                  <a:moveTo>
                    <a:pt x="830" y="0"/>
                  </a:moveTo>
                  <a:cubicBezTo>
                    <a:pt x="631" y="0"/>
                    <a:pt x="434" y="77"/>
                    <a:pt x="346" y="243"/>
                  </a:cubicBezTo>
                  <a:cubicBezTo>
                    <a:pt x="326" y="243"/>
                    <a:pt x="307" y="252"/>
                    <a:pt x="298" y="262"/>
                  </a:cubicBezTo>
                  <a:cubicBezTo>
                    <a:pt x="1" y="559"/>
                    <a:pt x="20" y="1047"/>
                    <a:pt x="346" y="1316"/>
                  </a:cubicBezTo>
                  <a:cubicBezTo>
                    <a:pt x="485" y="1415"/>
                    <a:pt x="645" y="1463"/>
                    <a:pt x="803" y="1463"/>
                  </a:cubicBezTo>
                  <a:cubicBezTo>
                    <a:pt x="1027" y="1463"/>
                    <a:pt x="1248" y="1367"/>
                    <a:pt x="1399" y="1182"/>
                  </a:cubicBezTo>
                  <a:cubicBezTo>
                    <a:pt x="1639" y="837"/>
                    <a:pt x="1562" y="367"/>
                    <a:pt x="1227" y="118"/>
                  </a:cubicBezTo>
                  <a:cubicBezTo>
                    <a:pt x="1122" y="41"/>
                    <a:pt x="975" y="0"/>
                    <a:pt x="830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6" name="Google Shape;1166;p25"/>
          <p:cNvGrpSpPr/>
          <p:nvPr/>
        </p:nvGrpSpPr>
        <p:grpSpPr>
          <a:xfrm>
            <a:off x="740799" y="1320491"/>
            <a:ext cx="2471701" cy="790659"/>
            <a:chOff x="740799" y="1320491"/>
            <a:chExt cx="2471701" cy="790659"/>
          </a:xfrm>
        </p:grpSpPr>
        <p:sp>
          <p:nvSpPr>
            <p:cNvPr id="1167" name="Google Shape;1167;p25"/>
            <p:cNvSpPr txBox="1"/>
            <p:nvPr/>
          </p:nvSpPr>
          <p:spPr>
            <a:xfrm>
              <a:off x="740799" y="1769475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Demographic</a:t>
              </a:r>
              <a:endParaRPr b="1" sz="15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68" name="Google Shape;1168;p25"/>
            <p:cNvSpPr txBox="1"/>
            <p:nvPr/>
          </p:nvSpPr>
          <p:spPr>
            <a:xfrm>
              <a:off x="1836100" y="1338950"/>
              <a:ext cx="1376400" cy="77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9" name="Google Shape;1169;p25"/>
            <p:cNvSpPr/>
            <p:nvPr/>
          </p:nvSpPr>
          <p:spPr>
            <a:xfrm rot="-1697457">
              <a:off x="910077" y="1373249"/>
              <a:ext cx="88789" cy="36620"/>
            </a:xfrm>
            <a:custGeom>
              <a:rect b="b" l="l" r="r" t="t"/>
              <a:pathLst>
                <a:path extrusionOk="0" h="1121" w="2718">
                  <a:moveTo>
                    <a:pt x="1176" y="1"/>
                  </a:moveTo>
                  <a:cubicBezTo>
                    <a:pt x="1115" y="1"/>
                    <a:pt x="1055" y="3"/>
                    <a:pt x="997" y="9"/>
                  </a:cubicBezTo>
                  <a:cubicBezTo>
                    <a:pt x="527" y="47"/>
                    <a:pt x="135" y="363"/>
                    <a:pt x="0" y="804"/>
                  </a:cubicBezTo>
                  <a:cubicBezTo>
                    <a:pt x="240" y="449"/>
                    <a:pt x="738" y="287"/>
                    <a:pt x="1160" y="267"/>
                  </a:cubicBezTo>
                  <a:cubicBezTo>
                    <a:pt x="1171" y="267"/>
                    <a:pt x="1182" y="267"/>
                    <a:pt x="1194" y="267"/>
                  </a:cubicBezTo>
                  <a:cubicBezTo>
                    <a:pt x="1751" y="267"/>
                    <a:pt x="2382" y="498"/>
                    <a:pt x="2635" y="1024"/>
                  </a:cubicBezTo>
                  <a:cubicBezTo>
                    <a:pt x="2654" y="1053"/>
                    <a:pt x="2664" y="1082"/>
                    <a:pt x="2673" y="1120"/>
                  </a:cubicBezTo>
                  <a:cubicBezTo>
                    <a:pt x="2717" y="361"/>
                    <a:pt x="1884" y="1"/>
                    <a:pt x="1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5"/>
            <p:cNvSpPr/>
            <p:nvPr/>
          </p:nvSpPr>
          <p:spPr>
            <a:xfrm rot="-1697457">
              <a:off x="922219" y="1389834"/>
              <a:ext cx="81700" cy="46354"/>
            </a:xfrm>
            <a:custGeom>
              <a:rect b="b" l="l" r="r" t="t"/>
              <a:pathLst>
                <a:path extrusionOk="0" h="1419" w="2501">
                  <a:moveTo>
                    <a:pt x="1198" y="1"/>
                  </a:moveTo>
                  <a:cubicBezTo>
                    <a:pt x="786" y="1"/>
                    <a:pt x="249" y="154"/>
                    <a:pt x="106" y="595"/>
                  </a:cubicBezTo>
                  <a:cubicBezTo>
                    <a:pt x="0" y="892"/>
                    <a:pt x="115" y="1208"/>
                    <a:pt x="383" y="1371"/>
                  </a:cubicBezTo>
                  <a:cubicBezTo>
                    <a:pt x="403" y="1256"/>
                    <a:pt x="431" y="1150"/>
                    <a:pt x="451" y="1045"/>
                  </a:cubicBezTo>
                  <a:cubicBezTo>
                    <a:pt x="460" y="997"/>
                    <a:pt x="489" y="949"/>
                    <a:pt x="537" y="940"/>
                  </a:cubicBezTo>
                  <a:cubicBezTo>
                    <a:pt x="702" y="662"/>
                    <a:pt x="1047" y="506"/>
                    <a:pt x="1380" y="506"/>
                  </a:cubicBezTo>
                  <a:cubicBezTo>
                    <a:pt x="1643" y="506"/>
                    <a:pt x="1898" y="604"/>
                    <a:pt x="2050" y="815"/>
                  </a:cubicBezTo>
                  <a:cubicBezTo>
                    <a:pt x="2060" y="825"/>
                    <a:pt x="2060" y="834"/>
                    <a:pt x="2070" y="853"/>
                  </a:cubicBezTo>
                  <a:cubicBezTo>
                    <a:pt x="2127" y="873"/>
                    <a:pt x="2165" y="921"/>
                    <a:pt x="2165" y="988"/>
                  </a:cubicBezTo>
                  <a:cubicBezTo>
                    <a:pt x="2175" y="1131"/>
                    <a:pt x="2194" y="1275"/>
                    <a:pt x="2204" y="1419"/>
                  </a:cubicBezTo>
                  <a:cubicBezTo>
                    <a:pt x="2501" y="1150"/>
                    <a:pt x="2462" y="710"/>
                    <a:pt x="2223" y="413"/>
                  </a:cubicBezTo>
                  <a:cubicBezTo>
                    <a:pt x="1974" y="125"/>
                    <a:pt x="1571" y="10"/>
                    <a:pt x="11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5"/>
            <p:cNvSpPr/>
            <p:nvPr/>
          </p:nvSpPr>
          <p:spPr>
            <a:xfrm rot="-1697457">
              <a:off x="949914" y="1549070"/>
              <a:ext cx="188717" cy="45472"/>
            </a:xfrm>
            <a:custGeom>
              <a:rect b="b" l="l" r="r" t="t"/>
              <a:pathLst>
                <a:path extrusionOk="0" h="1392" w="5777">
                  <a:moveTo>
                    <a:pt x="4020" y="1"/>
                  </a:moveTo>
                  <a:cubicBezTo>
                    <a:pt x="3638" y="1"/>
                    <a:pt x="3255" y="34"/>
                    <a:pt x="2922" y="38"/>
                  </a:cubicBezTo>
                  <a:cubicBezTo>
                    <a:pt x="2878" y="38"/>
                    <a:pt x="2833" y="38"/>
                    <a:pt x="2789" y="38"/>
                  </a:cubicBezTo>
                  <a:cubicBezTo>
                    <a:pt x="2618" y="38"/>
                    <a:pt x="2444" y="35"/>
                    <a:pt x="2269" y="35"/>
                  </a:cubicBezTo>
                  <a:cubicBezTo>
                    <a:pt x="1653" y="35"/>
                    <a:pt x="1028" y="73"/>
                    <a:pt x="527" y="411"/>
                  </a:cubicBezTo>
                  <a:cubicBezTo>
                    <a:pt x="517" y="430"/>
                    <a:pt x="508" y="430"/>
                    <a:pt x="498" y="440"/>
                  </a:cubicBezTo>
                  <a:cubicBezTo>
                    <a:pt x="0" y="794"/>
                    <a:pt x="1073" y="1072"/>
                    <a:pt x="1274" y="1120"/>
                  </a:cubicBezTo>
                  <a:cubicBezTo>
                    <a:pt x="1610" y="1180"/>
                    <a:pt x="1945" y="1217"/>
                    <a:pt x="2288" y="1217"/>
                  </a:cubicBezTo>
                  <a:cubicBezTo>
                    <a:pt x="2327" y="1217"/>
                    <a:pt x="2366" y="1217"/>
                    <a:pt x="2405" y="1216"/>
                  </a:cubicBezTo>
                  <a:lnTo>
                    <a:pt x="2405" y="679"/>
                  </a:lnTo>
                  <a:cubicBezTo>
                    <a:pt x="2405" y="620"/>
                    <a:pt x="2451" y="584"/>
                    <a:pt x="2498" y="584"/>
                  </a:cubicBezTo>
                  <a:cubicBezTo>
                    <a:pt x="2512" y="584"/>
                    <a:pt x="2526" y="587"/>
                    <a:pt x="2539" y="593"/>
                  </a:cubicBezTo>
                  <a:cubicBezTo>
                    <a:pt x="2539" y="584"/>
                    <a:pt x="2548" y="564"/>
                    <a:pt x="2558" y="555"/>
                  </a:cubicBezTo>
                  <a:cubicBezTo>
                    <a:pt x="2713" y="430"/>
                    <a:pt x="2898" y="369"/>
                    <a:pt x="3082" y="369"/>
                  </a:cubicBezTo>
                  <a:cubicBezTo>
                    <a:pt x="3307" y="369"/>
                    <a:pt x="3530" y="461"/>
                    <a:pt x="3688" y="641"/>
                  </a:cubicBezTo>
                  <a:cubicBezTo>
                    <a:pt x="3707" y="631"/>
                    <a:pt x="3726" y="626"/>
                    <a:pt x="3744" y="626"/>
                  </a:cubicBezTo>
                  <a:cubicBezTo>
                    <a:pt x="3814" y="626"/>
                    <a:pt x="3876" y="690"/>
                    <a:pt x="3861" y="766"/>
                  </a:cubicBezTo>
                  <a:cubicBezTo>
                    <a:pt x="3851" y="957"/>
                    <a:pt x="3832" y="1149"/>
                    <a:pt x="3813" y="1340"/>
                  </a:cubicBezTo>
                  <a:lnTo>
                    <a:pt x="3823" y="1340"/>
                  </a:lnTo>
                  <a:cubicBezTo>
                    <a:pt x="3975" y="1375"/>
                    <a:pt x="4128" y="1392"/>
                    <a:pt x="4280" y="1392"/>
                  </a:cubicBezTo>
                  <a:cubicBezTo>
                    <a:pt x="4843" y="1392"/>
                    <a:pt x="5385" y="1160"/>
                    <a:pt x="5777" y="737"/>
                  </a:cubicBezTo>
                  <a:cubicBezTo>
                    <a:pt x="5777" y="727"/>
                    <a:pt x="5767" y="727"/>
                    <a:pt x="5767" y="718"/>
                  </a:cubicBezTo>
                  <a:cubicBezTo>
                    <a:pt x="5403" y="112"/>
                    <a:pt x="4714" y="1"/>
                    <a:pt x="40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5"/>
            <p:cNvSpPr/>
            <p:nvPr/>
          </p:nvSpPr>
          <p:spPr>
            <a:xfrm rot="-1697457">
              <a:off x="945484" y="1508017"/>
              <a:ext cx="163074" cy="51549"/>
            </a:xfrm>
            <a:custGeom>
              <a:rect b="b" l="l" r="r" t="t"/>
              <a:pathLst>
                <a:path extrusionOk="0" h="1578" w="4992">
                  <a:moveTo>
                    <a:pt x="2809" y="1"/>
                  </a:moveTo>
                  <a:cubicBezTo>
                    <a:pt x="2543" y="1"/>
                    <a:pt x="2275" y="38"/>
                    <a:pt x="2021" y="103"/>
                  </a:cubicBezTo>
                  <a:cubicBezTo>
                    <a:pt x="1188" y="313"/>
                    <a:pt x="469" y="831"/>
                    <a:pt x="0" y="1540"/>
                  </a:cubicBezTo>
                  <a:cubicBezTo>
                    <a:pt x="19" y="1549"/>
                    <a:pt x="38" y="1559"/>
                    <a:pt x="48" y="1578"/>
                  </a:cubicBezTo>
                  <a:cubicBezTo>
                    <a:pt x="621" y="1118"/>
                    <a:pt x="1446" y="1100"/>
                    <a:pt x="2201" y="1100"/>
                  </a:cubicBezTo>
                  <a:cubicBezTo>
                    <a:pt x="2266" y="1100"/>
                    <a:pt x="2329" y="1100"/>
                    <a:pt x="2392" y="1100"/>
                  </a:cubicBezTo>
                  <a:cubicBezTo>
                    <a:pt x="2468" y="1100"/>
                    <a:pt x="2542" y="1100"/>
                    <a:pt x="2615" y="1099"/>
                  </a:cubicBezTo>
                  <a:cubicBezTo>
                    <a:pt x="2914" y="1095"/>
                    <a:pt x="3236" y="1076"/>
                    <a:pt x="3558" y="1076"/>
                  </a:cubicBezTo>
                  <a:cubicBezTo>
                    <a:pt x="4072" y="1076"/>
                    <a:pt x="4584" y="1125"/>
                    <a:pt x="4991" y="1367"/>
                  </a:cubicBezTo>
                  <a:cubicBezTo>
                    <a:pt x="4666" y="917"/>
                    <a:pt x="4311" y="476"/>
                    <a:pt x="3832" y="237"/>
                  </a:cubicBezTo>
                  <a:cubicBezTo>
                    <a:pt x="3803" y="237"/>
                    <a:pt x="3775" y="218"/>
                    <a:pt x="3756" y="189"/>
                  </a:cubicBezTo>
                  <a:cubicBezTo>
                    <a:pt x="3460" y="57"/>
                    <a:pt x="3135" y="1"/>
                    <a:pt x="2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5"/>
            <p:cNvSpPr/>
            <p:nvPr/>
          </p:nvSpPr>
          <p:spPr>
            <a:xfrm rot="-1697457">
              <a:off x="954782" y="1408130"/>
              <a:ext cx="71051" cy="108356"/>
            </a:xfrm>
            <a:custGeom>
              <a:rect b="b" l="l" r="r" t="t"/>
              <a:pathLst>
                <a:path extrusionOk="0" h="3317" w="2175">
                  <a:moveTo>
                    <a:pt x="1097" y="1"/>
                  </a:moveTo>
                  <a:cubicBezTo>
                    <a:pt x="1083" y="1"/>
                    <a:pt x="1069" y="1"/>
                    <a:pt x="1054" y="2"/>
                  </a:cubicBezTo>
                  <a:cubicBezTo>
                    <a:pt x="862" y="21"/>
                    <a:pt x="690" y="107"/>
                    <a:pt x="546" y="232"/>
                  </a:cubicBezTo>
                  <a:cubicBezTo>
                    <a:pt x="575" y="261"/>
                    <a:pt x="585" y="308"/>
                    <a:pt x="575" y="347"/>
                  </a:cubicBezTo>
                  <a:cubicBezTo>
                    <a:pt x="470" y="893"/>
                    <a:pt x="364" y="1448"/>
                    <a:pt x="269" y="1995"/>
                  </a:cubicBezTo>
                  <a:cubicBezTo>
                    <a:pt x="192" y="2435"/>
                    <a:pt x="163" y="2895"/>
                    <a:pt x="0" y="3317"/>
                  </a:cubicBezTo>
                  <a:cubicBezTo>
                    <a:pt x="269" y="3202"/>
                    <a:pt x="556" y="3115"/>
                    <a:pt x="843" y="3077"/>
                  </a:cubicBezTo>
                  <a:cubicBezTo>
                    <a:pt x="998" y="3047"/>
                    <a:pt x="1155" y="3032"/>
                    <a:pt x="1312" y="3032"/>
                  </a:cubicBezTo>
                  <a:cubicBezTo>
                    <a:pt x="1603" y="3032"/>
                    <a:pt x="1895" y="3083"/>
                    <a:pt x="2175" y="3183"/>
                  </a:cubicBezTo>
                  <a:cubicBezTo>
                    <a:pt x="1907" y="2368"/>
                    <a:pt x="1744" y="1525"/>
                    <a:pt x="1706" y="682"/>
                  </a:cubicBezTo>
                  <a:lnTo>
                    <a:pt x="1706" y="672"/>
                  </a:lnTo>
                  <a:cubicBezTo>
                    <a:pt x="1706" y="519"/>
                    <a:pt x="1696" y="366"/>
                    <a:pt x="1696" y="213"/>
                  </a:cubicBezTo>
                  <a:lnTo>
                    <a:pt x="1696" y="193"/>
                  </a:lnTo>
                  <a:cubicBezTo>
                    <a:pt x="1516" y="68"/>
                    <a:pt x="1312" y="1"/>
                    <a:pt x="10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5"/>
            <p:cNvSpPr/>
            <p:nvPr/>
          </p:nvSpPr>
          <p:spPr>
            <a:xfrm rot="-1697457">
              <a:off x="937969" y="1343970"/>
              <a:ext cx="203025" cy="412454"/>
            </a:xfrm>
            <a:custGeom>
              <a:rect b="b" l="l" r="r" t="t"/>
              <a:pathLst>
                <a:path extrusionOk="0" h="12626" w="6215">
                  <a:moveTo>
                    <a:pt x="2951" y="242"/>
                  </a:moveTo>
                  <a:cubicBezTo>
                    <a:pt x="3648" y="242"/>
                    <a:pt x="4467" y="610"/>
                    <a:pt x="4432" y="1354"/>
                  </a:cubicBezTo>
                  <a:lnTo>
                    <a:pt x="4432" y="1363"/>
                  </a:lnTo>
                  <a:cubicBezTo>
                    <a:pt x="4423" y="1325"/>
                    <a:pt x="4413" y="1296"/>
                    <a:pt x="4394" y="1267"/>
                  </a:cubicBezTo>
                  <a:cubicBezTo>
                    <a:pt x="4145" y="742"/>
                    <a:pt x="3533" y="509"/>
                    <a:pt x="2984" y="509"/>
                  </a:cubicBezTo>
                  <a:cubicBezTo>
                    <a:pt x="2962" y="509"/>
                    <a:pt x="2940" y="510"/>
                    <a:pt x="2919" y="510"/>
                  </a:cubicBezTo>
                  <a:cubicBezTo>
                    <a:pt x="2497" y="520"/>
                    <a:pt x="1999" y="692"/>
                    <a:pt x="1759" y="1047"/>
                  </a:cubicBezTo>
                  <a:cubicBezTo>
                    <a:pt x="1894" y="606"/>
                    <a:pt x="2286" y="290"/>
                    <a:pt x="2756" y="252"/>
                  </a:cubicBezTo>
                  <a:cubicBezTo>
                    <a:pt x="2819" y="245"/>
                    <a:pt x="2884" y="242"/>
                    <a:pt x="2951" y="242"/>
                  </a:cubicBezTo>
                  <a:close/>
                  <a:moveTo>
                    <a:pt x="2976" y="798"/>
                  </a:moveTo>
                  <a:cubicBezTo>
                    <a:pt x="3350" y="798"/>
                    <a:pt x="3762" y="922"/>
                    <a:pt x="4011" y="1210"/>
                  </a:cubicBezTo>
                  <a:cubicBezTo>
                    <a:pt x="4250" y="1497"/>
                    <a:pt x="4289" y="1947"/>
                    <a:pt x="3992" y="2206"/>
                  </a:cubicBezTo>
                  <a:cubicBezTo>
                    <a:pt x="3982" y="2062"/>
                    <a:pt x="3963" y="1919"/>
                    <a:pt x="3953" y="1775"/>
                  </a:cubicBezTo>
                  <a:cubicBezTo>
                    <a:pt x="3953" y="1708"/>
                    <a:pt x="3905" y="1660"/>
                    <a:pt x="3848" y="1641"/>
                  </a:cubicBezTo>
                  <a:cubicBezTo>
                    <a:pt x="3848" y="1622"/>
                    <a:pt x="3838" y="1612"/>
                    <a:pt x="3838" y="1603"/>
                  </a:cubicBezTo>
                  <a:cubicBezTo>
                    <a:pt x="3681" y="1394"/>
                    <a:pt x="3422" y="1297"/>
                    <a:pt x="3157" y="1297"/>
                  </a:cubicBezTo>
                  <a:cubicBezTo>
                    <a:pt x="2825" y="1297"/>
                    <a:pt x="2485" y="1450"/>
                    <a:pt x="2325" y="1727"/>
                  </a:cubicBezTo>
                  <a:cubicBezTo>
                    <a:pt x="2277" y="1737"/>
                    <a:pt x="2239" y="1785"/>
                    <a:pt x="2239" y="1833"/>
                  </a:cubicBezTo>
                  <a:cubicBezTo>
                    <a:pt x="2210" y="1938"/>
                    <a:pt x="2191" y="2043"/>
                    <a:pt x="2162" y="2158"/>
                  </a:cubicBezTo>
                  <a:cubicBezTo>
                    <a:pt x="1903" y="2005"/>
                    <a:pt x="1779" y="1679"/>
                    <a:pt x="1884" y="1382"/>
                  </a:cubicBezTo>
                  <a:cubicBezTo>
                    <a:pt x="2028" y="942"/>
                    <a:pt x="2574" y="798"/>
                    <a:pt x="2976" y="798"/>
                  </a:cubicBezTo>
                  <a:close/>
                  <a:moveTo>
                    <a:pt x="3048" y="1563"/>
                  </a:moveTo>
                  <a:cubicBezTo>
                    <a:pt x="3264" y="1563"/>
                    <a:pt x="3477" y="1630"/>
                    <a:pt x="3656" y="1756"/>
                  </a:cubicBezTo>
                  <a:lnTo>
                    <a:pt x="3656" y="1775"/>
                  </a:lnTo>
                  <a:cubicBezTo>
                    <a:pt x="3656" y="1928"/>
                    <a:pt x="3656" y="2082"/>
                    <a:pt x="3666" y="2235"/>
                  </a:cubicBezTo>
                  <a:lnTo>
                    <a:pt x="3666" y="2244"/>
                  </a:lnTo>
                  <a:cubicBezTo>
                    <a:pt x="3714" y="3097"/>
                    <a:pt x="3867" y="3940"/>
                    <a:pt x="4135" y="4745"/>
                  </a:cubicBezTo>
                  <a:lnTo>
                    <a:pt x="4145" y="4755"/>
                  </a:lnTo>
                  <a:cubicBezTo>
                    <a:pt x="3858" y="4652"/>
                    <a:pt x="3557" y="4601"/>
                    <a:pt x="3256" y="4601"/>
                  </a:cubicBezTo>
                  <a:cubicBezTo>
                    <a:pt x="3105" y="4601"/>
                    <a:pt x="2954" y="4614"/>
                    <a:pt x="2804" y="4640"/>
                  </a:cubicBezTo>
                  <a:cubicBezTo>
                    <a:pt x="2516" y="4687"/>
                    <a:pt x="2229" y="4764"/>
                    <a:pt x="1961" y="4879"/>
                  </a:cubicBezTo>
                  <a:cubicBezTo>
                    <a:pt x="2114" y="4467"/>
                    <a:pt x="2152" y="3998"/>
                    <a:pt x="2229" y="3557"/>
                  </a:cubicBezTo>
                  <a:cubicBezTo>
                    <a:pt x="2325" y="3011"/>
                    <a:pt x="2430" y="2465"/>
                    <a:pt x="2535" y="1909"/>
                  </a:cubicBezTo>
                  <a:cubicBezTo>
                    <a:pt x="2535" y="1871"/>
                    <a:pt x="2526" y="1823"/>
                    <a:pt x="2507" y="1794"/>
                  </a:cubicBezTo>
                  <a:cubicBezTo>
                    <a:pt x="2641" y="1670"/>
                    <a:pt x="2823" y="1583"/>
                    <a:pt x="3005" y="1564"/>
                  </a:cubicBezTo>
                  <a:cubicBezTo>
                    <a:pt x="3019" y="1564"/>
                    <a:pt x="3034" y="1563"/>
                    <a:pt x="3048" y="1563"/>
                  </a:cubicBezTo>
                  <a:close/>
                  <a:moveTo>
                    <a:pt x="3323" y="4911"/>
                  </a:moveTo>
                  <a:cubicBezTo>
                    <a:pt x="3649" y="4911"/>
                    <a:pt x="3974" y="4967"/>
                    <a:pt x="4270" y="5099"/>
                  </a:cubicBezTo>
                  <a:cubicBezTo>
                    <a:pt x="4289" y="5119"/>
                    <a:pt x="4317" y="5138"/>
                    <a:pt x="4346" y="5138"/>
                  </a:cubicBezTo>
                  <a:cubicBezTo>
                    <a:pt x="4822" y="5376"/>
                    <a:pt x="5184" y="5812"/>
                    <a:pt x="5499" y="6259"/>
                  </a:cubicBezTo>
                  <a:lnTo>
                    <a:pt x="5499" y="6259"/>
                  </a:lnTo>
                  <a:cubicBezTo>
                    <a:pt x="5098" y="6030"/>
                    <a:pt x="4603" y="5979"/>
                    <a:pt x="4105" y="5979"/>
                  </a:cubicBezTo>
                  <a:cubicBezTo>
                    <a:pt x="3772" y="5979"/>
                    <a:pt x="3438" y="6002"/>
                    <a:pt x="3129" y="6010"/>
                  </a:cubicBezTo>
                  <a:cubicBezTo>
                    <a:pt x="3072" y="6010"/>
                    <a:pt x="3013" y="6010"/>
                    <a:pt x="2954" y="6010"/>
                  </a:cubicBezTo>
                  <a:cubicBezTo>
                    <a:pt x="2845" y="6010"/>
                    <a:pt x="2734" y="6010"/>
                    <a:pt x="2622" y="6010"/>
                  </a:cubicBezTo>
                  <a:cubicBezTo>
                    <a:pt x="1892" y="6010"/>
                    <a:pt x="1111" y="6040"/>
                    <a:pt x="562" y="6489"/>
                  </a:cubicBezTo>
                  <a:cubicBezTo>
                    <a:pt x="552" y="6469"/>
                    <a:pt x="533" y="6460"/>
                    <a:pt x="514" y="6450"/>
                  </a:cubicBezTo>
                  <a:cubicBezTo>
                    <a:pt x="983" y="5741"/>
                    <a:pt x="1702" y="5224"/>
                    <a:pt x="2535" y="5013"/>
                  </a:cubicBezTo>
                  <a:cubicBezTo>
                    <a:pt x="2789" y="4949"/>
                    <a:pt x="3057" y="4911"/>
                    <a:pt x="3323" y="4911"/>
                  </a:cubicBezTo>
                  <a:close/>
                  <a:moveTo>
                    <a:pt x="4076" y="6267"/>
                  </a:moveTo>
                  <a:cubicBezTo>
                    <a:pt x="4762" y="6267"/>
                    <a:pt x="5441" y="6380"/>
                    <a:pt x="5802" y="6987"/>
                  </a:cubicBezTo>
                  <a:cubicBezTo>
                    <a:pt x="5802" y="6996"/>
                    <a:pt x="5812" y="7006"/>
                    <a:pt x="5812" y="7006"/>
                  </a:cubicBezTo>
                  <a:cubicBezTo>
                    <a:pt x="5420" y="7429"/>
                    <a:pt x="4878" y="7661"/>
                    <a:pt x="4315" y="7661"/>
                  </a:cubicBezTo>
                  <a:cubicBezTo>
                    <a:pt x="4163" y="7661"/>
                    <a:pt x="4010" y="7644"/>
                    <a:pt x="3858" y="7609"/>
                  </a:cubicBezTo>
                  <a:cubicBezTo>
                    <a:pt x="3867" y="7418"/>
                    <a:pt x="3886" y="7226"/>
                    <a:pt x="3896" y="7035"/>
                  </a:cubicBezTo>
                  <a:cubicBezTo>
                    <a:pt x="3911" y="6959"/>
                    <a:pt x="3855" y="6895"/>
                    <a:pt x="3788" y="6895"/>
                  </a:cubicBezTo>
                  <a:cubicBezTo>
                    <a:pt x="3770" y="6895"/>
                    <a:pt x="3751" y="6900"/>
                    <a:pt x="3733" y="6910"/>
                  </a:cubicBezTo>
                  <a:cubicBezTo>
                    <a:pt x="3569" y="6730"/>
                    <a:pt x="3344" y="6638"/>
                    <a:pt x="3119" y="6638"/>
                  </a:cubicBezTo>
                  <a:cubicBezTo>
                    <a:pt x="2936" y="6638"/>
                    <a:pt x="2753" y="6699"/>
                    <a:pt x="2603" y="6824"/>
                  </a:cubicBezTo>
                  <a:cubicBezTo>
                    <a:pt x="2593" y="6833"/>
                    <a:pt x="2583" y="6853"/>
                    <a:pt x="2574" y="6862"/>
                  </a:cubicBezTo>
                  <a:cubicBezTo>
                    <a:pt x="2561" y="6856"/>
                    <a:pt x="2547" y="6853"/>
                    <a:pt x="2533" y="6853"/>
                  </a:cubicBezTo>
                  <a:cubicBezTo>
                    <a:pt x="2486" y="6853"/>
                    <a:pt x="2440" y="6889"/>
                    <a:pt x="2440" y="6948"/>
                  </a:cubicBezTo>
                  <a:lnTo>
                    <a:pt x="2440" y="7475"/>
                  </a:lnTo>
                  <a:cubicBezTo>
                    <a:pt x="2393" y="7477"/>
                    <a:pt x="2346" y="7477"/>
                    <a:pt x="2299" y="7477"/>
                  </a:cubicBezTo>
                  <a:cubicBezTo>
                    <a:pt x="1971" y="7477"/>
                    <a:pt x="1637" y="7448"/>
                    <a:pt x="1319" y="7389"/>
                  </a:cubicBezTo>
                  <a:cubicBezTo>
                    <a:pt x="1108" y="7341"/>
                    <a:pt x="35" y="7063"/>
                    <a:pt x="533" y="6709"/>
                  </a:cubicBezTo>
                  <a:cubicBezTo>
                    <a:pt x="543" y="6699"/>
                    <a:pt x="552" y="6690"/>
                    <a:pt x="562" y="6680"/>
                  </a:cubicBezTo>
                  <a:cubicBezTo>
                    <a:pt x="1064" y="6346"/>
                    <a:pt x="1682" y="6300"/>
                    <a:pt x="2291" y="6300"/>
                  </a:cubicBezTo>
                  <a:cubicBezTo>
                    <a:pt x="2520" y="6300"/>
                    <a:pt x="2747" y="6307"/>
                    <a:pt x="2967" y="6307"/>
                  </a:cubicBezTo>
                  <a:cubicBezTo>
                    <a:pt x="3301" y="6303"/>
                    <a:pt x="3690" y="6267"/>
                    <a:pt x="4076" y="6267"/>
                  </a:cubicBezTo>
                  <a:close/>
                  <a:moveTo>
                    <a:pt x="3046" y="6866"/>
                  </a:moveTo>
                  <a:cubicBezTo>
                    <a:pt x="3241" y="6866"/>
                    <a:pt x="3433" y="6947"/>
                    <a:pt x="3570" y="7102"/>
                  </a:cubicBezTo>
                  <a:cubicBezTo>
                    <a:pt x="3580" y="7111"/>
                    <a:pt x="3589" y="7121"/>
                    <a:pt x="3599" y="7121"/>
                  </a:cubicBezTo>
                  <a:cubicBezTo>
                    <a:pt x="3446" y="8625"/>
                    <a:pt x="3513" y="10330"/>
                    <a:pt x="3129" y="11815"/>
                  </a:cubicBezTo>
                  <a:cubicBezTo>
                    <a:pt x="2909" y="10206"/>
                    <a:pt x="2785" y="8587"/>
                    <a:pt x="2631" y="6958"/>
                  </a:cubicBezTo>
                  <a:lnTo>
                    <a:pt x="2631" y="6958"/>
                  </a:lnTo>
                  <a:cubicBezTo>
                    <a:pt x="2641" y="6963"/>
                    <a:pt x="2653" y="6965"/>
                    <a:pt x="2665" y="6965"/>
                  </a:cubicBezTo>
                  <a:cubicBezTo>
                    <a:pt x="2677" y="6965"/>
                    <a:pt x="2689" y="6963"/>
                    <a:pt x="2698" y="6958"/>
                  </a:cubicBezTo>
                  <a:cubicBezTo>
                    <a:pt x="2807" y="6896"/>
                    <a:pt x="2927" y="6866"/>
                    <a:pt x="3046" y="6866"/>
                  </a:cubicBezTo>
                  <a:close/>
                  <a:moveTo>
                    <a:pt x="2923" y="1"/>
                  </a:moveTo>
                  <a:cubicBezTo>
                    <a:pt x="2850" y="1"/>
                    <a:pt x="2778" y="5"/>
                    <a:pt x="2708" y="12"/>
                  </a:cubicBezTo>
                  <a:cubicBezTo>
                    <a:pt x="1874" y="108"/>
                    <a:pt x="1348" y="874"/>
                    <a:pt x="1606" y="1603"/>
                  </a:cubicBezTo>
                  <a:cubicBezTo>
                    <a:pt x="1597" y="1938"/>
                    <a:pt x="1807" y="2235"/>
                    <a:pt x="2133" y="2350"/>
                  </a:cubicBezTo>
                  <a:cubicBezTo>
                    <a:pt x="1951" y="3183"/>
                    <a:pt x="1740" y="4151"/>
                    <a:pt x="1855" y="4937"/>
                  </a:cubicBezTo>
                  <a:cubicBezTo>
                    <a:pt x="1003" y="5320"/>
                    <a:pt x="342" y="6038"/>
                    <a:pt x="25" y="6920"/>
                  </a:cubicBezTo>
                  <a:cubicBezTo>
                    <a:pt x="1" y="6986"/>
                    <a:pt x="62" y="7038"/>
                    <a:pt x="117" y="7038"/>
                  </a:cubicBezTo>
                  <a:cubicBezTo>
                    <a:pt x="125" y="7038"/>
                    <a:pt x="133" y="7037"/>
                    <a:pt x="140" y="7035"/>
                  </a:cubicBezTo>
                  <a:cubicBezTo>
                    <a:pt x="188" y="7178"/>
                    <a:pt x="284" y="7312"/>
                    <a:pt x="409" y="7399"/>
                  </a:cubicBezTo>
                  <a:cubicBezTo>
                    <a:pt x="760" y="7643"/>
                    <a:pt x="1250" y="7736"/>
                    <a:pt x="1724" y="7736"/>
                  </a:cubicBezTo>
                  <a:cubicBezTo>
                    <a:pt x="1975" y="7736"/>
                    <a:pt x="2221" y="7710"/>
                    <a:pt x="2440" y="7667"/>
                  </a:cubicBezTo>
                  <a:cubicBezTo>
                    <a:pt x="2478" y="9296"/>
                    <a:pt x="2689" y="10924"/>
                    <a:pt x="2928" y="12524"/>
                  </a:cubicBezTo>
                  <a:cubicBezTo>
                    <a:pt x="2942" y="12595"/>
                    <a:pt x="2994" y="12625"/>
                    <a:pt x="3052" y="12625"/>
                  </a:cubicBezTo>
                  <a:cubicBezTo>
                    <a:pt x="3118" y="12625"/>
                    <a:pt x="3190" y="12586"/>
                    <a:pt x="3216" y="12524"/>
                  </a:cubicBezTo>
                  <a:cubicBezTo>
                    <a:pt x="3494" y="11758"/>
                    <a:pt x="3541" y="10953"/>
                    <a:pt x="3618" y="10139"/>
                  </a:cubicBezTo>
                  <a:cubicBezTo>
                    <a:pt x="3685" y="9363"/>
                    <a:pt x="3771" y="8596"/>
                    <a:pt x="3838" y="7820"/>
                  </a:cubicBezTo>
                  <a:cubicBezTo>
                    <a:pt x="4053" y="7895"/>
                    <a:pt x="4274" y="7931"/>
                    <a:pt x="4493" y="7931"/>
                  </a:cubicBezTo>
                  <a:cubicBezTo>
                    <a:pt x="5145" y="7931"/>
                    <a:pt x="5779" y="7613"/>
                    <a:pt x="6166" y="7054"/>
                  </a:cubicBezTo>
                  <a:cubicBezTo>
                    <a:pt x="6214" y="6958"/>
                    <a:pt x="6157" y="6843"/>
                    <a:pt x="6051" y="6833"/>
                  </a:cubicBezTo>
                  <a:cubicBezTo>
                    <a:pt x="6042" y="6805"/>
                    <a:pt x="6023" y="6795"/>
                    <a:pt x="6023" y="6766"/>
                  </a:cubicBezTo>
                  <a:cubicBezTo>
                    <a:pt x="6109" y="6738"/>
                    <a:pt x="6138" y="6642"/>
                    <a:pt x="6090" y="6565"/>
                  </a:cubicBezTo>
                  <a:cubicBezTo>
                    <a:pt x="5582" y="5837"/>
                    <a:pt x="5074" y="5205"/>
                    <a:pt x="4413" y="4869"/>
                  </a:cubicBezTo>
                  <a:cubicBezTo>
                    <a:pt x="4241" y="4103"/>
                    <a:pt x="4116" y="3327"/>
                    <a:pt x="4030" y="2541"/>
                  </a:cubicBezTo>
                  <a:cubicBezTo>
                    <a:pt x="4040" y="2541"/>
                    <a:pt x="4059" y="2532"/>
                    <a:pt x="4078" y="2522"/>
                  </a:cubicBezTo>
                  <a:cubicBezTo>
                    <a:pt x="4327" y="2359"/>
                    <a:pt x="4480" y="2082"/>
                    <a:pt x="4499" y="1785"/>
                  </a:cubicBezTo>
                  <a:cubicBezTo>
                    <a:pt x="4505" y="1786"/>
                    <a:pt x="4511" y="1786"/>
                    <a:pt x="4517" y="1786"/>
                  </a:cubicBezTo>
                  <a:cubicBezTo>
                    <a:pt x="4567" y="1786"/>
                    <a:pt x="4607" y="1751"/>
                    <a:pt x="4624" y="1708"/>
                  </a:cubicBezTo>
                  <a:cubicBezTo>
                    <a:pt x="5006" y="616"/>
                    <a:pt x="3856" y="1"/>
                    <a:pt x="2923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5"/>
          <p:cNvGrpSpPr/>
          <p:nvPr/>
        </p:nvGrpSpPr>
        <p:grpSpPr>
          <a:xfrm>
            <a:off x="740799" y="3709665"/>
            <a:ext cx="2471701" cy="806010"/>
            <a:chOff x="740799" y="3709665"/>
            <a:chExt cx="2471701" cy="806010"/>
          </a:xfrm>
        </p:grpSpPr>
        <p:sp>
          <p:nvSpPr>
            <p:cNvPr id="1176" name="Google Shape;1176;p25"/>
            <p:cNvSpPr txBox="1"/>
            <p:nvPr/>
          </p:nvSpPr>
          <p:spPr>
            <a:xfrm>
              <a:off x="740799" y="4157125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Content</a:t>
              </a:r>
              <a:endParaRPr b="1" sz="15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77" name="Google Shape;1177;p25"/>
            <p:cNvSpPr txBox="1"/>
            <p:nvPr/>
          </p:nvSpPr>
          <p:spPr>
            <a:xfrm>
              <a:off x="1836100" y="3743475"/>
              <a:ext cx="1376400" cy="77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the farthest planet from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8" name="Google Shape;1178;p25"/>
            <p:cNvSpPr/>
            <p:nvPr/>
          </p:nvSpPr>
          <p:spPr>
            <a:xfrm rot="-1954721">
              <a:off x="996753" y="3764130"/>
              <a:ext cx="27806" cy="356037"/>
            </a:xfrm>
            <a:custGeom>
              <a:rect b="b" l="l" r="r" t="t"/>
              <a:pathLst>
                <a:path extrusionOk="0" h="11420" w="892">
                  <a:moveTo>
                    <a:pt x="153" y="0"/>
                  </a:moveTo>
                  <a:cubicBezTo>
                    <a:pt x="144" y="1983"/>
                    <a:pt x="125" y="3966"/>
                    <a:pt x="106" y="5950"/>
                  </a:cubicBezTo>
                  <a:cubicBezTo>
                    <a:pt x="86" y="7732"/>
                    <a:pt x="268" y="9657"/>
                    <a:pt x="0" y="11420"/>
                  </a:cubicBezTo>
                  <a:cubicBezTo>
                    <a:pt x="259" y="11324"/>
                    <a:pt x="518" y="11267"/>
                    <a:pt x="786" y="11238"/>
                  </a:cubicBezTo>
                  <a:cubicBezTo>
                    <a:pt x="786" y="11228"/>
                    <a:pt x="786" y="11219"/>
                    <a:pt x="786" y="11209"/>
                  </a:cubicBezTo>
                  <a:cubicBezTo>
                    <a:pt x="747" y="7511"/>
                    <a:pt x="891" y="3852"/>
                    <a:pt x="661" y="154"/>
                  </a:cubicBezTo>
                  <a:cubicBezTo>
                    <a:pt x="661" y="125"/>
                    <a:pt x="671" y="86"/>
                    <a:pt x="690" y="67"/>
                  </a:cubicBezTo>
                  <a:cubicBezTo>
                    <a:pt x="518" y="48"/>
                    <a:pt x="326" y="29"/>
                    <a:pt x="1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5"/>
            <p:cNvSpPr/>
            <p:nvPr/>
          </p:nvSpPr>
          <p:spPr>
            <a:xfrm rot="-1954721">
              <a:off x="1033345" y="3737129"/>
              <a:ext cx="31983" cy="358126"/>
            </a:xfrm>
            <a:custGeom>
              <a:rect b="b" l="l" r="r" t="t"/>
              <a:pathLst>
                <a:path extrusionOk="0" h="11487" w="1026">
                  <a:moveTo>
                    <a:pt x="796" y="0"/>
                  </a:moveTo>
                  <a:cubicBezTo>
                    <a:pt x="575" y="58"/>
                    <a:pt x="346" y="106"/>
                    <a:pt x="106" y="125"/>
                  </a:cubicBezTo>
                  <a:cubicBezTo>
                    <a:pt x="326" y="3794"/>
                    <a:pt x="480" y="7626"/>
                    <a:pt x="10" y="11276"/>
                  </a:cubicBezTo>
                  <a:cubicBezTo>
                    <a:pt x="10" y="11286"/>
                    <a:pt x="10" y="11295"/>
                    <a:pt x="1" y="11305"/>
                  </a:cubicBezTo>
                  <a:cubicBezTo>
                    <a:pt x="307" y="11324"/>
                    <a:pt x="614" y="11391"/>
                    <a:pt x="901" y="11487"/>
                  </a:cubicBezTo>
                  <a:cubicBezTo>
                    <a:pt x="911" y="9600"/>
                    <a:pt x="1026" y="7722"/>
                    <a:pt x="1016" y="5835"/>
                  </a:cubicBezTo>
                  <a:cubicBezTo>
                    <a:pt x="1007" y="3890"/>
                    <a:pt x="825" y="1955"/>
                    <a:pt x="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5"/>
            <p:cNvSpPr/>
            <p:nvPr/>
          </p:nvSpPr>
          <p:spPr>
            <a:xfrm rot="-1954721">
              <a:off x="981869" y="3766171"/>
              <a:ext cx="23909" cy="365327"/>
            </a:xfrm>
            <a:custGeom>
              <a:rect b="b" l="l" r="r" t="t"/>
              <a:pathLst>
                <a:path extrusionOk="0" h="11718" w="767">
                  <a:moveTo>
                    <a:pt x="566" y="1"/>
                  </a:moveTo>
                  <a:lnTo>
                    <a:pt x="364" y="29"/>
                  </a:lnTo>
                  <a:lnTo>
                    <a:pt x="364" y="77"/>
                  </a:lnTo>
                  <a:cubicBezTo>
                    <a:pt x="317" y="106"/>
                    <a:pt x="288" y="163"/>
                    <a:pt x="288" y="221"/>
                  </a:cubicBezTo>
                  <a:cubicBezTo>
                    <a:pt x="269" y="2223"/>
                    <a:pt x="240" y="4216"/>
                    <a:pt x="221" y="6209"/>
                  </a:cubicBezTo>
                  <a:cubicBezTo>
                    <a:pt x="211" y="8000"/>
                    <a:pt x="0" y="9935"/>
                    <a:pt x="240" y="11717"/>
                  </a:cubicBezTo>
                  <a:lnTo>
                    <a:pt x="499" y="11679"/>
                  </a:lnTo>
                  <a:cubicBezTo>
                    <a:pt x="767" y="9916"/>
                    <a:pt x="594" y="7991"/>
                    <a:pt x="604" y="6209"/>
                  </a:cubicBezTo>
                  <a:cubicBezTo>
                    <a:pt x="623" y="4225"/>
                    <a:pt x="642" y="2242"/>
                    <a:pt x="661" y="259"/>
                  </a:cubicBezTo>
                  <a:lnTo>
                    <a:pt x="661" y="10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5"/>
            <p:cNvSpPr/>
            <p:nvPr/>
          </p:nvSpPr>
          <p:spPr>
            <a:xfrm rot="-1954721">
              <a:off x="990585" y="3697968"/>
              <a:ext cx="100874" cy="494024"/>
            </a:xfrm>
            <a:custGeom>
              <a:rect b="b" l="l" r="r" t="t"/>
              <a:pathLst>
                <a:path extrusionOk="0" h="15846" w="3236">
                  <a:moveTo>
                    <a:pt x="1588" y="8405"/>
                  </a:moveTo>
                  <a:cubicBezTo>
                    <a:pt x="1598" y="8510"/>
                    <a:pt x="1607" y="8615"/>
                    <a:pt x="1617" y="8711"/>
                  </a:cubicBezTo>
                  <a:cubicBezTo>
                    <a:pt x="1617" y="9085"/>
                    <a:pt x="1607" y="9468"/>
                    <a:pt x="1607" y="9842"/>
                  </a:cubicBezTo>
                  <a:cubicBezTo>
                    <a:pt x="1598" y="9861"/>
                    <a:pt x="1588" y="9880"/>
                    <a:pt x="1579" y="9899"/>
                  </a:cubicBezTo>
                  <a:cubicBezTo>
                    <a:pt x="1579" y="9928"/>
                    <a:pt x="1569" y="9957"/>
                    <a:pt x="1559" y="9985"/>
                  </a:cubicBezTo>
                  <a:cubicBezTo>
                    <a:pt x="1579" y="9468"/>
                    <a:pt x="1588" y="8941"/>
                    <a:pt x="1588" y="8405"/>
                  </a:cubicBezTo>
                  <a:close/>
                  <a:moveTo>
                    <a:pt x="2613" y="1555"/>
                  </a:moveTo>
                  <a:cubicBezTo>
                    <a:pt x="2642" y="3500"/>
                    <a:pt x="2834" y="5435"/>
                    <a:pt x="2843" y="7380"/>
                  </a:cubicBezTo>
                  <a:cubicBezTo>
                    <a:pt x="2853" y="9267"/>
                    <a:pt x="2738" y="11145"/>
                    <a:pt x="2719" y="13032"/>
                  </a:cubicBezTo>
                  <a:cubicBezTo>
                    <a:pt x="2431" y="12936"/>
                    <a:pt x="2125" y="12879"/>
                    <a:pt x="1818" y="12850"/>
                  </a:cubicBezTo>
                  <a:cubicBezTo>
                    <a:pt x="1828" y="12840"/>
                    <a:pt x="1828" y="12831"/>
                    <a:pt x="1828" y="12821"/>
                  </a:cubicBezTo>
                  <a:cubicBezTo>
                    <a:pt x="2297" y="9171"/>
                    <a:pt x="2144" y="5339"/>
                    <a:pt x="1923" y="1670"/>
                  </a:cubicBezTo>
                  <a:cubicBezTo>
                    <a:pt x="2163" y="1651"/>
                    <a:pt x="2393" y="1612"/>
                    <a:pt x="2613" y="1555"/>
                  </a:cubicBezTo>
                  <a:close/>
                  <a:moveTo>
                    <a:pt x="1465" y="13148"/>
                  </a:moveTo>
                  <a:cubicBezTo>
                    <a:pt x="1863" y="13148"/>
                    <a:pt x="2260" y="13208"/>
                    <a:pt x="2642" y="13329"/>
                  </a:cubicBezTo>
                  <a:cubicBezTo>
                    <a:pt x="2498" y="13655"/>
                    <a:pt x="2355" y="13961"/>
                    <a:pt x="2192" y="14277"/>
                  </a:cubicBezTo>
                  <a:cubicBezTo>
                    <a:pt x="2201" y="14210"/>
                    <a:pt x="2163" y="14153"/>
                    <a:pt x="2105" y="14134"/>
                  </a:cubicBezTo>
                  <a:cubicBezTo>
                    <a:pt x="1912" y="14058"/>
                    <a:pt x="1707" y="14020"/>
                    <a:pt x="1503" y="14020"/>
                  </a:cubicBezTo>
                  <a:cubicBezTo>
                    <a:pt x="1293" y="14020"/>
                    <a:pt x="1083" y="14061"/>
                    <a:pt x="889" y="14143"/>
                  </a:cubicBezTo>
                  <a:cubicBezTo>
                    <a:pt x="707" y="13865"/>
                    <a:pt x="515" y="13588"/>
                    <a:pt x="304" y="13319"/>
                  </a:cubicBezTo>
                  <a:cubicBezTo>
                    <a:pt x="684" y="13206"/>
                    <a:pt x="1075" y="13148"/>
                    <a:pt x="1465" y="13148"/>
                  </a:cubicBezTo>
                  <a:close/>
                  <a:moveTo>
                    <a:pt x="1579" y="15140"/>
                  </a:moveTo>
                  <a:cubicBezTo>
                    <a:pt x="1588" y="15149"/>
                    <a:pt x="1588" y="15149"/>
                    <a:pt x="1598" y="15159"/>
                  </a:cubicBezTo>
                  <a:cubicBezTo>
                    <a:pt x="1588" y="15216"/>
                    <a:pt x="1579" y="15274"/>
                    <a:pt x="1579" y="15331"/>
                  </a:cubicBezTo>
                  <a:cubicBezTo>
                    <a:pt x="1559" y="15283"/>
                    <a:pt x="1531" y="15235"/>
                    <a:pt x="1502" y="15178"/>
                  </a:cubicBezTo>
                  <a:cubicBezTo>
                    <a:pt x="1511" y="15178"/>
                    <a:pt x="1521" y="15168"/>
                    <a:pt x="1531" y="15159"/>
                  </a:cubicBezTo>
                  <a:cubicBezTo>
                    <a:pt x="1550" y="15159"/>
                    <a:pt x="1569" y="15149"/>
                    <a:pt x="1579" y="15140"/>
                  </a:cubicBezTo>
                  <a:close/>
                  <a:moveTo>
                    <a:pt x="1519" y="0"/>
                  </a:moveTo>
                  <a:cubicBezTo>
                    <a:pt x="1463" y="0"/>
                    <a:pt x="1406" y="4"/>
                    <a:pt x="1349" y="12"/>
                  </a:cubicBezTo>
                  <a:cubicBezTo>
                    <a:pt x="688" y="127"/>
                    <a:pt x="209" y="721"/>
                    <a:pt x="256" y="1392"/>
                  </a:cubicBezTo>
                  <a:lnTo>
                    <a:pt x="458" y="1373"/>
                  </a:lnTo>
                  <a:cubicBezTo>
                    <a:pt x="515" y="875"/>
                    <a:pt x="841" y="386"/>
                    <a:pt x="1377" y="309"/>
                  </a:cubicBezTo>
                  <a:cubicBezTo>
                    <a:pt x="1420" y="304"/>
                    <a:pt x="1463" y="301"/>
                    <a:pt x="1505" y="301"/>
                  </a:cubicBezTo>
                  <a:cubicBezTo>
                    <a:pt x="2033" y="301"/>
                    <a:pt x="2466" y="733"/>
                    <a:pt x="2537" y="1248"/>
                  </a:cubicBezTo>
                  <a:cubicBezTo>
                    <a:pt x="2249" y="1286"/>
                    <a:pt x="1962" y="1344"/>
                    <a:pt x="1674" y="1363"/>
                  </a:cubicBezTo>
                  <a:cubicBezTo>
                    <a:pt x="1488" y="1373"/>
                    <a:pt x="1301" y="1375"/>
                    <a:pt x="1114" y="1375"/>
                  </a:cubicBezTo>
                  <a:cubicBezTo>
                    <a:pt x="927" y="1375"/>
                    <a:pt x="740" y="1373"/>
                    <a:pt x="553" y="1373"/>
                  </a:cubicBezTo>
                  <a:lnTo>
                    <a:pt x="553" y="1622"/>
                  </a:lnTo>
                  <a:cubicBezTo>
                    <a:pt x="735" y="1651"/>
                    <a:pt x="908" y="1670"/>
                    <a:pt x="1090" y="1689"/>
                  </a:cubicBezTo>
                  <a:cubicBezTo>
                    <a:pt x="1071" y="1708"/>
                    <a:pt x="1061" y="1746"/>
                    <a:pt x="1061" y="1775"/>
                  </a:cubicBezTo>
                  <a:cubicBezTo>
                    <a:pt x="1291" y="5473"/>
                    <a:pt x="1147" y="9133"/>
                    <a:pt x="1186" y="12831"/>
                  </a:cubicBezTo>
                  <a:cubicBezTo>
                    <a:pt x="1186" y="12840"/>
                    <a:pt x="1186" y="12850"/>
                    <a:pt x="1195" y="12869"/>
                  </a:cubicBezTo>
                  <a:cubicBezTo>
                    <a:pt x="918" y="12888"/>
                    <a:pt x="659" y="12955"/>
                    <a:pt x="400" y="13042"/>
                  </a:cubicBezTo>
                  <a:lnTo>
                    <a:pt x="132" y="13080"/>
                  </a:lnTo>
                  <a:cubicBezTo>
                    <a:pt x="142" y="13099"/>
                    <a:pt x="142" y="13118"/>
                    <a:pt x="142" y="13137"/>
                  </a:cubicBezTo>
                  <a:cubicBezTo>
                    <a:pt x="134" y="13135"/>
                    <a:pt x="127" y="13135"/>
                    <a:pt x="120" y="13135"/>
                  </a:cubicBezTo>
                  <a:cubicBezTo>
                    <a:pt x="53" y="13135"/>
                    <a:pt x="1" y="13212"/>
                    <a:pt x="27" y="13281"/>
                  </a:cubicBezTo>
                  <a:cubicBezTo>
                    <a:pt x="506" y="14105"/>
                    <a:pt x="994" y="14919"/>
                    <a:pt x="1435" y="15762"/>
                  </a:cubicBezTo>
                  <a:cubicBezTo>
                    <a:pt x="1459" y="15818"/>
                    <a:pt x="1512" y="15845"/>
                    <a:pt x="1566" y="15845"/>
                  </a:cubicBezTo>
                  <a:cubicBezTo>
                    <a:pt x="1597" y="15845"/>
                    <a:pt x="1628" y="15837"/>
                    <a:pt x="1655" y="15820"/>
                  </a:cubicBezTo>
                  <a:cubicBezTo>
                    <a:pt x="1670" y="15825"/>
                    <a:pt x="1686" y="15827"/>
                    <a:pt x="1701" y="15827"/>
                  </a:cubicBezTo>
                  <a:cubicBezTo>
                    <a:pt x="1769" y="15827"/>
                    <a:pt x="1828" y="15776"/>
                    <a:pt x="1828" y="15705"/>
                  </a:cubicBezTo>
                  <a:cubicBezTo>
                    <a:pt x="1837" y="15657"/>
                    <a:pt x="1837" y="15619"/>
                    <a:pt x="1837" y="15580"/>
                  </a:cubicBezTo>
                  <a:cubicBezTo>
                    <a:pt x="2297" y="14910"/>
                    <a:pt x="2671" y="14172"/>
                    <a:pt x="2958" y="13415"/>
                  </a:cubicBezTo>
                  <a:cubicBezTo>
                    <a:pt x="2958" y="13386"/>
                    <a:pt x="2958" y="13358"/>
                    <a:pt x="2958" y="13329"/>
                  </a:cubicBezTo>
                  <a:cubicBezTo>
                    <a:pt x="3217" y="11365"/>
                    <a:pt x="3236" y="9363"/>
                    <a:pt x="3226" y="7380"/>
                  </a:cubicBezTo>
                  <a:cubicBezTo>
                    <a:pt x="3217" y="5416"/>
                    <a:pt x="3226" y="3394"/>
                    <a:pt x="2949" y="1449"/>
                  </a:cubicBezTo>
                  <a:cubicBezTo>
                    <a:pt x="3051" y="1393"/>
                    <a:pt x="3036" y="1210"/>
                    <a:pt x="2901" y="1210"/>
                  </a:cubicBezTo>
                  <a:cubicBezTo>
                    <a:pt x="2898" y="1210"/>
                    <a:pt x="2895" y="1210"/>
                    <a:pt x="2891" y="1210"/>
                  </a:cubicBezTo>
                  <a:lnTo>
                    <a:pt x="2824" y="1219"/>
                  </a:lnTo>
                  <a:cubicBezTo>
                    <a:pt x="2744" y="573"/>
                    <a:pt x="2198" y="0"/>
                    <a:pt x="1519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2" name="Google Shape;1182;p25"/>
          <p:cNvGrpSpPr/>
          <p:nvPr/>
        </p:nvGrpSpPr>
        <p:grpSpPr>
          <a:xfrm>
            <a:off x="5931475" y="2498367"/>
            <a:ext cx="2471724" cy="815521"/>
            <a:chOff x="5931475" y="2498367"/>
            <a:chExt cx="2471724" cy="815521"/>
          </a:xfrm>
        </p:grpSpPr>
        <p:sp>
          <p:nvSpPr>
            <p:cNvPr id="1183" name="Google Shape;1183;p25"/>
            <p:cNvSpPr txBox="1"/>
            <p:nvPr/>
          </p:nvSpPr>
          <p:spPr>
            <a:xfrm>
              <a:off x="7196899" y="2950950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Goals</a:t>
              </a:r>
              <a:endParaRPr b="1" sz="15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84" name="Google Shape;1184;p25"/>
            <p:cNvSpPr txBox="1"/>
            <p:nvPr/>
          </p:nvSpPr>
          <p:spPr>
            <a:xfrm>
              <a:off x="5931475" y="2541687"/>
              <a:ext cx="1376400" cy="77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5" name="Google Shape;1185;p25"/>
            <p:cNvSpPr/>
            <p:nvPr/>
          </p:nvSpPr>
          <p:spPr>
            <a:xfrm>
              <a:off x="8219386" y="2605141"/>
              <a:ext cx="121262" cy="296341"/>
            </a:xfrm>
            <a:custGeom>
              <a:rect b="b" l="l" r="r" t="t"/>
              <a:pathLst>
                <a:path extrusionOk="0" h="18981" w="7767">
                  <a:moveTo>
                    <a:pt x="6367" y="1"/>
                  </a:moveTo>
                  <a:cubicBezTo>
                    <a:pt x="6327" y="1"/>
                    <a:pt x="6287" y="6"/>
                    <a:pt x="6248" y="17"/>
                  </a:cubicBezTo>
                  <a:lnTo>
                    <a:pt x="1364" y="690"/>
                  </a:lnTo>
                  <a:cubicBezTo>
                    <a:pt x="1036" y="725"/>
                    <a:pt x="673" y="811"/>
                    <a:pt x="414" y="1484"/>
                  </a:cubicBezTo>
                  <a:cubicBezTo>
                    <a:pt x="104" y="2313"/>
                    <a:pt x="52" y="3711"/>
                    <a:pt x="52" y="4971"/>
                  </a:cubicBezTo>
                  <a:cubicBezTo>
                    <a:pt x="0" y="9614"/>
                    <a:pt x="86" y="14257"/>
                    <a:pt x="328" y="18830"/>
                  </a:cubicBezTo>
                  <a:cubicBezTo>
                    <a:pt x="1218" y="18930"/>
                    <a:pt x="2115" y="18980"/>
                    <a:pt x="3013" y="18980"/>
                  </a:cubicBezTo>
                  <a:cubicBezTo>
                    <a:pt x="4605" y="18980"/>
                    <a:pt x="6200" y="18822"/>
                    <a:pt x="7767" y="18502"/>
                  </a:cubicBezTo>
                  <a:cubicBezTo>
                    <a:pt x="7543" y="13169"/>
                    <a:pt x="7335" y="7836"/>
                    <a:pt x="7128" y="2503"/>
                  </a:cubicBezTo>
                  <a:cubicBezTo>
                    <a:pt x="7094" y="1709"/>
                    <a:pt x="7042" y="811"/>
                    <a:pt x="6835" y="345"/>
                  </a:cubicBezTo>
                  <a:cubicBezTo>
                    <a:pt x="6777" y="143"/>
                    <a:pt x="6574" y="1"/>
                    <a:pt x="6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5"/>
            <p:cNvSpPr/>
            <p:nvPr/>
          </p:nvSpPr>
          <p:spPr>
            <a:xfrm>
              <a:off x="7896832" y="2808571"/>
              <a:ext cx="127741" cy="115345"/>
            </a:xfrm>
            <a:custGeom>
              <a:rect b="b" l="l" r="r" t="t"/>
              <a:pathLst>
                <a:path extrusionOk="0" h="7388" w="8182">
                  <a:moveTo>
                    <a:pt x="3916" y="517"/>
                  </a:moveTo>
                  <a:cubicBezTo>
                    <a:pt x="5258" y="517"/>
                    <a:pt x="6653" y="606"/>
                    <a:pt x="7275" y="654"/>
                  </a:cubicBezTo>
                  <a:lnTo>
                    <a:pt x="7275" y="654"/>
                  </a:lnTo>
                  <a:cubicBezTo>
                    <a:pt x="7458" y="2524"/>
                    <a:pt x="7571" y="4408"/>
                    <a:pt x="7653" y="6293"/>
                  </a:cubicBezTo>
                  <a:lnTo>
                    <a:pt x="7653" y="6293"/>
                  </a:lnTo>
                  <a:cubicBezTo>
                    <a:pt x="5358" y="6372"/>
                    <a:pt x="3008" y="6434"/>
                    <a:pt x="746" y="6809"/>
                  </a:cubicBezTo>
                  <a:lnTo>
                    <a:pt x="746" y="6809"/>
                  </a:lnTo>
                  <a:cubicBezTo>
                    <a:pt x="603" y="4917"/>
                    <a:pt x="597" y="3013"/>
                    <a:pt x="742" y="1123"/>
                  </a:cubicBezTo>
                  <a:cubicBezTo>
                    <a:pt x="786" y="644"/>
                    <a:pt x="2313" y="517"/>
                    <a:pt x="3916" y="517"/>
                  </a:cubicBezTo>
                  <a:close/>
                  <a:moveTo>
                    <a:pt x="4960" y="0"/>
                  </a:moveTo>
                  <a:cubicBezTo>
                    <a:pt x="3445" y="0"/>
                    <a:pt x="1931" y="127"/>
                    <a:pt x="432" y="381"/>
                  </a:cubicBezTo>
                  <a:cubicBezTo>
                    <a:pt x="311" y="415"/>
                    <a:pt x="225" y="536"/>
                    <a:pt x="225" y="657"/>
                  </a:cubicBezTo>
                  <a:cubicBezTo>
                    <a:pt x="0" y="2849"/>
                    <a:pt x="52" y="5058"/>
                    <a:pt x="363" y="7250"/>
                  </a:cubicBezTo>
                  <a:cubicBezTo>
                    <a:pt x="378" y="7343"/>
                    <a:pt x="464" y="7388"/>
                    <a:pt x="552" y="7388"/>
                  </a:cubicBezTo>
                  <a:cubicBezTo>
                    <a:pt x="625" y="7388"/>
                    <a:pt x="699" y="7357"/>
                    <a:pt x="736" y="7298"/>
                  </a:cubicBezTo>
                  <a:lnTo>
                    <a:pt x="736" y="7298"/>
                  </a:lnTo>
                  <a:cubicBezTo>
                    <a:pt x="3126" y="7192"/>
                    <a:pt x="5516" y="6904"/>
                    <a:pt x="7922" y="6801"/>
                  </a:cubicBezTo>
                  <a:cubicBezTo>
                    <a:pt x="8061" y="6801"/>
                    <a:pt x="8181" y="6681"/>
                    <a:pt x="8181" y="6543"/>
                  </a:cubicBezTo>
                  <a:cubicBezTo>
                    <a:pt x="8130" y="4489"/>
                    <a:pt x="7992" y="2435"/>
                    <a:pt x="7784" y="398"/>
                  </a:cubicBezTo>
                  <a:cubicBezTo>
                    <a:pt x="7784" y="243"/>
                    <a:pt x="7664" y="122"/>
                    <a:pt x="7526" y="122"/>
                  </a:cubicBezTo>
                  <a:cubicBezTo>
                    <a:pt x="6672" y="41"/>
                    <a:pt x="5816" y="0"/>
                    <a:pt x="4960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5"/>
            <p:cNvSpPr/>
            <p:nvPr/>
          </p:nvSpPr>
          <p:spPr>
            <a:xfrm>
              <a:off x="8053660" y="2700658"/>
              <a:ext cx="128007" cy="223243"/>
            </a:xfrm>
            <a:custGeom>
              <a:rect b="b" l="l" r="r" t="t"/>
              <a:pathLst>
                <a:path extrusionOk="0" h="14299" w="8199">
                  <a:moveTo>
                    <a:pt x="5415" y="500"/>
                  </a:moveTo>
                  <a:cubicBezTo>
                    <a:pt x="6337" y="500"/>
                    <a:pt x="7248" y="596"/>
                    <a:pt x="7267" y="976"/>
                  </a:cubicBezTo>
                  <a:cubicBezTo>
                    <a:pt x="7336" y="2236"/>
                    <a:pt x="7388" y="3496"/>
                    <a:pt x="7439" y="4756"/>
                  </a:cubicBezTo>
                  <a:cubicBezTo>
                    <a:pt x="7540" y="7346"/>
                    <a:pt x="7624" y="9937"/>
                    <a:pt x="7660" y="12543"/>
                  </a:cubicBezTo>
                  <a:lnTo>
                    <a:pt x="7660" y="12543"/>
                  </a:lnTo>
                  <a:cubicBezTo>
                    <a:pt x="5353" y="12728"/>
                    <a:pt x="3019" y="12997"/>
                    <a:pt x="759" y="13566"/>
                  </a:cubicBezTo>
                  <a:lnTo>
                    <a:pt x="759" y="13566"/>
                  </a:lnTo>
                  <a:cubicBezTo>
                    <a:pt x="682" y="11161"/>
                    <a:pt x="623" y="8768"/>
                    <a:pt x="639" y="6361"/>
                  </a:cubicBezTo>
                  <a:cubicBezTo>
                    <a:pt x="656" y="5066"/>
                    <a:pt x="691" y="3772"/>
                    <a:pt x="725" y="2477"/>
                  </a:cubicBezTo>
                  <a:cubicBezTo>
                    <a:pt x="760" y="1735"/>
                    <a:pt x="656" y="1269"/>
                    <a:pt x="1467" y="1028"/>
                  </a:cubicBezTo>
                  <a:cubicBezTo>
                    <a:pt x="2158" y="820"/>
                    <a:pt x="2866" y="682"/>
                    <a:pt x="3573" y="596"/>
                  </a:cubicBezTo>
                  <a:cubicBezTo>
                    <a:pt x="3813" y="572"/>
                    <a:pt x="4618" y="500"/>
                    <a:pt x="5415" y="500"/>
                  </a:cubicBezTo>
                  <a:close/>
                  <a:moveTo>
                    <a:pt x="4998" y="0"/>
                  </a:moveTo>
                  <a:cubicBezTo>
                    <a:pt x="3456" y="0"/>
                    <a:pt x="1917" y="261"/>
                    <a:pt x="449" y="769"/>
                  </a:cubicBezTo>
                  <a:cubicBezTo>
                    <a:pt x="311" y="786"/>
                    <a:pt x="225" y="907"/>
                    <a:pt x="225" y="1028"/>
                  </a:cubicBezTo>
                  <a:cubicBezTo>
                    <a:pt x="0" y="5377"/>
                    <a:pt x="35" y="9744"/>
                    <a:pt x="363" y="14110"/>
                  </a:cubicBezTo>
                  <a:cubicBezTo>
                    <a:pt x="372" y="14233"/>
                    <a:pt x="479" y="14298"/>
                    <a:pt x="579" y="14298"/>
                  </a:cubicBezTo>
                  <a:cubicBezTo>
                    <a:pt x="677" y="14298"/>
                    <a:pt x="768" y="14238"/>
                    <a:pt x="760" y="14110"/>
                  </a:cubicBezTo>
                  <a:lnTo>
                    <a:pt x="777" y="14110"/>
                  </a:lnTo>
                  <a:cubicBezTo>
                    <a:pt x="776" y="14089"/>
                    <a:pt x="776" y="14069"/>
                    <a:pt x="775" y="14048"/>
                  </a:cubicBezTo>
                  <a:lnTo>
                    <a:pt x="775" y="14048"/>
                  </a:lnTo>
                  <a:cubicBezTo>
                    <a:pt x="3168" y="13654"/>
                    <a:pt x="5511" y="13246"/>
                    <a:pt x="7923" y="13058"/>
                  </a:cubicBezTo>
                  <a:cubicBezTo>
                    <a:pt x="8078" y="13058"/>
                    <a:pt x="8199" y="12937"/>
                    <a:pt x="8199" y="12799"/>
                  </a:cubicBezTo>
                  <a:cubicBezTo>
                    <a:pt x="8130" y="8691"/>
                    <a:pt x="7992" y="4600"/>
                    <a:pt x="7802" y="510"/>
                  </a:cubicBezTo>
                  <a:cubicBezTo>
                    <a:pt x="7802" y="389"/>
                    <a:pt x="7715" y="268"/>
                    <a:pt x="7595" y="251"/>
                  </a:cubicBezTo>
                  <a:cubicBezTo>
                    <a:pt x="6736" y="83"/>
                    <a:pt x="5867" y="0"/>
                    <a:pt x="4998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5"/>
            <p:cNvSpPr/>
            <p:nvPr/>
          </p:nvSpPr>
          <p:spPr>
            <a:xfrm>
              <a:off x="8213454" y="2598177"/>
              <a:ext cx="127741" cy="325880"/>
            </a:xfrm>
            <a:custGeom>
              <a:rect b="b" l="l" r="r" t="t"/>
              <a:pathLst>
                <a:path extrusionOk="0" h="20873" w="8182">
                  <a:moveTo>
                    <a:pt x="4973" y="503"/>
                  </a:moveTo>
                  <a:cubicBezTo>
                    <a:pt x="5267" y="503"/>
                    <a:pt x="5560" y="518"/>
                    <a:pt x="5851" y="550"/>
                  </a:cubicBezTo>
                  <a:cubicBezTo>
                    <a:pt x="6093" y="567"/>
                    <a:pt x="7232" y="584"/>
                    <a:pt x="7249" y="1085"/>
                  </a:cubicBezTo>
                  <a:cubicBezTo>
                    <a:pt x="7267" y="1585"/>
                    <a:pt x="7284" y="2034"/>
                    <a:pt x="7301" y="2517"/>
                  </a:cubicBezTo>
                  <a:cubicBezTo>
                    <a:pt x="7353" y="4260"/>
                    <a:pt x="7405" y="6004"/>
                    <a:pt x="7457" y="7764"/>
                  </a:cubicBezTo>
                  <a:cubicBezTo>
                    <a:pt x="7541" y="11340"/>
                    <a:pt x="7609" y="14916"/>
                    <a:pt x="7644" y="18492"/>
                  </a:cubicBezTo>
                  <a:lnTo>
                    <a:pt x="7644" y="18492"/>
                  </a:lnTo>
                  <a:cubicBezTo>
                    <a:pt x="5307" y="18738"/>
                    <a:pt x="2988" y="19244"/>
                    <a:pt x="744" y="19994"/>
                  </a:cubicBezTo>
                  <a:lnTo>
                    <a:pt x="744" y="19994"/>
                  </a:lnTo>
                  <a:cubicBezTo>
                    <a:pt x="667" y="16683"/>
                    <a:pt x="622" y="13372"/>
                    <a:pt x="622" y="10077"/>
                  </a:cubicBezTo>
                  <a:cubicBezTo>
                    <a:pt x="622" y="8299"/>
                    <a:pt x="639" y="6521"/>
                    <a:pt x="691" y="4761"/>
                  </a:cubicBezTo>
                  <a:cubicBezTo>
                    <a:pt x="708" y="3794"/>
                    <a:pt x="725" y="2828"/>
                    <a:pt x="760" y="1861"/>
                  </a:cubicBezTo>
                  <a:cubicBezTo>
                    <a:pt x="794" y="1067"/>
                    <a:pt x="2831" y="774"/>
                    <a:pt x="3452" y="636"/>
                  </a:cubicBezTo>
                  <a:cubicBezTo>
                    <a:pt x="3955" y="548"/>
                    <a:pt x="4465" y="503"/>
                    <a:pt x="4973" y="503"/>
                  </a:cubicBezTo>
                  <a:close/>
                  <a:moveTo>
                    <a:pt x="4984" y="1"/>
                  </a:moveTo>
                  <a:cubicBezTo>
                    <a:pt x="3404" y="1"/>
                    <a:pt x="1865" y="403"/>
                    <a:pt x="363" y="1154"/>
                  </a:cubicBezTo>
                  <a:cubicBezTo>
                    <a:pt x="277" y="1205"/>
                    <a:pt x="225" y="1292"/>
                    <a:pt x="225" y="1395"/>
                  </a:cubicBezTo>
                  <a:cubicBezTo>
                    <a:pt x="0" y="7816"/>
                    <a:pt x="0" y="14254"/>
                    <a:pt x="346" y="20692"/>
                  </a:cubicBezTo>
                  <a:cubicBezTo>
                    <a:pt x="363" y="20812"/>
                    <a:pt x="458" y="20873"/>
                    <a:pt x="553" y="20873"/>
                  </a:cubicBezTo>
                  <a:cubicBezTo>
                    <a:pt x="648" y="20873"/>
                    <a:pt x="743" y="20812"/>
                    <a:pt x="760" y="20692"/>
                  </a:cubicBezTo>
                  <a:lnTo>
                    <a:pt x="760" y="20674"/>
                  </a:lnTo>
                  <a:cubicBezTo>
                    <a:pt x="758" y="20613"/>
                    <a:pt x="757" y="20551"/>
                    <a:pt x="755" y="20489"/>
                  </a:cubicBezTo>
                  <a:lnTo>
                    <a:pt x="755" y="20489"/>
                  </a:lnTo>
                  <a:cubicBezTo>
                    <a:pt x="3104" y="19839"/>
                    <a:pt x="5471" y="19292"/>
                    <a:pt x="7905" y="19017"/>
                  </a:cubicBezTo>
                  <a:cubicBezTo>
                    <a:pt x="8061" y="19017"/>
                    <a:pt x="8181" y="18897"/>
                    <a:pt x="8181" y="18741"/>
                  </a:cubicBezTo>
                  <a:cubicBezTo>
                    <a:pt x="8112" y="12700"/>
                    <a:pt x="7974" y="6660"/>
                    <a:pt x="7784" y="619"/>
                  </a:cubicBezTo>
                  <a:cubicBezTo>
                    <a:pt x="7784" y="498"/>
                    <a:pt x="7698" y="394"/>
                    <a:pt x="7577" y="360"/>
                  </a:cubicBezTo>
                  <a:cubicBezTo>
                    <a:pt x="6700" y="118"/>
                    <a:pt x="5836" y="1"/>
                    <a:pt x="4984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5"/>
            <p:cNvSpPr/>
            <p:nvPr/>
          </p:nvSpPr>
          <p:spPr>
            <a:xfrm>
              <a:off x="7955925" y="2498367"/>
              <a:ext cx="279792" cy="253453"/>
            </a:xfrm>
            <a:custGeom>
              <a:rect b="b" l="l" r="r" t="t"/>
              <a:pathLst>
                <a:path extrusionOk="0" h="16234" w="17921">
                  <a:moveTo>
                    <a:pt x="17512" y="0"/>
                  </a:moveTo>
                  <a:cubicBezTo>
                    <a:pt x="17442" y="0"/>
                    <a:pt x="17370" y="32"/>
                    <a:pt x="17307" y="108"/>
                  </a:cubicBezTo>
                  <a:cubicBezTo>
                    <a:pt x="15943" y="1799"/>
                    <a:pt x="14614" y="3525"/>
                    <a:pt x="13268" y="5234"/>
                  </a:cubicBezTo>
                  <a:cubicBezTo>
                    <a:pt x="12595" y="6097"/>
                    <a:pt x="11904" y="6960"/>
                    <a:pt x="11214" y="7806"/>
                  </a:cubicBezTo>
                  <a:cubicBezTo>
                    <a:pt x="10762" y="8358"/>
                    <a:pt x="10295" y="8574"/>
                    <a:pt x="9828" y="8574"/>
                  </a:cubicBezTo>
                  <a:cubicBezTo>
                    <a:pt x="9099" y="8574"/>
                    <a:pt x="8373" y="8049"/>
                    <a:pt x="7710" y="7460"/>
                  </a:cubicBezTo>
                  <a:cubicBezTo>
                    <a:pt x="7658" y="7400"/>
                    <a:pt x="7585" y="7370"/>
                    <a:pt x="7512" y="7370"/>
                  </a:cubicBezTo>
                  <a:cubicBezTo>
                    <a:pt x="7438" y="7370"/>
                    <a:pt x="7365" y="7400"/>
                    <a:pt x="7313" y="7460"/>
                  </a:cubicBezTo>
                  <a:cubicBezTo>
                    <a:pt x="6191" y="8858"/>
                    <a:pt x="5052" y="10239"/>
                    <a:pt x="3930" y="11620"/>
                  </a:cubicBezTo>
                  <a:lnTo>
                    <a:pt x="2084" y="13898"/>
                  </a:lnTo>
                  <a:cubicBezTo>
                    <a:pt x="1819" y="14228"/>
                    <a:pt x="734" y="15980"/>
                    <a:pt x="202" y="15980"/>
                  </a:cubicBezTo>
                  <a:cubicBezTo>
                    <a:pt x="178" y="15980"/>
                    <a:pt x="155" y="15977"/>
                    <a:pt x="133" y="15969"/>
                  </a:cubicBezTo>
                  <a:cubicBezTo>
                    <a:pt x="128" y="15968"/>
                    <a:pt x="122" y="15968"/>
                    <a:pt x="117" y="15968"/>
                  </a:cubicBezTo>
                  <a:cubicBezTo>
                    <a:pt x="41" y="15968"/>
                    <a:pt x="1" y="16076"/>
                    <a:pt x="81" y="16125"/>
                  </a:cubicBezTo>
                  <a:cubicBezTo>
                    <a:pt x="181" y="16185"/>
                    <a:pt x="264" y="16233"/>
                    <a:pt x="353" y="16233"/>
                  </a:cubicBezTo>
                  <a:cubicBezTo>
                    <a:pt x="417" y="16233"/>
                    <a:pt x="485" y="16207"/>
                    <a:pt x="565" y="16142"/>
                  </a:cubicBezTo>
                  <a:cubicBezTo>
                    <a:pt x="1480" y="15417"/>
                    <a:pt x="2204" y="14312"/>
                    <a:pt x="2964" y="13415"/>
                  </a:cubicBezTo>
                  <a:cubicBezTo>
                    <a:pt x="4493" y="11620"/>
                    <a:pt x="6007" y="9824"/>
                    <a:pt x="7535" y="8059"/>
                  </a:cubicBezTo>
                  <a:lnTo>
                    <a:pt x="7535" y="8059"/>
                  </a:lnTo>
                  <a:cubicBezTo>
                    <a:pt x="8122" y="8588"/>
                    <a:pt x="8849" y="9173"/>
                    <a:pt x="9643" y="9204"/>
                  </a:cubicBezTo>
                  <a:cubicBezTo>
                    <a:pt x="9699" y="9207"/>
                    <a:pt x="9753" y="9209"/>
                    <a:pt x="9805" y="9209"/>
                  </a:cubicBezTo>
                  <a:cubicBezTo>
                    <a:pt x="10786" y="9209"/>
                    <a:pt x="11299" y="8611"/>
                    <a:pt x="11922" y="7857"/>
                  </a:cubicBezTo>
                  <a:cubicBezTo>
                    <a:pt x="13889" y="5458"/>
                    <a:pt x="15822" y="3007"/>
                    <a:pt x="17738" y="539"/>
                  </a:cubicBezTo>
                  <a:cubicBezTo>
                    <a:pt x="17921" y="304"/>
                    <a:pt x="17729" y="0"/>
                    <a:pt x="17512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5"/>
            <p:cNvSpPr/>
            <p:nvPr/>
          </p:nvSpPr>
          <p:spPr>
            <a:xfrm>
              <a:off x="8091223" y="2841545"/>
              <a:ext cx="45479" cy="41951"/>
            </a:xfrm>
            <a:custGeom>
              <a:rect b="b" l="l" r="r" t="t"/>
              <a:pathLst>
                <a:path extrusionOk="0" h="2687" w="2913">
                  <a:moveTo>
                    <a:pt x="2674" y="1"/>
                  </a:moveTo>
                  <a:cubicBezTo>
                    <a:pt x="2654" y="1"/>
                    <a:pt x="2635" y="4"/>
                    <a:pt x="2617" y="12"/>
                  </a:cubicBezTo>
                  <a:cubicBezTo>
                    <a:pt x="2116" y="288"/>
                    <a:pt x="1737" y="737"/>
                    <a:pt x="1340" y="1134"/>
                  </a:cubicBezTo>
                  <a:cubicBezTo>
                    <a:pt x="908" y="1565"/>
                    <a:pt x="477" y="2014"/>
                    <a:pt x="80" y="2480"/>
                  </a:cubicBezTo>
                  <a:cubicBezTo>
                    <a:pt x="0" y="2573"/>
                    <a:pt x="74" y="2687"/>
                    <a:pt x="167" y="2687"/>
                  </a:cubicBezTo>
                  <a:cubicBezTo>
                    <a:pt x="195" y="2687"/>
                    <a:pt x="225" y="2677"/>
                    <a:pt x="252" y="2653"/>
                  </a:cubicBezTo>
                  <a:cubicBezTo>
                    <a:pt x="701" y="2221"/>
                    <a:pt x="1150" y="1807"/>
                    <a:pt x="1599" y="1393"/>
                  </a:cubicBezTo>
                  <a:cubicBezTo>
                    <a:pt x="2013" y="1013"/>
                    <a:pt x="2479" y="685"/>
                    <a:pt x="2824" y="236"/>
                  </a:cubicBezTo>
                  <a:cubicBezTo>
                    <a:pt x="2912" y="119"/>
                    <a:pt x="2787" y="1"/>
                    <a:pt x="2674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5"/>
            <p:cNvSpPr/>
            <p:nvPr/>
          </p:nvSpPr>
          <p:spPr>
            <a:xfrm>
              <a:off x="8120481" y="2862200"/>
              <a:ext cx="25339" cy="19406"/>
            </a:xfrm>
            <a:custGeom>
              <a:rect b="b" l="l" r="r" t="t"/>
              <a:pathLst>
                <a:path extrusionOk="0" h="1243" w="1623">
                  <a:moveTo>
                    <a:pt x="1461" y="1"/>
                  </a:moveTo>
                  <a:cubicBezTo>
                    <a:pt x="1441" y="1"/>
                    <a:pt x="1420" y="6"/>
                    <a:pt x="1399" y="18"/>
                  </a:cubicBezTo>
                  <a:cubicBezTo>
                    <a:pt x="933" y="277"/>
                    <a:pt x="501" y="708"/>
                    <a:pt x="87" y="1036"/>
                  </a:cubicBezTo>
                  <a:cubicBezTo>
                    <a:pt x="0" y="1109"/>
                    <a:pt x="84" y="1242"/>
                    <a:pt x="174" y="1242"/>
                  </a:cubicBezTo>
                  <a:cubicBezTo>
                    <a:pt x="191" y="1242"/>
                    <a:pt x="209" y="1237"/>
                    <a:pt x="225" y="1226"/>
                  </a:cubicBezTo>
                  <a:cubicBezTo>
                    <a:pt x="657" y="898"/>
                    <a:pt x="1157" y="588"/>
                    <a:pt x="1537" y="191"/>
                  </a:cubicBezTo>
                  <a:cubicBezTo>
                    <a:pt x="1623" y="119"/>
                    <a:pt x="1555" y="1"/>
                    <a:pt x="1461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25"/>
            <p:cNvSpPr/>
            <p:nvPr/>
          </p:nvSpPr>
          <p:spPr>
            <a:xfrm>
              <a:off x="8256247" y="2834270"/>
              <a:ext cx="40093" cy="39047"/>
            </a:xfrm>
            <a:custGeom>
              <a:rect b="b" l="l" r="r" t="t"/>
              <a:pathLst>
                <a:path extrusionOk="0" h="2501" w="2568">
                  <a:moveTo>
                    <a:pt x="2360" y="1"/>
                  </a:moveTo>
                  <a:cubicBezTo>
                    <a:pt x="2340" y="1"/>
                    <a:pt x="2320" y="4"/>
                    <a:pt x="2299" y="12"/>
                  </a:cubicBezTo>
                  <a:cubicBezTo>
                    <a:pt x="1868" y="340"/>
                    <a:pt x="1471" y="720"/>
                    <a:pt x="1126" y="1134"/>
                  </a:cubicBezTo>
                  <a:cubicBezTo>
                    <a:pt x="729" y="1496"/>
                    <a:pt x="383" y="1893"/>
                    <a:pt x="55" y="2325"/>
                  </a:cubicBezTo>
                  <a:cubicBezTo>
                    <a:pt x="1" y="2407"/>
                    <a:pt x="66" y="2500"/>
                    <a:pt x="147" y="2500"/>
                  </a:cubicBezTo>
                  <a:cubicBezTo>
                    <a:pt x="168" y="2500"/>
                    <a:pt x="190" y="2494"/>
                    <a:pt x="211" y="2480"/>
                  </a:cubicBezTo>
                  <a:cubicBezTo>
                    <a:pt x="642" y="2152"/>
                    <a:pt x="1039" y="1807"/>
                    <a:pt x="1402" y="1410"/>
                  </a:cubicBezTo>
                  <a:cubicBezTo>
                    <a:pt x="1816" y="1065"/>
                    <a:pt x="2196" y="668"/>
                    <a:pt x="2524" y="236"/>
                  </a:cubicBezTo>
                  <a:cubicBezTo>
                    <a:pt x="2568" y="119"/>
                    <a:pt x="2474" y="1"/>
                    <a:pt x="2360" y="1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5"/>
            <p:cNvSpPr/>
            <p:nvPr/>
          </p:nvSpPr>
          <p:spPr>
            <a:xfrm>
              <a:off x="8284631" y="2854816"/>
              <a:ext cx="16456" cy="20156"/>
            </a:xfrm>
            <a:custGeom>
              <a:rect b="b" l="l" r="r" t="t"/>
              <a:pathLst>
                <a:path extrusionOk="0" h="1291" w="1054">
                  <a:moveTo>
                    <a:pt x="876" y="0"/>
                  </a:moveTo>
                  <a:cubicBezTo>
                    <a:pt x="840" y="0"/>
                    <a:pt x="804" y="13"/>
                    <a:pt x="775" y="42"/>
                  </a:cubicBezTo>
                  <a:cubicBezTo>
                    <a:pt x="516" y="353"/>
                    <a:pt x="274" y="681"/>
                    <a:pt x="84" y="1043"/>
                  </a:cubicBezTo>
                  <a:cubicBezTo>
                    <a:pt x="0" y="1175"/>
                    <a:pt x="116" y="1291"/>
                    <a:pt x="236" y="1291"/>
                  </a:cubicBezTo>
                  <a:cubicBezTo>
                    <a:pt x="288" y="1291"/>
                    <a:pt x="341" y="1269"/>
                    <a:pt x="378" y="1216"/>
                  </a:cubicBezTo>
                  <a:cubicBezTo>
                    <a:pt x="619" y="905"/>
                    <a:pt x="844" y="543"/>
                    <a:pt x="1016" y="180"/>
                  </a:cubicBezTo>
                  <a:cubicBezTo>
                    <a:pt x="1053" y="81"/>
                    <a:pt x="966" y="0"/>
                    <a:pt x="876" y="0"/>
                  </a:cubicBezTo>
                  <a:close/>
                </a:path>
              </a:pathLst>
            </a:custGeom>
            <a:solidFill>
              <a:srgbClr val="1E1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5"/>
            <p:cNvSpPr/>
            <p:nvPr/>
          </p:nvSpPr>
          <p:spPr>
            <a:xfrm>
              <a:off x="7906527" y="2813224"/>
              <a:ext cx="121278" cy="95986"/>
            </a:xfrm>
            <a:custGeom>
              <a:rect b="b" l="l" r="r" t="t"/>
              <a:pathLst>
                <a:path extrusionOk="0" h="6148" w="7768">
                  <a:moveTo>
                    <a:pt x="6404" y="1"/>
                  </a:moveTo>
                  <a:cubicBezTo>
                    <a:pt x="6352" y="1"/>
                    <a:pt x="6300" y="5"/>
                    <a:pt x="6249" y="14"/>
                  </a:cubicBezTo>
                  <a:lnTo>
                    <a:pt x="1381" y="238"/>
                  </a:lnTo>
                  <a:cubicBezTo>
                    <a:pt x="1036" y="238"/>
                    <a:pt x="674" y="273"/>
                    <a:pt x="415" y="497"/>
                  </a:cubicBezTo>
                  <a:cubicBezTo>
                    <a:pt x="104" y="756"/>
                    <a:pt x="70" y="1205"/>
                    <a:pt x="52" y="1619"/>
                  </a:cubicBezTo>
                  <a:cubicBezTo>
                    <a:pt x="1" y="3121"/>
                    <a:pt x="104" y="4622"/>
                    <a:pt x="329" y="6089"/>
                  </a:cubicBezTo>
                  <a:cubicBezTo>
                    <a:pt x="1261" y="6128"/>
                    <a:pt x="2193" y="6147"/>
                    <a:pt x="3124" y="6147"/>
                  </a:cubicBezTo>
                  <a:cubicBezTo>
                    <a:pt x="4676" y="6147"/>
                    <a:pt x="6225" y="6094"/>
                    <a:pt x="7768" y="5986"/>
                  </a:cubicBezTo>
                  <a:lnTo>
                    <a:pt x="7129" y="808"/>
                  </a:lnTo>
                  <a:cubicBezTo>
                    <a:pt x="7112" y="549"/>
                    <a:pt x="7060" y="273"/>
                    <a:pt x="6853" y="117"/>
                  </a:cubicBezTo>
                  <a:cubicBezTo>
                    <a:pt x="6710" y="40"/>
                    <a:pt x="6558" y="1"/>
                    <a:pt x="64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5" name="Google Shape;1195;p25"/>
          <p:cNvSpPr/>
          <p:nvPr/>
        </p:nvSpPr>
        <p:spPr>
          <a:xfrm>
            <a:off x="4050561" y="2408237"/>
            <a:ext cx="13224" cy="83159"/>
          </a:xfrm>
          <a:custGeom>
            <a:rect b="b" l="l" r="r" t="t"/>
            <a:pathLst>
              <a:path extrusionOk="0" h="2289" w="364">
                <a:moveTo>
                  <a:pt x="193" y="1"/>
                </a:moveTo>
                <a:cubicBezTo>
                  <a:pt x="140" y="1"/>
                  <a:pt x="91" y="36"/>
                  <a:pt x="91" y="120"/>
                </a:cubicBezTo>
                <a:cubicBezTo>
                  <a:pt x="139" y="802"/>
                  <a:pt x="48" y="1480"/>
                  <a:pt x="1" y="2162"/>
                </a:cubicBezTo>
                <a:cubicBezTo>
                  <a:pt x="1" y="2240"/>
                  <a:pt x="78" y="2288"/>
                  <a:pt x="142" y="2288"/>
                </a:cubicBezTo>
                <a:cubicBezTo>
                  <a:pt x="189" y="2288"/>
                  <a:pt x="229" y="2263"/>
                  <a:pt x="229" y="2205"/>
                </a:cubicBezTo>
                <a:cubicBezTo>
                  <a:pt x="363" y="1527"/>
                  <a:pt x="363" y="802"/>
                  <a:pt x="320" y="120"/>
                </a:cubicBezTo>
                <a:cubicBezTo>
                  <a:pt x="320" y="48"/>
                  <a:pt x="254" y="1"/>
                  <a:pt x="193" y="1"/>
                </a:cubicBezTo>
                <a:close/>
              </a:path>
            </a:pathLst>
          </a:custGeom>
          <a:solidFill>
            <a:srgbClr val="232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6" name="Google Shape;1196;p25"/>
          <p:cNvGrpSpPr/>
          <p:nvPr/>
        </p:nvGrpSpPr>
        <p:grpSpPr>
          <a:xfrm>
            <a:off x="3329025" y="984288"/>
            <a:ext cx="2485934" cy="3791837"/>
            <a:chOff x="3329025" y="984288"/>
            <a:chExt cx="2485934" cy="3791837"/>
          </a:xfrm>
        </p:grpSpPr>
        <p:sp>
          <p:nvSpPr>
            <p:cNvPr id="1197" name="Google Shape;1197;p25"/>
            <p:cNvSpPr/>
            <p:nvPr/>
          </p:nvSpPr>
          <p:spPr>
            <a:xfrm rot="-5400000">
              <a:off x="2676074" y="1637239"/>
              <a:ext cx="3791837" cy="2485934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5"/>
            <p:cNvSpPr txBox="1"/>
            <p:nvPr/>
          </p:nvSpPr>
          <p:spPr>
            <a:xfrm>
              <a:off x="3400775" y="1384225"/>
              <a:ext cx="2342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Brandon Lee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99" name="Google Shape;1199;p25"/>
            <p:cNvSpPr txBox="1"/>
            <p:nvPr/>
          </p:nvSpPr>
          <p:spPr>
            <a:xfrm>
              <a:off x="3654451" y="4151263"/>
              <a:ext cx="18351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a gas giant and has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0" name="Google Shape;1200;p25"/>
            <p:cNvSpPr/>
            <p:nvPr/>
          </p:nvSpPr>
          <p:spPr>
            <a:xfrm>
              <a:off x="3986405" y="1992920"/>
              <a:ext cx="1124886" cy="838860"/>
            </a:xfrm>
            <a:custGeom>
              <a:rect b="b" l="l" r="r" t="t"/>
              <a:pathLst>
                <a:path extrusionOk="0" h="23090" w="30963">
                  <a:moveTo>
                    <a:pt x="17985" y="0"/>
                  </a:moveTo>
                  <a:cubicBezTo>
                    <a:pt x="17810" y="0"/>
                    <a:pt x="17637" y="65"/>
                    <a:pt x="17500" y="218"/>
                  </a:cubicBezTo>
                  <a:cubicBezTo>
                    <a:pt x="16909" y="900"/>
                    <a:pt x="16455" y="1669"/>
                    <a:pt x="15868" y="2351"/>
                  </a:cubicBezTo>
                  <a:cubicBezTo>
                    <a:pt x="15639" y="1807"/>
                    <a:pt x="15458" y="1215"/>
                    <a:pt x="15186" y="628"/>
                  </a:cubicBezTo>
                  <a:cubicBezTo>
                    <a:pt x="15057" y="369"/>
                    <a:pt x="14837" y="261"/>
                    <a:pt x="14606" y="261"/>
                  </a:cubicBezTo>
                  <a:cubicBezTo>
                    <a:pt x="14272" y="261"/>
                    <a:pt x="13915" y="487"/>
                    <a:pt x="13782" y="809"/>
                  </a:cubicBezTo>
                  <a:cubicBezTo>
                    <a:pt x="13372" y="1850"/>
                    <a:pt x="12647" y="2575"/>
                    <a:pt x="11878" y="3391"/>
                  </a:cubicBezTo>
                  <a:cubicBezTo>
                    <a:pt x="11425" y="3119"/>
                    <a:pt x="11106" y="2804"/>
                    <a:pt x="10743" y="2351"/>
                  </a:cubicBezTo>
                  <a:cubicBezTo>
                    <a:pt x="10618" y="2169"/>
                    <a:pt x="10458" y="2094"/>
                    <a:pt x="10295" y="2094"/>
                  </a:cubicBezTo>
                  <a:cubicBezTo>
                    <a:pt x="9926" y="2094"/>
                    <a:pt x="9536" y="2471"/>
                    <a:pt x="9474" y="2847"/>
                  </a:cubicBezTo>
                  <a:cubicBezTo>
                    <a:pt x="9430" y="3119"/>
                    <a:pt x="9430" y="3391"/>
                    <a:pt x="9383" y="3620"/>
                  </a:cubicBezTo>
                  <a:cubicBezTo>
                    <a:pt x="9202" y="3482"/>
                    <a:pt x="9067" y="3301"/>
                    <a:pt x="8886" y="3119"/>
                  </a:cubicBezTo>
                  <a:cubicBezTo>
                    <a:pt x="8739" y="2974"/>
                    <a:pt x="8570" y="2910"/>
                    <a:pt x="8405" y="2910"/>
                  </a:cubicBezTo>
                  <a:cubicBezTo>
                    <a:pt x="8108" y="2910"/>
                    <a:pt x="7824" y="3117"/>
                    <a:pt x="7707" y="3439"/>
                  </a:cubicBezTo>
                  <a:cubicBezTo>
                    <a:pt x="7451" y="4028"/>
                    <a:pt x="7213" y="4234"/>
                    <a:pt x="6947" y="4234"/>
                  </a:cubicBezTo>
                  <a:cubicBezTo>
                    <a:pt x="6600" y="4234"/>
                    <a:pt x="6206" y="3881"/>
                    <a:pt x="5666" y="3573"/>
                  </a:cubicBezTo>
                  <a:cubicBezTo>
                    <a:pt x="5551" y="3504"/>
                    <a:pt x="5431" y="3473"/>
                    <a:pt x="5315" y="3473"/>
                  </a:cubicBezTo>
                  <a:cubicBezTo>
                    <a:pt x="4969" y="3473"/>
                    <a:pt x="4657" y="3745"/>
                    <a:pt x="4625" y="4117"/>
                  </a:cubicBezTo>
                  <a:cubicBezTo>
                    <a:pt x="4625" y="4527"/>
                    <a:pt x="4577" y="4889"/>
                    <a:pt x="4487" y="5296"/>
                  </a:cubicBezTo>
                  <a:cubicBezTo>
                    <a:pt x="4441" y="5455"/>
                    <a:pt x="4499" y="5512"/>
                    <a:pt x="4493" y="5512"/>
                  </a:cubicBezTo>
                  <a:cubicBezTo>
                    <a:pt x="4488" y="5512"/>
                    <a:pt x="4420" y="5455"/>
                    <a:pt x="4124" y="5386"/>
                  </a:cubicBezTo>
                  <a:cubicBezTo>
                    <a:pt x="3797" y="5305"/>
                    <a:pt x="3618" y="4967"/>
                    <a:pt x="3254" y="4967"/>
                  </a:cubicBezTo>
                  <a:cubicBezTo>
                    <a:pt x="3214" y="4967"/>
                    <a:pt x="3172" y="4971"/>
                    <a:pt x="3127" y="4980"/>
                  </a:cubicBezTo>
                  <a:cubicBezTo>
                    <a:pt x="1857" y="5252"/>
                    <a:pt x="1857" y="6431"/>
                    <a:pt x="2267" y="7472"/>
                  </a:cubicBezTo>
                  <a:cubicBezTo>
                    <a:pt x="2267" y="7519"/>
                    <a:pt x="2267" y="7519"/>
                    <a:pt x="2311" y="7562"/>
                  </a:cubicBezTo>
                  <a:lnTo>
                    <a:pt x="2311" y="7653"/>
                  </a:lnTo>
                  <a:cubicBezTo>
                    <a:pt x="2129" y="7472"/>
                    <a:pt x="1995" y="7247"/>
                    <a:pt x="1857" y="7018"/>
                  </a:cubicBezTo>
                  <a:cubicBezTo>
                    <a:pt x="1738" y="6831"/>
                    <a:pt x="1567" y="6753"/>
                    <a:pt x="1397" y="6753"/>
                  </a:cubicBezTo>
                  <a:cubicBezTo>
                    <a:pt x="1118" y="6753"/>
                    <a:pt x="844" y="6965"/>
                    <a:pt x="816" y="7247"/>
                  </a:cubicBezTo>
                  <a:cubicBezTo>
                    <a:pt x="792" y="7243"/>
                    <a:pt x="768" y="7241"/>
                    <a:pt x="744" y="7241"/>
                  </a:cubicBezTo>
                  <a:cubicBezTo>
                    <a:pt x="458" y="7241"/>
                    <a:pt x="236" y="7496"/>
                    <a:pt x="363" y="7791"/>
                  </a:cubicBezTo>
                  <a:cubicBezTo>
                    <a:pt x="407" y="7925"/>
                    <a:pt x="497" y="8063"/>
                    <a:pt x="544" y="8153"/>
                  </a:cubicBezTo>
                  <a:cubicBezTo>
                    <a:pt x="407" y="8288"/>
                    <a:pt x="316" y="8425"/>
                    <a:pt x="316" y="8650"/>
                  </a:cubicBezTo>
                  <a:cubicBezTo>
                    <a:pt x="363" y="9604"/>
                    <a:pt x="544" y="10554"/>
                    <a:pt x="679" y="11508"/>
                  </a:cubicBezTo>
                  <a:cubicBezTo>
                    <a:pt x="635" y="11552"/>
                    <a:pt x="635" y="11599"/>
                    <a:pt x="635" y="11642"/>
                  </a:cubicBezTo>
                  <a:cubicBezTo>
                    <a:pt x="272" y="13637"/>
                    <a:pt x="316" y="15632"/>
                    <a:pt x="363" y="17627"/>
                  </a:cubicBezTo>
                  <a:cubicBezTo>
                    <a:pt x="316" y="18080"/>
                    <a:pt x="272" y="18533"/>
                    <a:pt x="272" y="18987"/>
                  </a:cubicBezTo>
                  <a:lnTo>
                    <a:pt x="272" y="19034"/>
                  </a:lnTo>
                  <a:cubicBezTo>
                    <a:pt x="225" y="19215"/>
                    <a:pt x="225" y="19440"/>
                    <a:pt x="182" y="19669"/>
                  </a:cubicBezTo>
                  <a:cubicBezTo>
                    <a:pt x="91" y="19759"/>
                    <a:pt x="0" y="19850"/>
                    <a:pt x="0" y="19984"/>
                  </a:cubicBezTo>
                  <a:lnTo>
                    <a:pt x="0" y="20891"/>
                  </a:lnTo>
                  <a:cubicBezTo>
                    <a:pt x="0" y="21029"/>
                    <a:pt x="44" y="21119"/>
                    <a:pt x="91" y="21210"/>
                  </a:cubicBezTo>
                  <a:cubicBezTo>
                    <a:pt x="135" y="21663"/>
                    <a:pt x="225" y="22160"/>
                    <a:pt x="363" y="22661"/>
                  </a:cubicBezTo>
                  <a:cubicBezTo>
                    <a:pt x="424" y="22951"/>
                    <a:pt x="666" y="23089"/>
                    <a:pt x="910" y="23089"/>
                  </a:cubicBezTo>
                  <a:cubicBezTo>
                    <a:pt x="1200" y="23089"/>
                    <a:pt x="1495" y="22893"/>
                    <a:pt x="1495" y="22523"/>
                  </a:cubicBezTo>
                  <a:cubicBezTo>
                    <a:pt x="1585" y="20213"/>
                    <a:pt x="2220" y="18080"/>
                    <a:pt x="2993" y="15951"/>
                  </a:cubicBezTo>
                  <a:cubicBezTo>
                    <a:pt x="3217" y="15860"/>
                    <a:pt x="3355" y="15632"/>
                    <a:pt x="3399" y="15407"/>
                  </a:cubicBezTo>
                  <a:lnTo>
                    <a:pt x="3399" y="15269"/>
                  </a:lnTo>
                  <a:cubicBezTo>
                    <a:pt x="3537" y="15179"/>
                    <a:pt x="3671" y="15088"/>
                    <a:pt x="3718" y="14907"/>
                  </a:cubicBezTo>
                  <a:cubicBezTo>
                    <a:pt x="3899" y="14363"/>
                    <a:pt x="3990" y="13866"/>
                    <a:pt x="3990" y="13322"/>
                  </a:cubicBezTo>
                  <a:cubicBezTo>
                    <a:pt x="4033" y="13093"/>
                    <a:pt x="3899" y="12912"/>
                    <a:pt x="3761" y="12821"/>
                  </a:cubicBezTo>
                  <a:lnTo>
                    <a:pt x="3761" y="12821"/>
                  </a:lnTo>
                  <a:cubicBezTo>
                    <a:pt x="4245" y="12952"/>
                    <a:pt x="4737" y="12999"/>
                    <a:pt x="5233" y="12999"/>
                  </a:cubicBezTo>
                  <a:cubicBezTo>
                    <a:pt x="5946" y="12999"/>
                    <a:pt x="6668" y="12902"/>
                    <a:pt x="7388" y="12821"/>
                  </a:cubicBezTo>
                  <a:cubicBezTo>
                    <a:pt x="8069" y="12754"/>
                    <a:pt x="8754" y="12731"/>
                    <a:pt x="9441" y="12731"/>
                  </a:cubicBezTo>
                  <a:cubicBezTo>
                    <a:pt x="10852" y="12731"/>
                    <a:pt x="12270" y="12827"/>
                    <a:pt x="13673" y="12827"/>
                  </a:cubicBezTo>
                  <a:cubicBezTo>
                    <a:pt x="13861" y="12827"/>
                    <a:pt x="14048" y="12825"/>
                    <a:pt x="14236" y="12821"/>
                  </a:cubicBezTo>
                  <a:cubicBezTo>
                    <a:pt x="15635" y="12770"/>
                    <a:pt x="16935" y="12677"/>
                    <a:pt x="18248" y="12677"/>
                  </a:cubicBezTo>
                  <a:cubicBezTo>
                    <a:pt x="19272" y="12677"/>
                    <a:pt x="20305" y="12734"/>
                    <a:pt x="21399" y="12912"/>
                  </a:cubicBezTo>
                  <a:cubicBezTo>
                    <a:pt x="23618" y="13275"/>
                    <a:pt x="25932" y="13594"/>
                    <a:pt x="28152" y="14091"/>
                  </a:cubicBezTo>
                  <a:cubicBezTo>
                    <a:pt x="28152" y="14997"/>
                    <a:pt x="28199" y="15860"/>
                    <a:pt x="28471" y="16767"/>
                  </a:cubicBezTo>
                  <a:cubicBezTo>
                    <a:pt x="28514" y="16901"/>
                    <a:pt x="28605" y="17039"/>
                    <a:pt x="28696" y="17130"/>
                  </a:cubicBezTo>
                  <a:cubicBezTo>
                    <a:pt x="28877" y="18309"/>
                    <a:pt x="29196" y="19397"/>
                    <a:pt x="29784" y="20437"/>
                  </a:cubicBezTo>
                  <a:cubicBezTo>
                    <a:pt x="29831" y="20546"/>
                    <a:pt x="29914" y="20591"/>
                    <a:pt x="30000" y="20591"/>
                  </a:cubicBezTo>
                  <a:cubicBezTo>
                    <a:pt x="30167" y="20591"/>
                    <a:pt x="30344" y="20421"/>
                    <a:pt x="30284" y="20213"/>
                  </a:cubicBezTo>
                  <a:lnTo>
                    <a:pt x="30284" y="20165"/>
                  </a:lnTo>
                  <a:cubicBezTo>
                    <a:pt x="30647" y="20165"/>
                    <a:pt x="30962" y="19893"/>
                    <a:pt x="30919" y="19440"/>
                  </a:cubicBezTo>
                  <a:cubicBezTo>
                    <a:pt x="30690" y="16720"/>
                    <a:pt x="30418" y="14000"/>
                    <a:pt x="29874" y="11327"/>
                  </a:cubicBezTo>
                  <a:cubicBezTo>
                    <a:pt x="30012" y="10330"/>
                    <a:pt x="30194" y="9376"/>
                    <a:pt x="30284" y="8469"/>
                  </a:cubicBezTo>
                  <a:cubicBezTo>
                    <a:pt x="30347" y="8031"/>
                    <a:pt x="29934" y="7722"/>
                    <a:pt x="29538" y="7722"/>
                  </a:cubicBezTo>
                  <a:cubicBezTo>
                    <a:pt x="29360" y="7722"/>
                    <a:pt x="29185" y="7785"/>
                    <a:pt x="29058" y="7925"/>
                  </a:cubicBezTo>
                  <a:cubicBezTo>
                    <a:pt x="28968" y="7972"/>
                    <a:pt x="28924" y="8063"/>
                    <a:pt x="28877" y="8106"/>
                  </a:cubicBezTo>
                  <a:cubicBezTo>
                    <a:pt x="28018" y="7247"/>
                    <a:pt x="27517" y="6249"/>
                    <a:pt x="27020" y="5114"/>
                  </a:cubicBezTo>
                  <a:cubicBezTo>
                    <a:pt x="26916" y="4854"/>
                    <a:pt x="26663" y="4729"/>
                    <a:pt x="26406" y="4729"/>
                  </a:cubicBezTo>
                  <a:cubicBezTo>
                    <a:pt x="26215" y="4729"/>
                    <a:pt x="26021" y="4798"/>
                    <a:pt x="25885" y="4933"/>
                  </a:cubicBezTo>
                  <a:cubicBezTo>
                    <a:pt x="25694" y="5114"/>
                    <a:pt x="25536" y="5190"/>
                    <a:pt x="25402" y="5190"/>
                  </a:cubicBezTo>
                  <a:cubicBezTo>
                    <a:pt x="24900" y="5190"/>
                    <a:pt x="24750" y="4130"/>
                    <a:pt x="24572" y="3663"/>
                  </a:cubicBezTo>
                  <a:cubicBezTo>
                    <a:pt x="24424" y="3311"/>
                    <a:pt x="24126" y="3093"/>
                    <a:pt x="23811" y="3093"/>
                  </a:cubicBezTo>
                  <a:cubicBezTo>
                    <a:pt x="23639" y="3093"/>
                    <a:pt x="23462" y="3158"/>
                    <a:pt x="23303" y="3301"/>
                  </a:cubicBezTo>
                  <a:cubicBezTo>
                    <a:pt x="23074" y="3482"/>
                    <a:pt x="22893" y="3711"/>
                    <a:pt x="22759" y="3935"/>
                  </a:cubicBezTo>
                  <a:cubicBezTo>
                    <a:pt x="22258" y="3210"/>
                    <a:pt x="21895" y="2394"/>
                    <a:pt x="21533" y="1625"/>
                  </a:cubicBezTo>
                  <a:cubicBezTo>
                    <a:pt x="21391" y="1355"/>
                    <a:pt x="21155" y="1241"/>
                    <a:pt x="20915" y="1241"/>
                  </a:cubicBezTo>
                  <a:cubicBezTo>
                    <a:pt x="20469" y="1241"/>
                    <a:pt x="20011" y="1638"/>
                    <a:pt x="20129" y="2169"/>
                  </a:cubicBezTo>
                  <a:cubicBezTo>
                    <a:pt x="20173" y="2260"/>
                    <a:pt x="20173" y="2303"/>
                    <a:pt x="20173" y="2394"/>
                  </a:cubicBezTo>
                  <a:cubicBezTo>
                    <a:pt x="20039" y="2485"/>
                    <a:pt x="19857" y="2575"/>
                    <a:pt x="19676" y="2757"/>
                  </a:cubicBezTo>
                  <a:cubicBezTo>
                    <a:pt x="19132" y="2169"/>
                    <a:pt x="18994" y="1353"/>
                    <a:pt x="18769" y="581"/>
                  </a:cubicBezTo>
                  <a:cubicBezTo>
                    <a:pt x="18678" y="251"/>
                    <a:pt x="18328" y="0"/>
                    <a:pt x="17985" y="0"/>
                  </a:cubicBezTo>
                  <a:close/>
                </a:path>
              </a:pathLst>
            </a:custGeom>
            <a:solidFill>
              <a:srgbClr val="F186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5"/>
            <p:cNvSpPr/>
            <p:nvPr/>
          </p:nvSpPr>
          <p:spPr>
            <a:xfrm>
              <a:off x="3936998" y="2468871"/>
              <a:ext cx="1223703" cy="785346"/>
            </a:xfrm>
            <a:custGeom>
              <a:rect b="b" l="l" r="r" t="t"/>
              <a:pathLst>
                <a:path extrusionOk="0" h="21617" w="33683">
                  <a:moveTo>
                    <a:pt x="28068" y="0"/>
                  </a:moveTo>
                  <a:cubicBezTo>
                    <a:pt x="27875" y="0"/>
                    <a:pt x="27678" y="79"/>
                    <a:pt x="27517" y="221"/>
                  </a:cubicBezTo>
                  <a:cubicBezTo>
                    <a:pt x="27336" y="264"/>
                    <a:pt x="27201" y="402"/>
                    <a:pt x="27111" y="583"/>
                  </a:cubicBezTo>
                  <a:cubicBezTo>
                    <a:pt x="26476" y="355"/>
                    <a:pt x="25704" y="264"/>
                    <a:pt x="24797" y="264"/>
                  </a:cubicBezTo>
                  <a:cubicBezTo>
                    <a:pt x="23255" y="264"/>
                    <a:pt x="21671" y="446"/>
                    <a:pt x="20129" y="583"/>
                  </a:cubicBezTo>
                  <a:cubicBezTo>
                    <a:pt x="19948" y="446"/>
                    <a:pt x="19766" y="355"/>
                    <a:pt x="19494" y="355"/>
                  </a:cubicBezTo>
                  <a:cubicBezTo>
                    <a:pt x="19204" y="347"/>
                    <a:pt x="18913" y="344"/>
                    <a:pt x="18623" y="344"/>
                  </a:cubicBezTo>
                  <a:cubicBezTo>
                    <a:pt x="17281" y="344"/>
                    <a:pt x="15940" y="418"/>
                    <a:pt x="14598" y="493"/>
                  </a:cubicBezTo>
                  <a:cubicBezTo>
                    <a:pt x="14279" y="493"/>
                    <a:pt x="13916" y="446"/>
                    <a:pt x="13554" y="402"/>
                  </a:cubicBezTo>
                  <a:cubicBezTo>
                    <a:pt x="12694" y="130"/>
                    <a:pt x="11559" y="221"/>
                    <a:pt x="10790" y="174"/>
                  </a:cubicBezTo>
                  <a:cubicBezTo>
                    <a:pt x="9202" y="130"/>
                    <a:pt x="7617" y="39"/>
                    <a:pt x="6028" y="39"/>
                  </a:cubicBezTo>
                  <a:cubicBezTo>
                    <a:pt x="5169" y="39"/>
                    <a:pt x="4849" y="855"/>
                    <a:pt x="5169" y="1443"/>
                  </a:cubicBezTo>
                  <a:cubicBezTo>
                    <a:pt x="5078" y="1534"/>
                    <a:pt x="5078" y="1624"/>
                    <a:pt x="5031" y="1715"/>
                  </a:cubicBezTo>
                  <a:cubicBezTo>
                    <a:pt x="4625" y="3575"/>
                    <a:pt x="4171" y="5389"/>
                    <a:pt x="3761" y="7202"/>
                  </a:cubicBezTo>
                  <a:cubicBezTo>
                    <a:pt x="3671" y="7565"/>
                    <a:pt x="3627" y="7881"/>
                    <a:pt x="3580" y="8243"/>
                  </a:cubicBezTo>
                  <a:cubicBezTo>
                    <a:pt x="3127" y="9016"/>
                    <a:pt x="2630" y="9741"/>
                    <a:pt x="2358" y="10601"/>
                  </a:cubicBezTo>
                  <a:cubicBezTo>
                    <a:pt x="2311" y="10285"/>
                    <a:pt x="2267" y="9966"/>
                    <a:pt x="2220" y="9694"/>
                  </a:cubicBezTo>
                  <a:cubicBezTo>
                    <a:pt x="2128" y="9349"/>
                    <a:pt x="1814" y="9180"/>
                    <a:pt x="1503" y="9180"/>
                  </a:cubicBezTo>
                  <a:cubicBezTo>
                    <a:pt x="1203" y="9180"/>
                    <a:pt x="906" y="9338"/>
                    <a:pt x="816" y="9650"/>
                  </a:cubicBezTo>
                  <a:cubicBezTo>
                    <a:pt x="816" y="9650"/>
                    <a:pt x="769" y="9694"/>
                    <a:pt x="726" y="9785"/>
                  </a:cubicBezTo>
                  <a:cubicBezTo>
                    <a:pt x="316" y="11101"/>
                    <a:pt x="0" y="13683"/>
                    <a:pt x="1451" y="14499"/>
                  </a:cubicBezTo>
                  <a:cubicBezTo>
                    <a:pt x="1564" y="14568"/>
                    <a:pt x="1700" y="14603"/>
                    <a:pt x="1836" y="14603"/>
                  </a:cubicBezTo>
                  <a:cubicBezTo>
                    <a:pt x="1972" y="14603"/>
                    <a:pt x="2108" y="14568"/>
                    <a:pt x="2220" y="14499"/>
                  </a:cubicBezTo>
                  <a:cubicBezTo>
                    <a:pt x="2267" y="14547"/>
                    <a:pt x="2311" y="14547"/>
                    <a:pt x="2358" y="14590"/>
                  </a:cubicBezTo>
                  <a:lnTo>
                    <a:pt x="2358" y="14681"/>
                  </a:lnTo>
                  <a:cubicBezTo>
                    <a:pt x="2673" y="15497"/>
                    <a:pt x="2945" y="16313"/>
                    <a:pt x="3399" y="17085"/>
                  </a:cubicBezTo>
                  <a:cubicBezTo>
                    <a:pt x="3446" y="17220"/>
                    <a:pt x="3580" y="17310"/>
                    <a:pt x="3718" y="17310"/>
                  </a:cubicBezTo>
                  <a:cubicBezTo>
                    <a:pt x="3761" y="17448"/>
                    <a:pt x="3809" y="17629"/>
                    <a:pt x="3943" y="17764"/>
                  </a:cubicBezTo>
                  <a:lnTo>
                    <a:pt x="4215" y="18036"/>
                  </a:lnTo>
                  <a:cubicBezTo>
                    <a:pt x="4262" y="18126"/>
                    <a:pt x="4353" y="18217"/>
                    <a:pt x="4443" y="18308"/>
                  </a:cubicBezTo>
                  <a:cubicBezTo>
                    <a:pt x="4443" y="18489"/>
                    <a:pt x="4487" y="18717"/>
                    <a:pt x="4668" y="18852"/>
                  </a:cubicBezTo>
                  <a:cubicBezTo>
                    <a:pt x="5484" y="19533"/>
                    <a:pt x="6347" y="19940"/>
                    <a:pt x="7345" y="20259"/>
                  </a:cubicBezTo>
                  <a:cubicBezTo>
                    <a:pt x="7435" y="20302"/>
                    <a:pt x="7526" y="20302"/>
                    <a:pt x="7660" y="20349"/>
                  </a:cubicBezTo>
                  <a:cubicBezTo>
                    <a:pt x="7721" y="20349"/>
                    <a:pt x="7802" y="20369"/>
                    <a:pt x="7876" y="20369"/>
                  </a:cubicBezTo>
                  <a:cubicBezTo>
                    <a:pt x="7914" y="20369"/>
                    <a:pt x="7949" y="20364"/>
                    <a:pt x="7979" y="20349"/>
                  </a:cubicBezTo>
                  <a:cubicBezTo>
                    <a:pt x="10674" y="21257"/>
                    <a:pt x="13432" y="21494"/>
                    <a:pt x="16256" y="21494"/>
                  </a:cubicBezTo>
                  <a:cubicBezTo>
                    <a:pt x="17518" y="21494"/>
                    <a:pt x="18793" y="21446"/>
                    <a:pt x="20082" y="21390"/>
                  </a:cubicBezTo>
                  <a:cubicBezTo>
                    <a:pt x="20508" y="21550"/>
                    <a:pt x="20982" y="21616"/>
                    <a:pt x="21465" y="21616"/>
                  </a:cubicBezTo>
                  <a:cubicBezTo>
                    <a:pt x="21805" y="21616"/>
                    <a:pt x="22150" y="21584"/>
                    <a:pt x="22487" y="21528"/>
                  </a:cubicBezTo>
                  <a:cubicBezTo>
                    <a:pt x="22576" y="21528"/>
                    <a:pt x="22667" y="21548"/>
                    <a:pt x="22758" y="21548"/>
                  </a:cubicBezTo>
                  <a:cubicBezTo>
                    <a:pt x="22803" y="21548"/>
                    <a:pt x="22848" y="21543"/>
                    <a:pt x="22893" y="21528"/>
                  </a:cubicBezTo>
                  <a:cubicBezTo>
                    <a:pt x="23937" y="21347"/>
                    <a:pt x="25116" y="21256"/>
                    <a:pt x="26066" y="20756"/>
                  </a:cubicBezTo>
                  <a:cubicBezTo>
                    <a:pt x="26295" y="20622"/>
                    <a:pt x="26520" y="20484"/>
                    <a:pt x="26748" y="20302"/>
                  </a:cubicBezTo>
                  <a:cubicBezTo>
                    <a:pt x="26870" y="20384"/>
                    <a:pt x="27020" y="20429"/>
                    <a:pt x="27176" y="20429"/>
                  </a:cubicBezTo>
                  <a:cubicBezTo>
                    <a:pt x="27368" y="20429"/>
                    <a:pt x="27570" y="20361"/>
                    <a:pt x="27745" y="20212"/>
                  </a:cubicBezTo>
                  <a:cubicBezTo>
                    <a:pt x="28561" y="20030"/>
                    <a:pt x="29240" y="19214"/>
                    <a:pt x="29740" y="18489"/>
                  </a:cubicBezTo>
                  <a:cubicBezTo>
                    <a:pt x="29874" y="18308"/>
                    <a:pt x="29922" y="18083"/>
                    <a:pt x="29874" y="17854"/>
                  </a:cubicBezTo>
                  <a:cubicBezTo>
                    <a:pt x="30237" y="17310"/>
                    <a:pt x="30556" y="16766"/>
                    <a:pt x="30781" y="16179"/>
                  </a:cubicBezTo>
                  <a:cubicBezTo>
                    <a:pt x="30919" y="16132"/>
                    <a:pt x="31053" y="16088"/>
                    <a:pt x="31144" y="15907"/>
                  </a:cubicBezTo>
                  <a:cubicBezTo>
                    <a:pt x="31325" y="15406"/>
                    <a:pt x="31416" y="14953"/>
                    <a:pt x="31506" y="14499"/>
                  </a:cubicBezTo>
                  <a:cubicBezTo>
                    <a:pt x="31554" y="14409"/>
                    <a:pt x="31554" y="14318"/>
                    <a:pt x="31554" y="14227"/>
                  </a:cubicBezTo>
                  <a:cubicBezTo>
                    <a:pt x="31658" y="14292"/>
                    <a:pt x="31773" y="14326"/>
                    <a:pt x="31889" y="14326"/>
                  </a:cubicBezTo>
                  <a:cubicBezTo>
                    <a:pt x="32022" y="14326"/>
                    <a:pt x="32157" y="14281"/>
                    <a:pt x="32279" y="14184"/>
                  </a:cubicBezTo>
                  <a:cubicBezTo>
                    <a:pt x="32279" y="14137"/>
                    <a:pt x="32322" y="14137"/>
                    <a:pt x="32370" y="14093"/>
                  </a:cubicBezTo>
                  <a:cubicBezTo>
                    <a:pt x="32493" y="14170"/>
                    <a:pt x="32637" y="14210"/>
                    <a:pt x="32779" y="14210"/>
                  </a:cubicBezTo>
                  <a:cubicBezTo>
                    <a:pt x="33055" y="14210"/>
                    <a:pt x="33322" y="14059"/>
                    <a:pt x="33411" y="13731"/>
                  </a:cubicBezTo>
                  <a:cubicBezTo>
                    <a:pt x="33592" y="12867"/>
                    <a:pt x="33683" y="12008"/>
                    <a:pt x="33592" y="11145"/>
                  </a:cubicBezTo>
                  <a:cubicBezTo>
                    <a:pt x="33639" y="10782"/>
                    <a:pt x="33683" y="10419"/>
                    <a:pt x="33639" y="10104"/>
                  </a:cubicBezTo>
                  <a:cubicBezTo>
                    <a:pt x="33606" y="9726"/>
                    <a:pt x="33246" y="9369"/>
                    <a:pt x="32877" y="9369"/>
                  </a:cubicBezTo>
                  <a:cubicBezTo>
                    <a:pt x="32715" y="9369"/>
                    <a:pt x="32551" y="9437"/>
                    <a:pt x="32413" y="9603"/>
                  </a:cubicBezTo>
                  <a:cubicBezTo>
                    <a:pt x="31960" y="9741"/>
                    <a:pt x="31778" y="10194"/>
                    <a:pt x="31960" y="10648"/>
                  </a:cubicBezTo>
                  <a:cubicBezTo>
                    <a:pt x="32007" y="10738"/>
                    <a:pt x="32050" y="10829"/>
                    <a:pt x="32098" y="10963"/>
                  </a:cubicBezTo>
                  <a:cubicBezTo>
                    <a:pt x="32050" y="11010"/>
                    <a:pt x="32050" y="11054"/>
                    <a:pt x="32007" y="11101"/>
                  </a:cubicBezTo>
                  <a:cubicBezTo>
                    <a:pt x="32007" y="11192"/>
                    <a:pt x="31960" y="11235"/>
                    <a:pt x="31916" y="11282"/>
                  </a:cubicBezTo>
                  <a:cubicBezTo>
                    <a:pt x="32007" y="11101"/>
                    <a:pt x="31869" y="10920"/>
                    <a:pt x="31778" y="10648"/>
                  </a:cubicBezTo>
                  <a:cubicBezTo>
                    <a:pt x="31735" y="10376"/>
                    <a:pt x="31554" y="10194"/>
                    <a:pt x="31325" y="10147"/>
                  </a:cubicBezTo>
                  <a:cubicBezTo>
                    <a:pt x="31372" y="10013"/>
                    <a:pt x="31372" y="9875"/>
                    <a:pt x="31325" y="9741"/>
                  </a:cubicBezTo>
                  <a:cubicBezTo>
                    <a:pt x="31234" y="9469"/>
                    <a:pt x="31191" y="9150"/>
                    <a:pt x="31100" y="8878"/>
                  </a:cubicBezTo>
                  <a:cubicBezTo>
                    <a:pt x="31010" y="7928"/>
                    <a:pt x="30738" y="7064"/>
                    <a:pt x="30466" y="6114"/>
                  </a:cubicBezTo>
                  <a:cubicBezTo>
                    <a:pt x="30375" y="5886"/>
                    <a:pt x="30237" y="5752"/>
                    <a:pt x="30056" y="5661"/>
                  </a:cubicBezTo>
                  <a:cubicBezTo>
                    <a:pt x="30012" y="5570"/>
                    <a:pt x="30012" y="5523"/>
                    <a:pt x="29965" y="5432"/>
                  </a:cubicBezTo>
                  <a:cubicBezTo>
                    <a:pt x="29831" y="4936"/>
                    <a:pt x="29650" y="4435"/>
                    <a:pt x="29421" y="3891"/>
                  </a:cubicBezTo>
                  <a:cubicBezTo>
                    <a:pt x="29602" y="3757"/>
                    <a:pt x="29693" y="3528"/>
                    <a:pt x="29602" y="3213"/>
                  </a:cubicBezTo>
                  <a:cubicBezTo>
                    <a:pt x="29421" y="2215"/>
                    <a:pt x="29149" y="1309"/>
                    <a:pt x="28696" y="402"/>
                  </a:cubicBezTo>
                  <a:cubicBezTo>
                    <a:pt x="28544" y="124"/>
                    <a:pt x="28309" y="0"/>
                    <a:pt x="28068" y="0"/>
                  </a:cubicBezTo>
                  <a:close/>
                </a:path>
              </a:pathLst>
            </a:custGeom>
            <a:solidFill>
              <a:srgbClr val="FBDB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5"/>
            <p:cNvSpPr/>
            <p:nvPr/>
          </p:nvSpPr>
          <p:spPr>
            <a:xfrm>
              <a:off x="4523305" y="3397849"/>
              <a:ext cx="108736" cy="315998"/>
            </a:xfrm>
            <a:custGeom>
              <a:rect b="b" l="l" r="r" t="t"/>
              <a:pathLst>
                <a:path extrusionOk="0" h="8698" w="2993">
                  <a:moveTo>
                    <a:pt x="1270" y="4027"/>
                  </a:moveTo>
                  <a:lnTo>
                    <a:pt x="1270" y="4027"/>
                  </a:lnTo>
                  <a:cubicBezTo>
                    <a:pt x="1404" y="4614"/>
                    <a:pt x="1451" y="5206"/>
                    <a:pt x="1361" y="5793"/>
                  </a:cubicBezTo>
                  <a:cubicBezTo>
                    <a:pt x="1314" y="5206"/>
                    <a:pt x="1270" y="4614"/>
                    <a:pt x="1270" y="4027"/>
                  </a:cubicBezTo>
                  <a:close/>
                  <a:moveTo>
                    <a:pt x="321" y="1"/>
                  </a:moveTo>
                  <a:cubicBezTo>
                    <a:pt x="156" y="1"/>
                    <a:pt x="1" y="115"/>
                    <a:pt x="1" y="353"/>
                  </a:cubicBezTo>
                  <a:cubicBezTo>
                    <a:pt x="1" y="672"/>
                    <a:pt x="44" y="806"/>
                    <a:pt x="91" y="1125"/>
                  </a:cubicBezTo>
                  <a:cubicBezTo>
                    <a:pt x="135" y="1216"/>
                    <a:pt x="182" y="1307"/>
                    <a:pt x="226" y="1350"/>
                  </a:cubicBezTo>
                  <a:cubicBezTo>
                    <a:pt x="135" y="1441"/>
                    <a:pt x="44" y="1579"/>
                    <a:pt x="44" y="1760"/>
                  </a:cubicBezTo>
                  <a:cubicBezTo>
                    <a:pt x="91" y="3846"/>
                    <a:pt x="1" y="5974"/>
                    <a:pt x="182" y="8016"/>
                  </a:cubicBezTo>
                  <a:cubicBezTo>
                    <a:pt x="244" y="8421"/>
                    <a:pt x="542" y="8698"/>
                    <a:pt x="869" y="8698"/>
                  </a:cubicBezTo>
                  <a:cubicBezTo>
                    <a:pt x="1018" y="8698"/>
                    <a:pt x="1172" y="8641"/>
                    <a:pt x="1314" y="8513"/>
                  </a:cubicBezTo>
                  <a:cubicBezTo>
                    <a:pt x="2993" y="7063"/>
                    <a:pt x="2721" y="4934"/>
                    <a:pt x="2130" y="2982"/>
                  </a:cubicBezTo>
                  <a:cubicBezTo>
                    <a:pt x="2177" y="2892"/>
                    <a:pt x="2177" y="2801"/>
                    <a:pt x="2177" y="2667"/>
                  </a:cubicBezTo>
                  <a:cubicBezTo>
                    <a:pt x="2130" y="2395"/>
                    <a:pt x="2039" y="2123"/>
                    <a:pt x="1995" y="1851"/>
                  </a:cubicBezTo>
                  <a:cubicBezTo>
                    <a:pt x="2086" y="1760"/>
                    <a:pt x="2130" y="1622"/>
                    <a:pt x="2086" y="1488"/>
                  </a:cubicBezTo>
                  <a:cubicBezTo>
                    <a:pt x="2039" y="1169"/>
                    <a:pt x="1948" y="897"/>
                    <a:pt x="1814" y="625"/>
                  </a:cubicBezTo>
                  <a:cubicBezTo>
                    <a:pt x="1717" y="404"/>
                    <a:pt x="1510" y="293"/>
                    <a:pt x="1317" y="293"/>
                  </a:cubicBezTo>
                  <a:cubicBezTo>
                    <a:pt x="1235" y="293"/>
                    <a:pt x="1156" y="313"/>
                    <a:pt x="1089" y="353"/>
                  </a:cubicBezTo>
                  <a:cubicBezTo>
                    <a:pt x="1039" y="279"/>
                    <a:pt x="975" y="246"/>
                    <a:pt x="905" y="246"/>
                  </a:cubicBezTo>
                  <a:cubicBezTo>
                    <a:pt x="848" y="246"/>
                    <a:pt x="787" y="268"/>
                    <a:pt x="726" y="309"/>
                  </a:cubicBezTo>
                  <a:cubicBezTo>
                    <a:pt x="726" y="262"/>
                    <a:pt x="679" y="219"/>
                    <a:pt x="635" y="172"/>
                  </a:cubicBezTo>
                  <a:cubicBezTo>
                    <a:pt x="560" y="59"/>
                    <a:pt x="438" y="1"/>
                    <a:pt x="321" y="1"/>
                  </a:cubicBezTo>
                  <a:close/>
                </a:path>
              </a:pathLst>
            </a:custGeom>
            <a:solidFill>
              <a:srgbClr val="C8D5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5"/>
            <p:cNvSpPr/>
            <p:nvPr/>
          </p:nvSpPr>
          <p:spPr>
            <a:xfrm>
              <a:off x="4510118" y="3278907"/>
              <a:ext cx="78255" cy="127264"/>
            </a:xfrm>
            <a:custGeom>
              <a:rect b="b" l="l" r="r" t="t"/>
              <a:pathLst>
                <a:path extrusionOk="0" h="3503" w="2154">
                  <a:moveTo>
                    <a:pt x="1314" y="0"/>
                  </a:moveTo>
                  <a:cubicBezTo>
                    <a:pt x="998" y="0"/>
                    <a:pt x="726" y="0"/>
                    <a:pt x="454" y="47"/>
                  </a:cubicBezTo>
                  <a:cubicBezTo>
                    <a:pt x="135" y="91"/>
                    <a:pt x="1" y="453"/>
                    <a:pt x="45" y="725"/>
                  </a:cubicBezTo>
                  <a:cubicBezTo>
                    <a:pt x="135" y="1407"/>
                    <a:pt x="407" y="2086"/>
                    <a:pt x="726" y="2720"/>
                  </a:cubicBezTo>
                  <a:cubicBezTo>
                    <a:pt x="726" y="2767"/>
                    <a:pt x="770" y="2811"/>
                    <a:pt x="817" y="2858"/>
                  </a:cubicBezTo>
                  <a:cubicBezTo>
                    <a:pt x="793" y="3288"/>
                    <a:pt x="1133" y="3503"/>
                    <a:pt x="1473" y="3503"/>
                  </a:cubicBezTo>
                  <a:cubicBezTo>
                    <a:pt x="1813" y="3503"/>
                    <a:pt x="2153" y="3288"/>
                    <a:pt x="2130" y="2858"/>
                  </a:cubicBezTo>
                  <a:lnTo>
                    <a:pt x="2130" y="2539"/>
                  </a:lnTo>
                  <a:lnTo>
                    <a:pt x="2130" y="2495"/>
                  </a:lnTo>
                  <a:cubicBezTo>
                    <a:pt x="2086" y="1814"/>
                    <a:pt x="2039" y="1135"/>
                    <a:pt x="1814" y="453"/>
                  </a:cubicBezTo>
                  <a:cubicBezTo>
                    <a:pt x="1767" y="181"/>
                    <a:pt x="1542" y="47"/>
                    <a:pt x="1314" y="0"/>
                  </a:cubicBezTo>
                  <a:close/>
                </a:path>
              </a:pathLst>
            </a:custGeom>
            <a:solidFill>
              <a:srgbClr val="C8D5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5"/>
            <p:cNvSpPr/>
            <p:nvPr/>
          </p:nvSpPr>
          <p:spPr>
            <a:xfrm>
              <a:off x="3940304" y="1968652"/>
              <a:ext cx="1246737" cy="1873611"/>
            </a:xfrm>
            <a:custGeom>
              <a:rect b="b" l="l" r="r" t="t"/>
              <a:pathLst>
                <a:path extrusionOk="0" h="51572" w="34317">
                  <a:moveTo>
                    <a:pt x="31281" y="16844"/>
                  </a:moveTo>
                  <a:lnTo>
                    <a:pt x="31281" y="17841"/>
                  </a:lnTo>
                  <a:cubicBezTo>
                    <a:pt x="31053" y="17979"/>
                    <a:pt x="30828" y="18161"/>
                    <a:pt x="30599" y="18342"/>
                  </a:cubicBezTo>
                  <a:cubicBezTo>
                    <a:pt x="30509" y="18070"/>
                    <a:pt x="30418" y="17798"/>
                    <a:pt x="30327" y="17479"/>
                  </a:cubicBezTo>
                  <a:cubicBezTo>
                    <a:pt x="30647" y="17344"/>
                    <a:pt x="30962" y="17072"/>
                    <a:pt x="31281" y="16844"/>
                  </a:cubicBezTo>
                  <a:close/>
                  <a:moveTo>
                    <a:pt x="19041" y="842"/>
                  </a:moveTo>
                  <a:cubicBezTo>
                    <a:pt x="19628" y="1840"/>
                    <a:pt x="20172" y="2881"/>
                    <a:pt x="20854" y="3787"/>
                  </a:cubicBezTo>
                  <a:cubicBezTo>
                    <a:pt x="20902" y="3883"/>
                    <a:pt x="21001" y="3942"/>
                    <a:pt x="21096" y="3942"/>
                  </a:cubicBezTo>
                  <a:cubicBezTo>
                    <a:pt x="21182" y="3942"/>
                    <a:pt x="21265" y="3895"/>
                    <a:pt x="21308" y="3787"/>
                  </a:cubicBezTo>
                  <a:cubicBezTo>
                    <a:pt x="21514" y="3341"/>
                    <a:pt x="21903" y="2290"/>
                    <a:pt x="22298" y="2290"/>
                  </a:cubicBezTo>
                  <a:cubicBezTo>
                    <a:pt x="22423" y="2290"/>
                    <a:pt x="22548" y="2395"/>
                    <a:pt x="22668" y="2656"/>
                  </a:cubicBezTo>
                  <a:cubicBezTo>
                    <a:pt x="23074" y="3472"/>
                    <a:pt x="23393" y="4379"/>
                    <a:pt x="23756" y="5238"/>
                  </a:cubicBezTo>
                  <a:cubicBezTo>
                    <a:pt x="23798" y="5346"/>
                    <a:pt x="23891" y="5392"/>
                    <a:pt x="23987" y="5392"/>
                  </a:cubicBezTo>
                  <a:cubicBezTo>
                    <a:pt x="24094" y="5392"/>
                    <a:pt x="24205" y="5334"/>
                    <a:pt x="24253" y="5238"/>
                  </a:cubicBezTo>
                  <a:cubicBezTo>
                    <a:pt x="24615" y="4694"/>
                    <a:pt x="24978" y="4197"/>
                    <a:pt x="25431" y="3697"/>
                  </a:cubicBezTo>
                  <a:cubicBezTo>
                    <a:pt x="25703" y="4651"/>
                    <a:pt x="26022" y="5601"/>
                    <a:pt x="26566" y="6464"/>
                  </a:cubicBezTo>
                  <a:cubicBezTo>
                    <a:pt x="26599" y="6564"/>
                    <a:pt x="26708" y="6616"/>
                    <a:pt x="26819" y="6616"/>
                  </a:cubicBezTo>
                  <a:cubicBezTo>
                    <a:pt x="26857" y="6616"/>
                    <a:pt x="26894" y="6610"/>
                    <a:pt x="26929" y="6598"/>
                  </a:cubicBezTo>
                  <a:cubicBezTo>
                    <a:pt x="27426" y="6236"/>
                    <a:pt x="27879" y="5829"/>
                    <a:pt x="28242" y="5376"/>
                  </a:cubicBezTo>
                  <a:cubicBezTo>
                    <a:pt x="28514" y="6598"/>
                    <a:pt x="28833" y="7824"/>
                    <a:pt x="29287" y="9003"/>
                  </a:cubicBezTo>
                  <a:cubicBezTo>
                    <a:pt x="29341" y="9113"/>
                    <a:pt x="29429" y="9172"/>
                    <a:pt x="29531" y="9172"/>
                  </a:cubicBezTo>
                  <a:cubicBezTo>
                    <a:pt x="29597" y="9172"/>
                    <a:pt x="29668" y="9147"/>
                    <a:pt x="29740" y="9093"/>
                  </a:cubicBezTo>
                  <a:cubicBezTo>
                    <a:pt x="30146" y="8731"/>
                    <a:pt x="30509" y="8368"/>
                    <a:pt x="30871" y="7958"/>
                  </a:cubicBezTo>
                  <a:cubicBezTo>
                    <a:pt x="31597" y="10588"/>
                    <a:pt x="31281" y="13399"/>
                    <a:pt x="31234" y="16119"/>
                  </a:cubicBezTo>
                  <a:lnTo>
                    <a:pt x="31234" y="16300"/>
                  </a:lnTo>
                  <a:cubicBezTo>
                    <a:pt x="30919" y="16619"/>
                    <a:pt x="30599" y="16935"/>
                    <a:pt x="30193" y="17163"/>
                  </a:cubicBezTo>
                  <a:cubicBezTo>
                    <a:pt x="29783" y="16028"/>
                    <a:pt x="29602" y="14806"/>
                    <a:pt x="29149" y="13718"/>
                  </a:cubicBezTo>
                  <a:cubicBezTo>
                    <a:pt x="29149" y="13671"/>
                    <a:pt x="29105" y="13671"/>
                    <a:pt x="29105" y="13627"/>
                  </a:cubicBezTo>
                  <a:cubicBezTo>
                    <a:pt x="29058" y="13489"/>
                    <a:pt x="28967" y="13308"/>
                    <a:pt x="28742" y="13308"/>
                  </a:cubicBezTo>
                  <a:cubicBezTo>
                    <a:pt x="27267" y="13236"/>
                    <a:pt x="25778" y="13214"/>
                    <a:pt x="24285" y="13214"/>
                  </a:cubicBezTo>
                  <a:cubicBezTo>
                    <a:pt x="22017" y="13214"/>
                    <a:pt x="19742" y="13264"/>
                    <a:pt x="17499" y="13264"/>
                  </a:cubicBezTo>
                  <a:cubicBezTo>
                    <a:pt x="17186" y="13268"/>
                    <a:pt x="16872" y="13269"/>
                    <a:pt x="16558" y="13269"/>
                  </a:cubicBezTo>
                  <a:cubicBezTo>
                    <a:pt x="14783" y="13269"/>
                    <a:pt x="12985" y="13223"/>
                    <a:pt x="11190" y="13223"/>
                  </a:cubicBezTo>
                  <a:cubicBezTo>
                    <a:pt x="9292" y="13223"/>
                    <a:pt x="7396" y="13275"/>
                    <a:pt x="5531" y="13489"/>
                  </a:cubicBezTo>
                  <a:cubicBezTo>
                    <a:pt x="5484" y="13489"/>
                    <a:pt x="5440" y="13536"/>
                    <a:pt x="5393" y="13580"/>
                  </a:cubicBezTo>
                  <a:cubicBezTo>
                    <a:pt x="5302" y="13580"/>
                    <a:pt x="5259" y="13627"/>
                    <a:pt x="5212" y="13718"/>
                  </a:cubicBezTo>
                  <a:cubicBezTo>
                    <a:pt x="4758" y="14806"/>
                    <a:pt x="4534" y="16028"/>
                    <a:pt x="4171" y="17163"/>
                  </a:cubicBezTo>
                  <a:cubicBezTo>
                    <a:pt x="3899" y="17932"/>
                    <a:pt x="3627" y="18748"/>
                    <a:pt x="3355" y="19564"/>
                  </a:cubicBezTo>
                  <a:cubicBezTo>
                    <a:pt x="2854" y="19158"/>
                    <a:pt x="2267" y="18795"/>
                    <a:pt x="1632" y="18523"/>
                  </a:cubicBezTo>
                  <a:cubicBezTo>
                    <a:pt x="1857" y="14987"/>
                    <a:pt x="1766" y="11404"/>
                    <a:pt x="1995" y="7868"/>
                  </a:cubicBezTo>
                  <a:cubicBezTo>
                    <a:pt x="2357" y="8187"/>
                    <a:pt x="2811" y="8459"/>
                    <a:pt x="3174" y="8774"/>
                  </a:cubicBezTo>
                  <a:cubicBezTo>
                    <a:pt x="3232" y="8819"/>
                    <a:pt x="3300" y="8839"/>
                    <a:pt x="3365" y="8839"/>
                  </a:cubicBezTo>
                  <a:cubicBezTo>
                    <a:pt x="3502" y="8839"/>
                    <a:pt x="3627" y="8748"/>
                    <a:pt x="3627" y="8593"/>
                  </a:cubicBezTo>
                  <a:cubicBezTo>
                    <a:pt x="3718" y="7958"/>
                    <a:pt x="3718" y="7371"/>
                    <a:pt x="3761" y="6780"/>
                  </a:cubicBezTo>
                  <a:cubicBezTo>
                    <a:pt x="3670" y="6326"/>
                    <a:pt x="3808" y="5920"/>
                    <a:pt x="4124" y="5601"/>
                  </a:cubicBezTo>
                  <a:cubicBezTo>
                    <a:pt x="4624" y="5920"/>
                    <a:pt x="5121" y="6326"/>
                    <a:pt x="5574" y="6689"/>
                  </a:cubicBezTo>
                  <a:cubicBezTo>
                    <a:pt x="5635" y="6749"/>
                    <a:pt x="5721" y="6783"/>
                    <a:pt x="5802" y="6783"/>
                  </a:cubicBezTo>
                  <a:cubicBezTo>
                    <a:pt x="5906" y="6783"/>
                    <a:pt x="6003" y="6727"/>
                    <a:pt x="6028" y="6598"/>
                  </a:cubicBezTo>
                  <a:cubicBezTo>
                    <a:pt x="6166" y="6054"/>
                    <a:pt x="6347" y="5510"/>
                    <a:pt x="6481" y="4966"/>
                  </a:cubicBezTo>
                  <a:cubicBezTo>
                    <a:pt x="6573" y="4627"/>
                    <a:pt x="6702" y="4498"/>
                    <a:pt x="6849" y="4498"/>
                  </a:cubicBezTo>
                  <a:cubicBezTo>
                    <a:pt x="7213" y="4498"/>
                    <a:pt x="7687" y="5291"/>
                    <a:pt x="7979" y="5648"/>
                  </a:cubicBezTo>
                  <a:cubicBezTo>
                    <a:pt x="8024" y="5708"/>
                    <a:pt x="8083" y="5733"/>
                    <a:pt x="8145" y="5733"/>
                  </a:cubicBezTo>
                  <a:cubicBezTo>
                    <a:pt x="8269" y="5733"/>
                    <a:pt x="8401" y="5631"/>
                    <a:pt x="8432" y="5510"/>
                  </a:cubicBezTo>
                  <a:cubicBezTo>
                    <a:pt x="8475" y="5421"/>
                    <a:pt x="9051" y="3877"/>
                    <a:pt x="9109" y="3877"/>
                  </a:cubicBezTo>
                  <a:cubicBezTo>
                    <a:pt x="9109" y="3877"/>
                    <a:pt x="9110" y="3878"/>
                    <a:pt x="9111" y="3878"/>
                  </a:cubicBezTo>
                  <a:cubicBezTo>
                    <a:pt x="9520" y="4288"/>
                    <a:pt x="9974" y="4651"/>
                    <a:pt x="10427" y="4966"/>
                  </a:cubicBezTo>
                  <a:cubicBezTo>
                    <a:pt x="10480" y="5007"/>
                    <a:pt x="10534" y="5023"/>
                    <a:pt x="10583" y="5023"/>
                  </a:cubicBezTo>
                  <a:cubicBezTo>
                    <a:pt x="10703" y="5023"/>
                    <a:pt x="10803" y="4927"/>
                    <a:pt x="10833" y="4832"/>
                  </a:cubicBezTo>
                  <a:cubicBezTo>
                    <a:pt x="11152" y="4107"/>
                    <a:pt x="11334" y="3334"/>
                    <a:pt x="11696" y="2699"/>
                  </a:cubicBezTo>
                  <a:cubicBezTo>
                    <a:pt x="12119" y="3394"/>
                    <a:pt x="12676" y="4386"/>
                    <a:pt x="13475" y="4386"/>
                  </a:cubicBezTo>
                  <a:cubicBezTo>
                    <a:pt x="13614" y="4386"/>
                    <a:pt x="13761" y="4355"/>
                    <a:pt x="13916" y="4288"/>
                  </a:cubicBezTo>
                  <a:cubicBezTo>
                    <a:pt x="15004" y="3787"/>
                    <a:pt x="15505" y="2293"/>
                    <a:pt x="15911" y="1114"/>
                  </a:cubicBezTo>
                  <a:cubicBezTo>
                    <a:pt x="16546" y="1931"/>
                    <a:pt x="16955" y="2881"/>
                    <a:pt x="17543" y="3744"/>
                  </a:cubicBezTo>
                  <a:cubicBezTo>
                    <a:pt x="17605" y="3825"/>
                    <a:pt x="17703" y="3870"/>
                    <a:pt x="17800" y="3870"/>
                  </a:cubicBezTo>
                  <a:cubicBezTo>
                    <a:pt x="17919" y="3870"/>
                    <a:pt x="18037" y="3803"/>
                    <a:pt x="18087" y="3653"/>
                  </a:cubicBezTo>
                  <a:cubicBezTo>
                    <a:pt x="18268" y="2656"/>
                    <a:pt x="18587" y="1749"/>
                    <a:pt x="19041" y="842"/>
                  </a:cubicBezTo>
                  <a:close/>
                  <a:moveTo>
                    <a:pt x="31325" y="18251"/>
                  </a:moveTo>
                  <a:cubicBezTo>
                    <a:pt x="31325" y="18567"/>
                    <a:pt x="31372" y="18886"/>
                    <a:pt x="31415" y="19201"/>
                  </a:cubicBezTo>
                  <a:cubicBezTo>
                    <a:pt x="31281" y="19339"/>
                    <a:pt x="31143" y="19473"/>
                    <a:pt x="31009" y="19564"/>
                  </a:cubicBezTo>
                  <a:cubicBezTo>
                    <a:pt x="30871" y="19249"/>
                    <a:pt x="30781" y="18929"/>
                    <a:pt x="30690" y="18657"/>
                  </a:cubicBezTo>
                  <a:cubicBezTo>
                    <a:pt x="30919" y="18523"/>
                    <a:pt x="31143" y="18385"/>
                    <a:pt x="31325" y="18251"/>
                  </a:cubicBezTo>
                  <a:close/>
                  <a:moveTo>
                    <a:pt x="1632" y="18705"/>
                  </a:moveTo>
                  <a:cubicBezTo>
                    <a:pt x="2220" y="19020"/>
                    <a:pt x="2764" y="19430"/>
                    <a:pt x="3308" y="19793"/>
                  </a:cubicBezTo>
                  <a:cubicBezTo>
                    <a:pt x="3174" y="20246"/>
                    <a:pt x="3036" y="20699"/>
                    <a:pt x="2901" y="21196"/>
                  </a:cubicBezTo>
                  <a:cubicBezTo>
                    <a:pt x="2673" y="21015"/>
                    <a:pt x="2448" y="20881"/>
                    <a:pt x="2267" y="20699"/>
                  </a:cubicBezTo>
                  <a:cubicBezTo>
                    <a:pt x="2038" y="20518"/>
                    <a:pt x="1766" y="20289"/>
                    <a:pt x="1541" y="20108"/>
                  </a:cubicBezTo>
                  <a:cubicBezTo>
                    <a:pt x="1585" y="19655"/>
                    <a:pt x="1632" y="19201"/>
                    <a:pt x="1632" y="18705"/>
                  </a:cubicBezTo>
                  <a:close/>
                  <a:moveTo>
                    <a:pt x="31463" y="19611"/>
                  </a:moveTo>
                  <a:cubicBezTo>
                    <a:pt x="31506" y="20380"/>
                    <a:pt x="31597" y="21196"/>
                    <a:pt x="31644" y="21969"/>
                  </a:cubicBezTo>
                  <a:cubicBezTo>
                    <a:pt x="31463" y="21243"/>
                    <a:pt x="31281" y="20518"/>
                    <a:pt x="31053" y="19793"/>
                  </a:cubicBezTo>
                  <a:cubicBezTo>
                    <a:pt x="31191" y="19745"/>
                    <a:pt x="31325" y="19702"/>
                    <a:pt x="31463" y="19611"/>
                  </a:cubicBezTo>
                  <a:close/>
                  <a:moveTo>
                    <a:pt x="1494" y="20337"/>
                  </a:moveTo>
                  <a:cubicBezTo>
                    <a:pt x="1723" y="20518"/>
                    <a:pt x="1904" y="20699"/>
                    <a:pt x="2085" y="20881"/>
                  </a:cubicBezTo>
                  <a:cubicBezTo>
                    <a:pt x="2310" y="21062"/>
                    <a:pt x="2539" y="21334"/>
                    <a:pt x="2811" y="21515"/>
                  </a:cubicBezTo>
                  <a:cubicBezTo>
                    <a:pt x="2720" y="21787"/>
                    <a:pt x="2673" y="22103"/>
                    <a:pt x="2582" y="22375"/>
                  </a:cubicBezTo>
                  <a:cubicBezTo>
                    <a:pt x="2267" y="21922"/>
                    <a:pt x="1857" y="21559"/>
                    <a:pt x="1451" y="21153"/>
                  </a:cubicBezTo>
                  <a:cubicBezTo>
                    <a:pt x="1451" y="20881"/>
                    <a:pt x="1494" y="20609"/>
                    <a:pt x="1494" y="20337"/>
                  </a:cubicBezTo>
                  <a:close/>
                  <a:moveTo>
                    <a:pt x="1404" y="21425"/>
                  </a:moveTo>
                  <a:cubicBezTo>
                    <a:pt x="1813" y="21831"/>
                    <a:pt x="2176" y="22241"/>
                    <a:pt x="2539" y="22694"/>
                  </a:cubicBezTo>
                  <a:cubicBezTo>
                    <a:pt x="2448" y="23100"/>
                    <a:pt x="2310" y="23510"/>
                    <a:pt x="2267" y="23916"/>
                  </a:cubicBezTo>
                  <a:cubicBezTo>
                    <a:pt x="2085" y="23282"/>
                    <a:pt x="1813" y="22694"/>
                    <a:pt x="1269" y="22466"/>
                  </a:cubicBezTo>
                  <a:cubicBezTo>
                    <a:pt x="1313" y="22150"/>
                    <a:pt x="1360" y="21787"/>
                    <a:pt x="1404" y="21425"/>
                  </a:cubicBezTo>
                  <a:close/>
                  <a:moveTo>
                    <a:pt x="5574" y="13852"/>
                  </a:moveTo>
                  <a:cubicBezTo>
                    <a:pt x="7419" y="14079"/>
                    <a:pt x="9297" y="14136"/>
                    <a:pt x="11181" y="14136"/>
                  </a:cubicBezTo>
                  <a:cubicBezTo>
                    <a:pt x="13049" y="14136"/>
                    <a:pt x="14923" y="14080"/>
                    <a:pt x="16774" y="14080"/>
                  </a:cubicBezTo>
                  <a:cubicBezTo>
                    <a:pt x="19155" y="14080"/>
                    <a:pt x="21536" y="14128"/>
                    <a:pt x="23916" y="14128"/>
                  </a:cubicBezTo>
                  <a:cubicBezTo>
                    <a:pt x="25525" y="14128"/>
                    <a:pt x="27134" y="14106"/>
                    <a:pt x="28742" y="14033"/>
                  </a:cubicBezTo>
                  <a:lnTo>
                    <a:pt x="28786" y="14033"/>
                  </a:lnTo>
                  <a:cubicBezTo>
                    <a:pt x="28877" y="15168"/>
                    <a:pt x="29239" y="16256"/>
                    <a:pt x="29559" y="17344"/>
                  </a:cubicBezTo>
                  <a:cubicBezTo>
                    <a:pt x="30284" y="19793"/>
                    <a:pt x="30828" y="22331"/>
                    <a:pt x="31553" y="24823"/>
                  </a:cubicBezTo>
                  <a:cubicBezTo>
                    <a:pt x="31644" y="25004"/>
                    <a:pt x="31778" y="25051"/>
                    <a:pt x="31959" y="25051"/>
                  </a:cubicBezTo>
                  <a:cubicBezTo>
                    <a:pt x="31959" y="25119"/>
                    <a:pt x="32017" y="25152"/>
                    <a:pt x="32074" y="25152"/>
                  </a:cubicBezTo>
                  <a:cubicBezTo>
                    <a:pt x="32131" y="25152"/>
                    <a:pt x="32188" y="25119"/>
                    <a:pt x="32188" y="25051"/>
                  </a:cubicBezTo>
                  <a:cubicBezTo>
                    <a:pt x="32231" y="24961"/>
                    <a:pt x="32231" y="24870"/>
                    <a:pt x="32279" y="24779"/>
                  </a:cubicBezTo>
                  <a:cubicBezTo>
                    <a:pt x="32413" y="24732"/>
                    <a:pt x="32503" y="24598"/>
                    <a:pt x="32503" y="24417"/>
                  </a:cubicBezTo>
                  <a:lnTo>
                    <a:pt x="32503" y="23963"/>
                  </a:lnTo>
                  <a:cubicBezTo>
                    <a:pt x="32594" y="23735"/>
                    <a:pt x="32685" y="23554"/>
                    <a:pt x="32823" y="23372"/>
                  </a:cubicBezTo>
                  <a:cubicBezTo>
                    <a:pt x="32928" y="23221"/>
                    <a:pt x="33024" y="23158"/>
                    <a:pt x="33110" y="23158"/>
                  </a:cubicBezTo>
                  <a:cubicBezTo>
                    <a:pt x="33540" y="23158"/>
                    <a:pt x="33729" y="24740"/>
                    <a:pt x="33729" y="24779"/>
                  </a:cubicBezTo>
                  <a:cubicBezTo>
                    <a:pt x="33729" y="25458"/>
                    <a:pt x="33682" y="26092"/>
                    <a:pt x="33548" y="26727"/>
                  </a:cubicBezTo>
                  <a:cubicBezTo>
                    <a:pt x="33457" y="27090"/>
                    <a:pt x="33367" y="27409"/>
                    <a:pt x="33185" y="27772"/>
                  </a:cubicBezTo>
                  <a:cubicBezTo>
                    <a:pt x="32823" y="27772"/>
                    <a:pt x="32460" y="27772"/>
                    <a:pt x="32097" y="27815"/>
                  </a:cubicBezTo>
                  <a:cubicBezTo>
                    <a:pt x="32074" y="27612"/>
                    <a:pt x="31926" y="27510"/>
                    <a:pt x="31779" y="27510"/>
                  </a:cubicBezTo>
                  <a:cubicBezTo>
                    <a:pt x="31631" y="27510"/>
                    <a:pt x="31484" y="27612"/>
                    <a:pt x="31463" y="27815"/>
                  </a:cubicBezTo>
                  <a:cubicBezTo>
                    <a:pt x="30871" y="35116"/>
                    <a:pt x="22983" y="35250"/>
                    <a:pt x="17180" y="35388"/>
                  </a:cubicBezTo>
                  <a:cubicBezTo>
                    <a:pt x="11334" y="35250"/>
                    <a:pt x="3489" y="35116"/>
                    <a:pt x="2854" y="27815"/>
                  </a:cubicBezTo>
                  <a:cubicBezTo>
                    <a:pt x="2854" y="27612"/>
                    <a:pt x="2718" y="27510"/>
                    <a:pt x="2577" y="27510"/>
                  </a:cubicBezTo>
                  <a:cubicBezTo>
                    <a:pt x="2435" y="27510"/>
                    <a:pt x="2289" y="27612"/>
                    <a:pt x="2267" y="27815"/>
                  </a:cubicBezTo>
                  <a:cubicBezTo>
                    <a:pt x="1904" y="27772"/>
                    <a:pt x="1541" y="27772"/>
                    <a:pt x="1132" y="27772"/>
                  </a:cubicBezTo>
                  <a:cubicBezTo>
                    <a:pt x="997" y="27409"/>
                    <a:pt x="860" y="27090"/>
                    <a:pt x="816" y="26727"/>
                  </a:cubicBezTo>
                  <a:cubicBezTo>
                    <a:pt x="635" y="26092"/>
                    <a:pt x="635" y="25458"/>
                    <a:pt x="635" y="24779"/>
                  </a:cubicBezTo>
                  <a:cubicBezTo>
                    <a:pt x="635" y="24740"/>
                    <a:pt x="824" y="23158"/>
                    <a:pt x="1254" y="23158"/>
                  </a:cubicBezTo>
                  <a:cubicBezTo>
                    <a:pt x="1340" y="23158"/>
                    <a:pt x="1436" y="23221"/>
                    <a:pt x="1541" y="23372"/>
                  </a:cubicBezTo>
                  <a:cubicBezTo>
                    <a:pt x="1857" y="23826"/>
                    <a:pt x="1995" y="24460"/>
                    <a:pt x="2129" y="25051"/>
                  </a:cubicBezTo>
                  <a:cubicBezTo>
                    <a:pt x="2153" y="25119"/>
                    <a:pt x="2221" y="25152"/>
                    <a:pt x="2283" y="25152"/>
                  </a:cubicBezTo>
                  <a:cubicBezTo>
                    <a:pt x="2345" y="25152"/>
                    <a:pt x="2401" y="25119"/>
                    <a:pt x="2401" y="25051"/>
                  </a:cubicBezTo>
                  <a:cubicBezTo>
                    <a:pt x="2539" y="25051"/>
                    <a:pt x="2720" y="25004"/>
                    <a:pt x="2764" y="24823"/>
                  </a:cubicBezTo>
                  <a:cubicBezTo>
                    <a:pt x="3536" y="22331"/>
                    <a:pt x="4080" y="19793"/>
                    <a:pt x="4758" y="17344"/>
                  </a:cubicBezTo>
                  <a:cubicBezTo>
                    <a:pt x="5121" y="16209"/>
                    <a:pt x="5531" y="15031"/>
                    <a:pt x="5574" y="13852"/>
                  </a:cubicBezTo>
                  <a:close/>
                  <a:moveTo>
                    <a:pt x="17409" y="36204"/>
                  </a:moveTo>
                  <a:cubicBezTo>
                    <a:pt x="17590" y="37063"/>
                    <a:pt x="17590" y="37927"/>
                    <a:pt x="17452" y="38786"/>
                  </a:cubicBezTo>
                  <a:cubicBezTo>
                    <a:pt x="17409" y="38877"/>
                    <a:pt x="17362" y="38924"/>
                    <a:pt x="17362" y="39015"/>
                  </a:cubicBezTo>
                  <a:cubicBezTo>
                    <a:pt x="16455" y="39015"/>
                    <a:pt x="16183" y="38289"/>
                    <a:pt x="16092" y="37383"/>
                  </a:cubicBezTo>
                  <a:cubicBezTo>
                    <a:pt x="16092" y="37292"/>
                    <a:pt x="16092" y="36567"/>
                    <a:pt x="16002" y="36204"/>
                  </a:cubicBezTo>
                  <a:close/>
                  <a:moveTo>
                    <a:pt x="16502" y="39421"/>
                  </a:moveTo>
                  <a:cubicBezTo>
                    <a:pt x="16774" y="39559"/>
                    <a:pt x="17090" y="39602"/>
                    <a:pt x="17452" y="39602"/>
                  </a:cubicBezTo>
                  <a:cubicBezTo>
                    <a:pt x="17681" y="40737"/>
                    <a:pt x="17996" y="41869"/>
                    <a:pt x="18268" y="43048"/>
                  </a:cubicBezTo>
                  <a:cubicBezTo>
                    <a:pt x="18678" y="44952"/>
                    <a:pt x="17862" y="46312"/>
                    <a:pt x="16865" y="47810"/>
                  </a:cubicBezTo>
                  <a:cubicBezTo>
                    <a:pt x="16002" y="46675"/>
                    <a:pt x="16183" y="44727"/>
                    <a:pt x="16230" y="43410"/>
                  </a:cubicBezTo>
                  <a:cubicBezTo>
                    <a:pt x="16274" y="42097"/>
                    <a:pt x="16502" y="40737"/>
                    <a:pt x="16502" y="39421"/>
                  </a:cubicBezTo>
                  <a:close/>
                  <a:moveTo>
                    <a:pt x="19007" y="1"/>
                  </a:moveTo>
                  <a:cubicBezTo>
                    <a:pt x="18927" y="1"/>
                    <a:pt x="18852" y="37"/>
                    <a:pt x="18812" y="117"/>
                  </a:cubicBezTo>
                  <a:cubicBezTo>
                    <a:pt x="18268" y="1024"/>
                    <a:pt x="17906" y="1883"/>
                    <a:pt x="17681" y="2837"/>
                  </a:cubicBezTo>
                  <a:cubicBezTo>
                    <a:pt x="17137" y="1974"/>
                    <a:pt x="16727" y="1067"/>
                    <a:pt x="16049" y="342"/>
                  </a:cubicBezTo>
                  <a:cubicBezTo>
                    <a:pt x="15982" y="276"/>
                    <a:pt x="15909" y="246"/>
                    <a:pt x="15839" y="246"/>
                  </a:cubicBezTo>
                  <a:cubicBezTo>
                    <a:pt x="15718" y="246"/>
                    <a:pt x="15606" y="335"/>
                    <a:pt x="15548" y="480"/>
                  </a:cubicBezTo>
                  <a:cubicBezTo>
                    <a:pt x="15276" y="1249"/>
                    <a:pt x="14961" y="1974"/>
                    <a:pt x="14551" y="2699"/>
                  </a:cubicBezTo>
                  <a:cubicBezTo>
                    <a:pt x="14269" y="3264"/>
                    <a:pt x="13954" y="3481"/>
                    <a:pt x="13635" y="3481"/>
                  </a:cubicBezTo>
                  <a:cubicBezTo>
                    <a:pt x="13031" y="3481"/>
                    <a:pt x="12412" y="2702"/>
                    <a:pt x="11969" y="2021"/>
                  </a:cubicBezTo>
                  <a:cubicBezTo>
                    <a:pt x="11926" y="1913"/>
                    <a:pt x="11843" y="1867"/>
                    <a:pt x="11752" y="1867"/>
                  </a:cubicBezTo>
                  <a:cubicBezTo>
                    <a:pt x="11651" y="1867"/>
                    <a:pt x="11541" y="1925"/>
                    <a:pt x="11468" y="2021"/>
                  </a:cubicBezTo>
                  <a:cubicBezTo>
                    <a:pt x="10971" y="2699"/>
                    <a:pt x="10743" y="3472"/>
                    <a:pt x="10427" y="4288"/>
                  </a:cubicBezTo>
                  <a:cubicBezTo>
                    <a:pt x="10017" y="3925"/>
                    <a:pt x="9611" y="3515"/>
                    <a:pt x="9158" y="3109"/>
                  </a:cubicBezTo>
                  <a:cubicBezTo>
                    <a:pt x="9112" y="3064"/>
                    <a:pt x="9021" y="3029"/>
                    <a:pt x="8935" y="3029"/>
                  </a:cubicBezTo>
                  <a:cubicBezTo>
                    <a:pt x="8850" y="3029"/>
                    <a:pt x="8771" y="3063"/>
                    <a:pt x="8748" y="3153"/>
                  </a:cubicBezTo>
                  <a:cubicBezTo>
                    <a:pt x="8476" y="3744"/>
                    <a:pt x="8251" y="4331"/>
                    <a:pt x="8070" y="4876"/>
                  </a:cubicBezTo>
                  <a:cubicBezTo>
                    <a:pt x="7660" y="4422"/>
                    <a:pt x="7254" y="3969"/>
                    <a:pt x="6710" y="3606"/>
                  </a:cubicBezTo>
                  <a:cubicBezTo>
                    <a:pt x="6673" y="3582"/>
                    <a:pt x="6630" y="3571"/>
                    <a:pt x="6585" y="3571"/>
                  </a:cubicBezTo>
                  <a:cubicBezTo>
                    <a:pt x="6464" y="3571"/>
                    <a:pt x="6334" y="3655"/>
                    <a:pt x="6300" y="3787"/>
                  </a:cubicBezTo>
                  <a:cubicBezTo>
                    <a:pt x="6028" y="4513"/>
                    <a:pt x="5803" y="5285"/>
                    <a:pt x="5622" y="6054"/>
                  </a:cubicBezTo>
                  <a:cubicBezTo>
                    <a:pt x="5030" y="5601"/>
                    <a:pt x="4486" y="5148"/>
                    <a:pt x="3852" y="4785"/>
                  </a:cubicBezTo>
                  <a:cubicBezTo>
                    <a:pt x="3807" y="4755"/>
                    <a:pt x="3753" y="4740"/>
                    <a:pt x="3698" y="4740"/>
                  </a:cubicBezTo>
                  <a:cubicBezTo>
                    <a:pt x="3587" y="4740"/>
                    <a:pt x="3475" y="4801"/>
                    <a:pt x="3446" y="4923"/>
                  </a:cubicBezTo>
                  <a:cubicBezTo>
                    <a:pt x="3217" y="5964"/>
                    <a:pt x="3217" y="7008"/>
                    <a:pt x="3126" y="8049"/>
                  </a:cubicBezTo>
                  <a:cubicBezTo>
                    <a:pt x="2720" y="7733"/>
                    <a:pt x="2310" y="7505"/>
                    <a:pt x="1904" y="7189"/>
                  </a:cubicBezTo>
                  <a:cubicBezTo>
                    <a:pt x="1864" y="7169"/>
                    <a:pt x="1822" y="7160"/>
                    <a:pt x="1780" y="7160"/>
                  </a:cubicBezTo>
                  <a:cubicBezTo>
                    <a:pt x="1633" y="7160"/>
                    <a:pt x="1494" y="7273"/>
                    <a:pt x="1494" y="7414"/>
                  </a:cubicBezTo>
                  <a:cubicBezTo>
                    <a:pt x="1404" y="11585"/>
                    <a:pt x="1404" y="15712"/>
                    <a:pt x="1222" y="19883"/>
                  </a:cubicBezTo>
                  <a:cubicBezTo>
                    <a:pt x="1132" y="19883"/>
                    <a:pt x="1088" y="19974"/>
                    <a:pt x="1179" y="20017"/>
                  </a:cubicBezTo>
                  <a:cubicBezTo>
                    <a:pt x="1179" y="20065"/>
                    <a:pt x="1179" y="20065"/>
                    <a:pt x="1222" y="20065"/>
                  </a:cubicBezTo>
                  <a:cubicBezTo>
                    <a:pt x="1179" y="20881"/>
                    <a:pt x="1132" y="21650"/>
                    <a:pt x="1088" y="22422"/>
                  </a:cubicBezTo>
                  <a:cubicBezTo>
                    <a:pt x="1056" y="22417"/>
                    <a:pt x="1026" y="22415"/>
                    <a:pt x="996" y="22415"/>
                  </a:cubicBezTo>
                  <a:cubicBezTo>
                    <a:pt x="131" y="22415"/>
                    <a:pt x="89" y="24296"/>
                    <a:pt x="44" y="24779"/>
                  </a:cubicBezTo>
                  <a:cubicBezTo>
                    <a:pt x="0" y="25820"/>
                    <a:pt x="44" y="28044"/>
                    <a:pt x="1088" y="28631"/>
                  </a:cubicBezTo>
                  <a:cubicBezTo>
                    <a:pt x="1432" y="28844"/>
                    <a:pt x="1715" y="28932"/>
                    <a:pt x="1954" y="28932"/>
                  </a:cubicBezTo>
                  <a:cubicBezTo>
                    <a:pt x="2123" y="28932"/>
                    <a:pt x="2270" y="28888"/>
                    <a:pt x="2401" y="28812"/>
                  </a:cubicBezTo>
                  <a:cubicBezTo>
                    <a:pt x="3174" y="32983"/>
                    <a:pt x="6619" y="34887"/>
                    <a:pt x="10518" y="35660"/>
                  </a:cubicBezTo>
                  <a:cubicBezTo>
                    <a:pt x="8657" y="37154"/>
                    <a:pt x="7841" y="39602"/>
                    <a:pt x="7344" y="41869"/>
                  </a:cubicBezTo>
                  <a:cubicBezTo>
                    <a:pt x="6662" y="44908"/>
                    <a:pt x="6347" y="48082"/>
                    <a:pt x="5803" y="51117"/>
                  </a:cubicBezTo>
                  <a:cubicBezTo>
                    <a:pt x="5747" y="51396"/>
                    <a:pt x="5948" y="51572"/>
                    <a:pt x="6142" y="51572"/>
                  </a:cubicBezTo>
                  <a:cubicBezTo>
                    <a:pt x="6264" y="51572"/>
                    <a:pt x="6384" y="51502"/>
                    <a:pt x="6438" y="51346"/>
                  </a:cubicBezTo>
                  <a:cubicBezTo>
                    <a:pt x="7388" y="48898"/>
                    <a:pt x="7388" y="45996"/>
                    <a:pt x="7751" y="43458"/>
                  </a:cubicBezTo>
                  <a:cubicBezTo>
                    <a:pt x="8204" y="40556"/>
                    <a:pt x="9020" y="37880"/>
                    <a:pt x="11152" y="35794"/>
                  </a:cubicBezTo>
                  <a:cubicBezTo>
                    <a:pt x="12647" y="36066"/>
                    <a:pt x="14188" y="36157"/>
                    <a:pt x="15639" y="36204"/>
                  </a:cubicBezTo>
                  <a:cubicBezTo>
                    <a:pt x="15595" y="36429"/>
                    <a:pt x="15595" y="36701"/>
                    <a:pt x="15595" y="36882"/>
                  </a:cubicBezTo>
                  <a:cubicBezTo>
                    <a:pt x="15548" y="37335"/>
                    <a:pt x="15595" y="37880"/>
                    <a:pt x="15686" y="38333"/>
                  </a:cubicBezTo>
                  <a:cubicBezTo>
                    <a:pt x="15777" y="38652"/>
                    <a:pt x="15867" y="38877"/>
                    <a:pt x="16049" y="39058"/>
                  </a:cubicBezTo>
                  <a:cubicBezTo>
                    <a:pt x="15820" y="40781"/>
                    <a:pt x="15595" y="42504"/>
                    <a:pt x="15548" y="44226"/>
                  </a:cubicBezTo>
                  <a:cubicBezTo>
                    <a:pt x="15457" y="45677"/>
                    <a:pt x="15457" y="47628"/>
                    <a:pt x="16636" y="48626"/>
                  </a:cubicBezTo>
                  <a:cubicBezTo>
                    <a:pt x="16715" y="48705"/>
                    <a:pt x="16812" y="48740"/>
                    <a:pt x="16907" y="48740"/>
                  </a:cubicBezTo>
                  <a:cubicBezTo>
                    <a:pt x="17029" y="48740"/>
                    <a:pt x="17150" y="48681"/>
                    <a:pt x="17227" y="48579"/>
                  </a:cubicBezTo>
                  <a:cubicBezTo>
                    <a:pt x="18087" y="47266"/>
                    <a:pt x="18903" y="46087"/>
                    <a:pt x="19131" y="44455"/>
                  </a:cubicBezTo>
                  <a:cubicBezTo>
                    <a:pt x="19356" y="42732"/>
                    <a:pt x="18359" y="40690"/>
                    <a:pt x="18043" y="39015"/>
                  </a:cubicBezTo>
                  <a:cubicBezTo>
                    <a:pt x="18178" y="38061"/>
                    <a:pt x="18225" y="37154"/>
                    <a:pt x="18043" y="36204"/>
                  </a:cubicBezTo>
                  <a:cubicBezTo>
                    <a:pt x="19447" y="36204"/>
                    <a:pt x="20898" y="36113"/>
                    <a:pt x="22348" y="35932"/>
                  </a:cubicBezTo>
                  <a:cubicBezTo>
                    <a:pt x="26929" y="38152"/>
                    <a:pt x="27426" y="45452"/>
                    <a:pt x="28061" y="49804"/>
                  </a:cubicBezTo>
                  <a:cubicBezTo>
                    <a:pt x="28102" y="50030"/>
                    <a:pt x="28293" y="50135"/>
                    <a:pt x="28481" y="50135"/>
                  </a:cubicBezTo>
                  <a:cubicBezTo>
                    <a:pt x="28706" y="50135"/>
                    <a:pt x="28926" y="49985"/>
                    <a:pt x="28877" y="49714"/>
                  </a:cubicBezTo>
                  <a:cubicBezTo>
                    <a:pt x="28423" y="45543"/>
                    <a:pt x="27473" y="38017"/>
                    <a:pt x="23121" y="35794"/>
                  </a:cubicBezTo>
                  <a:cubicBezTo>
                    <a:pt x="27335" y="35069"/>
                    <a:pt x="31100" y="33212"/>
                    <a:pt x="31959" y="28812"/>
                  </a:cubicBezTo>
                  <a:cubicBezTo>
                    <a:pt x="32072" y="28888"/>
                    <a:pt x="32216" y="28932"/>
                    <a:pt x="32384" y="28932"/>
                  </a:cubicBezTo>
                  <a:cubicBezTo>
                    <a:pt x="32623" y="28932"/>
                    <a:pt x="32910" y="28844"/>
                    <a:pt x="33229" y="28631"/>
                  </a:cubicBezTo>
                  <a:cubicBezTo>
                    <a:pt x="34317" y="28044"/>
                    <a:pt x="34317" y="25820"/>
                    <a:pt x="34273" y="24779"/>
                  </a:cubicBezTo>
                  <a:cubicBezTo>
                    <a:pt x="34273" y="24300"/>
                    <a:pt x="34190" y="22411"/>
                    <a:pt x="33346" y="22411"/>
                  </a:cubicBezTo>
                  <a:cubicBezTo>
                    <a:pt x="33308" y="22411"/>
                    <a:pt x="33269" y="22414"/>
                    <a:pt x="33229" y="22422"/>
                  </a:cubicBezTo>
                  <a:cubicBezTo>
                    <a:pt x="32913" y="22513"/>
                    <a:pt x="32685" y="22694"/>
                    <a:pt x="32460" y="22966"/>
                  </a:cubicBezTo>
                  <a:cubicBezTo>
                    <a:pt x="32369" y="20471"/>
                    <a:pt x="31916" y="18023"/>
                    <a:pt x="31916" y="15484"/>
                  </a:cubicBezTo>
                  <a:cubicBezTo>
                    <a:pt x="31916" y="12764"/>
                    <a:pt x="31869" y="10091"/>
                    <a:pt x="31191" y="7461"/>
                  </a:cubicBezTo>
                  <a:cubicBezTo>
                    <a:pt x="31159" y="7340"/>
                    <a:pt x="31048" y="7259"/>
                    <a:pt x="30951" y="7259"/>
                  </a:cubicBezTo>
                  <a:cubicBezTo>
                    <a:pt x="30903" y="7259"/>
                    <a:pt x="30858" y="7279"/>
                    <a:pt x="30828" y="7324"/>
                  </a:cubicBezTo>
                  <a:cubicBezTo>
                    <a:pt x="30467" y="7744"/>
                    <a:pt x="30126" y="8324"/>
                    <a:pt x="29804" y="8324"/>
                  </a:cubicBezTo>
                  <a:cubicBezTo>
                    <a:pt x="29641" y="8324"/>
                    <a:pt x="29483" y="8174"/>
                    <a:pt x="29330" y="7777"/>
                  </a:cubicBezTo>
                  <a:cubicBezTo>
                    <a:pt x="28967" y="6780"/>
                    <a:pt x="28742" y="5873"/>
                    <a:pt x="28652" y="4832"/>
                  </a:cubicBezTo>
                  <a:cubicBezTo>
                    <a:pt x="28618" y="4704"/>
                    <a:pt x="28496" y="4576"/>
                    <a:pt x="28363" y="4576"/>
                  </a:cubicBezTo>
                  <a:cubicBezTo>
                    <a:pt x="28308" y="4576"/>
                    <a:pt x="28252" y="4598"/>
                    <a:pt x="28198" y="4651"/>
                  </a:cubicBezTo>
                  <a:cubicBezTo>
                    <a:pt x="28120" y="4729"/>
                    <a:pt x="27295" y="5826"/>
                    <a:pt x="26897" y="5826"/>
                  </a:cubicBezTo>
                  <a:cubicBezTo>
                    <a:pt x="26836" y="5826"/>
                    <a:pt x="26784" y="5800"/>
                    <a:pt x="26748" y="5739"/>
                  </a:cubicBezTo>
                  <a:cubicBezTo>
                    <a:pt x="26294" y="4966"/>
                    <a:pt x="26113" y="3925"/>
                    <a:pt x="25841" y="3062"/>
                  </a:cubicBezTo>
                  <a:cubicBezTo>
                    <a:pt x="25784" y="2920"/>
                    <a:pt x="25671" y="2831"/>
                    <a:pt x="25550" y="2831"/>
                  </a:cubicBezTo>
                  <a:cubicBezTo>
                    <a:pt x="25480" y="2831"/>
                    <a:pt x="25407" y="2861"/>
                    <a:pt x="25341" y="2928"/>
                  </a:cubicBezTo>
                  <a:cubicBezTo>
                    <a:pt x="24844" y="3425"/>
                    <a:pt x="24434" y="3925"/>
                    <a:pt x="24071" y="4469"/>
                  </a:cubicBezTo>
                  <a:cubicBezTo>
                    <a:pt x="23618" y="3425"/>
                    <a:pt x="23212" y="2384"/>
                    <a:pt x="22668" y="1387"/>
                  </a:cubicBezTo>
                  <a:cubicBezTo>
                    <a:pt x="22615" y="1306"/>
                    <a:pt x="22516" y="1258"/>
                    <a:pt x="22415" y="1258"/>
                  </a:cubicBezTo>
                  <a:cubicBezTo>
                    <a:pt x="22343" y="1258"/>
                    <a:pt x="22270" y="1283"/>
                    <a:pt x="22214" y="1339"/>
                  </a:cubicBezTo>
                  <a:cubicBezTo>
                    <a:pt x="21761" y="1883"/>
                    <a:pt x="21398" y="2475"/>
                    <a:pt x="21079" y="3109"/>
                  </a:cubicBezTo>
                  <a:cubicBezTo>
                    <a:pt x="20444" y="2155"/>
                    <a:pt x="19900" y="1114"/>
                    <a:pt x="19266" y="161"/>
                  </a:cubicBezTo>
                  <a:cubicBezTo>
                    <a:pt x="19215" y="59"/>
                    <a:pt x="19108" y="1"/>
                    <a:pt x="1900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5"/>
            <p:cNvSpPr/>
            <p:nvPr/>
          </p:nvSpPr>
          <p:spPr>
            <a:xfrm>
              <a:off x="4491954" y="3086107"/>
              <a:ext cx="299069" cy="69463"/>
            </a:xfrm>
            <a:custGeom>
              <a:rect b="b" l="l" r="r" t="t"/>
              <a:pathLst>
                <a:path extrusionOk="0" h="1912" w="8232">
                  <a:moveTo>
                    <a:pt x="7702" y="1"/>
                  </a:moveTo>
                  <a:cubicBezTo>
                    <a:pt x="7646" y="1"/>
                    <a:pt x="7587" y="15"/>
                    <a:pt x="7526" y="48"/>
                  </a:cubicBezTo>
                  <a:cubicBezTo>
                    <a:pt x="5125" y="1093"/>
                    <a:pt x="2811" y="1318"/>
                    <a:pt x="182" y="1365"/>
                  </a:cubicBezTo>
                  <a:cubicBezTo>
                    <a:pt x="48" y="1365"/>
                    <a:pt x="0" y="1590"/>
                    <a:pt x="138" y="1637"/>
                  </a:cubicBezTo>
                  <a:cubicBezTo>
                    <a:pt x="1006" y="1816"/>
                    <a:pt x="1884" y="1912"/>
                    <a:pt x="2756" y="1912"/>
                  </a:cubicBezTo>
                  <a:cubicBezTo>
                    <a:pt x="4524" y="1912"/>
                    <a:pt x="6266" y="1519"/>
                    <a:pt x="7845" y="639"/>
                  </a:cubicBezTo>
                  <a:cubicBezTo>
                    <a:pt x="8232" y="485"/>
                    <a:pt x="8025" y="1"/>
                    <a:pt x="7702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5"/>
            <p:cNvSpPr/>
            <p:nvPr/>
          </p:nvSpPr>
          <p:spPr>
            <a:xfrm>
              <a:off x="4276271" y="2798742"/>
              <a:ext cx="60889" cy="177545"/>
            </a:xfrm>
            <a:custGeom>
              <a:rect b="b" l="l" r="r" t="t"/>
              <a:pathLst>
                <a:path extrusionOk="0" h="4887" w="1676">
                  <a:moveTo>
                    <a:pt x="1055" y="1"/>
                  </a:moveTo>
                  <a:cubicBezTo>
                    <a:pt x="975" y="1"/>
                    <a:pt x="900" y="37"/>
                    <a:pt x="860" y="117"/>
                  </a:cubicBezTo>
                  <a:cubicBezTo>
                    <a:pt x="769" y="251"/>
                    <a:pt x="679" y="433"/>
                    <a:pt x="588" y="570"/>
                  </a:cubicBezTo>
                  <a:cubicBezTo>
                    <a:pt x="544" y="570"/>
                    <a:pt x="497" y="614"/>
                    <a:pt x="497" y="661"/>
                  </a:cubicBezTo>
                  <a:cubicBezTo>
                    <a:pt x="497" y="752"/>
                    <a:pt x="497" y="842"/>
                    <a:pt x="454" y="933"/>
                  </a:cubicBezTo>
                  <a:cubicBezTo>
                    <a:pt x="363" y="1249"/>
                    <a:pt x="316" y="1568"/>
                    <a:pt x="272" y="1930"/>
                  </a:cubicBezTo>
                  <a:cubicBezTo>
                    <a:pt x="135" y="2609"/>
                    <a:pt x="0" y="3291"/>
                    <a:pt x="91" y="3925"/>
                  </a:cubicBezTo>
                  <a:cubicBezTo>
                    <a:pt x="163" y="4248"/>
                    <a:pt x="491" y="4886"/>
                    <a:pt x="874" y="4886"/>
                  </a:cubicBezTo>
                  <a:cubicBezTo>
                    <a:pt x="973" y="4886"/>
                    <a:pt x="1076" y="4843"/>
                    <a:pt x="1179" y="4741"/>
                  </a:cubicBezTo>
                  <a:cubicBezTo>
                    <a:pt x="1676" y="4241"/>
                    <a:pt x="1585" y="3243"/>
                    <a:pt x="1585" y="2609"/>
                  </a:cubicBezTo>
                  <a:cubicBezTo>
                    <a:pt x="1585" y="1840"/>
                    <a:pt x="1542" y="933"/>
                    <a:pt x="1313" y="161"/>
                  </a:cubicBezTo>
                  <a:cubicBezTo>
                    <a:pt x="1263" y="59"/>
                    <a:pt x="1155" y="1"/>
                    <a:pt x="105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5"/>
            <p:cNvSpPr/>
            <p:nvPr/>
          </p:nvSpPr>
          <p:spPr>
            <a:xfrm>
              <a:off x="4793408" y="2798742"/>
              <a:ext cx="60925" cy="177545"/>
            </a:xfrm>
            <a:custGeom>
              <a:rect b="b" l="l" r="r" t="t"/>
              <a:pathLst>
                <a:path extrusionOk="0" h="4887" w="1677">
                  <a:moveTo>
                    <a:pt x="1090" y="1"/>
                  </a:moveTo>
                  <a:cubicBezTo>
                    <a:pt x="1008" y="1"/>
                    <a:pt x="921" y="37"/>
                    <a:pt x="860" y="117"/>
                  </a:cubicBezTo>
                  <a:cubicBezTo>
                    <a:pt x="770" y="251"/>
                    <a:pt x="679" y="433"/>
                    <a:pt x="635" y="570"/>
                  </a:cubicBezTo>
                  <a:cubicBezTo>
                    <a:pt x="545" y="570"/>
                    <a:pt x="497" y="614"/>
                    <a:pt x="497" y="661"/>
                  </a:cubicBezTo>
                  <a:lnTo>
                    <a:pt x="497" y="933"/>
                  </a:lnTo>
                  <a:cubicBezTo>
                    <a:pt x="363" y="1249"/>
                    <a:pt x="316" y="1568"/>
                    <a:pt x="273" y="1930"/>
                  </a:cubicBezTo>
                  <a:cubicBezTo>
                    <a:pt x="135" y="2609"/>
                    <a:pt x="1" y="3291"/>
                    <a:pt x="135" y="3925"/>
                  </a:cubicBezTo>
                  <a:cubicBezTo>
                    <a:pt x="172" y="4248"/>
                    <a:pt x="493" y="4886"/>
                    <a:pt x="875" y="4886"/>
                  </a:cubicBezTo>
                  <a:cubicBezTo>
                    <a:pt x="974" y="4886"/>
                    <a:pt x="1076" y="4843"/>
                    <a:pt x="1179" y="4741"/>
                  </a:cubicBezTo>
                  <a:cubicBezTo>
                    <a:pt x="1676" y="4241"/>
                    <a:pt x="1586" y="3243"/>
                    <a:pt x="1586" y="2609"/>
                  </a:cubicBezTo>
                  <a:cubicBezTo>
                    <a:pt x="1586" y="1840"/>
                    <a:pt x="1586" y="933"/>
                    <a:pt x="1314" y="161"/>
                  </a:cubicBezTo>
                  <a:cubicBezTo>
                    <a:pt x="1289" y="59"/>
                    <a:pt x="1193" y="1"/>
                    <a:pt x="109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5"/>
            <p:cNvSpPr/>
            <p:nvPr/>
          </p:nvSpPr>
          <p:spPr>
            <a:xfrm>
              <a:off x="4541361" y="2803247"/>
              <a:ext cx="77528" cy="203666"/>
            </a:xfrm>
            <a:custGeom>
              <a:rect b="b" l="l" r="r" t="t"/>
              <a:pathLst>
                <a:path extrusionOk="0" h="5606" w="2134">
                  <a:moveTo>
                    <a:pt x="363" y="1"/>
                  </a:moveTo>
                  <a:cubicBezTo>
                    <a:pt x="311" y="1"/>
                    <a:pt x="254" y="49"/>
                    <a:pt x="229" y="127"/>
                  </a:cubicBezTo>
                  <a:cubicBezTo>
                    <a:pt x="138" y="1806"/>
                    <a:pt x="1" y="3573"/>
                    <a:pt x="229" y="5252"/>
                  </a:cubicBezTo>
                  <a:cubicBezTo>
                    <a:pt x="229" y="5343"/>
                    <a:pt x="363" y="5477"/>
                    <a:pt x="454" y="5477"/>
                  </a:cubicBezTo>
                  <a:cubicBezTo>
                    <a:pt x="717" y="5557"/>
                    <a:pt x="981" y="5605"/>
                    <a:pt x="1254" y="5605"/>
                  </a:cubicBezTo>
                  <a:cubicBezTo>
                    <a:pt x="1450" y="5605"/>
                    <a:pt x="1652" y="5580"/>
                    <a:pt x="1861" y="5524"/>
                  </a:cubicBezTo>
                  <a:cubicBezTo>
                    <a:pt x="2133" y="5433"/>
                    <a:pt x="2086" y="5023"/>
                    <a:pt x="1770" y="5023"/>
                  </a:cubicBezTo>
                  <a:cubicBezTo>
                    <a:pt x="1361" y="4980"/>
                    <a:pt x="817" y="5114"/>
                    <a:pt x="726" y="4436"/>
                  </a:cubicBezTo>
                  <a:cubicBezTo>
                    <a:pt x="682" y="3892"/>
                    <a:pt x="682" y="3391"/>
                    <a:pt x="682" y="2847"/>
                  </a:cubicBezTo>
                  <a:cubicBezTo>
                    <a:pt x="635" y="1941"/>
                    <a:pt x="682" y="990"/>
                    <a:pt x="454" y="84"/>
                  </a:cubicBezTo>
                  <a:cubicBezTo>
                    <a:pt x="436" y="26"/>
                    <a:pt x="401" y="1"/>
                    <a:pt x="363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5"/>
            <p:cNvSpPr/>
            <p:nvPr/>
          </p:nvSpPr>
          <p:spPr>
            <a:xfrm>
              <a:off x="4813825" y="3589160"/>
              <a:ext cx="52097" cy="230913"/>
            </a:xfrm>
            <a:custGeom>
              <a:rect b="b" l="l" r="r" t="t"/>
              <a:pathLst>
                <a:path extrusionOk="0" h="6356" w="1434">
                  <a:moveTo>
                    <a:pt x="385" y="1"/>
                  </a:moveTo>
                  <a:cubicBezTo>
                    <a:pt x="201" y="1"/>
                    <a:pt x="0" y="147"/>
                    <a:pt x="26" y="393"/>
                  </a:cubicBezTo>
                  <a:cubicBezTo>
                    <a:pt x="345" y="2341"/>
                    <a:pt x="799" y="4245"/>
                    <a:pt x="1071" y="6239"/>
                  </a:cubicBezTo>
                  <a:cubicBezTo>
                    <a:pt x="1071" y="6319"/>
                    <a:pt x="1141" y="6356"/>
                    <a:pt x="1220" y="6356"/>
                  </a:cubicBezTo>
                  <a:cubicBezTo>
                    <a:pt x="1320" y="6356"/>
                    <a:pt x="1433" y="6297"/>
                    <a:pt x="1433" y="6196"/>
                  </a:cubicBezTo>
                  <a:cubicBezTo>
                    <a:pt x="1252" y="4201"/>
                    <a:pt x="889" y="2206"/>
                    <a:pt x="661" y="212"/>
                  </a:cubicBezTo>
                  <a:cubicBezTo>
                    <a:pt x="625" y="66"/>
                    <a:pt x="508" y="1"/>
                    <a:pt x="38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5"/>
            <p:cNvSpPr/>
            <p:nvPr/>
          </p:nvSpPr>
          <p:spPr>
            <a:xfrm>
              <a:off x="4300902" y="3573865"/>
              <a:ext cx="61361" cy="282393"/>
            </a:xfrm>
            <a:custGeom>
              <a:rect b="b" l="l" r="r" t="t"/>
              <a:pathLst>
                <a:path extrusionOk="0" h="7773" w="1689">
                  <a:moveTo>
                    <a:pt x="1355" y="1"/>
                  </a:moveTo>
                  <a:cubicBezTo>
                    <a:pt x="1249" y="1"/>
                    <a:pt x="1142" y="56"/>
                    <a:pt x="1089" y="179"/>
                  </a:cubicBezTo>
                  <a:cubicBezTo>
                    <a:pt x="229" y="2537"/>
                    <a:pt x="592" y="5210"/>
                    <a:pt x="1" y="7658"/>
                  </a:cubicBezTo>
                  <a:cubicBezTo>
                    <a:pt x="1" y="7715"/>
                    <a:pt x="56" y="7773"/>
                    <a:pt x="108" y="7773"/>
                  </a:cubicBezTo>
                  <a:cubicBezTo>
                    <a:pt x="138" y="7773"/>
                    <a:pt x="166" y="7754"/>
                    <a:pt x="182" y="7705"/>
                  </a:cubicBezTo>
                  <a:cubicBezTo>
                    <a:pt x="1226" y="5438"/>
                    <a:pt x="907" y="2762"/>
                    <a:pt x="1633" y="361"/>
                  </a:cubicBezTo>
                  <a:cubicBezTo>
                    <a:pt x="1688" y="138"/>
                    <a:pt x="1523" y="1"/>
                    <a:pt x="135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5"/>
            <p:cNvSpPr/>
            <p:nvPr/>
          </p:nvSpPr>
          <p:spPr>
            <a:xfrm>
              <a:off x="4165868" y="2303500"/>
              <a:ext cx="13188" cy="90861"/>
            </a:xfrm>
            <a:custGeom>
              <a:rect b="b" l="l" r="r" t="t"/>
              <a:pathLst>
                <a:path extrusionOk="0" h="2501" w="363">
                  <a:moveTo>
                    <a:pt x="114" y="1"/>
                  </a:moveTo>
                  <a:cubicBezTo>
                    <a:pt x="57" y="1"/>
                    <a:pt x="0" y="34"/>
                    <a:pt x="0" y="101"/>
                  </a:cubicBezTo>
                  <a:cubicBezTo>
                    <a:pt x="47" y="874"/>
                    <a:pt x="0" y="1643"/>
                    <a:pt x="138" y="2415"/>
                  </a:cubicBezTo>
                  <a:cubicBezTo>
                    <a:pt x="138" y="2476"/>
                    <a:pt x="175" y="2500"/>
                    <a:pt x="216" y="2500"/>
                  </a:cubicBezTo>
                  <a:cubicBezTo>
                    <a:pt x="265" y="2500"/>
                    <a:pt x="319" y="2465"/>
                    <a:pt x="319" y="2415"/>
                  </a:cubicBezTo>
                  <a:cubicBezTo>
                    <a:pt x="363" y="1643"/>
                    <a:pt x="272" y="874"/>
                    <a:pt x="229" y="101"/>
                  </a:cubicBezTo>
                  <a:cubicBezTo>
                    <a:pt x="229" y="34"/>
                    <a:pt x="172" y="1"/>
                    <a:pt x="114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5"/>
            <p:cNvSpPr/>
            <p:nvPr/>
          </p:nvSpPr>
          <p:spPr>
            <a:xfrm>
              <a:off x="4273764" y="2232185"/>
              <a:ext cx="20599" cy="153313"/>
            </a:xfrm>
            <a:custGeom>
              <a:rect b="b" l="l" r="r" t="t"/>
              <a:pathLst>
                <a:path extrusionOk="0" h="4220" w="567">
                  <a:moveTo>
                    <a:pt x="210" y="1"/>
                  </a:moveTo>
                  <a:cubicBezTo>
                    <a:pt x="140" y="1"/>
                    <a:pt x="69" y="59"/>
                    <a:pt x="69" y="160"/>
                  </a:cubicBezTo>
                  <a:cubicBezTo>
                    <a:pt x="251" y="1430"/>
                    <a:pt x="69" y="2746"/>
                    <a:pt x="22" y="4016"/>
                  </a:cubicBezTo>
                  <a:cubicBezTo>
                    <a:pt x="0" y="4152"/>
                    <a:pt x="103" y="4220"/>
                    <a:pt x="211" y="4220"/>
                  </a:cubicBezTo>
                  <a:cubicBezTo>
                    <a:pt x="319" y="4220"/>
                    <a:pt x="432" y="4152"/>
                    <a:pt x="432" y="4016"/>
                  </a:cubicBezTo>
                  <a:cubicBezTo>
                    <a:pt x="432" y="2699"/>
                    <a:pt x="566" y="1386"/>
                    <a:pt x="341" y="117"/>
                  </a:cubicBezTo>
                  <a:cubicBezTo>
                    <a:pt x="321" y="37"/>
                    <a:pt x="265" y="1"/>
                    <a:pt x="21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5"/>
            <p:cNvSpPr/>
            <p:nvPr/>
          </p:nvSpPr>
          <p:spPr>
            <a:xfrm>
              <a:off x="4408035" y="2164286"/>
              <a:ext cx="24668" cy="219324"/>
            </a:xfrm>
            <a:custGeom>
              <a:rect b="b" l="l" r="r" t="t"/>
              <a:pathLst>
                <a:path extrusionOk="0" h="6037" w="679">
                  <a:moveTo>
                    <a:pt x="454" y="1"/>
                  </a:moveTo>
                  <a:cubicBezTo>
                    <a:pt x="363" y="1"/>
                    <a:pt x="272" y="58"/>
                    <a:pt x="272" y="172"/>
                  </a:cubicBezTo>
                  <a:cubicBezTo>
                    <a:pt x="272" y="2029"/>
                    <a:pt x="0" y="3933"/>
                    <a:pt x="44" y="5794"/>
                  </a:cubicBezTo>
                  <a:cubicBezTo>
                    <a:pt x="44" y="5958"/>
                    <a:pt x="154" y="6036"/>
                    <a:pt x="260" y="6036"/>
                  </a:cubicBezTo>
                  <a:cubicBezTo>
                    <a:pt x="359" y="6036"/>
                    <a:pt x="454" y="5968"/>
                    <a:pt x="454" y="5837"/>
                  </a:cubicBezTo>
                  <a:cubicBezTo>
                    <a:pt x="454" y="3933"/>
                    <a:pt x="678" y="2029"/>
                    <a:pt x="635" y="172"/>
                  </a:cubicBezTo>
                  <a:cubicBezTo>
                    <a:pt x="635" y="58"/>
                    <a:pt x="544" y="1"/>
                    <a:pt x="454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5"/>
            <p:cNvSpPr/>
            <p:nvPr/>
          </p:nvSpPr>
          <p:spPr>
            <a:xfrm>
              <a:off x="4554548" y="2144123"/>
              <a:ext cx="19800" cy="216599"/>
            </a:xfrm>
            <a:custGeom>
              <a:rect b="b" l="l" r="r" t="t"/>
              <a:pathLst>
                <a:path extrusionOk="0" h="5962" w="545">
                  <a:moveTo>
                    <a:pt x="408" y="0"/>
                  </a:moveTo>
                  <a:cubicBezTo>
                    <a:pt x="340" y="0"/>
                    <a:pt x="272" y="46"/>
                    <a:pt x="272" y="136"/>
                  </a:cubicBezTo>
                  <a:cubicBezTo>
                    <a:pt x="91" y="1997"/>
                    <a:pt x="0" y="3901"/>
                    <a:pt x="0" y="5758"/>
                  </a:cubicBezTo>
                  <a:cubicBezTo>
                    <a:pt x="0" y="5894"/>
                    <a:pt x="91" y="5962"/>
                    <a:pt x="187" y="5962"/>
                  </a:cubicBezTo>
                  <a:cubicBezTo>
                    <a:pt x="284" y="5962"/>
                    <a:pt x="386" y="5894"/>
                    <a:pt x="410" y="5758"/>
                  </a:cubicBezTo>
                  <a:cubicBezTo>
                    <a:pt x="501" y="3901"/>
                    <a:pt x="501" y="1997"/>
                    <a:pt x="544" y="136"/>
                  </a:cubicBezTo>
                  <a:cubicBezTo>
                    <a:pt x="544" y="46"/>
                    <a:pt x="476" y="0"/>
                    <a:pt x="408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5"/>
            <p:cNvSpPr/>
            <p:nvPr/>
          </p:nvSpPr>
          <p:spPr>
            <a:xfrm>
              <a:off x="4695394" y="2207154"/>
              <a:ext cx="23869" cy="157309"/>
            </a:xfrm>
            <a:custGeom>
              <a:rect b="b" l="l" r="r" t="t"/>
              <a:pathLst>
                <a:path extrusionOk="0" h="4330" w="657">
                  <a:moveTo>
                    <a:pt x="227" y="1"/>
                  </a:moveTo>
                  <a:cubicBezTo>
                    <a:pt x="152" y="1"/>
                    <a:pt x="69" y="61"/>
                    <a:pt x="69" y="171"/>
                  </a:cubicBezTo>
                  <a:cubicBezTo>
                    <a:pt x="294" y="1484"/>
                    <a:pt x="69" y="2800"/>
                    <a:pt x="22" y="4161"/>
                  </a:cubicBezTo>
                  <a:cubicBezTo>
                    <a:pt x="0" y="4273"/>
                    <a:pt x="91" y="4329"/>
                    <a:pt x="193" y="4329"/>
                  </a:cubicBezTo>
                  <a:cubicBezTo>
                    <a:pt x="295" y="4329"/>
                    <a:pt x="408" y="4273"/>
                    <a:pt x="432" y="4161"/>
                  </a:cubicBezTo>
                  <a:cubicBezTo>
                    <a:pt x="523" y="2800"/>
                    <a:pt x="657" y="1440"/>
                    <a:pt x="341" y="80"/>
                  </a:cubicBezTo>
                  <a:cubicBezTo>
                    <a:pt x="323" y="26"/>
                    <a:pt x="276" y="1"/>
                    <a:pt x="22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5"/>
            <p:cNvSpPr/>
            <p:nvPr/>
          </p:nvSpPr>
          <p:spPr>
            <a:xfrm>
              <a:off x="4818039" y="2233820"/>
              <a:ext cx="23106" cy="123231"/>
            </a:xfrm>
            <a:custGeom>
              <a:rect b="b" l="l" r="r" t="t"/>
              <a:pathLst>
                <a:path extrusionOk="0" h="3392" w="636">
                  <a:moveTo>
                    <a:pt x="289" y="1"/>
                  </a:moveTo>
                  <a:cubicBezTo>
                    <a:pt x="193" y="1"/>
                    <a:pt x="92" y="60"/>
                    <a:pt x="92" y="162"/>
                  </a:cubicBezTo>
                  <a:cubicBezTo>
                    <a:pt x="139" y="1160"/>
                    <a:pt x="92" y="2157"/>
                    <a:pt x="1" y="3155"/>
                  </a:cubicBezTo>
                  <a:cubicBezTo>
                    <a:pt x="1" y="3312"/>
                    <a:pt x="114" y="3391"/>
                    <a:pt x="228" y="3391"/>
                  </a:cubicBezTo>
                  <a:cubicBezTo>
                    <a:pt x="341" y="3391"/>
                    <a:pt x="454" y="3312"/>
                    <a:pt x="454" y="3155"/>
                  </a:cubicBezTo>
                  <a:cubicBezTo>
                    <a:pt x="545" y="2157"/>
                    <a:pt x="636" y="1113"/>
                    <a:pt x="454" y="115"/>
                  </a:cubicBezTo>
                  <a:cubicBezTo>
                    <a:pt x="435" y="36"/>
                    <a:pt x="364" y="1"/>
                    <a:pt x="289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5"/>
            <p:cNvSpPr/>
            <p:nvPr/>
          </p:nvSpPr>
          <p:spPr>
            <a:xfrm>
              <a:off x="4953799" y="2287442"/>
              <a:ext cx="27393" cy="111824"/>
            </a:xfrm>
            <a:custGeom>
              <a:rect b="b" l="l" r="r" t="t"/>
              <a:pathLst>
                <a:path extrusionOk="0" h="3078" w="754">
                  <a:moveTo>
                    <a:pt x="320" y="1"/>
                  </a:moveTo>
                  <a:cubicBezTo>
                    <a:pt x="171" y="1"/>
                    <a:pt x="0" y="126"/>
                    <a:pt x="28" y="318"/>
                  </a:cubicBezTo>
                  <a:cubicBezTo>
                    <a:pt x="119" y="1178"/>
                    <a:pt x="210" y="1994"/>
                    <a:pt x="253" y="2857"/>
                  </a:cubicBezTo>
                  <a:cubicBezTo>
                    <a:pt x="278" y="2998"/>
                    <a:pt x="387" y="3078"/>
                    <a:pt x="493" y="3078"/>
                  </a:cubicBezTo>
                  <a:cubicBezTo>
                    <a:pt x="591" y="3078"/>
                    <a:pt x="686" y="3009"/>
                    <a:pt x="707" y="2857"/>
                  </a:cubicBezTo>
                  <a:cubicBezTo>
                    <a:pt x="754" y="1994"/>
                    <a:pt x="663" y="1087"/>
                    <a:pt x="525" y="181"/>
                  </a:cubicBezTo>
                  <a:cubicBezTo>
                    <a:pt x="508" y="55"/>
                    <a:pt x="419" y="1"/>
                    <a:pt x="32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26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1223" name="Google Shape;1223;p26"/>
          <p:cNvGrpSpPr/>
          <p:nvPr/>
        </p:nvGrpSpPr>
        <p:grpSpPr>
          <a:xfrm>
            <a:off x="819127" y="1151525"/>
            <a:ext cx="1970845" cy="1955888"/>
            <a:chOff x="819127" y="1151525"/>
            <a:chExt cx="1970845" cy="1955888"/>
          </a:xfrm>
        </p:grpSpPr>
        <p:sp>
          <p:nvSpPr>
            <p:cNvPr id="1224" name="Google Shape;1224;p26"/>
            <p:cNvSpPr/>
            <p:nvPr/>
          </p:nvSpPr>
          <p:spPr>
            <a:xfrm>
              <a:off x="839779" y="1151525"/>
              <a:ext cx="1950194" cy="1955888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6"/>
            <p:cNvSpPr/>
            <p:nvPr/>
          </p:nvSpPr>
          <p:spPr>
            <a:xfrm>
              <a:off x="819127" y="1151525"/>
              <a:ext cx="1950194" cy="1955888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6"/>
            <p:cNvSpPr txBox="1"/>
            <p:nvPr/>
          </p:nvSpPr>
          <p:spPr>
            <a:xfrm>
              <a:off x="906211" y="1304957"/>
              <a:ext cx="1770000" cy="4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Bio</a:t>
              </a:r>
              <a:endParaRPr sz="19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27" name="Google Shape;1227;p26"/>
            <p:cNvSpPr txBox="1"/>
            <p:nvPr/>
          </p:nvSpPr>
          <p:spPr>
            <a:xfrm>
              <a:off x="906206" y="1680311"/>
              <a:ext cx="1770000" cy="11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high temperatures.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It is hotter than the other planets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8" name="Google Shape;1228;p26"/>
          <p:cNvGrpSpPr/>
          <p:nvPr/>
        </p:nvGrpSpPr>
        <p:grpSpPr>
          <a:xfrm>
            <a:off x="6354027" y="1169202"/>
            <a:ext cx="1970845" cy="1955888"/>
            <a:chOff x="6354027" y="1169202"/>
            <a:chExt cx="1970845" cy="1955888"/>
          </a:xfrm>
        </p:grpSpPr>
        <p:sp>
          <p:nvSpPr>
            <p:cNvPr id="1229" name="Google Shape;1229;p26"/>
            <p:cNvSpPr/>
            <p:nvPr/>
          </p:nvSpPr>
          <p:spPr>
            <a:xfrm>
              <a:off x="6374679" y="1169202"/>
              <a:ext cx="1950194" cy="1955888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6"/>
            <p:cNvSpPr/>
            <p:nvPr/>
          </p:nvSpPr>
          <p:spPr>
            <a:xfrm>
              <a:off x="6354027" y="1169202"/>
              <a:ext cx="1950194" cy="1955888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6"/>
            <p:cNvSpPr txBox="1"/>
            <p:nvPr/>
          </p:nvSpPr>
          <p:spPr>
            <a:xfrm>
              <a:off x="6444199" y="1304957"/>
              <a:ext cx="1770000" cy="4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Frustration</a:t>
              </a:r>
              <a:endParaRPr sz="19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32" name="Google Shape;1232;p26"/>
            <p:cNvSpPr txBox="1"/>
            <p:nvPr/>
          </p:nvSpPr>
          <p:spPr>
            <a:xfrm>
              <a:off x="6444191" y="1679669"/>
              <a:ext cx="1770000" cy="11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actually a very cold place. Iron oxide dust is the cause of the red cast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33" name="Google Shape;1233;p26"/>
          <p:cNvSpPr/>
          <p:nvPr/>
        </p:nvSpPr>
        <p:spPr>
          <a:xfrm>
            <a:off x="5284199" y="1368963"/>
            <a:ext cx="1024848" cy="578733"/>
          </a:xfrm>
          <a:custGeom>
            <a:rect b="b" l="l" r="r" t="t"/>
            <a:pathLst>
              <a:path extrusionOk="0" h="34811" w="61645">
                <a:moveTo>
                  <a:pt x="54323" y="0"/>
                </a:moveTo>
                <a:cubicBezTo>
                  <a:pt x="53924" y="0"/>
                  <a:pt x="53683" y="328"/>
                  <a:pt x="53705" y="920"/>
                </a:cubicBezTo>
                <a:cubicBezTo>
                  <a:pt x="53705" y="1153"/>
                  <a:pt x="53805" y="1454"/>
                  <a:pt x="53939" y="1654"/>
                </a:cubicBezTo>
                <a:cubicBezTo>
                  <a:pt x="54472" y="2288"/>
                  <a:pt x="55040" y="2888"/>
                  <a:pt x="55607" y="3488"/>
                </a:cubicBezTo>
                <a:cubicBezTo>
                  <a:pt x="56174" y="4122"/>
                  <a:pt x="56774" y="4723"/>
                  <a:pt x="57375" y="5323"/>
                </a:cubicBezTo>
                <a:cubicBezTo>
                  <a:pt x="57341" y="5423"/>
                  <a:pt x="57308" y="5490"/>
                  <a:pt x="57274" y="5557"/>
                </a:cubicBezTo>
                <a:lnTo>
                  <a:pt x="56774" y="5557"/>
                </a:lnTo>
                <a:cubicBezTo>
                  <a:pt x="55507" y="5390"/>
                  <a:pt x="54272" y="5256"/>
                  <a:pt x="53005" y="5056"/>
                </a:cubicBezTo>
                <a:cubicBezTo>
                  <a:pt x="50303" y="4681"/>
                  <a:pt x="47620" y="4437"/>
                  <a:pt x="44913" y="4437"/>
                </a:cubicBezTo>
                <a:cubicBezTo>
                  <a:pt x="44011" y="4437"/>
                  <a:pt x="43106" y="4464"/>
                  <a:pt x="42197" y="4523"/>
                </a:cubicBezTo>
                <a:cubicBezTo>
                  <a:pt x="38294" y="4823"/>
                  <a:pt x="34391" y="5156"/>
                  <a:pt x="30555" y="6190"/>
                </a:cubicBezTo>
                <a:cubicBezTo>
                  <a:pt x="26286" y="7358"/>
                  <a:pt x="22249" y="8892"/>
                  <a:pt x="18680" y="11561"/>
                </a:cubicBezTo>
                <a:cubicBezTo>
                  <a:pt x="18313" y="11828"/>
                  <a:pt x="17880" y="12095"/>
                  <a:pt x="17513" y="12361"/>
                </a:cubicBezTo>
                <a:cubicBezTo>
                  <a:pt x="12142" y="15997"/>
                  <a:pt x="7506" y="20401"/>
                  <a:pt x="4003" y="25871"/>
                </a:cubicBezTo>
                <a:cubicBezTo>
                  <a:pt x="2369" y="28406"/>
                  <a:pt x="934" y="31008"/>
                  <a:pt x="167" y="33944"/>
                </a:cubicBezTo>
                <a:cubicBezTo>
                  <a:pt x="100" y="34177"/>
                  <a:pt x="100" y="34411"/>
                  <a:pt x="0" y="34811"/>
                </a:cubicBezTo>
                <a:cubicBezTo>
                  <a:pt x="634" y="34377"/>
                  <a:pt x="801" y="33844"/>
                  <a:pt x="1034" y="33377"/>
                </a:cubicBezTo>
                <a:cubicBezTo>
                  <a:pt x="3369" y="28273"/>
                  <a:pt x="6472" y="23703"/>
                  <a:pt x="10541" y="19800"/>
                </a:cubicBezTo>
                <a:cubicBezTo>
                  <a:pt x="11375" y="19033"/>
                  <a:pt x="12209" y="18266"/>
                  <a:pt x="13010" y="17499"/>
                </a:cubicBezTo>
                <a:cubicBezTo>
                  <a:pt x="16145" y="14663"/>
                  <a:pt x="19714" y="12395"/>
                  <a:pt x="23417" y="10427"/>
                </a:cubicBezTo>
                <a:cubicBezTo>
                  <a:pt x="26886" y="8559"/>
                  <a:pt x="30756" y="7658"/>
                  <a:pt x="34625" y="6924"/>
                </a:cubicBezTo>
                <a:cubicBezTo>
                  <a:pt x="36693" y="6557"/>
                  <a:pt x="38828" y="6391"/>
                  <a:pt x="40963" y="6290"/>
                </a:cubicBezTo>
                <a:cubicBezTo>
                  <a:pt x="42300" y="6220"/>
                  <a:pt x="43647" y="6178"/>
                  <a:pt x="44993" y="6178"/>
                </a:cubicBezTo>
                <a:cubicBezTo>
                  <a:pt x="46199" y="6178"/>
                  <a:pt x="47404" y="6212"/>
                  <a:pt x="48602" y="6290"/>
                </a:cubicBezTo>
                <a:cubicBezTo>
                  <a:pt x="51604" y="6491"/>
                  <a:pt x="54573" y="6991"/>
                  <a:pt x="57575" y="7358"/>
                </a:cubicBezTo>
                <a:cubicBezTo>
                  <a:pt x="57641" y="7358"/>
                  <a:pt x="57708" y="7425"/>
                  <a:pt x="57842" y="7525"/>
                </a:cubicBezTo>
                <a:cubicBezTo>
                  <a:pt x="57608" y="7792"/>
                  <a:pt x="57408" y="8025"/>
                  <a:pt x="57174" y="8259"/>
                </a:cubicBezTo>
                <a:cubicBezTo>
                  <a:pt x="56240" y="9126"/>
                  <a:pt x="55306" y="9993"/>
                  <a:pt x="54406" y="10860"/>
                </a:cubicBezTo>
                <a:cubicBezTo>
                  <a:pt x="54106" y="11127"/>
                  <a:pt x="53839" y="11394"/>
                  <a:pt x="53639" y="11728"/>
                </a:cubicBezTo>
                <a:cubicBezTo>
                  <a:pt x="53438" y="12028"/>
                  <a:pt x="53205" y="12428"/>
                  <a:pt x="53505" y="12795"/>
                </a:cubicBezTo>
                <a:cubicBezTo>
                  <a:pt x="53726" y="13089"/>
                  <a:pt x="54019" y="13203"/>
                  <a:pt x="54344" y="13203"/>
                </a:cubicBezTo>
                <a:cubicBezTo>
                  <a:pt x="54461" y="13203"/>
                  <a:pt x="54582" y="13189"/>
                  <a:pt x="54706" y="13162"/>
                </a:cubicBezTo>
                <a:cubicBezTo>
                  <a:pt x="54939" y="13129"/>
                  <a:pt x="55173" y="12929"/>
                  <a:pt x="55373" y="12762"/>
                </a:cubicBezTo>
                <a:cubicBezTo>
                  <a:pt x="57274" y="11094"/>
                  <a:pt x="59142" y="9393"/>
                  <a:pt x="61044" y="7691"/>
                </a:cubicBezTo>
                <a:cubicBezTo>
                  <a:pt x="61644" y="7158"/>
                  <a:pt x="61644" y="6624"/>
                  <a:pt x="61044" y="6024"/>
                </a:cubicBezTo>
                <a:cubicBezTo>
                  <a:pt x="60644" y="5623"/>
                  <a:pt x="60143" y="5323"/>
                  <a:pt x="59810" y="4889"/>
                </a:cubicBezTo>
                <a:cubicBezTo>
                  <a:pt x="58575" y="3122"/>
                  <a:pt x="56674" y="2021"/>
                  <a:pt x="55273" y="420"/>
                </a:cubicBezTo>
                <a:cubicBezTo>
                  <a:pt x="55173" y="320"/>
                  <a:pt x="55073" y="286"/>
                  <a:pt x="54973" y="219"/>
                </a:cubicBezTo>
                <a:cubicBezTo>
                  <a:pt x="54729" y="71"/>
                  <a:pt x="54509" y="0"/>
                  <a:pt x="54323" y="0"/>
                </a:cubicBez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26"/>
          <p:cNvSpPr/>
          <p:nvPr/>
        </p:nvSpPr>
        <p:spPr>
          <a:xfrm>
            <a:off x="3082091" y="3190719"/>
            <a:ext cx="486364" cy="829504"/>
          </a:xfrm>
          <a:custGeom>
            <a:rect b="b" l="l" r="r" t="t"/>
            <a:pathLst>
              <a:path extrusionOk="0" h="49895" w="29255">
                <a:moveTo>
                  <a:pt x="28352" y="0"/>
                </a:moveTo>
                <a:cubicBezTo>
                  <a:pt x="28098" y="0"/>
                  <a:pt x="27852" y="48"/>
                  <a:pt x="27620" y="110"/>
                </a:cubicBezTo>
                <a:cubicBezTo>
                  <a:pt x="26386" y="443"/>
                  <a:pt x="25151" y="777"/>
                  <a:pt x="23951" y="1244"/>
                </a:cubicBezTo>
                <a:cubicBezTo>
                  <a:pt x="22349" y="1844"/>
                  <a:pt x="21049" y="2845"/>
                  <a:pt x="19914" y="4179"/>
                </a:cubicBezTo>
                <a:cubicBezTo>
                  <a:pt x="17079" y="7515"/>
                  <a:pt x="15578" y="11384"/>
                  <a:pt x="15011" y="15687"/>
                </a:cubicBezTo>
                <a:cubicBezTo>
                  <a:pt x="14611" y="19057"/>
                  <a:pt x="14310" y="22459"/>
                  <a:pt x="14210" y="25861"/>
                </a:cubicBezTo>
                <a:cubicBezTo>
                  <a:pt x="14110" y="29931"/>
                  <a:pt x="13210" y="33834"/>
                  <a:pt x="11608" y="37536"/>
                </a:cubicBezTo>
                <a:cubicBezTo>
                  <a:pt x="10541" y="40038"/>
                  <a:pt x="8940" y="42140"/>
                  <a:pt x="6505" y="43374"/>
                </a:cubicBezTo>
                <a:cubicBezTo>
                  <a:pt x="5337" y="43941"/>
                  <a:pt x="4036" y="44275"/>
                  <a:pt x="2735" y="44742"/>
                </a:cubicBezTo>
                <a:cubicBezTo>
                  <a:pt x="2936" y="43874"/>
                  <a:pt x="3403" y="43241"/>
                  <a:pt x="3803" y="42540"/>
                </a:cubicBezTo>
                <a:cubicBezTo>
                  <a:pt x="4003" y="42173"/>
                  <a:pt x="4203" y="41773"/>
                  <a:pt x="4370" y="41373"/>
                </a:cubicBezTo>
                <a:cubicBezTo>
                  <a:pt x="4470" y="41072"/>
                  <a:pt x="4437" y="40705"/>
                  <a:pt x="4103" y="40605"/>
                </a:cubicBezTo>
                <a:cubicBezTo>
                  <a:pt x="4014" y="40583"/>
                  <a:pt x="3918" y="40572"/>
                  <a:pt x="3820" y="40572"/>
                </a:cubicBezTo>
                <a:cubicBezTo>
                  <a:pt x="3625" y="40572"/>
                  <a:pt x="3425" y="40616"/>
                  <a:pt x="3269" y="40705"/>
                </a:cubicBezTo>
                <a:cubicBezTo>
                  <a:pt x="3069" y="40839"/>
                  <a:pt x="2936" y="41106"/>
                  <a:pt x="2802" y="41339"/>
                </a:cubicBezTo>
                <a:cubicBezTo>
                  <a:pt x="2435" y="41873"/>
                  <a:pt x="2068" y="42440"/>
                  <a:pt x="1768" y="43007"/>
                </a:cubicBezTo>
                <a:cubicBezTo>
                  <a:pt x="1301" y="43908"/>
                  <a:pt x="834" y="44842"/>
                  <a:pt x="434" y="45776"/>
                </a:cubicBezTo>
                <a:cubicBezTo>
                  <a:pt x="0" y="46843"/>
                  <a:pt x="134" y="47243"/>
                  <a:pt x="1068" y="47877"/>
                </a:cubicBezTo>
                <a:cubicBezTo>
                  <a:pt x="1234" y="47977"/>
                  <a:pt x="1401" y="48111"/>
                  <a:pt x="1601" y="48211"/>
                </a:cubicBezTo>
                <a:cubicBezTo>
                  <a:pt x="2735" y="48711"/>
                  <a:pt x="3903" y="49078"/>
                  <a:pt x="4937" y="49779"/>
                </a:cubicBezTo>
                <a:cubicBezTo>
                  <a:pt x="5058" y="49860"/>
                  <a:pt x="5208" y="49894"/>
                  <a:pt x="5362" y="49894"/>
                </a:cubicBezTo>
                <a:cubicBezTo>
                  <a:pt x="5716" y="49894"/>
                  <a:pt x="6099" y="49711"/>
                  <a:pt x="6238" y="49478"/>
                </a:cubicBezTo>
                <a:cubicBezTo>
                  <a:pt x="6405" y="49211"/>
                  <a:pt x="6205" y="48578"/>
                  <a:pt x="5804" y="48311"/>
                </a:cubicBezTo>
                <a:cubicBezTo>
                  <a:pt x="5504" y="48077"/>
                  <a:pt x="5137" y="47911"/>
                  <a:pt x="4804" y="47744"/>
                </a:cubicBezTo>
                <a:cubicBezTo>
                  <a:pt x="4237" y="47410"/>
                  <a:pt x="3703" y="47043"/>
                  <a:pt x="3102" y="46443"/>
                </a:cubicBezTo>
                <a:cubicBezTo>
                  <a:pt x="4003" y="46109"/>
                  <a:pt x="4770" y="45776"/>
                  <a:pt x="5537" y="45542"/>
                </a:cubicBezTo>
                <a:cubicBezTo>
                  <a:pt x="8106" y="44775"/>
                  <a:pt x="10107" y="43207"/>
                  <a:pt x="11508" y="41039"/>
                </a:cubicBezTo>
                <a:cubicBezTo>
                  <a:pt x="14110" y="37036"/>
                  <a:pt x="15178" y="32466"/>
                  <a:pt x="15711" y="27796"/>
                </a:cubicBezTo>
                <a:cubicBezTo>
                  <a:pt x="15945" y="25561"/>
                  <a:pt x="15878" y="23293"/>
                  <a:pt x="16045" y="21058"/>
                </a:cubicBezTo>
                <a:cubicBezTo>
                  <a:pt x="16245" y="18890"/>
                  <a:pt x="16512" y="16722"/>
                  <a:pt x="16812" y="14553"/>
                </a:cubicBezTo>
                <a:cubicBezTo>
                  <a:pt x="17179" y="11651"/>
                  <a:pt x="18313" y="9049"/>
                  <a:pt x="19948" y="6614"/>
                </a:cubicBezTo>
                <a:cubicBezTo>
                  <a:pt x="21349" y="4479"/>
                  <a:pt x="23217" y="2912"/>
                  <a:pt x="25618" y="2011"/>
                </a:cubicBezTo>
                <a:cubicBezTo>
                  <a:pt x="26486" y="1677"/>
                  <a:pt x="27386" y="1311"/>
                  <a:pt x="28254" y="944"/>
                </a:cubicBezTo>
                <a:cubicBezTo>
                  <a:pt x="28621" y="777"/>
                  <a:pt x="29054" y="677"/>
                  <a:pt x="29254" y="243"/>
                </a:cubicBezTo>
                <a:cubicBezTo>
                  <a:pt x="28950" y="64"/>
                  <a:pt x="28646" y="0"/>
                  <a:pt x="28352" y="0"/>
                </a:cubicBezTo>
                <a:close/>
              </a:path>
            </a:pathLst>
          </a:cu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26"/>
          <p:cNvSpPr/>
          <p:nvPr/>
        </p:nvSpPr>
        <p:spPr>
          <a:xfrm rot="1739360">
            <a:off x="3106589" y="1533245"/>
            <a:ext cx="796379" cy="250181"/>
          </a:xfrm>
          <a:custGeom>
            <a:rect b="b" l="l" r="r" t="t"/>
            <a:pathLst>
              <a:path extrusionOk="0" h="15048" w="47901">
                <a:moveTo>
                  <a:pt x="28871" y="1"/>
                </a:moveTo>
                <a:cubicBezTo>
                  <a:pt x="25629" y="1"/>
                  <a:pt x="22402" y="386"/>
                  <a:pt x="19214" y="1141"/>
                </a:cubicBezTo>
                <a:cubicBezTo>
                  <a:pt x="16378" y="1809"/>
                  <a:pt x="13643" y="2776"/>
                  <a:pt x="11175" y="4344"/>
                </a:cubicBezTo>
                <a:cubicBezTo>
                  <a:pt x="8039" y="6345"/>
                  <a:pt x="5137" y="8613"/>
                  <a:pt x="2602" y="11349"/>
                </a:cubicBezTo>
                <a:cubicBezTo>
                  <a:pt x="2469" y="11482"/>
                  <a:pt x="2302" y="11549"/>
                  <a:pt x="2068" y="11716"/>
                </a:cubicBezTo>
                <a:cubicBezTo>
                  <a:pt x="2135" y="11449"/>
                  <a:pt x="2135" y="11282"/>
                  <a:pt x="2168" y="11149"/>
                </a:cubicBezTo>
                <a:cubicBezTo>
                  <a:pt x="2602" y="9314"/>
                  <a:pt x="2902" y="7446"/>
                  <a:pt x="2902" y="5545"/>
                </a:cubicBezTo>
                <a:cubicBezTo>
                  <a:pt x="2902" y="5111"/>
                  <a:pt x="2802" y="4677"/>
                  <a:pt x="2635" y="4277"/>
                </a:cubicBezTo>
                <a:cubicBezTo>
                  <a:pt x="2554" y="4053"/>
                  <a:pt x="2373" y="3941"/>
                  <a:pt x="2175" y="3941"/>
                </a:cubicBezTo>
                <a:cubicBezTo>
                  <a:pt x="2050" y="3941"/>
                  <a:pt x="1918" y="3986"/>
                  <a:pt x="1801" y="4077"/>
                </a:cubicBezTo>
                <a:cubicBezTo>
                  <a:pt x="1601" y="4277"/>
                  <a:pt x="1401" y="4577"/>
                  <a:pt x="1334" y="4877"/>
                </a:cubicBezTo>
                <a:cubicBezTo>
                  <a:pt x="1234" y="5311"/>
                  <a:pt x="1234" y="5745"/>
                  <a:pt x="1201" y="6212"/>
                </a:cubicBezTo>
                <a:cubicBezTo>
                  <a:pt x="967" y="8313"/>
                  <a:pt x="767" y="10415"/>
                  <a:pt x="134" y="12483"/>
                </a:cubicBezTo>
                <a:cubicBezTo>
                  <a:pt x="0" y="12983"/>
                  <a:pt x="100" y="13584"/>
                  <a:pt x="167" y="14151"/>
                </a:cubicBezTo>
                <a:cubicBezTo>
                  <a:pt x="200" y="14351"/>
                  <a:pt x="400" y="14584"/>
                  <a:pt x="567" y="14685"/>
                </a:cubicBezTo>
                <a:cubicBezTo>
                  <a:pt x="941" y="14898"/>
                  <a:pt x="1336" y="15047"/>
                  <a:pt x="1769" y="15047"/>
                </a:cubicBezTo>
                <a:cubicBezTo>
                  <a:pt x="1877" y="15047"/>
                  <a:pt x="1988" y="15038"/>
                  <a:pt x="2102" y="15018"/>
                </a:cubicBezTo>
                <a:cubicBezTo>
                  <a:pt x="4270" y="14751"/>
                  <a:pt x="6438" y="14484"/>
                  <a:pt x="8606" y="14218"/>
                </a:cubicBezTo>
                <a:cubicBezTo>
                  <a:pt x="9140" y="14117"/>
                  <a:pt x="9640" y="13984"/>
                  <a:pt x="10141" y="13817"/>
                </a:cubicBezTo>
                <a:cubicBezTo>
                  <a:pt x="10541" y="13684"/>
                  <a:pt x="10808" y="13417"/>
                  <a:pt x="10708" y="12950"/>
                </a:cubicBezTo>
                <a:cubicBezTo>
                  <a:pt x="10608" y="12550"/>
                  <a:pt x="10207" y="12116"/>
                  <a:pt x="9807" y="12083"/>
                </a:cubicBezTo>
                <a:cubicBezTo>
                  <a:pt x="9749" y="12073"/>
                  <a:pt x="9690" y="12069"/>
                  <a:pt x="9630" y="12069"/>
                </a:cubicBezTo>
                <a:cubicBezTo>
                  <a:pt x="9487" y="12069"/>
                  <a:pt x="9338" y="12092"/>
                  <a:pt x="9173" y="12116"/>
                </a:cubicBezTo>
                <a:cubicBezTo>
                  <a:pt x="8206" y="12249"/>
                  <a:pt x="7205" y="12450"/>
                  <a:pt x="6205" y="12550"/>
                </a:cubicBezTo>
                <a:cubicBezTo>
                  <a:pt x="5682" y="12633"/>
                  <a:pt x="5160" y="12704"/>
                  <a:pt x="4605" y="12704"/>
                </a:cubicBezTo>
                <a:cubicBezTo>
                  <a:pt x="4273" y="12704"/>
                  <a:pt x="3931" y="12679"/>
                  <a:pt x="3569" y="12616"/>
                </a:cubicBezTo>
                <a:cubicBezTo>
                  <a:pt x="4003" y="12149"/>
                  <a:pt x="4337" y="11816"/>
                  <a:pt x="4670" y="11449"/>
                </a:cubicBezTo>
                <a:cubicBezTo>
                  <a:pt x="6838" y="9247"/>
                  <a:pt x="9273" y="7346"/>
                  <a:pt x="11909" y="5745"/>
                </a:cubicBezTo>
                <a:cubicBezTo>
                  <a:pt x="12909" y="5111"/>
                  <a:pt x="13943" y="4544"/>
                  <a:pt x="15044" y="4110"/>
                </a:cubicBezTo>
                <a:cubicBezTo>
                  <a:pt x="19047" y="2376"/>
                  <a:pt x="23283" y="1608"/>
                  <a:pt x="27653" y="1442"/>
                </a:cubicBezTo>
                <a:cubicBezTo>
                  <a:pt x="28492" y="1412"/>
                  <a:pt x="29331" y="1391"/>
                  <a:pt x="30169" y="1391"/>
                </a:cubicBezTo>
                <a:cubicBezTo>
                  <a:pt x="32163" y="1391"/>
                  <a:pt x="34153" y="1509"/>
                  <a:pt x="36126" y="1909"/>
                </a:cubicBezTo>
                <a:cubicBezTo>
                  <a:pt x="39328" y="2542"/>
                  <a:pt x="42297" y="3677"/>
                  <a:pt x="45099" y="5378"/>
                </a:cubicBezTo>
                <a:cubicBezTo>
                  <a:pt x="45966" y="5912"/>
                  <a:pt x="46867" y="6379"/>
                  <a:pt x="47901" y="6979"/>
                </a:cubicBezTo>
                <a:cubicBezTo>
                  <a:pt x="47734" y="6112"/>
                  <a:pt x="47201" y="5778"/>
                  <a:pt x="46700" y="5411"/>
                </a:cubicBezTo>
                <a:cubicBezTo>
                  <a:pt x="43131" y="2676"/>
                  <a:pt x="39061" y="1041"/>
                  <a:pt x="34625" y="408"/>
                </a:cubicBezTo>
                <a:cubicBezTo>
                  <a:pt x="32705" y="135"/>
                  <a:pt x="30786" y="1"/>
                  <a:pt x="28871" y="1"/>
                </a:cubicBez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26"/>
          <p:cNvSpPr/>
          <p:nvPr/>
        </p:nvSpPr>
        <p:spPr>
          <a:xfrm rot="2510548">
            <a:off x="5353136" y="3521053"/>
            <a:ext cx="666579" cy="168839"/>
          </a:xfrm>
          <a:custGeom>
            <a:rect b="b" l="l" r="r" t="t"/>
            <a:pathLst>
              <a:path extrusionOk="0" h="10156" w="40096">
                <a:moveTo>
                  <a:pt x="33160" y="0"/>
                </a:moveTo>
                <a:cubicBezTo>
                  <a:pt x="32817" y="0"/>
                  <a:pt x="32513" y="149"/>
                  <a:pt x="32357" y="416"/>
                </a:cubicBezTo>
                <a:cubicBezTo>
                  <a:pt x="32090" y="816"/>
                  <a:pt x="32224" y="1483"/>
                  <a:pt x="32724" y="1817"/>
                </a:cubicBezTo>
                <a:cubicBezTo>
                  <a:pt x="33258" y="2217"/>
                  <a:pt x="33858" y="2550"/>
                  <a:pt x="34459" y="2884"/>
                </a:cubicBezTo>
                <a:cubicBezTo>
                  <a:pt x="34792" y="3084"/>
                  <a:pt x="35159" y="3284"/>
                  <a:pt x="35626" y="3551"/>
                </a:cubicBezTo>
                <a:cubicBezTo>
                  <a:pt x="35259" y="3618"/>
                  <a:pt x="35092" y="3685"/>
                  <a:pt x="34926" y="3718"/>
                </a:cubicBezTo>
                <a:cubicBezTo>
                  <a:pt x="32573" y="3877"/>
                  <a:pt x="30221" y="4187"/>
                  <a:pt x="27869" y="4187"/>
                </a:cubicBezTo>
                <a:cubicBezTo>
                  <a:pt x="27753" y="4187"/>
                  <a:pt x="27636" y="4187"/>
                  <a:pt x="27520" y="4185"/>
                </a:cubicBezTo>
                <a:cubicBezTo>
                  <a:pt x="24818" y="4152"/>
                  <a:pt x="22116" y="3851"/>
                  <a:pt x="19481" y="3451"/>
                </a:cubicBezTo>
                <a:cubicBezTo>
                  <a:pt x="17046" y="3118"/>
                  <a:pt x="14678" y="2517"/>
                  <a:pt x="12276" y="1983"/>
                </a:cubicBezTo>
                <a:cubicBezTo>
                  <a:pt x="10074" y="1482"/>
                  <a:pt x="7896" y="1027"/>
                  <a:pt x="5644" y="1027"/>
                </a:cubicBezTo>
                <a:cubicBezTo>
                  <a:pt x="5200" y="1027"/>
                  <a:pt x="4754" y="1044"/>
                  <a:pt x="4304" y="1083"/>
                </a:cubicBezTo>
                <a:cubicBezTo>
                  <a:pt x="3170" y="1183"/>
                  <a:pt x="2135" y="1416"/>
                  <a:pt x="1135" y="1850"/>
                </a:cubicBezTo>
                <a:cubicBezTo>
                  <a:pt x="668" y="2017"/>
                  <a:pt x="201" y="2250"/>
                  <a:pt x="1" y="2817"/>
                </a:cubicBezTo>
                <a:cubicBezTo>
                  <a:pt x="154" y="2971"/>
                  <a:pt x="294" y="3018"/>
                  <a:pt x="429" y="3018"/>
                </a:cubicBezTo>
                <a:cubicBezTo>
                  <a:pt x="587" y="3018"/>
                  <a:pt x="739" y="2953"/>
                  <a:pt x="901" y="2917"/>
                </a:cubicBezTo>
                <a:cubicBezTo>
                  <a:pt x="1435" y="2751"/>
                  <a:pt x="2035" y="2517"/>
                  <a:pt x="2602" y="2484"/>
                </a:cubicBezTo>
                <a:cubicBezTo>
                  <a:pt x="3423" y="2445"/>
                  <a:pt x="4255" y="2428"/>
                  <a:pt x="5085" y="2428"/>
                </a:cubicBezTo>
                <a:cubicBezTo>
                  <a:pt x="5672" y="2428"/>
                  <a:pt x="6259" y="2437"/>
                  <a:pt x="6839" y="2450"/>
                </a:cubicBezTo>
                <a:cubicBezTo>
                  <a:pt x="7406" y="2450"/>
                  <a:pt x="7973" y="2517"/>
                  <a:pt x="8507" y="2651"/>
                </a:cubicBezTo>
                <a:cubicBezTo>
                  <a:pt x="10275" y="3051"/>
                  <a:pt x="12009" y="3484"/>
                  <a:pt x="13777" y="3885"/>
                </a:cubicBezTo>
                <a:cubicBezTo>
                  <a:pt x="15178" y="4218"/>
                  <a:pt x="16579" y="4585"/>
                  <a:pt x="18013" y="4785"/>
                </a:cubicBezTo>
                <a:cubicBezTo>
                  <a:pt x="20015" y="5119"/>
                  <a:pt x="22016" y="5319"/>
                  <a:pt x="23984" y="5586"/>
                </a:cubicBezTo>
                <a:cubicBezTo>
                  <a:pt x="25250" y="5754"/>
                  <a:pt x="26510" y="5817"/>
                  <a:pt x="27765" y="5817"/>
                </a:cubicBezTo>
                <a:cubicBezTo>
                  <a:pt x="29255" y="5817"/>
                  <a:pt x="30739" y="5728"/>
                  <a:pt x="32224" y="5619"/>
                </a:cubicBezTo>
                <a:cubicBezTo>
                  <a:pt x="33558" y="5519"/>
                  <a:pt x="34859" y="5352"/>
                  <a:pt x="36293" y="5219"/>
                </a:cubicBezTo>
                <a:lnTo>
                  <a:pt x="36293" y="5219"/>
                </a:lnTo>
                <a:cubicBezTo>
                  <a:pt x="36026" y="5519"/>
                  <a:pt x="35860" y="5686"/>
                  <a:pt x="35693" y="5886"/>
                </a:cubicBezTo>
                <a:cubicBezTo>
                  <a:pt x="34992" y="6820"/>
                  <a:pt x="34225" y="7754"/>
                  <a:pt x="33591" y="8755"/>
                </a:cubicBezTo>
                <a:cubicBezTo>
                  <a:pt x="33091" y="9522"/>
                  <a:pt x="33491" y="10156"/>
                  <a:pt x="34425" y="10156"/>
                </a:cubicBezTo>
                <a:cubicBezTo>
                  <a:pt x="34725" y="10156"/>
                  <a:pt x="35059" y="10022"/>
                  <a:pt x="35259" y="9789"/>
                </a:cubicBezTo>
                <a:cubicBezTo>
                  <a:pt x="36493" y="8521"/>
                  <a:pt x="37694" y="7187"/>
                  <a:pt x="38862" y="5886"/>
                </a:cubicBezTo>
                <a:cubicBezTo>
                  <a:pt x="39062" y="5686"/>
                  <a:pt x="39129" y="5386"/>
                  <a:pt x="39329" y="5186"/>
                </a:cubicBezTo>
                <a:cubicBezTo>
                  <a:pt x="40096" y="4318"/>
                  <a:pt x="39929" y="3585"/>
                  <a:pt x="38862" y="3151"/>
                </a:cubicBezTo>
                <a:cubicBezTo>
                  <a:pt x="38261" y="2884"/>
                  <a:pt x="37661" y="2651"/>
                  <a:pt x="37094" y="2317"/>
                </a:cubicBezTo>
                <a:cubicBezTo>
                  <a:pt x="36293" y="1783"/>
                  <a:pt x="35526" y="1183"/>
                  <a:pt x="34725" y="649"/>
                </a:cubicBezTo>
                <a:cubicBezTo>
                  <a:pt x="34392" y="449"/>
                  <a:pt x="34058" y="249"/>
                  <a:pt x="33691" y="115"/>
                </a:cubicBezTo>
                <a:cubicBezTo>
                  <a:pt x="33513" y="38"/>
                  <a:pt x="33332" y="0"/>
                  <a:pt x="33160" y="0"/>
                </a:cubicBez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7" name="Google Shape;1237;p26"/>
          <p:cNvGrpSpPr/>
          <p:nvPr/>
        </p:nvGrpSpPr>
        <p:grpSpPr>
          <a:xfrm>
            <a:off x="6354026" y="3279738"/>
            <a:ext cx="1970846" cy="1449642"/>
            <a:chOff x="6354026" y="3279738"/>
            <a:chExt cx="1970846" cy="1449642"/>
          </a:xfrm>
        </p:grpSpPr>
        <p:sp>
          <p:nvSpPr>
            <p:cNvPr id="1238" name="Google Shape;1238;p26"/>
            <p:cNvSpPr/>
            <p:nvPr/>
          </p:nvSpPr>
          <p:spPr>
            <a:xfrm>
              <a:off x="6374678" y="3279738"/>
              <a:ext cx="1950194" cy="1449642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6"/>
            <p:cNvSpPr/>
            <p:nvPr/>
          </p:nvSpPr>
          <p:spPr>
            <a:xfrm>
              <a:off x="6354026" y="3279738"/>
              <a:ext cx="1950194" cy="1449642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6"/>
            <p:cNvSpPr txBox="1"/>
            <p:nvPr/>
          </p:nvSpPr>
          <p:spPr>
            <a:xfrm>
              <a:off x="6461000" y="3318267"/>
              <a:ext cx="1770000" cy="4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Experience</a:t>
              </a:r>
              <a:endParaRPr sz="19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41" name="Google Shape;1241;p26"/>
            <p:cNvSpPr txBox="1"/>
            <p:nvPr/>
          </p:nvSpPr>
          <p:spPr>
            <a:xfrm>
              <a:off x="6461000" y="3655146"/>
              <a:ext cx="1770000" cy="37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is the smallest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242" name="Google Shape;1242;p26"/>
            <p:cNvGrpSpPr/>
            <p:nvPr/>
          </p:nvGrpSpPr>
          <p:grpSpPr>
            <a:xfrm>
              <a:off x="6756243" y="4056857"/>
              <a:ext cx="242364" cy="198468"/>
              <a:chOff x="5281175" y="388975"/>
              <a:chExt cx="240440" cy="196893"/>
            </a:xfrm>
          </p:grpSpPr>
          <p:sp>
            <p:nvSpPr>
              <p:cNvPr id="1243" name="Google Shape;1243;p26"/>
              <p:cNvSpPr/>
              <p:nvPr/>
            </p:nvSpPr>
            <p:spPr>
              <a:xfrm>
                <a:off x="5281175" y="449560"/>
                <a:ext cx="225042" cy="136308"/>
              </a:xfrm>
              <a:custGeom>
                <a:rect b="b" l="l" r="r" t="t"/>
                <a:pathLst>
                  <a:path extrusionOk="0" h="9054" w="14948">
                    <a:moveTo>
                      <a:pt x="330" y="0"/>
                    </a:moveTo>
                    <a:lnTo>
                      <a:pt x="157" y="142"/>
                    </a:lnTo>
                    <a:lnTo>
                      <a:pt x="142" y="267"/>
                    </a:lnTo>
                    <a:lnTo>
                      <a:pt x="95" y="1886"/>
                    </a:lnTo>
                    <a:lnTo>
                      <a:pt x="0" y="5140"/>
                    </a:lnTo>
                    <a:lnTo>
                      <a:pt x="16" y="6775"/>
                    </a:lnTo>
                    <a:lnTo>
                      <a:pt x="47" y="7168"/>
                    </a:lnTo>
                    <a:lnTo>
                      <a:pt x="189" y="7875"/>
                    </a:lnTo>
                    <a:lnTo>
                      <a:pt x="425" y="8299"/>
                    </a:lnTo>
                    <a:lnTo>
                      <a:pt x="645" y="8535"/>
                    </a:lnTo>
                    <a:lnTo>
                      <a:pt x="943" y="8724"/>
                    </a:lnTo>
                    <a:lnTo>
                      <a:pt x="1305" y="8849"/>
                    </a:lnTo>
                    <a:lnTo>
                      <a:pt x="1509" y="8881"/>
                    </a:lnTo>
                    <a:lnTo>
                      <a:pt x="2311" y="8991"/>
                    </a:lnTo>
                    <a:lnTo>
                      <a:pt x="3945" y="9054"/>
                    </a:lnTo>
                    <a:lnTo>
                      <a:pt x="6429" y="9007"/>
                    </a:lnTo>
                    <a:lnTo>
                      <a:pt x="8032" y="8959"/>
                    </a:lnTo>
                    <a:lnTo>
                      <a:pt x="9698" y="8944"/>
                    </a:lnTo>
                    <a:lnTo>
                      <a:pt x="13015" y="8959"/>
                    </a:lnTo>
                    <a:lnTo>
                      <a:pt x="14681" y="9007"/>
                    </a:lnTo>
                    <a:lnTo>
                      <a:pt x="14806" y="8991"/>
                    </a:lnTo>
                    <a:lnTo>
                      <a:pt x="14948" y="8834"/>
                    </a:lnTo>
                    <a:lnTo>
                      <a:pt x="14948" y="8614"/>
                    </a:lnTo>
                    <a:lnTo>
                      <a:pt x="14806" y="8441"/>
                    </a:lnTo>
                    <a:lnTo>
                      <a:pt x="14681" y="8425"/>
                    </a:lnTo>
                    <a:lnTo>
                      <a:pt x="12119" y="8346"/>
                    </a:lnTo>
                    <a:lnTo>
                      <a:pt x="7010" y="8394"/>
                    </a:lnTo>
                    <a:lnTo>
                      <a:pt x="4464" y="8394"/>
                    </a:lnTo>
                    <a:lnTo>
                      <a:pt x="3867" y="8409"/>
                    </a:lnTo>
                    <a:lnTo>
                      <a:pt x="2814" y="8456"/>
                    </a:lnTo>
                    <a:lnTo>
                      <a:pt x="2185" y="8409"/>
                    </a:lnTo>
                    <a:lnTo>
                      <a:pt x="1918" y="8331"/>
                    </a:lnTo>
                    <a:lnTo>
                      <a:pt x="1714" y="8221"/>
                    </a:lnTo>
                    <a:lnTo>
                      <a:pt x="1289" y="7891"/>
                    </a:lnTo>
                    <a:lnTo>
                      <a:pt x="912" y="7435"/>
                    </a:lnTo>
                    <a:lnTo>
                      <a:pt x="660" y="6979"/>
                    </a:lnTo>
                    <a:lnTo>
                      <a:pt x="613" y="6775"/>
                    </a:lnTo>
                    <a:lnTo>
                      <a:pt x="598" y="6225"/>
                    </a:lnTo>
                    <a:lnTo>
                      <a:pt x="629" y="5674"/>
                    </a:lnTo>
                    <a:lnTo>
                      <a:pt x="676" y="2971"/>
                    </a:lnTo>
                    <a:lnTo>
                      <a:pt x="739" y="267"/>
                    </a:lnTo>
                    <a:lnTo>
                      <a:pt x="723" y="142"/>
                    </a:lnTo>
                    <a:lnTo>
                      <a:pt x="55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26"/>
              <p:cNvSpPr/>
              <p:nvPr/>
            </p:nvSpPr>
            <p:spPr>
              <a:xfrm>
                <a:off x="5496759" y="441746"/>
                <a:ext cx="24856" cy="142947"/>
              </a:xfrm>
              <a:custGeom>
                <a:rect b="b" l="l" r="r" t="t"/>
                <a:pathLst>
                  <a:path extrusionOk="0" h="9495" w="1651">
                    <a:moveTo>
                      <a:pt x="739" y="1"/>
                    </a:moveTo>
                    <a:lnTo>
                      <a:pt x="582" y="142"/>
                    </a:lnTo>
                    <a:lnTo>
                      <a:pt x="582" y="268"/>
                    </a:lnTo>
                    <a:lnTo>
                      <a:pt x="660" y="865"/>
                    </a:lnTo>
                    <a:lnTo>
                      <a:pt x="975" y="3427"/>
                    </a:lnTo>
                    <a:lnTo>
                      <a:pt x="1116" y="5690"/>
                    </a:lnTo>
                    <a:lnTo>
                      <a:pt x="1100" y="7089"/>
                    </a:lnTo>
                    <a:lnTo>
                      <a:pt x="975" y="7922"/>
                    </a:lnTo>
                    <a:lnTo>
                      <a:pt x="849" y="8378"/>
                    </a:lnTo>
                    <a:lnTo>
                      <a:pt x="660" y="8708"/>
                    </a:lnTo>
                    <a:lnTo>
                      <a:pt x="425" y="8881"/>
                    </a:lnTo>
                    <a:lnTo>
                      <a:pt x="283" y="8913"/>
                    </a:lnTo>
                    <a:lnTo>
                      <a:pt x="157" y="8944"/>
                    </a:lnTo>
                    <a:lnTo>
                      <a:pt x="0" y="9117"/>
                    </a:lnTo>
                    <a:lnTo>
                      <a:pt x="0" y="9337"/>
                    </a:lnTo>
                    <a:lnTo>
                      <a:pt x="142" y="9494"/>
                    </a:lnTo>
                    <a:lnTo>
                      <a:pt x="283" y="9494"/>
                    </a:lnTo>
                    <a:lnTo>
                      <a:pt x="519" y="9478"/>
                    </a:lnTo>
                    <a:lnTo>
                      <a:pt x="928" y="9321"/>
                    </a:lnTo>
                    <a:lnTo>
                      <a:pt x="1211" y="9085"/>
                    </a:lnTo>
                    <a:lnTo>
                      <a:pt x="1415" y="8771"/>
                    </a:lnTo>
                    <a:lnTo>
                      <a:pt x="1588" y="8221"/>
                    </a:lnTo>
                    <a:lnTo>
                      <a:pt x="1651" y="7372"/>
                    </a:lnTo>
                    <a:lnTo>
                      <a:pt x="1651" y="6948"/>
                    </a:lnTo>
                    <a:lnTo>
                      <a:pt x="1603" y="5282"/>
                    </a:lnTo>
                    <a:lnTo>
                      <a:pt x="1352" y="1934"/>
                    </a:lnTo>
                    <a:lnTo>
                      <a:pt x="1163" y="268"/>
                    </a:lnTo>
                    <a:lnTo>
                      <a:pt x="1132" y="142"/>
                    </a:lnTo>
                    <a:lnTo>
                      <a:pt x="95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26"/>
              <p:cNvSpPr/>
              <p:nvPr/>
            </p:nvSpPr>
            <p:spPr>
              <a:xfrm>
                <a:off x="5284487" y="421164"/>
                <a:ext cx="225991" cy="35981"/>
              </a:xfrm>
              <a:custGeom>
                <a:rect b="b" l="l" r="r" t="t"/>
                <a:pathLst>
                  <a:path extrusionOk="0" h="2390" w="15011">
                    <a:moveTo>
                      <a:pt x="3050" y="0"/>
                    </a:moveTo>
                    <a:lnTo>
                      <a:pt x="1871" y="126"/>
                    </a:lnTo>
                    <a:lnTo>
                      <a:pt x="1101" y="330"/>
                    </a:lnTo>
                    <a:lnTo>
                      <a:pt x="676" y="519"/>
                    </a:lnTo>
                    <a:lnTo>
                      <a:pt x="330" y="770"/>
                    </a:lnTo>
                    <a:lnTo>
                      <a:pt x="110" y="1085"/>
                    </a:lnTo>
                    <a:lnTo>
                      <a:pt x="0" y="1462"/>
                    </a:lnTo>
                    <a:lnTo>
                      <a:pt x="32" y="1918"/>
                    </a:lnTo>
                    <a:lnTo>
                      <a:pt x="110" y="2185"/>
                    </a:lnTo>
                    <a:lnTo>
                      <a:pt x="173" y="2295"/>
                    </a:lnTo>
                    <a:lnTo>
                      <a:pt x="378" y="2389"/>
                    </a:lnTo>
                    <a:lnTo>
                      <a:pt x="582" y="2326"/>
                    </a:lnTo>
                    <a:lnTo>
                      <a:pt x="708" y="2153"/>
                    </a:lnTo>
                    <a:lnTo>
                      <a:pt x="676" y="2028"/>
                    </a:lnTo>
                    <a:lnTo>
                      <a:pt x="629" y="1886"/>
                    </a:lnTo>
                    <a:lnTo>
                      <a:pt x="629" y="1635"/>
                    </a:lnTo>
                    <a:lnTo>
                      <a:pt x="755" y="1320"/>
                    </a:lnTo>
                    <a:lnTo>
                      <a:pt x="1179" y="1022"/>
                    </a:lnTo>
                    <a:lnTo>
                      <a:pt x="1776" y="833"/>
                    </a:lnTo>
                    <a:lnTo>
                      <a:pt x="2845" y="707"/>
                    </a:lnTo>
                    <a:lnTo>
                      <a:pt x="4134" y="692"/>
                    </a:lnTo>
                    <a:lnTo>
                      <a:pt x="4480" y="692"/>
                    </a:lnTo>
                    <a:lnTo>
                      <a:pt x="5989" y="676"/>
                    </a:lnTo>
                    <a:lnTo>
                      <a:pt x="7513" y="660"/>
                    </a:lnTo>
                    <a:lnTo>
                      <a:pt x="9038" y="645"/>
                    </a:lnTo>
                    <a:lnTo>
                      <a:pt x="10547" y="629"/>
                    </a:lnTo>
                    <a:lnTo>
                      <a:pt x="11474" y="582"/>
                    </a:lnTo>
                    <a:lnTo>
                      <a:pt x="13030" y="613"/>
                    </a:lnTo>
                    <a:lnTo>
                      <a:pt x="13581" y="739"/>
                    </a:lnTo>
                    <a:lnTo>
                      <a:pt x="14036" y="943"/>
                    </a:lnTo>
                    <a:lnTo>
                      <a:pt x="14351" y="1289"/>
                    </a:lnTo>
                    <a:lnTo>
                      <a:pt x="14429" y="1509"/>
                    </a:lnTo>
                    <a:lnTo>
                      <a:pt x="14476" y="1635"/>
                    </a:lnTo>
                    <a:lnTo>
                      <a:pt x="14681" y="1729"/>
                    </a:lnTo>
                    <a:lnTo>
                      <a:pt x="14885" y="1666"/>
                    </a:lnTo>
                    <a:lnTo>
                      <a:pt x="15011" y="1493"/>
                    </a:lnTo>
                    <a:lnTo>
                      <a:pt x="14995" y="1352"/>
                    </a:lnTo>
                    <a:lnTo>
                      <a:pt x="14932" y="1148"/>
                    </a:lnTo>
                    <a:lnTo>
                      <a:pt x="14759" y="802"/>
                    </a:lnTo>
                    <a:lnTo>
                      <a:pt x="14524" y="535"/>
                    </a:lnTo>
                    <a:lnTo>
                      <a:pt x="14241" y="330"/>
                    </a:lnTo>
                    <a:lnTo>
                      <a:pt x="13738" y="126"/>
                    </a:lnTo>
                    <a:lnTo>
                      <a:pt x="12983" y="32"/>
                    </a:lnTo>
                    <a:lnTo>
                      <a:pt x="12575" y="16"/>
                    </a:lnTo>
                    <a:lnTo>
                      <a:pt x="9541" y="32"/>
                    </a:lnTo>
                    <a:lnTo>
                      <a:pt x="6492" y="94"/>
                    </a:lnTo>
                    <a:lnTo>
                      <a:pt x="5879" y="63"/>
                    </a:lnTo>
                    <a:lnTo>
                      <a:pt x="42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26"/>
              <p:cNvSpPr/>
              <p:nvPr/>
            </p:nvSpPr>
            <p:spPr>
              <a:xfrm>
                <a:off x="5281883" y="497362"/>
                <a:ext cx="235942" cy="27219"/>
              </a:xfrm>
              <a:custGeom>
                <a:rect b="b" l="l" r="r" t="t"/>
                <a:pathLst>
                  <a:path extrusionOk="0" h="1808" w="15672">
                    <a:moveTo>
                      <a:pt x="252" y="0"/>
                    </a:moveTo>
                    <a:lnTo>
                      <a:pt x="63" y="110"/>
                    </a:lnTo>
                    <a:lnTo>
                      <a:pt x="0" y="315"/>
                    </a:lnTo>
                    <a:lnTo>
                      <a:pt x="63" y="440"/>
                    </a:lnTo>
                    <a:lnTo>
                      <a:pt x="268" y="708"/>
                    </a:lnTo>
                    <a:lnTo>
                      <a:pt x="771" y="1116"/>
                    </a:lnTo>
                    <a:lnTo>
                      <a:pt x="1368" y="1352"/>
                    </a:lnTo>
                    <a:lnTo>
                      <a:pt x="2012" y="1478"/>
                    </a:lnTo>
                    <a:lnTo>
                      <a:pt x="2358" y="1525"/>
                    </a:lnTo>
                    <a:lnTo>
                      <a:pt x="3804" y="1635"/>
                    </a:lnTo>
                    <a:lnTo>
                      <a:pt x="6696" y="1745"/>
                    </a:lnTo>
                    <a:lnTo>
                      <a:pt x="8142" y="1761"/>
                    </a:lnTo>
                    <a:lnTo>
                      <a:pt x="9541" y="1792"/>
                    </a:lnTo>
                    <a:lnTo>
                      <a:pt x="12355" y="1808"/>
                    </a:lnTo>
                    <a:lnTo>
                      <a:pt x="13754" y="1729"/>
                    </a:lnTo>
                    <a:lnTo>
                      <a:pt x="14052" y="1698"/>
                    </a:lnTo>
                    <a:lnTo>
                      <a:pt x="14634" y="1588"/>
                    </a:lnTo>
                    <a:lnTo>
                      <a:pt x="15152" y="1352"/>
                    </a:lnTo>
                    <a:lnTo>
                      <a:pt x="15530" y="943"/>
                    </a:lnTo>
                    <a:lnTo>
                      <a:pt x="15640" y="645"/>
                    </a:lnTo>
                    <a:lnTo>
                      <a:pt x="15671" y="519"/>
                    </a:lnTo>
                    <a:lnTo>
                      <a:pt x="15545" y="330"/>
                    </a:lnTo>
                    <a:lnTo>
                      <a:pt x="15341" y="283"/>
                    </a:lnTo>
                    <a:lnTo>
                      <a:pt x="15137" y="378"/>
                    </a:lnTo>
                    <a:lnTo>
                      <a:pt x="15074" y="488"/>
                    </a:lnTo>
                    <a:lnTo>
                      <a:pt x="14995" y="676"/>
                    </a:lnTo>
                    <a:lnTo>
                      <a:pt x="14712" y="943"/>
                    </a:lnTo>
                    <a:lnTo>
                      <a:pt x="14319" y="1101"/>
                    </a:lnTo>
                    <a:lnTo>
                      <a:pt x="13832" y="1195"/>
                    </a:lnTo>
                    <a:lnTo>
                      <a:pt x="12512" y="1211"/>
                    </a:lnTo>
                    <a:lnTo>
                      <a:pt x="11710" y="1179"/>
                    </a:lnTo>
                    <a:lnTo>
                      <a:pt x="9793" y="1195"/>
                    </a:lnTo>
                    <a:lnTo>
                      <a:pt x="7875" y="1163"/>
                    </a:lnTo>
                    <a:lnTo>
                      <a:pt x="6099" y="1132"/>
                    </a:lnTo>
                    <a:lnTo>
                      <a:pt x="4307" y="1038"/>
                    </a:lnTo>
                    <a:lnTo>
                      <a:pt x="3380" y="1038"/>
                    </a:lnTo>
                    <a:lnTo>
                      <a:pt x="2028" y="928"/>
                    </a:lnTo>
                    <a:lnTo>
                      <a:pt x="1525" y="818"/>
                    </a:lnTo>
                    <a:lnTo>
                      <a:pt x="1085" y="613"/>
                    </a:lnTo>
                    <a:lnTo>
                      <a:pt x="708" y="330"/>
                    </a:lnTo>
                    <a:lnTo>
                      <a:pt x="566" y="142"/>
                    </a:lnTo>
                    <a:lnTo>
                      <a:pt x="472" y="32"/>
                    </a:lnTo>
                    <a:lnTo>
                      <a:pt x="2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26"/>
              <p:cNvSpPr/>
              <p:nvPr/>
            </p:nvSpPr>
            <p:spPr>
              <a:xfrm>
                <a:off x="5361392" y="388975"/>
                <a:ext cx="83073" cy="39775"/>
              </a:xfrm>
              <a:custGeom>
                <a:rect b="b" l="l" r="r" t="t"/>
                <a:pathLst>
                  <a:path extrusionOk="0" h="2642" w="5518">
                    <a:moveTo>
                      <a:pt x="2484" y="1"/>
                    </a:moveTo>
                    <a:lnTo>
                      <a:pt x="1918" y="79"/>
                    </a:lnTo>
                    <a:lnTo>
                      <a:pt x="1384" y="236"/>
                    </a:lnTo>
                    <a:lnTo>
                      <a:pt x="912" y="472"/>
                    </a:lnTo>
                    <a:lnTo>
                      <a:pt x="504" y="771"/>
                    </a:lnTo>
                    <a:lnTo>
                      <a:pt x="205" y="1148"/>
                    </a:lnTo>
                    <a:lnTo>
                      <a:pt x="32" y="1604"/>
                    </a:lnTo>
                    <a:lnTo>
                      <a:pt x="1" y="2138"/>
                    </a:lnTo>
                    <a:lnTo>
                      <a:pt x="48" y="2421"/>
                    </a:lnTo>
                    <a:lnTo>
                      <a:pt x="95" y="2547"/>
                    </a:lnTo>
                    <a:lnTo>
                      <a:pt x="284" y="2641"/>
                    </a:lnTo>
                    <a:lnTo>
                      <a:pt x="504" y="2578"/>
                    </a:lnTo>
                    <a:lnTo>
                      <a:pt x="629" y="2405"/>
                    </a:lnTo>
                    <a:lnTo>
                      <a:pt x="614" y="2264"/>
                    </a:lnTo>
                    <a:lnTo>
                      <a:pt x="582" y="2075"/>
                    </a:lnTo>
                    <a:lnTo>
                      <a:pt x="614" y="1714"/>
                    </a:lnTo>
                    <a:lnTo>
                      <a:pt x="771" y="1399"/>
                    </a:lnTo>
                    <a:lnTo>
                      <a:pt x="1007" y="1132"/>
                    </a:lnTo>
                    <a:lnTo>
                      <a:pt x="1494" y="834"/>
                    </a:lnTo>
                    <a:lnTo>
                      <a:pt x="2327" y="614"/>
                    </a:lnTo>
                    <a:lnTo>
                      <a:pt x="3223" y="598"/>
                    </a:lnTo>
                    <a:lnTo>
                      <a:pt x="4056" y="802"/>
                    </a:lnTo>
                    <a:lnTo>
                      <a:pt x="4543" y="1101"/>
                    </a:lnTo>
                    <a:lnTo>
                      <a:pt x="4763" y="1368"/>
                    </a:lnTo>
                    <a:lnTo>
                      <a:pt x="4905" y="1682"/>
                    </a:lnTo>
                    <a:lnTo>
                      <a:pt x="4936" y="2060"/>
                    </a:lnTo>
                    <a:lnTo>
                      <a:pt x="4889" y="2264"/>
                    </a:lnTo>
                    <a:lnTo>
                      <a:pt x="4873" y="2390"/>
                    </a:lnTo>
                    <a:lnTo>
                      <a:pt x="4999" y="2578"/>
                    </a:lnTo>
                    <a:lnTo>
                      <a:pt x="5219" y="2641"/>
                    </a:lnTo>
                    <a:lnTo>
                      <a:pt x="5408" y="2547"/>
                    </a:lnTo>
                    <a:lnTo>
                      <a:pt x="5455" y="2421"/>
                    </a:lnTo>
                    <a:lnTo>
                      <a:pt x="5518" y="2122"/>
                    </a:lnTo>
                    <a:lnTo>
                      <a:pt x="5502" y="1588"/>
                    </a:lnTo>
                    <a:lnTo>
                      <a:pt x="5329" y="1132"/>
                    </a:lnTo>
                    <a:lnTo>
                      <a:pt x="5030" y="755"/>
                    </a:lnTo>
                    <a:lnTo>
                      <a:pt x="4637" y="456"/>
                    </a:lnTo>
                    <a:lnTo>
                      <a:pt x="4166" y="221"/>
                    </a:lnTo>
                    <a:lnTo>
                      <a:pt x="3631" y="79"/>
                    </a:lnTo>
                    <a:lnTo>
                      <a:pt x="306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26"/>
              <p:cNvSpPr/>
              <p:nvPr/>
            </p:nvSpPr>
            <p:spPr>
              <a:xfrm>
                <a:off x="5395238" y="499485"/>
                <a:ext cx="8762" cy="37171"/>
              </a:xfrm>
              <a:custGeom>
                <a:rect b="b" l="l" r="r" t="t"/>
                <a:pathLst>
                  <a:path extrusionOk="0" h="2469" w="582">
                    <a:moveTo>
                      <a:pt x="189" y="1"/>
                    </a:moveTo>
                    <a:lnTo>
                      <a:pt x="16" y="142"/>
                    </a:lnTo>
                    <a:lnTo>
                      <a:pt x="0" y="268"/>
                    </a:lnTo>
                    <a:lnTo>
                      <a:pt x="0" y="2186"/>
                    </a:lnTo>
                    <a:lnTo>
                      <a:pt x="16" y="2327"/>
                    </a:lnTo>
                    <a:lnTo>
                      <a:pt x="189" y="2468"/>
                    </a:lnTo>
                    <a:lnTo>
                      <a:pt x="409" y="2468"/>
                    </a:lnTo>
                    <a:lnTo>
                      <a:pt x="566" y="2327"/>
                    </a:lnTo>
                    <a:lnTo>
                      <a:pt x="582" y="2186"/>
                    </a:lnTo>
                    <a:lnTo>
                      <a:pt x="582" y="268"/>
                    </a:lnTo>
                    <a:lnTo>
                      <a:pt x="566" y="142"/>
                    </a:ln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26"/>
              <p:cNvSpPr/>
              <p:nvPr/>
            </p:nvSpPr>
            <p:spPr>
              <a:xfrm>
                <a:off x="5399258" y="499485"/>
                <a:ext cx="11141" cy="34566"/>
              </a:xfrm>
              <a:custGeom>
                <a:rect b="b" l="l" r="r" t="t"/>
                <a:pathLst>
                  <a:path extrusionOk="0" h="2296" w="740">
                    <a:moveTo>
                      <a:pt x="173" y="1"/>
                    </a:moveTo>
                    <a:lnTo>
                      <a:pt x="16" y="142"/>
                    </a:lnTo>
                    <a:lnTo>
                      <a:pt x="0" y="268"/>
                    </a:lnTo>
                    <a:lnTo>
                      <a:pt x="79" y="1148"/>
                    </a:lnTo>
                    <a:lnTo>
                      <a:pt x="142" y="2013"/>
                    </a:lnTo>
                    <a:lnTo>
                      <a:pt x="173" y="2154"/>
                    </a:lnTo>
                    <a:lnTo>
                      <a:pt x="346" y="2296"/>
                    </a:lnTo>
                    <a:lnTo>
                      <a:pt x="566" y="2296"/>
                    </a:lnTo>
                    <a:lnTo>
                      <a:pt x="724" y="2154"/>
                    </a:lnTo>
                    <a:lnTo>
                      <a:pt x="739" y="2013"/>
                    </a:lnTo>
                    <a:lnTo>
                      <a:pt x="661" y="1148"/>
                    </a:lnTo>
                    <a:lnTo>
                      <a:pt x="598" y="268"/>
                    </a:lnTo>
                    <a:lnTo>
                      <a:pt x="566" y="142"/>
                    </a:lnTo>
                    <a:lnTo>
                      <a:pt x="39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26"/>
              <p:cNvSpPr/>
              <p:nvPr/>
            </p:nvSpPr>
            <p:spPr>
              <a:xfrm>
                <a:off x="5405641" y="502089"/>
                <a:ext cx="9018" cy="33151"/>
              </a:xfrm>
              <a:custGeom>
                <a:rect b="b" l="l" r="r" t="t"/>
                <a:pathLst>
                  <a:path extrusionOk="0" h="2202" w="599">
                    <a:moveTo>
                      <a:pt x="189" y="1"/>
                    </a:moveTo>
                    <a:lnTo>
                      <a:pt x="17" y="142"/>
                    </a:lnTo>
                    <a:lnTo>
                      <a:pt x="1" y="268"/>
                    </a:lnTo>
                    <a:lnTo>
                      <a:pt x="1" y="1934"/>
                    </a:lnTo>
                    <a:lnTo>
                      <a:pt x="17" y="2060"/>
                    </a:lnTo>
                    <a:lnTo>
                      <a:pt x="189" y="2201"/>
                    </a:lnTo>
                    <a:lnTo>
                      <a:pt x="410" y="2201"/>
                    </a:lnTo>
                    <a:lnTo>
                      <a:pt x="582" y="2060"/>
                    </a:lnTo>
                    <a:lnTo>
                      <a:pt x="598" y="1934"/>
                    </a:lnTo>
                    <a:lnTo>
                      <a:pt x="598" y="268"/>
                    </a:lnTo>
                    <a:lnTo>
                      <a:pt x="582" y="142"/>
                    </a:lnTo>
                    <a:lnTo>
                      <a:pt x="41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26"/>
              <p:cNvSpPr/>
              <p:nvPr/>
            </p:nvSpPr>
            <p:spPr>
              <a:xfrm>
                <a:off x="5396653" y="527880"/>
                <a:ext cx="18006" cy="10192"/>
              </a:xfrm>
              <a:custGeom>
                <a:rect b="b" l="l" r="r" t="t"/>
                <a:pathLst>
                  <a:path extrusionOk="0" h="677" w="1196">
                    <a:moveTo>
                      <a:pt x="315" y="1"/>
                    </a:moveTo>
                    <a:lnTo>
                      <a:pt x="111" y="64"/>
                    </a:lnTo>
                    <a:lnTo>
                      <a:pt x="1" y="268"/>
                    </a:lnTo>
                    <a:lnTo>
                      <a:pt x="32" y="488"/>
                    </a:lnTo>
                    <a:lnTo>
                      <a:pt x="126" y="567"/>
                    </a:lnTo>
                    <a:lnTo>
                      <a:pt x="346" y="677"/>
                    </a:lnTo>
                    <a:lnTo>
                      <a:pt x="834" y="677"/>
                    </a:lnTo>
                    <a:lnTo>
                      <a:pt x="1038" y="551"/>
                    </a:lnTo>
                    <a:lnTo>
                      <a:pt x="1132" y="472"/>
                    </a:lnTo>
                    <a:lnTo>
                      <a:pt x="1195" y="268"/>
                    </a:lnTo>
                    <a:lnTo>
                      <a:pt x="1148" y="158"/>
                    </a:lnTo>
                    <a:lnTo>
                      <a:pt x="1085" y="64"/>
                    </a:lnTo>
                    <a:lnTo>
                      <a:pt x="849" y="1"/>
                    </a:lnTo>
                    <a:lnTo>
                      <a:pt x="739" y="48"/>
                    </a:lnTo>
                    <a:lnTo>
                      <a:pt x="661" y="95"/>
                    </a:lnTo>
                    <a:lnTo>
                      <a:pt x="504" y="95"/>
                    </a:lnTo>
                    <a:lnTo>
                      <a:pt x="425" y="64"/>
                    </a:lnTo>
                    <a:lnTo>
                      <a:pt x="3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26"/>
              <p:cNvSpPr/>
              <p:nvPr/>
            </p:nvSpPr>
            <p:spPr>
              <a:xfrm>
                <a:off x="5303187" y="449078"/>
                <a:ext cx="13971" cy="21785"/>
              </a:xfrm>
              <a:custGeom>
                <a:rect b="b" l="l" r="r" t="t"/>
                <a:pathLst>
                  <a:path extrusionOk="0" h="1447" w="928">
                    <a:moveTo>
                      <a:pt x="534" y="1"/>
                    </a:moveTo>
                    <a:lnTo>
                      <a:pt x="440" y="95"/>
                    </a:lnTo>
                    <a:lnTo>
                      <a:pt x="252" y="331"/>
                    </a:lnTo>
                    <a:lnTo>
                      <a:pt x="31" y="865"/>
                    </a:lnTo>
                    <a:lnTo>
                      <a:pt x="0" y="1180"/>
                    </a:lnTo>
                    <a:lnTo>
                      <a:pt x="16" y="1305"/>
                    </a:lnTo>
                    <a:lnTo>
                      <a:pt x="173" y="1447"/>
                    </a:lnTo>
                    <a:lnTo>
                      <a:pt x="393" y="1447"/>
                    </a:lnTo>
                    <a:lnTo>
                      <a:pt x="566" y="1305"/>
                    </a:lnTo>
                    <a:lnTo>
                      <a:pt x="597" y="1180"/>
                    </a:lnTo>
                    <a:lnTo>
                      <a:pt x="597" y="991"/>
                    </a:lnTo>
                    <a:lnTo>
                      <a:pt x="739" y="645"/>
                    </a:lnTo>
                    <a:lnTo>
                      <a:pt x="849" y="504"/>
                    </a:lnTo>
                    <a:lnTo>
                      <a:pt x="927" y="394"/>
                    </a:lnTo>
                    <a:lnTo>
                      <a:pt x="896" y="174"/>
                    </a:lnTo>
                    <a:lnTo>
                      <a:pt x="739" y="17"/>
                    </a:lnTo>
                    <a:lnTo>
                      <a:pt x="5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26"/>
              <p:cNvSpPr/>
              <p:nvPr/>
            </p:nvSpPr>
            <p:spPr>
              <a:xfrm>
                <a:off x="5302238" y="477955"/>
                <a:ext cx="8295" cy="9003"/>
              </a:xfrm>
              <a:custGeom>
                <a:rect b="b" l="l" r="r" t="t"/>
                <a:pathLst>
                  <a:path extrusionOk="0" h="598" w="551">
                    <a:moveTo>
                      <a:pt x="267" y="0"/>
                    </a:moveTo>
                    <a:lnTo>
                      <a:pt x="142" y="32"/>
                    </a:lnTo>
                    <a:lnTo>
                      <a:pt x="0" y="189"/>
                    </a:lnTo>
                    <a:lnTo>
                      <a:pt x="0" y="409"/>
                    </a:lnTo>
                    <a:lnTo>
                      <a:pt x="142" y="582"/>
                    </a:lnTo>
                    <a:lnTo>
                      <a:pt x="267" y="598"/>
                    </a:lnTo>
                    <a:lnTo>
                      <a:pt x="393" y="582"/>
                    </a:lnTo>
                    <a:lnTo>
                      <a:pt x="550" y="409"/>
                    </a:lnTo>
                    <a:lnTo>
                      <a:pt x="550" y="189"/>
                    </a:lnTo>
                    <a:lnTo>
                      <a:pt x="393" y="32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26"/>
              <p:cNvSpPr/>
              <p:nvPr/>
            </p:nvSpPr>
            <p:spPr>
              <a:xfrm>
                <a:off x="5300582" y="542559"/>
                <a:ext cx="11367" cy="14453"/>
              </a:xfrm>
              <a:custGeom>
                <a:rect b="b" l="l" r="r" t="t"/>
                <a:pathLst>
                  <a:path extrusionOk="0" h="960" w="755">
                    <a:moveTo>
                      <a:pt x="576" y="404"/>
                    </a:moveTo>
                    <a:lnTo>
                      <a:pt x="582" y="409"/>
                    </a:lnTo>
                    <a:lnTo>
                      <a:pt x="572" y="418"/>
                    </a:lnTo>
                    <a:lnTo>
                      <a:pt x="576" y="404"/>
                    </a:lnTo>
                    <a:close/>
                    <a:moveTo>
                      <a:pt x="346" y="0"/>
                    </a:moveTo>
                    <a:lnTo>
                      <a:pt x="110" y="48"/>
                    </a:lnTo>
                    <a:lnTo>
                      <a:pt x="47" y="142"/>
                    </a:lnTo>
                    <a:lnTo>
                      <a:pt x="0" y="268"/>
                    </a:lnTo>
                    <a:lnTo>
                      <a:pt x="0" y="503"/>
                    </a:lnTo>
                    <a:lnTo>
                      <a:pt x="79" y="723"/>
                    </a:lnTo>
                    <a:lnTo>
                      <a:pt x="267" y="881"/>
                    </a:lnTo>
                    <a:lnTo>
                      <a:pt x="393" y="928"/>
                    </a:lnTo>
                    <a:lnTo>
                      <a:pt x="519" y="959"/>
                    </a:lnTo>
                    <a:lnTo>
                      <a:pt x="692" y="833"/>
                    </a:lnTo>
                    <a:lnTo>
                      <a:pt x="755" y="613"/>
                    </a:lnTo>
                    <a:lnTo>
                      <a:pt x="660" y="425"/>
                    </a:lnTo>
                    <a:lnTo>
                      <a:pt x="583" y="381"/>
                    </a:lnTo>
                    <a:lnTo>
                      <a:pt x="597" y="330"/>
                    </a:lnTo>
                    <a:lnTo>
                      <a:pt x="550" y="110"/>
                    </a:lnTo>
                    <a:lnTo>
                      <a:pt x="456" y="48"/>
                    </a:lnTo>
                    <a:lnTo>
                      <a:pt x="34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5" name="Google Shape;1255;p26"/>
            <p:cNvGrpSpPr/>
            <p:nvPr/>
          </p:nvGrpSpPr>
          <p:grpSpPr>
            <a:xfrm>
              <a:off x="6756424" y="4293362"/>
              <a:ext cx="242376" cy="230692"/>
              <a:chOff x="4124350" y="190550"/>
              <a:chExt cx="359608" cy="342273"/>
            </a:xfrm>
          </p:grpSpPr>
          <p:sp>
            <p:nvSpPr>
              <p:cNvPr id="1256" name="Google Shape;1256;p26"/>
              <p:cNvSpPr/>
              <p:nvPr/>
            </p:nvSpPr>
            <p:spPr>
              <a:xfrm>
                <a:off x="4209989" y="190550"/>
                <a:ext cx="206385" cy="263248"/>
              </a:xfrm>
              <a:custGeom>
                <a:rect b="b" l="l" r="r" t="t"/>
                <a:pathLst>
                  <a:path extrusionOk="0" h="11208" w="8787">
                    <a:moveTo>
                      <a:pt x="4763" y="1"/>
                    </a:moveTo>
                    <a:lnTo>
                      <a:pt x="4323" y="16"/>
                    </a:lnTo>
                    <a:lnTo>
                      <a:pt x="3899" y="63"/>
                    </a:lnTo>
                    <a:lnTo>
                      <a:pt x="3113" y="284"/>
                    </a:lnTo>
                    <a:lnTo>
                      <a:pt x="2390" y="645"/>
                    </a:lnTo>
                    <a:lnTo>
                      <a:pt x="1745" y="1101"/>
                    </a:lnTo>
                    <a:lnTo>
                      <a:pt x="1195" y="1682"/>
                    </a:lnTo>
                    <a:lnTo>
                      <a:pt x="739" y="2327"/>
                    </a:lnTo>
                    <a:lnTo>
                      <a:pt x="378" y="3066"/>
                    </a:lnTo>
                    <a:lnTo>
                      <a:pt x="126" y="3851"/>
                    </a:lnTo>
                    <a:lnTo>
                      <a:pt x="63" y="4260"/>
                    </a:lnTo>
                    <a:lnTo>
                      <a:pt x="1" y="4763"/>
                    </a:lnTo>
                    <a:lnTo>
                      <a:pt x="16" y="5769"/>
                    </a:lnTo>
                    <a:lnTo>
                      <a:pt x="189" y="6728"/>
                    </a:lnTo>
                    <a:lnTo>
                      <a:pt x="504" y="7655"/>
                    </a:lnTo>
                    <a:lnTo>
                      <a:pt x="928" y="8520"/>
                    </a:lnTo>
                    <a:lnTo>
                      <a:pt x="1478" y="9353"/>
                    </a:lnTo>
                    <a:lnTo>
                      <a:pt x="2107" y="10107"/>
                    </a:lnTo>
                    <a:lnTo>
                      <a:pt x="2830" y="10814"/>
                    </a:lnTo>
                    <a:lnTo>
                      <a:pt x="3207" y="11129"/>
                    </a:lnTo>
                    <a:lnTo>
                      <a:pt x="3317" y="11207"/>
                    </a:lnTo>
                    <a:lnTo>
                      <a:pt x="3537" y="11176"/>
                    </a:lnTo>
                    <a:lnTo>
                      <a:pt x="3694" y="11019"/>
                    </a:lnTo>
                    <a:lnTo>
                      <a:pt x="3710" y="10814"/>
                    </a:lnTo>
                    <a:lnTo>
                      <a:pt x="3616" y="10720"/>
                    </a:lnTo>
                    <a:lnTo>
                      <a:pt x="3018" y="10201"/>
                    </a:lnTo>
                    <a:lnTo>
                      <a:pt x="1965" y="9038"/>
                    </a:lnTo>
                    <a:lnTo>
                      <a:pt x="1337" y="8064"/>
                    </a:lnTo>
                    <a:lnTo>
                      <a:pt x="1007" y="7357"/>
                    </a:lnTo>
                    <a:lnTo>
                      <a:pt x="755" y="6618"/>
                    </a:lnTo>
                    <a:lnTo>
                      <a:pt x="614" y="5848"/>
                    </a:lnTo>
                    <a:lnTo>
                      <a:pt x="582" y="5439"/>
                    </a:lnTo>
                    <a:lnTo>
                      <a:pt x="566" y="5015"/>
                    </a:lnTo>
                    <a:lnTo>
                      <a:pt x="661" y="4182"/>
                    </a:lnTo>
                    <a:lnTo>
                      <a:pt x="896" y="3380"/>
                    </a:lnTo>
                    <a:lnTo>
                      <a:pt x="1242" y="2641"/>
                    </a:lnTo>
                    <a:lnTo>
                      <a:pt x="1698" y="1981"/>
                    </a:lnTo>
                    <a:lnTo>
                      <a:pt x="2280" y="1431"/>
                    </a:lnTo>
                    <a:lnTo>
                      <a:pt x="2956" y="991"/>
                    </a:lnTo>
                    <a:lnTo>
                      <a:pt x="3757" y="708"/>
                    </a:lnTo>
                    <a:lnTo>
                      <a:pt x="4182" y="629"/>
                    </a:lnTo>
                    <a:lnTo>
                      <a:pt x="4622" y="598"/>
                    </a:lnTo>
                    <a:lnTo>
                      <a:pt x="5423" y="676"/>
                    </a:lnTo>
                    <a:lnTo>
                      <a:pt x="6146" y="928"/>
                    </a:lnTo>
                    <a:lnTo>
                      <a:pt x="6775" y="1337"/>
                    </a:lnTo>
                    <a:lnTo>
                      <a:pt x="7294" y="1887"/>
                    </a:lnTo>
                    <a:lnTo>
                      <a:pt x="7702" y="2531"/>
                    </a:lnTo>
                    <a:lnTo>
                      <a:pt x="8001" y="3254"/>
                    </a:lnTo>
                    <a:lnTo>
                      <a:pt x="8174" y="4040"/>
                    </a:lnTo>
                    <a:lnTo>
                      <a:pt x="8190" y="4464"/>
                    </a:lnTo>
                    <a:lnTo>
                      <a:pt x="8205" y="4873"/>
                    </a:lnTo>
                    <a:lnTo>
                      <a:pt x="8111" y="5690"/>
                    </a:lnTo>
                    <a:lnTo>
                      <a:pt x="7907" y="6492"/>
                    </a:lnTo>
                    <a:lnTo>
                      <a:pt x="7592" y="7247"/>
                    </a:lnTo>
                    <a:lnTo>
                      <a:pt x="7011" y="8347"/>
                    </a:lnTo>
                    <a:lnTo>
                      <a:pt x="6052" y="9714"/>
                    </a:lnTo>
                    <a:lnTo>
                      <a:pt x="5549" y="10343"/>
                    </a:lnTo>
                    <a:lnTo>
                      <a:pt x="5470" y="10469"/>
                    </a:lnTo>
                    <a:lnTo>
                      <a:pt x="5502" y="10689"/>
                    </a:lnTo>
                    <a:lnTo>
                      <a:pt x="5659" y="10846"/>
                    </a:lnTo>
                    <a:lnTo>
                      <a:pt x="5863" y="10862"/>
                    </a:lnTo>
                    <a:lnTo>
                      <a:pt x="5958" y="10767"/>
                    </a:lnTo>
                    <a:lnTo>
                      <a:pt x="6555" y="10029"/>
                    </a:lnTo>
                    <a:lnTo>
                      <a:pt x="7388" y="8834"/>
                    </a:lnTo>
                    <a:lnTo>
                      <a:pt x="7875" y="8001"/>
                    </a:lnTo>
                    <a:lnTo>
                      <a:pt x="8284" y="7137"/>
                    </a:lnTo>
                    <a:lnTo>
                      <a:pt x="8582" y="6241"/>
                    </a:lnTo>
                    <a:lnTo>
                      <a:pt x="8755" y="5298"/>
                    </a:lnTo>
                    <a:lnTo>
                      <a:pt x="8787" y="4339"/>
                    </a:lnTo>
                    <a:lnTo>
                      <a:pt x="8724" y="3851"/>
                    </a:lnTo>
                    <a:lnTo>
                      <a:pt x="8661" y="3427"/>
                    </a:lnTo>
                    <a:lnTo>
                      <a:pt x="8410" y="2641"/>
                    </a:lnTo>
                    <a:lnTo>
                      <a:pt x="8048" y="1918"/>
                    </a:lnTo>
                    <a:lnTo>
                      <a:pt x="7577" y="1289"/>
                    </a:lnTo>
                    <a:lnTo>
                      <a:pt x="6995" y="755"/>
                    </a:lnTo>
                    <a:lnTo>
                      <a:pt x="6335" y="362"/>
                    </a:lnTo>
                    <a:lnTo>
                      <a:pt x="5580" y="95"/>
                    </a:lnTo>
                    <a:lnTo>
                      <a:pt x="47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26"/>
              <p:cNvSpPr/>
              <p:nvPr/>
            </p:nvSpPr>
            <p:spPr>
              <a:xfrm>
                <a:off x="4279398" y="437908"/>
                <a:ext cx="73868" cy="58719"/>
              </a:xfrm>
              <a:custGeom>
                <a:rect b="b" l="l" r="r" t="t"/>
                <a:pathLst>
                  <a:path extrusionOk="0" h="2500" w="3145">
                    <a:moveTo>
                      <a:pt x="2704" y="1"/>
                    </a:moveTo>
                    <a:lnTo>
                      <a:pt x="2515" y="111"/>
                    </a:lnTo>
                    <a:lnTo>
                      <a:pt x="2437" y="331"/>
                    </a:lnTo>
                    <a:lnTo>
                      <a:pt x="2468" y="456"/>
                    </a:lnTo>
                    <a:lnTo>
                      <a:pt x="2563" y="708"/>
                    </a:lnTo>
                    <a:lnTo>
                      <a:pt x="2531" y="1195"/>
                    </a:lnTo>
                    <a:lnTo>
                      <a:pt x="2295" y="1619"/>
                    </a:lnTo>
                    <a:lnTo>
                      <a:pt x="1887" y="1871"/>
                    </a:lnTo>
                    <a:lnTo>
                      <a:pt x="1619" y="1918"/>
                    </a:lnTo>
                    <a:lnTo>
                      <a:pt x="1352" y="1902"/>
                    </a:lnTo>
                    <a:lnTo>
                      <a:pt x="928" y="1682"/>
                    </a:lnTo>
                    <a:lnTo>
                      <a:pt x="661" y="1305"/>
                    </a:lnTo>
                    <a:lnTo>
                      <a:pt x="582" y="818"/>
                    </a:lnTo>
                    <a:lnTo>
                      <a:pt x="629" y="582"/>
                    </a:lnTo>
                    <a:lnTo>
                      <a:pt x="645" y="441"/>
                    </a:lnTo>
                    <a:lnTo>
                      <a:pt x="519" y="268"/>
                    </a:lnTo>
                    <a:lnTo>
                      <a:pt x="315" y="205"/>
                    </a:lnTo>
                    <a:lnTo>
                      <a:pt x="111" y="299"/>
                    </a:lnTo>
                    <a:lnTo>
                      <a:pt x="63" y="425"/>
                    </a:lnTo>
                    <a:lnTo>
                      <a:pt x="16" y="629"/>
                    </a:lnTo>
                    <a:lnTo>
                      <a:pt x="1" y="1022"/>
                    </a:lnTo>
                    <a:lnTo>
                      <a:pt x="79" y="1415"/>
                    </a:lnTo>
                    <a:lnTo>
                      <a:pt x="236" y="1761"/>
                    </a:lnTo>
                    <a:lnTo>
                      <a:pt x="472" y="2060"/>
                    </a:lnTo>
                    <a:lnTo>
                      <a:pt x="771" y="2280"/>
                    </a:lnTo>
                    <a:lnTo>
                      <a:pt x="1132" y="2437"/>
                    </a:lnTo>
                    <a:lnTo>
                      <a:pt x="1525" y="2500"/>
                    </a:lnTo>
                    <a:lnTo>
                      <a:pt x="1745" y="2484"/>
                    </a:lnTo>
                    <a:lnTo>
                      <a:pt x="1950" y="2468"/>
                    </a:lnTo>
                    <a:lnTo>
                      <a:pt x="2327" y="2327"/>
                    </a:lnTo>
                    <a:lnTo>
                      <a:pt x="2641" y="2107"/>
                    </a:lnTo>
                    <a:lnTo>
                      <a:pt x="2877" y="1824"/>
                    </a:lnTo>
                    <a:lnTo>
                      <a:pt x="3050" y="1478"/>
                    </a:lnTo>
                    <a:lnTo>
                      <a:pt x="3128" y="1117"/>
                    </a:lnTo>
                    <a:lnTo>
                      <a:pt x="3144" y="739"/>
                    </a:lnTo>
                    <a:lnTo>
                      <a:pt x="3065" y="346"/>
                    </a:lnTo>
                    <a:lnTo>
                      <a:pt x="2987" y="158"/>
                    </a:lnTo>
                    <a:lnTo>
                      <a:pt x="2908" y="48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26"/>
              <p:cNvSpPr/>
              <p:nvPr/>
            </p:nvSpPr>
            <p:spPr>
              <a:xfrm>
                <a:off x="4277190" y="305738"/>
                <a:ext cx="26588" cy="101536"/>
              </a:xfrm>
              <a:custGeom>
                <a:rect b="b" l="l" r="r" t="t"/>
                <a:pathLst>
                  <a:path extrusionOk="0" h="4323" w="1132">
                    <a:moveTo>
                      <a:pt x="330" y="1"/>
                    </a:moveTo>
                    <a:lnTo>
                      <a:pt x="126" y="63"/>
                    </a:lnTo>
                    <a:lnTo>
                      <a:pt x="0" y="236"/>
                    </a:lnTo>
                    <a:lnTo>
                      <a:pt x="16" y="362"/>
                    </a:lnTo>
                    <a:lnTo>
                      <a:pt x="267" y="1274"/>
                    </a:lnTo>
                    <a:lnTo>
                      <a:pt x="519" y="3113"/>
                    </a:lnTo>
                    <a:lnTo>
                      <a:pt x="535" y="4040"/>
                    </a:lnTo>
                    <a:lnTo>
                      <a:pt x="550" y="4182"/>
                    </a:lnTo>
                    <a:lnTo>
                      <a:pt x="723" y="4323"/>
                    </a:lnTo>
                    <a:lnTo>
                      <a:pt x="943" y="4323"/>
                    </a:lnTo>
                    <a:lnTo>
                      <a:pt x="1100" y="4182"/>
                    </a:lnTo>
                    <a:lnTo>
                      <a:pt x="1132" y="4040"/>
                    </a:lnTo>
                    <a:lnTo>
                      <a:pt x="1116" y="3066"/>
                    </a:lnTo>
                    <a:lnTo>
                      <a:pt x="849" y="1148"/>
                    </a:lnTo>
                    <a:lnTo>
                      <a:pt x="582" y="205"/>
                    </a:lnTo>
                    <a:lnTo>
                      <a:pt x="535" y="95"/>
                    </a:lnTo>
                    <a:lnTo>
                      <a:pt x="3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26"/>
              <p:cNvSpPr/>
              <p:nvPr/>
            </p:nvSpPr>
            <p:spPr>
              <a:xfrm>
                <a:off x="4244705" y="307218"/>
                <a:ext cx="113726" cy="36946"/>
              </a:xfrm>
              <a:custGeom>
                <a:rect b="b" l="l" r="r" t="t"/>
                <a:pathLst>
                  <a:path extrusionOk="0" h="1573" w="4842">
                    <a:moveTo>
                      <a:pt x="4527" y="0"/>
                    </a:moveTo>
                    <a:lnTo>
                      <a:pt x="4417" y="63"/>
                    </a:lnTo>
                    <a:lnTo>
                      <a:pt x="3961" y="378"/>
                    </a:lnTo>
                    <a:lnTo>
                      <a:pt x="2986" y="802"/>
                    </a:lnTo>
                    <a:lnTo>
                      <a:pt x="1965" y="975"/>
                    </a:lnTo>
                    <a:lnTo>
                      <a:pt x="896" y="881"/>
                    </a:lnTo>
                    <a:lnTo>
                      <a:pt x="377" y="723"/>
                    </a:lnTo>
                    <a:lnTo>
                      <a:pt x="252" y="692"/>
                    </a:lnTo>
                    <a:lnTo>
                      <a:pt x="63" y="818"/>
                    </a:lnTo>
                    <a:lnTo>
                      <a:pt x="0" y="1022"/>
                    </a:lnTo>
                    <a:lnTo>
                      <a:pt x="94" y="1226"/>
                    </a:lnTo>
                    <a:lnTo>
                      <a:pt x="220" y="1289"/>
                    </a:lnTo>
                    <a:lnTo>
                      <a:pt x="802" y="1462"/>
                    </a:lnTo>
                    <a:lnTo>
                      <a:pt x="1980" y="1572"/>
                    </a:lnTo>
                    <a:lnTo>
                      <a:pt x="3128" y="1384"/>
                    </a:lnTo>
                    <a:lnTo>
                      <a:pt x="3961" y="1054"/>
                    </a:lnTo>
                    <a:lnTo>
                      <a:pt x="4480" y="739"/>
                    </a:lnTo>
                    <a:lnTo>
                      <a:pt x="4715" y="566"/>
                    </a:lnTo>
                    <a:lnTo>
                      <a:pt x="4810" y="472"/>
                    </a:lnTo>
                    <a:lnTo>
                      <a:pt x="4841" y="236"/>
                    </a:lnTo>
                    <a:lnTo>
                      <a:pt x="4731" y="48"/>
                    </a:lnTo>
                    <a:lnTo>
                      <a:pt x="452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26"/>
              <p:cNvSpPr/>
              <p:nvPr/>
            </p:nvSpPr>
            <p:spPr>
              <a:xfrm>
                <a:off x="4316698" y="299842"/>
                <a:ext cx="15878" cy="107432"/>
              </a:xfrm>
              <a:custGeom>
                <a:rect b="b" l="l" r="r" t="t"/>
                <a:pathLst>
                  <a:path extrusionOk="0" h="4574" w="676">
                    <a:moveTo>
                      <a:pt x="283" y="0"/>
                    </a:moveTo>
                    <a:lnTo>
                      <a:pt x="110" y="142"/>
                    </a:lnTo>
                    <a:lnTo>
                      <a:pt x="94" y="283"/>
                    </a:lnTo>
                    <a:lnTo>
                      <a:pt x="47" y="2279"/>
                    </a:lnTo>
                    <a:lnTo>
                      <a:pt x="0" y="4291"/>
                    </a:lnTo>
                    <a:lnTo>
                      <a:pt x="16" y="4433"/>
                    </a:lnTo>
                    <a:lnTo>
                      <a:pt x="189" y="4574"/>
                    </a:lnTo>
                    <a:lnTo>
                      <a:pt x="409" y="4574"/>
                    </a:lnTo>
                    <a:lnTo>
                      <a:pt x="566" y="4433"/>
                    </a:lnTo>
                    <a:lnTo>
                      <a:pt x="597" y="4291"/>
                    </a:lnTo>
                    <a:lnTo>
                      <a:pt x="644" y="2279"/>
                    </a:lnTo>
                    <a:lnTo>
                      <a:pt x="676" y="283"/>
                    </a:lnTo>
                    <a:lnTo>
                      <a:pt x="660" y="142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26"/>
              <p:cNvSpPr/>
              <p:nvPr/>
            </p:nvSpPr>
            <p:spPr>
              <a:xfrm>
                <a:off x="4273855" y="463393"/>
                <a:ext cx="74244" cy="14046"/>
              </a:xfrm>
              <a:custGeom>
                <a:rect b="b" l="l" r="r" t="t"/>
                <a:pathLst>
                  <a:path extrusionOk="0" h="598" w="3161">
                    <a:moveTo>
                      <a:pt x="268" y="0"/>
                    </a:moveTo>
                    <a:lnTo>
                      <a:pt x="142" y="32"/>
                    </a:lnTo>
                    <a:lnTo>
                      <a:pt x="1" y="189"/>
                    </a:lnTo>
                    <a:lnTo>
                      <a:pt x="1" y="409"/>
                    </a:lnTo>
                    <a:lnTo>
                      <a:pt x="142" y="582"/>
                    </a:lnTo>
                    <a:lnTo>
                      <a:pt x="268" y="597"/>
                    </a:lnTo>
                    <a:lnTo>
                      <a:pt x="2893" y="597"/>
                    </a:lnTo>
                    <a:lnTo>
                      <a:pt x="3019" y="582"/>
                    </a:lnTo>
                    <a:lnTo>
                      <a:pt x="3160" y="409"/>
                    </a:lnTo>
                    <a:lnTo>
                      <a:pt x="3160" y="189"/>
                    </a:lnTo>
                    <a:lnTo>
                      <a:pt x="3019" y="32"/>
                    </a:lnTo>
                    <a:lnTo>
                      <a:pt x="289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26"/>
              <p:cNvSpPr/>
              <p:nvPr/>
            </p:nvSpPr>
            <p:spPr>
              <a:xfrm>
                <a:off x="4270167" y="458954"/>
                <a:ext cx="93433" cy="47656"/>
              </a:xfrm>
              <a:custGeom>
                <a:rect b="b" l="l" r="r" t="t"/>
                <a:pathLst>
                  <a:path extrusionOk="0" h="2029" w="3978">
                    <a:moveTo>
                      <a:pt x="3427" y="0"/>
                    </a:moveTo>
                    <a:lnTo>
                      <a:pt x="3223" y="63"/>
                    </a:lnTo>
                    <a:lnTo>
                      <a:pt x="3113" y="252"/>
                    </a:lnTo>
                    <a:lnTo>
                      <a:pt x="3144" y="472"/>
                    </a:lnTo>
                    <a:lnTo>
                      <a:pt x="3238" y="551"/>
                    </a:lnTo>
                    <a:lnTo>
                      <a:pt x="3333" y="613"/>
                    </a:lnTo>
                    <a:lnTo>
                      <a:pt x="3411" y="739"/>
                    </a:lnTo>
                    <a:lnTo>
                      <a:pt x="3396" y="944"/>
                    </a:lnTo>
                    <a:lnTo>
                      <a:pt x="3176" y="1164"/>
                    </a:lnTo>
                    <a:lnTo>
                      <a:pt x="2908" y="1336"/>
                    </a:lnTo>
                    <a:lnTo>
                      <a:pt x="2798" y="1368"/>
                    </a:lnTo>
                    <a:lnTo>
                      <a:pt x="2453" y="1415"/>
                    </a:lnTo>
                    <a:lnTo>
                      <a:pt x="2107" y="1399"/>
                    </a:lnTo>
                    <a:lnTo>
                      <a:pt x="1651" y="1399"/>
                    </a:lnTo>
                    <a:lnTo>
                      <a:pt x="991" y="1226"/>
                    </a:lnTo>
                    <a:lnTo>
                      <a:pt x="676" y="944"/>
                    </a:lnTo>
                    <a:lnTo>
                      <a:pt x="582" y="708"/>
                    </a:lnTo>
                    <a:lnTo>
                      <a:pt x="535" y="598"/>
                    </a:lnTo>
                    <a:lnTo>
                      <a:pt x="331" y="503"/>
                    </a:lnTo>
                    <a:lnTo>
                      <a:pt x="126" y="566"/>
                    </a:lnTo>
                    <a:lnTo>
                      <a:pt x="1" y="739"/>
                    </a:lnTo>
                    <a:lnTo>
                      <a:pt x="16" y="865"/>
                    </a:lnTo>
                    <a:lnTo>
                      <a:pt x="95" y="1085"/>
                    </a:lnTo>
                    <a:lnTo>
                      <a:pt x="315" y="1431"/>
                    </a:lnTo>
                    <a:lnTo>
                      <a:pt x="645" y="1682"/>
                    </a:lnTo>
                    <a:lnTo>
                      <a:pt x="1022" y="1871"/>
                    </a:lnTo>
                    <a:lnTo>
                      <a:pt x="1667" y="2028"/>
                    </a:lnTo>
                    <a:lnTo>
                      <a:pt x="2563" y="2012"/>
                    </a:lnTo>
                    <a:lnTo>
                      <a:pt x="2956" y="1934"/>
                    </a:lnTo>
                    <a:lnTo>
                      <a:pt x="3113" y="1887"/>
                    </a:lnTo>
                    <a:lnTo>
                      <a:pt x="3396" y="1745"/>
                    </a:lnTo>
                    <a:lnTo>
                      <a:pt x="3757" y="1415"/>
                    </a:lnTo>
                    <a:lnTo>
                      <a:pt x="3946" y="991"/>
                    </a:lnTo>
                    <a:lnTo>
                      <a:pt x="3977" y="708"/>
                    </a:lnTo>
                    <a:lnTo>
                      <a:pt x="3899" y="425"/>
                    </a:lnTo>
                    <a:lnTo>
                      <a:pt x="3694" y="158"/>
                    </a:lnTo>
                    <a:lnTo>
                      <a:pt x="3537" y="48"/>
                    </a:lnTo>
                    <a:lnTo>
                      <a:pt x="342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26"/>
              <p:cNvSpPr/>
              <p:nvPr/>
            </p:nvSpPr>
            <p:spPr>
              <a:xfrm>
                <a:off x="4303755" y="471144"/>
                <a:ext cx="28467" cy="20317"/>
              </a:xfrm>
              <a:custGeom>
                <a:rect b="b" l="l" r="r" t="t"/>
                <a:pathLst>
                  <a:path extrusionOk="0" h="865" w="1212">
                    <a:moveTo>
                      <a:pt x="944" y="0"/>
                    </a:moveTo>
                    <a:lnTo>
                      <a:pt x="834" y="16"/>
                    </a:lnTo>
                    <a:lnTo>
                      <a:pt x="535" y="142"/>
                    </a:lnTo>
                    <a:lnTo>
                      <a:pt x="221" y="283"/>
                    </a:lnTo>
                    <a:lnTo>
                      <a:pt x="111" y="330"/>
                    </a:lnTo>
                    <a:lnTo>
                      <a:pt x="1" y="519"/>
                    </a:lnTo>
                    <a:lnTo>
                      <a:pt x="17" y="645"/>
                    </a:lnTo>
                    <a:lnTo>
                      <a:pt x="64" y="739"/>
                    </a:lnTo>
                    <a:lnTo>
                      <a:pt x="268" y="865"/>
                    </a:lnTo>
                    <a:lnTo>
                      <a:pt x="378" y="849"/>
                    </a:lnTo>
                    <a:lnTo>
                      <a:pt x="692" y="723"/>
                    </a:lnTo>
                    <a:lnTo>
                      <a:pt x="991" y="582"/>
                    </a:lnTo>
                    <a:lnTo>
                      <a:pt x="1101" y="535"/>
                    </a:lnTo>
                    <a:lnTo>
                      <a:pt x="1211" y="346"/>
                    </a:lnTo>
                    <a:lnTo>
                      <a:pt x="1195" y="220"/>
                    </a:lnTo>
                    <a:lnTo>
                      <a:pt x="1148" y="126"/>
                    </a:lnTo>
                    <a:lnTo>
                      <a:pt x="94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26"/>
              <p:cNvSpPr/>
              <p:nvPr/>
            </p:nvSpPr>
            <p:spPr>
              <a:xfrm>
                <a:off x="4301548" y="493646"/>
                <a:ext cx="38778" cy="39177"/>
              </a:xfrm>
              <a:custGeom>
                <a:rect b="b" l="l" r="r" t="t"/>
                <a:pathLst>
                  <a:path extrusionOk="0" h="1668" w="1651">
                    <a:moveTo>
                      <a:pt x="745" y="431"/>
                    </a:moveTo>
                    <a:lnTo>
                      <a:pt x="724" y="504"/>
                    </a:lnTo>
                    <a:lnTo>
                      <a:pt x="818" y="693"/>
                    </a:lnTo>
                    <a:lnTo>
                      <a:pt x="944" y="740"/>
                    </a:lnTo>
                    <a:lnTo>
                      <a:pt x="1007" y="771"/>
                    </a:lnTo>
                    <a:lnTo>
                      <a:pt x="1069" y="865"/>
                    </a:lnTo>
                    <a:lnTo>
                      <a:pt x="1054" y="975"/>
                    </a:lnTo>
                    <a:lnTo>
                      <a:pt x="959" y="1070"/>
                    </a:lnTo>
                    <a:lnTo>
                      <a:pt x="786" y="1070"/>
                    </a:lnTo>
                    <a:lnTo>
                      <a:pt x="645" y="960"/>
                    </a:lnTo>
                    <a:lnTo>
                      <a:pt x="598" y="771"/>
                    </a:lnTo>
                    <a:lnTo>
                      <a:pt x="645" y="583"/>
                    </a:lnTo>
                    <a:lnTo>
                      <a:pt x="692" y="504"/>
                    </a:lnTo>
                    <a:lnTo>
                      <a:pt x="745" y="431"/>
                    </a:lnTo>
                    <a:close/>
                    <a:moveTo>
                      <a:pt x="378" y="1"/>
                    </a:moveTo>
                    <a:lnTo>
                      <a:pt x="284" y="95"/>
                    </a:lnTo>
                    <a:lnTo>
                      <a:pt x="189" y="205"/>
                    </a:lnTo>
                    <a:lnTo>
                      <a:pt x="63" y="472"/>
                    </a:lnTo>
                    <a:lnTo>
                      <a:pt x="1" y="755"/>
                    </a:lnTo>
                    <a:lnTo>
                      <a:pt x="48" y="1054"/>
                    </a:lnTo>
                    <a:lnTo>
                      <a:pt x="95" y="1195"/>
                    </a:lnTo>
                    <a:lnTo>
                      <a:pt x="173" y="1306"/>
                    </a:lnTo>
                    <a:lnTo>
                      <a:pt x="362" y="1494"/>
                    </a:lnTo>
                    <a:lnTo>
                      <a:pt x="598" y="1620"/>
                    </a:lnTo>
                    <a:lnTo>
                      <a:pt x="865" y="1667"/>
                    </a:lnTo>
                    <a:lnTo>
                      <a:pt x="991" y="1651"/>
                    </a:lnTo>
                    <a:lnTo>
                      <a:pt x="1132" y="1636"/>
                    </a:lnTo>
                    <a:lnTo>
                      <a:pt x="1368" y="1510"/>
                    </a:lnTo>
                    <a:lnTo>
                      <a:pt x="1541" y="1321"/>
                    </a:lnTo>
                    <a:lnTo>
                      <a:pt x="1651" y="1085"/>
                    </a:lnTo>
                    <a:lnTo>
                      <a:pt x="1651" y="944"/>
                    </a:lnTo>
                    <a:lnTo>
                      <a:pt x="1651" y="818"/>
                    </a:lnTo>
                    <a:lnTo>
                      <a:pt x="1588" y="567"/>
                    </a:lnTo>
                    <a:lnTo>
                      <a:pt x="1431" y="362"/>
                    </a:lnTo>
                    <a:lnTo>
                      <a:pt x="1227" y="205"/>
                    </a:lnTo>
                    <a:lnTo>
                      <a:pt x="1101" y="174"/>
                    </a:lnTo>
                    <a:lnTo>
                      <a:pt x="975" y="158"/>
                    </a:lnTo>
                    <a:lnTo>
                      <a:pt x="786" y="284"/>
                    </a:lnTo>
                    <a:lnTo>
                      <a:pt x="766" y="357"/>
                    </a:lnTo>
                    <a:lnTo>
                      <a:pt x="739" y="174"/>
                    </a:lnTo>
                    <a:lnTo>
                      <a:pt x="582" y="17"/>
                    </a:lnTo>
                    <a:lnTo>
                      <a:pt x="3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26"/>
              <p:cNvSpPr/>
              <p:nvPr/>
            </p:nvSpPr>
            <p:spPr>
              <a:xfrm>
                <a:off x="4254289" y="248144"/>
                <a:ext cx="20692" cy="24028"/>
              </a:xfrm>
              <a:custGeom>
                <a:rect b="b" l="l" r="r" t="t"/>
                <a:pathLst>
                  <a:path extrusionOk="0" h="1023" w="881">
                    <a:moveTo>
                      <a:pt x="614" y="1"/>
                    </a:moveTo>
                    <a:lnTo>
                      <a:pt x="394" y="32"/>
                    </a:lnTo>
                    <a:lnTo>
                      <a:pt x="315" y="142"/>
                    </a:lnTo>
                    <a:lnTo>
                      <a:pt x="48" y="582"/>
                    </a:lnTo>
                    <a:lnTo>
                      <a:pt x="1" y="692"/>
                    </a:lnTo>
                    <a:lnTo>
                      <a:pt x="79" y="912"/>
                    </a:lnTo>
                    <a:lnTo>
                      <a:pt x="268" y="1022"/>
                    </a:lnTo>
                    <a:lnTo>
                      <a:pt x="488" y="975"/>
                    </a:lnTo>
                    <a:lnTo>
                      <a:pt x="567" y="881"/>
                    </a:lnTo>
                    <a:lnTo>
                      <a:pt x="692" y="661"/>
                    </a:lnTo>
                    <a:lnTo>
                      <a:pt x="818" y="441"/>
                    </a:lnTo>
                    <a:lnTo>
                      <a:pt x="881" y="315"/>
                    </a:lnTo>
                    <a:lnTo>
                      <a:pt x="802" y="111"/>
                    </a:lnTo>
                    <a:lnTo>
                      <a:pt x="61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26"/>
              <p:cNvSpPr/>
              <p:nvPr/>
            </p:nvSpPr>
            <p:spPr>
              <a:xfrm>
                <a:off x="4310779" y="495502"/>
                <a:ext cx="21796" cy="32882"/>
              </a:xfrm>
              <a:custGeom>
                <a:rect b="b" l="l" r="r" t="t"/>
                <a:pathLst>
                  <a:path extrusionOk="0" h="1400" w="928">
                    <a:moveTo>
                      <a:pt x="315" y="1"/>
                    </a:moveTo>
                    <a:lnTo>
                      <a:pt x="111" y="79"/>
                    </a:lnTo>
                    <a:lnTo>
                      <a:pt x="1" y="268"/>
                    </a:lnTo>
                    <a:lnTo>
                      <a:pt x="32" y="488"/>
                    </a:lnTo>
                    <a:lnTo>
                      <a:pt x="142" y="566"/>
                    </a:lnTo>
                    <a:lnTo>
                      <a:pt x="252" y="645"/>
                    </a:lnTo>
                    <a:lnTo>
                      <a:pt x="346" y="896"/>
                    </a:lnTo>
                    <a:lnTo>
                      <a:pt x="331" y="1038"/>
                    </a:lnTo>
                    <a:lnTo>
                      <a:pt x="315" y="1164"/>
                    </a:lnTo>
                    <a:lnTo>
                      <a:pt x="441" y="1352"/>
                    </a:lnTo>
                    <a:lnTo>
                      <a:pt x="645" y="1399"/>
                    </a:lnTo>
                    <a:lnTo>
                      <a:pt x="849" y="1321"/>
                    </a:lnTo>
                    <a:lnTo>
                      <a:pt x="896" y="1195"/>
                    </a:lnTo>
                    <a:lnTo>
                      <a:pt x="928" y="1022"/>
                    </a:lnTo>
                    <a:lnTo>
                      <a:pt x="912" y="692"/>
                    </a:lnTo>
                    <a:lnTo>
                      <a:pt x="786" y="393"/>
                    </a:lnTo>
                    <a:lnTo>
                      <a:pt x="582" y="142"/>
                    </a:lnTo>
                    <a:lnTo>
                      <a:pt x="441" y="48"/>
                    </a:lnTo>
                    <a:lnTo>
                      <a:pt x="3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26"/>
              <p:cNvSpPr/>
              <p:nvPr/>
            </p:nvSpPr>
            <p:spPr>
              <a:xfrm>
                <a:off x="4312258" y="505109"/>
                <a:ext cx="14046" cy="17005"/>
              </a:xfrm>
              <a:custGeom>
                <a:rect b="b" l="l" r="r" t="t"/>
                <a:pathLst>
                  <a:path extrusionOk="0" h="724" w="598">
                    <a:moveTo>
                      <a:pt x="189" y="0"/>
                    </a:moveTo>
                    <a:lnTo>
                      <a:pt x="16" y="142"/>
                    </a:lnTo>
                    <a:lnTo>
                      <a:pt x="0" y="267"/>
                    </a:lnTo>
                    <a:lnTo>
                      <a:pt x="0" y="440"/>
                    </a:lnTo>
                    <a:lnTo>
                      <a:pt x="16" y="582"/>
                    </a:lnTo>
                    <a:lnTo>
                      <a:pt x="189" y="723"/>
                    </a:lnTo>
                    <a:lnTo>
                      <a:pt x="409" y="723"/>
                    </a:lnTo>
                    <a:lnTo>
                      <a:pt x="582" y="582"/>
                    </a:lnTo>
                    <a:lnTo>
                      <a:pt x="598" y="440"/>
                    </a:lnTo>
                    <a:lnTo>
                      <a:pt x="598" y="267"/>
                    </a:lnTo>
                    <a:lnTo>
                      <a:pt x="582" y="142"/>
                    </a:lnTo>
                    <a:lnTo>
                      <a:pt x="40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26"/>
              <p:cNvSpPr/>
              <p:nvPr/>
            </p:nvSpPr>
            <p:spPr>
              <a:xfrm>
                <a:off x="4156459" y="223410"/>
                <a:ext cx="32131" cy="24380"/>
              </a:xfrm>
              <a:custGeom>
                <a:rect b="b" l="l" r="r" t="t"/>
                <a:pathLst>
                  <a:path extrusionOk="0" h="1038" w="1368">
                    <a:moveTo>
                      <a:pt x="315" y="0"/>
                    </a:moveTo>
                    <a:lnTo>
                      <a:pt x="111" y="79"/>
                    </a:lnTo>
                    <a:lnTo>
                      <a:pt x="0" y="268"/>
                    </a:lnTo>
                    <a:lnTo>
                      <a:pt x="48" y="472"/>
                    </a:lnTo>
                    <a:lnTo>
                      <a:pt x="142" y="551"/>
                    </a:lnTo>
                    <a:lnTo>
                      <a:pt x="535" y="771"/>
                    </a:lnTo>
                    <a:lnTo>
                      <a:pt x="928" y="991"/>
                    </a:lnTo>
                    <a:lnTo>
                      <a:pt x="1054" y="1038"/>
                    </a:lnTo>
                    <a:lnTo>
                      <a:pt x="1258" y="959"/>
                    </a:lnTo>
                    <a:lnTo>
                      <a:pt x="1368" y="771"/>
                    </a:lnTo>
                    <a:lnTo>
                      <a:pt x="1336" y="566"/>
                    </a:lnTo>
                    <a:lnTo>
                      <a:pt x="1226" y="488"/>
                    </a:lnTo>
                    <a:lnTo>
                      <a:pt x="834" y="268"/>
                    </a:lnTo>
                    <a:lnTo>
                      <a:pt x="441" y="48"/>
                    </a:lnTo>
                    <a:lnTo>
                      <a:pt x="3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26"/>
              <p:cNvSpPr/>
              <p:nvPr/>
            </p:nvSpPr>
            <p:spPr>
              <a:xfrm>
                <a:off x="4124350" y="270669"/>
                <a:ext cx="45425" cy="18109"/>
              </a:xfrm>
              <a:custGeom>
                <a:rect b="b" l="l" r="r" t="t"/>
                <a:pathLst>
                  <a:path extrusionOk="0" h="771" w="1934">
                    <a:moveTo>
                      <a:pt x="141" y="0"/>
                    </a:moveTo>
                    <a:lnTo>
                      <a:pt x="0" y="158"/>
                    </a:lnTo>
                    <a:lnTo>
                      <a:pt x="0" y="378"/>
                    </a:lnTo>
                    <a:lnTo>
                      <a:pt x="141" y="566"/>
                    </a:lnTo>
                    <a:lnTo>
                      <a:pt x="267" y="598"/>
                    </a:lnTo>
                    <a:lnTo>
                      <a:pt x="959" y="676"/>
                    </a:lnTo>
                    <a:lnTo>
                      <a:pt x="1666" y="771"/>
                    </a:lnTo>
                    <a:lnTo>
                      <a:pt x="1792" y="771"/>
                    </a:lnTo>
                    <a:lnTo>
                      <a:pt x="1933" y="613"/>
                    </a:lnTo>
                    <a:lnTo>
                      <a:pt x="1933" y="393"/>
                    </a:lnTo>
                    <a:lnTo>
                      <a:pt x="1792" y="220"/>
                    </a:lnTo>
                    <a:lnTo>
                      <a:pt x="1666" y="189"/>
                    </a:lnTo>
                    <a:lnTo>
                      <a:pt x="959" y="95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26"/>
              <p:cNvSpPr/>
              <p:nvPr/>
            </p:nvSpPr>
            <p:spPr>
              <a:xfrm>
                <a:off x="4441469" y="235601"/>
                <a:ext cx="30299" cy="18485"/>
              </a:xfrm>
              <a:custGeom>
                <a:rect b="b" l="l" r="r" t="t"/>
                <a:pathLst>
                  <a:path extrusionOk="0" h="787" w="1290">
                    <a:moveTo>
                      <a:pt x="1054" y="0"/>
                    </a:moveTo>
                    <a:lnTo>
                      <a:pt x="912" y="16"/>
                    </a:lnTo>
                    <a:lnTo>
                      <a:pt x="566" y="110"/>
                    </a:lnTo>
                    <a:lnTo>
                      <a:pt x="221" y="189"/>
                    </a:lnTo>
                    <a:lnTo>
                      <a:pt x="95" y="252"/>
                    </a:lnTo>
                    <a:lnTo>
                      <a:pt x="1" y="440"/>
                    </a:lnTo>
                    <a:lnTo>
                      <a:pt x="64" y="660"/>
                    </a:lnTo>
                    <a:lnTo>
                      <a:pt x="252" y="786"/>
                    </a:lnTo>
                    <a:lnTo>
                      <a:pt x="378" y="770"/>
                    </a:lnTo>
                    <a:lnTo>
                      <a:pt x="724" y="676"/>
                    </a:lnTo>
                    <a:lnTo>
                      <a:pt x="1069" y="597"/>
                    </a:lnTo>
                    <a:lnTo>
                      <a:pt x="1195" y="535"/>
                    </a:lnTo>
                    <a:lnTo>
                      <a:pt x="1290" y="346"/>
                    </a:lnTo>
                    <a:lnTo>
                      <a:pt x="1227" y="126"/>
                    </a:lnTo>
                    <a:lnTo>
                      <a:pt x="10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26"/>
              <p:cNvSpPr/>
              <p:nvPr/>
            </p:nvSpPr>
            <p:spPr>
              <a:xfrm>
                <a:off x="4435925" y="291339"/>
                <a:ext cx="39529" cy="13693"/>
              </a:xfrm>
              <a:custGeom>
                <a:rect b="b" l="l" r="r" t="t"/>
                <a:pathLst>
                  <a:path extrusionOk="0" h="583" w="1683">
                    <a:moveTo>
                      <a:pt x="268" y="1"/>
                    </a:moveTo>
                    <a:lnTo>
                      <a:pt x="142" y="16"/>
                    </a:lnTo>
                    <a:lnTo>
                      <a:pt x="1" y="173"/>
                    </a:lnTo>
                    <a:lnTo>
                      <a:pt x="1" y="394"/>
                    </a:lnTo>
                    <a:lnTo>
                      <a:pt x="142" y="566"/>
                    </a:lnTo>
                    <a:lnTo>
                      <a:pt x="268" y="582"/>
                    </a:lnTo>
                    <a:lnTo>
                      <a:pt x="1400" y="582"/>
                    </a:lnTo>
                    <a:lnTo>
                      <a:pt x="1541" y="566"/>
                    </a:lnTo>
                    <a:lnTo>
                      <a:pt x="1683" y="394"/>
                    </a:lnTo>
                    <a:lnTo>
                      <a:pt x="1683" y="173"/>
                    </a:lnTo>
                    <a:lnTo>
                      <a:pt x="1541" y="16"/>
                    </a:lnTo>
                    <a:lnTo>
                      <a:pt x="140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26"/>
              <p:cNvSpPr/>
              <p:nvPr/>
            </p:nvSpPr>
            <p:spPr>
              <a:xfrm>
                <a:off x="4441469" y="346349"/>
                <a:ext cx="42489" cy="30675"/>
              </a:xfrm>
              <a:custGeom>
                <a:rect b="b" l="l" r="r" t="t"/>
                <a:pathLst>
                  <a:path extrusionOk="0" h="1306" w="1809">
                    <a:moveTo>
                      <a:pt x="331" y="1"/>
                    </a:moveTo>
                    <a:lnTo>
                      <a:pt x="111" y="79"/>
                    </a:lnTo>
                    <a:lnTo>
                      <a:pt x="1" y="268"/>
                    </a:lnTo>
                    <a:lnTo>
                      <a:pt x="48" y="472"/>
                    </a:lnTo>
                    <a:lnTo>
                      <a:pt x="158" y="551"/>
                    </a:lnTo>
                    <a:lnTo>
                      <a:pt x="755" y="912"/>
                    </a:lnTo>
                    <a:lnTo>
                      <a:pt x="1368" y="1258"/>
                    </a:lnTo>
                    <a:lnTo>
                      <a:pt x="1494" y="1305"/>
                    </a:lnTo>
                    <a:lnTo>
                      <a:pt x="1698" y="1227"/>
                    </a:lnTo>
                    <a:lnTo>
                      <a:pt x="1808" y="1038"/>
                    </a:lnTo>
                    <a:lnTo>
                      <a:pt x="1777" y="834"/>
                    </a:lnTo>
                    <a:lnTo>
                      <a:pt x="1667" y="755"/>
                    </a:lnTo>
                    <a:lnTo>
                      <a:pt x="1054" y="393"/>
                    </a:lnTo>
                    <a:lnTo>
                      <a:pt x="441" y="48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26"/>
              <p:cNvSpPr/>
              <p:nvPr/>
            </p:nvSpPr>
            <p:spPr>
              <a:xfrm>
                <a:off x="4133933" y="317553"/>
                <a:ext cx="38426" cy="28819"/>
              </a:xfrm>
              <a:custGeom>
                <a:rect b="b" l="l" r="r" t="t"/>
                <a:pathLst>
                  <a:path extrusionOk="0" h="1227" w="1636">
                    <a:moveTo>
                      <a:pt x="1321" y="1"/>
                    </a:moveTo>
                    <a:lnTo>
                      <a:pt x="1195" y="48"/>
                    </a:lnTo>
                    <a:lnTo>
                      <a:pt x="661" y="362"/>
                    </a:lnTo>
                    <a:lnTo>
                      <a:pt x="142" y="661"/>
                    </a:lnTo>
                    <a:lnTo>
                      <a:pt x="48" y="755"/>
                    </a:lnTo>
                    <a:lnTo>
                      <a:pt x="1" y="959"/>
                    </a:lnTo>
                    <a:lnTo>
                      <a:pt x="111" y="1148"/>
                    </a:lnTo>
                    <a:lnTo>
                      <a:pt x="315" y="1227"/>
                    </a:lnTo>
                    <a:lnTo>
                      <a:pt x="441" y="1179"/>
                    </a:lnTo>
                    <a:lnTo>
                      <a:pt x="959" y="865"/>
                    </a:lnTo>
                    <a:lnTo>
                      <a:pt x="1494" y="566"/>
                    </a:lnTo>
                    <a:lnTo>
                      <a:pt x="1588" y="488"/>
                    </a:lnTo>
                    <a:lnTo>
                      <a:pt x="1635" y="268"/>
                    </a:lnTo>
                    <a:lnTo>
                      <a:pt x="1525" y="79"/>
                    </a:lnTo>
                    <a:lnTo>
                      <a:pt x="132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74" name="Google Shape;1274;p26"/>
            <p:cNvSpPr/>
            <p:nvPr/>
          </p:nvSpPr>
          <p:spPr>
            <a:xfrm>
              <a:off x="7135875" y="4141738"/>
              <a:ext cx="101794" cy="8309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6"/>
            <p:cNvSpPr/>
            <p:nvPr/>
          </p:nvSpPr>
          <p:spPr>
            <a:xfrm>
              <a:off x="7309616" y="4138085"/>
              <a:ext cx="94428" cy="82976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2" y="1"/>
                    <a:pt x="156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30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3" y="20"/>
                    <a:pt x="346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8" y="1"/>
                    <a:pt x="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6"/>
            <p:cNvSpPr/>
            <p:nvPr/>
          </p:nvSpPr>
          <p:spPr>
            <a:xfrm>
              <a:off x="7476012" y="4135917"/>
              <a:ext cx="110634" cy="961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7" y="101"/>
                    <a:pt x="128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6"/>
            <p:cNvSpPr/>
            <p:nvPr/>
          </p:nvSpPr>
          <p:spPr>
            <a:xfrm>
              <a:off x="7658609" y="4135689"/>
              <a:ext cx="103536" cy="91422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2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1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6"/>
            <p:cNvSpPr/>
            <p:nvPr/>
          </p:nvSpPr>
          <p:spPr>
            <a:xfrm>
              <a:off x="7835344" y="4133064"/>
              <a:ext cx="107956" cy="93134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2" y="743"/>
                  </a:cubicBezTo>
                  <a:cubicBezTo>
                    <a:pt x="206" y="794"/>
                    <a:pt x="271" y="815"/>
                    <a:pt x="333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8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6"/>
            <p:cNvSpPr/>
            <p:nvPr/>
          </p:nvSpPr>
          <p:spPr>
            <a:xfrm>
              <a:off x="7135875" y="4367895"/>
              <a:ext cx="101794" cy="8309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6"/>
            <p:cNvSpPr/>
            <p:nvPr/>
          </p:nvSpPr>
          <p:spPr>
            <a:xfrm>
              <a:off x="7309616" y="4364243"/>
              <a:ext cx="94428" cy="82976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2" y="1"/>
                    <a:pt x="156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30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3" y="20"/>
                    <a:pt x="346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8" y="1"/>
                    <a:pt x="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6"/>
            <p:cNvSpPr/>
            <p:nvPr/>
          </p:nvSpPr>
          <p:spPr>
            <a:xfrm>
              <a:off x="7476012" y="4362074"/>
              <a:ext cx="110634" cy="96102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7" y="101"/>
                    <a:pt x="128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6"/>
            <p:cNvSpPr/>
            <p:nvPr/>
          </p:nvSpPr>
          <p:spPr>
            <a:xfrm>
              <a:off x="7658609" y="4361846"/>
              <a:ext cx="103536" cy="91422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2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1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6"/>
            <p:cNvSpPr/>
            <p:nvPr/>
          </p:nvSpPr>
          <p:spPr>
            <a:xfrm>
              <a:off x="7835344" y="4359221"/>
              <a:ext cx="107956" cy="93134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2" y="743"/>
                  </a:cubicBezTo>
                  <a:cubicBezTo>
                    <a:pt x="206" y="794"/>
                    <a:pt x="271" y="815"/>
                    <a:pt x="333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8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6"/>
          <p:cNvGrpSpPr/>
          <p:nvPr/>
        </p:nvGrpSpPr>
        <p:grpSpPr>
          <a:xfrm>
            <a:off x="3650548" y="1284550"/>
            <a:ext cx="1842900" cy="2959400"/>
            <a:chOff x="3650548" y="1284550"/>
            <a:chExt cx="1842900" cy="2959400"/>
          </a:xfrm>
        </p:grpSpPr>
        <p:sp>
          <p:nvSpPr>
            <p:cNvPr id="1285" name="Google Shape;1285;p26"/>
            <p:cNvSpPr txBox="1"/>
            <p:nvPr/>
          </p:nvSpPr>
          <p:spPr>
            <a:xfrm>
              <a:off x="3650548" y="1284550"/>
              <a:ext cx="1842900" cy="5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1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About</a:t>
              </a:r>
              <a:endParaRPr b="1" sz="21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86" name="Google Shape;1286;p26"/>
            <p:cNvSpPr txBox="1"/>
            <p:nvPr/>
          </p:nvSpPr>
          <p:spPr>
            <a:xfrm>
              <a:off x="3738175" y="3888750"/>
              <a:ext cx="16677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a gas giant and has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7" name="Google Shape;1287;p26"/>
            <p:cNvSpPr/>
            <p:nvPr/>
          </p:nvSpPr>
          <p:spPr>
            <a:xfrm>
              <a:off x="3982077" y="1988114"/>
              <a:ext cx="1178488" cy="726138"/>
            </a:xfrm>
            <a:custGeom>
              <a:rect b="b" l="l" r="r" t="t"/>
              <a:pathLst>
                <a:path extrusionOk="0" h="23326" w="37857">
                  <a:moveTo>
                    <a:pt x="10384" y="0"/>
                  </a:moveTo>
                  <a:cubicBezTo>
                    <a:pt x="10065" y="0"/>
                    <a:pt x="9702" y="272"/>
                    <a:pt x="9702" y="588"/>
                  </a:cubicBezTo>
                  <a:lnTo>
                    <a:pt x="9702" y="635"/>
                  </a:lnTo>
                  <a:cubicBezTo>
                    <a:pt x="9702" y="769"/>
                    <a:pt x="9296" y="998"/>
                    <a:pt x="9114" y="1270"/>
                  </a:cubicBezTo>
                  <a:cubicBezTo>
                    <a:pt x="9024" y="1270"/>
                    <a:pt x="8933" y="1313"/>
                    <a:pt x="8886" y="1404"/>
                  </a:cubicBezTo>
                  <a:cubicBezTo>
                    <a:pt x="8842" y="1404"/>
                    <a:pt x="8842" y="1404"/>
                    <a:pt x="8795" y="1451"/>
                  </a:cubicBezTo>
                  <a:cubicBezTo>
                    <a:pt x="7936" y="2220"/>
                    <a:pt x="7754" y="3355"/>
                    <a:pt x="7979" y="4396"/>
                  </a:cubicBezTo>
                  <a:cubicBezTo>
                    <a:pt x="7321" y="4143"/>
                    <a:pt x="6635" y="3990"/>
                    <a:pt x="5953" y="3990"/>
                  </a:cubicBezTo>
                  <a:cubicBezTo>
                    <a:pt x="5412" y="3990"/>
                    <a:pt x="4873" y="4086"/>
                    <a:pt x="4352" y="4305"/>
                  </a:cubicBezTo>
                  <a:cubicBezTo>
                    <a:pt x="4171" y="4353"/>
                    <a:pt x="3946" y="4443"/>
                    <a:pt x="3765" y="4625"/>
                  </a:cubicBezTo>
                  <a:cubicBezTo>
                    <a:pt x="3174" y="5031"/>
                    <a:pt x="2992" y="5531"/>
                    <a:pt x="3083" y="6075"/>
                  </a:cubicBezTo>
                  <a:cubicBezTo>
                    <a:pt x="2858" y="7073"/>
                    <a:pt x="3355" y="8204"/>
                    <a:pt x="4262" y="8567"/>
                  </a:cubicBezTo>
                  <a:cubicBezTo>
                    <a:pt x="4127" y="8705"/>
                    <a:pt x="4037" y="8886"/>
                    <a:pt x="3990" y="9067"/>
                  </a:cubicBezTo>
                  <a:cubicBezTo>
                    <a:pt x="3857" y="9054"/>
                    <a:pt x="3724" y="9048"/>
                    <a:pt x="3592" y="9048"/>
                  </a:cubicBezTo>
                  <a:cubicBezTo>
                    <a:pt x="2823" y="9048"/>
                    <a:pt x="2083" y="9268"/>
                    <a:pt x="1542" y="9655"/>
                  </a:cubicBezTo>
                  <a:cubicBezTo>
                    <a:pt x="1486" y="9644"/>
                    <a:pt x="1430" y="9639"/>
                    <a:pt x="1375" y="9639"/>
                  </a:cubicBezTo>
                  <a:cubicBezTo>
                    <a:pt x="1209" y="9639"/>
                    <a:pt x="1055" y="9689"/>
                    <a:pt x="954" y="9793"/>
                  </a:cubicBezTo>
                  <a:cubicBezTo>
                    <a:pt x="0" y="10609"/>
                    <a:pt x="0" y="11650"/>
                    <a:pt x="544" y="12466"/>
                  </a:cubicBezTo>
                  <a:cubicBezTo>
                    <a:pt x="954" y="13873"/>
                    <a:pt x="2448" y="14551"/>
                    <a:pt x="4127" y="14914"/>
                  </a:cubicBezTo>
                  <a:cubicBezTo>
                    <a:pt x="4256" y="15122"/>
                    <a:pt x="4475" y="15226"/>
                    <a:pt x="4699" y="15226"/>
                  </a:cubicBezTo>
                  <a:cubicBezTo>
                    <a:pt x="4865" y="15226"/>
                    <a:pt x="5034" y="15168"/>
                    <a:pt x="5168" y="15052"/>
                  </a:cubicBezTo>
                  <a:lnTo>
                    <a:pt x="5306" y="15052"/>
                  </a:lnTo>
                  <a:cubicBezTo>
                    <a:pt x="5306" y="15549"/>
                    <a:pt x="5350" y="16002"/>
                    <a:pt x="5350" y="16455"/>
                  </a:cubicBezTo>
                  <a:cubicBezTo>
                    <a:pt x="4671" y="18407"/>
                    <a:pt x="4534" y="20583"/>
                    <a:pt x="4399" y="22577"/>
                  </a:cubicBezTo>
                  <a:cubicBezTo>
                    <a:pt x="4350" y="23073"/>
                    <a:pt x="4707" y="23325"/>
                    <a:pt x="5085" y="23325"/>
                  </a:cubicBezTo>
                  <a:cubicBezTo>
                    <a:pt x="5399" y="23325"/>
                    <a:pt x="5727" y="23152"/>
                    <a:pt x="5850" y="22802"/>
                  </a:cubicBezTo>
                  <a:cubicBezTo>
                    <a:pt x="6528" y="20855"/>
                    <a:pt x="6800" y="18860"/>
                    <a:pt x="6800" y="16818"/>
                  </a:cubicBezTo>
                  <a:cubicBezTo>
                    <a:pt x="6891" y="16546"/>
                    <a:pt x="6982" y="16274"/>
                    <a:pt x="7072" y="16049"/>
                  </a:cubicBezTo>
                  <a:cubicBezTo>
                    <a:pt x="7707" y="14370"/>
                    <a:pt x="8842" y="13692"/>
                    <a:pt x="10609" y="13510"/>
                  </a:cubicBezTo>
                  <a:cubicBezTo>
                    <a:pt x="11878" y="13372"/>
                    <a:pt x="13147" y="13100"/>
                    <a:pt x="14464" y="13057"/>
                  </a:cubicBezTo>
                  <a:cubicBezTo>
                    <a:pt x="14618" y="13052"/>
                    <a:pt x="14772" y="13049"/>
                    <a:pt x="14926" y="13049"/>
                  </a:cubicBezTo>
                  <a:cubicBezTo>
                    <a:pt x="16132" y="13049"/>
                    <a:pt x="17338" y="13196"/>
                    <a:pt x="18544" y="13238"/>
                  </a:cubicBezTo>
                  <a:cubicBezTo>
                    <a:pt x="20038" y="13238"/>
                    <a:pt x="21580" y="12966"/>
                    <a:pt x="23077" y="12876"/>
                  </a:cubicBezTo>
                  <a:cubicBezTo>
                    <a:pt x="23296" y="12862"/>
                    <a:pt x="23514" y="12857"/>
                    <a:pt x="23731" y="12857"/>
                  </a:cubicBezTo>
                  <a:cubicBezTo>
                    <a:pt x="24780" y="12857"/>
                    <a:pt x="25809" y="12985"/>
                    <a:pt x="26836" y="12985"/>
                  </a:cubicBezTo>
                  <a:cubicBezTo>
                    <a:pt x="27048" y="12985"/>
                    <a:pt x="27261" y="12980"/>
                    <a:pt x="27473" y="12966"/>
                  </a:cubicBezTo>
                  <a:cubicBezTo>
                    <a:pt x="28471" y="12931"/>
                    <a:pt x="29414" y="12845"/>
                    <a:pt x="30385" y="12845"/>
                  </a:cubicBezTo>
                  <a:cubicBezTo>
                    <a:pt x="30696" y="12845"/>
                    <a:pt x="31009" y="12854"/>
                    <a:pt x="31328" y="12876"/>
                  </a:cubicBezTo>
                  <a:cubicBezTo>
                    <a:pt x="31009" y="13964"/>
                    <a:pt x="31600" y="15142"/>
                    <a:pt x="32097" y="16093"/>
                  </a:cubicBezTo>
                  <a:cubicBezTo>
                    <a:pt x="32145" y="16230"/>
                    <a:pt x="32279" y="16321"/>
                    <a:pt x="32369" y="16412"/>
                  </a:cubicBezTo>
                  <a:cubicBezTo>
                    <a:pt x="32460" y="16818"/>
                    <a:pt x="32551" y="17181"/>
                    <a:pt x="32641" y="17590"/>
                  </a:cubicBezTo>
                  <a:cubicBezTo>
                    <a:pt x="33051" y="19357"/>
                    <a:pt x="34139" y="20989"/>
                    <a:pt x="34411" y="22759"/>
                  </a:cubicBezTo>
                  <a:cubicBezTo>
                    <a:pt x="34471" y="23144"/>
                    <a:pt x="34787" y="23320"/>
                    <a:pt x="35113" y="23320"/>
                  </a:cubicBezTo>
                  <a:cubicBezTo>
                    <a:pt x="35514" y="23320"/>
                    <a:pt x="35932" y="23052"/>
                    <a:pt x="35906" y="22577"/>
                  </a:cubicBezTo>
                  <a:cubicBezTo>
                    <a:pt x="35906" y="20173"/>
                    <a:pt x="35724" y="17772"/>
                    <a:pt x="35681" y="15324"/>
                  </a:cubicBezTo>
                  <a:cubicBezTo>
                    <a:pt x="35633" y="14145"/>
                    <a:pt x="35590" y="13826"/>
                    <a:pt x="36450" y="13057"/>
                  </a:cubicBezTo>
                  <a:cubicBezTo>
                    <a:pt x="36903" y="12604"/>
                    <a:pt x="37447" y="11969"/>
                    <a:pt x="37675" y="11334"/>
                  </a:cubicBezTo>
                  <a:cubicBezTo>
                    <a:pt x="37857" y="10790"/>
                    <a:pt x="37857" y="10290"/>
                    <a:pt x="37675" y="9884"/>
                  </a:cubicBezTo>
                  <a:cubicBezTo>
                    <a:pt x="37831" y="9338"/>
                    <a:pt x="37318" y="8793"/>
                    <a:pt x="36795" y="8793"/>
                  </a:cubicBezTo>
                  <a:cubicBezTo>
                    <a:pt x="36709" y="8793"/>
                    <a:pt x="36623" y="8807"/>
                    <a:pt x="36540" y="8839"/>
                  </a:cubicBezTo>
                  <a:cubicBezTo>
                    <a:pt x="36266" y="8729"/>
                    <a:pt x="35959" y="8670"/>
                    <a:pt x="35658" y="8670"/>
                  </a:cubicBezTo>
                  <a:cubicBezTo>
                    <a:pt x="35462" y="8670"/>
                    <a:pt x="35269" y="8695"/>
                    <a:pt x="35089" y="8748"/>
                  </a:cubicBezTo>
                  <a:cubicBezTo>
                    <a:pt x="34954" y="8777"/>
                    <a:pt x="34832" y="8791"/>
                    <a:pt x="34720" y="8791"/>
                  </a:cubicBezTo>
                  <a:cubicBezTo>
                    <a:pt x="33789" y="8791"/>
                    <a:pt x="33647" y="7841"/>
                    <a:pt x="33323" y="7073"/>
                  </a:cubicBezTo>
                  <a:cubicBezTo>
                    <a:pt x="32982" y="6246"/>
                    <a:pt x="32414" y="5951"/>
                    <a:pt x="31735" y="5951"/>
                  </a:cubicBezTo>
                  <a:cubicBezTo>
                    <a:pt x="30067" y="5951"/>
                    <a:pt x="27734" y="7734"/>
                    <a:pt x="26476" y="7798"/>
                  </a:cubicBezTo>
                  <a:cubicBezTo>
                    <a:pt x="25182" y="7872"/>
                    <a:pt x="23902" y="7905"/>
                    <a:pt x="22621" y="7905"/>
                  </a:cubicBezTo>
                  <a:cubicBezTo>
                    <a:pt x="21568" y="7905"/>
                    <a:pt x="20514" y="7883"/>
                    <a:pt x="19451" y="7842"/>
                  </a:cubicBezTo>
                  <a:cubicBezTo>
                    <a:pt x="18406" y="7798"/>
                    <a:pt x="17590" y="7707"/>
                    <a:pt x="16955" y="7345"/>
                  </a:cubicBezTo>
                  <a:cubicBezTo>
                    <a:pt x="16821" y="6801"/>
                    <a:pt x="16593" y="6300"/>
                    <a:pt x="16277" y="5847"/>
                  </a:cubicBezTo>
                  <a:lnTo>
                    <a:pt x="16277" y="5803"/>
                  </a:lnTo>
                  <a:cubicBezTo>
                    <a:pt x="16230" y="5212"/>
                    <a:pt x="15958" y="4625"/>
                    <a:pt x="15552" y="4081"/>
                  </a:cubicBezTo>
                  <a:cubicBezTo>
                    <a:pt x="15323" y="3671"/>
                    <a:pt x="15142" y="3265"/>
                    <a:pt x="14870" y="2902"/>
                  </a:cubicBezTo>
                  <a:cubicBezTo>
                    <a:pt x="14917" y="2764"/>
                    <a:pt x="14870" y="2583"/>
                    <a:pt x="14689" y="2449"/>
                  </a:cubicBezTo>
                  <a:cubicBezTo>
                    <a:pt x="14554" y="2358"/>
                    <a:pt x="14417" y="2220"/>
                    <a:pt x="14282" y="2086"/>
                  </a:cubicBezTo>
                  <a:cubicBezTo>
                    <a:pt x="13376" y="907"/>
                    <a:pt x="12059" y="91"/>
                    <a:pt x="10384" y="0"/>
                  </a:cubicBezTo>
                  <a:close/>
                </a:path>
              </a:pathLst>
            </a:custGeom>
            <a:solidFill>
              <a:srgbClr val="FFDA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6"/>
            <p:cNvSpPr/>
            <p:nvPr/>
          </p:nvSpPr>
          <p:spPr>
            <a:xfrm>
              <a:off x="4075218" y="2407182"/>
              <a:ext cx="1048676" cy="672937"/>
            </a:xfrm>
            <a:custGeom>
              <a:rect b="b" l="l" r="r" t="t"/>
              <a:pathLst>
                <a:path extrusionOk="0" h="21617" w="33687">
                  <a:moveTo>
                    <a:pt x="28022" y="1"/>
                  </a:moveTo>
                  <a:cubicBezTo>
                    <a:pt x="27838" y="1"/>
                    <a:pt x="27654" y="67"/>
                    <a:pt x="27520" y="183"/>
                  </a:cubicBezTo>
                  <a:cubicBezTo>
                    <a:pt x="27339" y="273"/>
                    <a:pt x="27158" y="364"/>
                    <a:pt x="27111" y="545"/>
                  </a:cubicBezTo>
                  <a:cubicBezTo>
                    <a:pt x="26432" y="320"/>
                    <a:pt x="25660" y="273"/>
                    <a:pt x="24800" y="273"/>
                  </a:cubicBezTo>
                  <a:cubicBezTo>
                    <a:pt x="23212" y="273"/>
                    <a:pt x="21670" y="411"/>
                    <a:pt x="20085" y="545"/>
                  </a:cubicBezTo>
                  <a:cubicBezTo>
                    <a:pt x="19948" y="455"/>
                    <a:pt x="19766" y="364"/>
                    <a:pt x="19494" y="364"/>
                  </a:cubicBezTo>
                  <a:cubicBezTo>
                    <a:pt x="19090" y="353"/>
                    <a:pt x="18687" y="348"/>
                    <a:pt x="18283" y="348"/>
                  </a:cubicBezTo>
                  <a:cubicBezTo>
                    <a:pt x="17055" y="348"/>
                    <a:pt x="15826" y="398"/>
                    <a:pt x="14598" y="502"/>
                  </a:cubicBezTo>
                  <a:cubicBezTo>
                    <a:pt x="14235" y="455"/>
                    <a:pt x="13873" y="411"/>
                    <a:pt x="13557" y="411"/>
                  </a:cubicBezTo>
                  <a:cubicBezTo>
                    <a:pt x="12694" y="139"/>
                    <a:pt x="11515" y="230"/>
                    <a:pt x="10746" y="183"/>
                  </a:cubicBezTo>
                  <a:cubicBezTo>
                    <a:pt x="9158" y="92"/>
                    <a:pt x="7573" y="48"/>
                    <a:pt x="5984" y="48"/>
                  </a:cubicBezTo>
                  <a:cubicBezTo>
                    <a:pt x="5961" y="47"/>
                    <a:pt x="5937" y="46"/>
                    <a:pt x="5914" y="46"/>
                  </a:cubicBezTo>
                  <a:cubicBezTo>
                    <a:pt x="5110" y="46"/>
                    <a:pt x="4860" y="835"/>
                    <a:pt x="5125" y="1452"/>
                  </a:cubicBezTo>
                  <a:lnTo>
                    <a:pt x="4987" y="1724"/>
                  </a:lnTo>
                  <a:cubicBezTo>
                    <a:pt x="4624" y="3537"/>
                    <a:pt x="4171" y="5351"/>
                    <a:pt x="3765" y="7164"/>
                  </a:cubicBezTo>
                  <a:cubicBezTo>
                    <a:pt x="3674" y="7527"/>
                    <a:pt x="3584" y="7889"/>
                    <a:pt x="3536" y="8252"/>
                  </a:cubicBezTo>
                  <a:cubicBezTo>
                    <a:pt x="3130" y="8978"/>
                    <a:pt x="2630" y="9750"/>
                    <a:pt x="2314" y="10566"/>
                  </a:cubicBezTo>
                  <a:cubicBezTo>
                    <a:pt x="2314" y="10294"/>
                    <a:pt x="2267" y="9975"/>
                    <a:pt x="2176" y="9659"/>
                  </a:cubicBezTo>
                  <a:cubicBezTo>
                    <a:pt x="2109" y="9318"/>
                    <a:pt x="1804" y="9160"/>
                    <a:pt x="1498" y="9160"/>
                  </a:cubicBezTo>
                  <a:cubicBezTo>
                    <a:pt x="1192" y="9160"/>
                    <a:pt x="885" y="9318"/>
                    <a:pt x="816" y="9612"/>
                  </a:cubicBezTo>
                  <a:cubicBezTo>
                    <a:pt x="773" y="9659"/>
                    <a:pt x="726" y="9703"/>
                    <a:pt x="726" y="9750"/>
                  </a:cubicBezTo>
                  <a:cubicBezTo>
                    <a:pt x="272" y="11110"/>
                    <a:pt x="0" y="13649"/>
                    <a:pt x="1451" y="14508"/>
                  </a:cubicBezTo>
                  <a:cubicBezTo>
                    <a:pt x="1554" y="14570"/>
                    <a:pt x="1665" y="14595"/>
                    <a:pt x="1778" y="14595"/>
                  </a:cubicBezTo>
                  <a:cubicBezTo>
                    <a:pt x="1915" y="14595"/>
                    <a:pt x="2053" y="14558"/>
                    <a:pt x="2176" y="14508"/>
                  </a:cubicBezTo>
                  <a:cubicBezTo>
                    <a:pt x="2223" y="14508"/>
                    <a:pt x="2267" y="14556"/>
                    <a:pt x="2314" y="14556"/>
                  </a:cubicBezTo>
                  <a:cubicBezTo>
                    <a:pt x="2314" y="14599"/>
                    <a:pt x="2314" y="14646"/>
                    <a:pt x="2358" y="14646"/>
                  </a:cubicBezTo>
                  <a:cubicBezTo>
                    <a:pt x="2677" y="15462"/>
                    <a:pt x="2902" y="16278"/>
                    <a:pt x="3355" y="17047"/>
                  </a:cubicBezTo>
                  <a:cubicBezTo>
                    <a:pt x="3446" y="17229"/>
                    <a:pt x="3584" y="17276"/>
                    <a:pt x="3718" y="17319"/>
                  </a:cubicBezTo>
                  <a:cubicBezTo>
                    <a:pt x="3718" y="17457"/>
                    <a:pt x="3765" y="17591"/>
                    <a:pt x="3899" y="17729"/>
                  </a:cubicBezTo>
                  <a:lnTo>
                    <a:pt x="4171" y="18001"/>
                  </a:lnTo>
                  <a:cubicBezTo>
                    <a:pt x="4262" y="18092"/>
                    <a:pt x="4352" y="18226"/>
                    <a:pt x="4400" y="18317"/>
                  </a:cubicBezTo>
                  <a:cubicBezTo>
                    <a:pt x="4400" y="18498"/>
                    <a:pt x="4490" y="18679"/>
                    <a:pt x="4672" y="18861"/>
                  </a:cubicBezTo>
                  <a:cubicBezTo>
                    <a:pt x="5488" y="19542"/>
                    <a:pt x="6347" y="19949"/>
                    <a:pt x="7301" y="20268"/>
                  </a:cubicBezTo>
                  <a:cubicBezTo>
                    <a:pt x="7435" y="20268"/>
                    <a:pt x="7526" y="20311"/>
                    <a:pt x="7617" y="20311"/>
                  </a:cubicBezTo>
                  <a:cubicBezTo>
                    <a:pt x="7754" y="20358"/>
                    <a:pt x="7845" y="20358"/>
                    <a:pt x="7979" y="20358"/>
                  </a:cubicBezTo>
                  <a:cubicBezTo>
                    <a:pt x="10731" y="21254"/>
                    <a:pt x="13551" y="21494"/>
                    <a:pt x="16422" y="21494"/>
                  </a:cubicBezTo>
                  <a:cubicBezTo>
                    <a:pt x="17619" y="21494"/>
                    <a:pt x="18825" y="21453"/>
                    <a:pt x="20038" y="21399"/>
                  </a:cubicBezTo>
                  <a:cubicBezTo>
                    <a:pt x="20438" y="21549"/>
                    <a:pt x="20879" y="21616"/>
                    <a:pt x="21338" y="21616"/>
                  </a:cubicBezTo>
                  <a:cubicBezTo>
                    <a:pt x="21713" y="21616"/>
                    <a:pt x="22100" y="21572"/>
                    <a:pt x="22486" y="21490"/>
                  </a:cubicBezTo>
                  <a:cubicBezTo>
                    <a:pt x="22624" y="21537"/>
                    <a:pt x="22715" y="21537"/>
                    <a:pt x="22896" y="21537"/>
                  </a:cubicBezTo>
                  <a:cubicBezTo>
                    <a:pt x="23894" y="21356"/>
                    <a:pt x="25116" y="21265"/>
                    <a:pt x="26023" y="20765"/>
                  </a:cubicBezTo>
                  <a:cubicBezTo>
                    <a:pt x="26295" y="20630"/>
                    <a:pt x="26523" y="20493"/>
                    <a:pt x="26704" y="20311"/>
                  </a:cubicBezTo>
                  <a:cubicBezTo>
                    <a:pt x="26846" y="20393"/>
                    <a:pt x="26998" y="20438"/>
                    <a:pt x="27154" y="20438"/>
                  </a:cubicBezTo>
                  <a:cubicBezTo>
                    <a:pt x="27346" y="20438"/>
                    <a:pt x="27546" y="20370"/>
                    <a:pt x="27745" y="20221"/>
                  </a:cubicBezTo>
                  <a:cubicBezTo>
                    <a:pt x="28518" y="19996"/>
                    <a:pt x="29196" y="19223"/>
                    <a:pt x="29740" y="18498"/>
                  </a:cubicBezTo>
                  <a:cubicBezTo>
                    <a:pt x="29878" y="18273"/>
                    <a:pt x="29921" y="18045"/>
                    <a:pt x="29831" y="17863"/>
                  </a:cubicBezTo>
                  <a:cubicBezTo>
                    <a:pt x="30241" y="17319"/>
                    <a:pt x="30513" y="16732"/>
                    <a:pt x="30737" y="16140"/>
                  </a:cubicBezTo>
                  <a:cubicBezTo>
                    <a:pt x="30875" y="16140"/>
                    <a:pt x="31057" y="16050"/>
                    <a:pt x="31100" y="15868"/>
                  </a:cubicBezTo>
                  <a:cubicBezTo>
                    <a:pt x="31281" y="15415"/>
                    <a:pt x="31419" y="14962"/>
                    <a:pt x="31510" y="14465"/>
                  </a:cubicBezTo>
                  <a:cubicBezTo>
                    <a:pt x="31510" y="14418"/>
                    <a:pt x="31510" y="14327"/>
                    <a:pt x="31553" y="14236"/>
                  </a:cubicBezTo>
                  <a:cubicBezTo>
                    <a:pt x="31638" y="14301"/>
                    <a:pt x="31742" y="14335"/>
                    <a:pt x="31852" y="14335"/>
                  </a:cubicBezTo>
                  <a:cubicBezTo>
                    <a:pt x="31979" y="14335"/>
                    <a:pt x="32113" y="14290"/>
                    <a:pt x="32235" y="14193"/>
                  </a:cubicBezTo>
                  <a:cubicBezTo>
                    <a:pt x="32279" y="14146"/>
                    <a:pt x="32279" y="14102"/>
                    <a:pt x="32326" y="14102"/>
                  </a:cubicBezTo>
                  <a:cubicBezTo>
                    <a:pt x="32449" y="14179"/>
                    <a:pt x="32598" y="14219"/>
                    <a:pt x="32745" y="14219"/>
                  </a:cubicBezTo>
                  <a:cubicBezTo>
                    <a:pt x="33031" y="14219"/>
                    <a:pt x="33307" y="14068"/>
                    <a:pt x="33367" y="13740"/>
                  </a:cubicBezTo>
                  <a:cubicBezTo>
                    <a:pt x="33595" y="12833"/>
                    <a:pt x="33686" y="11970"/>
                    <a:pt x="33548" y="11154"/>
                  </a:cubicBezTo>
                  <a:cubicBezTo>
                    <a:pt x="33639" y="10791"/>
                    <a:pt x="33639" y="10428"/>
                    <a:pt x="33639" y="10113"/>
                  </a:cubicBezTo>
                  <a:cubicBezTo>
                    <a:pt x="33608" y="9700"/>
                    <a:pt x="33245" y="9354"/>
                    <a:pt x="32858" y="9354"/>
                  </a:cubicBezTo>
                  <a:cubicBezTo>
                    <a:pt x="32691" y="9354"/>
                    <a:pt x="32520" y="9418"/>
                    <a:pt x="32369" y="9569"/>
                  </a:cubicBezTo>
                  <a:lnTo>
                    <a:pt x="32417" y="9569"/>
                  </a:lnTo>
                  <a:cubicBezTo>
                    <a:pt x="31963" y="9750"/>
                    <a:pt x="31735" y="10203"/>
                    <a:pt x="31963" y="10657"/>
                  </a:cubicBezTo>
                  <a:cubicBezTo>
                    <a:pt x="32007" y="10747"/>
                    <a:pt x="32054" y="10838"/>
                    <a:pt x="32054" y="10929"/>
                  </a:cubicBezTo>
                  <a:cubicBezTo>
                    <a:pt x="32054" y="11019"/>
                    <a:pt x="32054" y="11063"/>
                    <a:pt x="32007" y="11110"/>
                  </a:cubicBezTo>
                  <a:cubicBezTo>
                    <a:pt x="31963" y="11154"/>
                    <a:pt x="31916" y="11244"/>
                    <a:pt x="31873" y="11291"/>
                  </a:cubicBezTo>
                  <a:cubicBezTo>
                    <a:pt x="31963" y="11110"/>
                    <a:pt x="31825" y="10929"/>
                    <a:pt x="31782" y="10657"/>
                  </a:cubicBezTo>
                  <a:cubicBezTo>
                    <a:pt x="31735" y="10338"/>
                    <a:pt x="31510" y="10203"/>
                    <a:pt x="31281" y="10113"/>
                  </a:cubicBezTo>
                  <a:cubicBezTo>
                    <a:pt x="31329" y="10022"/>
                    <a:pt x="31329" y="9884"/>
                    <a:pt x="31281" y="9750"/>
                  </a:cubicBezTo>
                  <a:cubicBezTo>
                    <a:pt x="31238" y="9431"/>
                    <a:pt x="31147" y="9159"/>
                    <a:pt x="31100" y="8843"/>
                  </a:cubicBezTo>
                  <a:cubicBezTo>
                    <a:pt x="31009" y="7937"/>
                    <a:pt x="30694" y="7030"/>
                    <a:pt x="30422" y="6123"/>
                  </a:cubicBezTo>
                  <a:cubicBezTo>
                    <a:pt x="30375" y="5895"/>
                    <a:pt x="30193" y="5713"/>
                    <a:pt x="30012" y="5670"/>
                  </a:cubicBezTo>
                  <a:cubicBezTo>
                    <a:pt x="30012" y="5579"/>
                    <a:pt x="29969" y="5489"/>
                    <a:pt x="29969" y="5398"/>
                  </a:cubicBezTo>
                  <a:cubicBezTo>
                    <a:pt x="29787" y="4945"/>
                    <a:pt x="29606" y="4444"/>
                    <a:pt x="29425" y="3900"/>
                  </a:cubicBezTo>
                  <a:cubicBezTo>
                    <a:pt x="29559" y="3766"/>
                    <a:pt x="29649" y="3494"/>
                    <a:pt x="29606" y="3175"/>
                  </a:cubicBezTo>
                  <a:cubicBezTo>
                    <a:pt x="29425" y="2177"/>
                    <a:pt x="29105" y="1318"/>
                    <a:pt x="28652" y="411"/>
                  </a:cubicBezTo>
                  <a:cubicBezTo>
                    <a:pt x="28523" y="123"/>
                    <a:pt x="28272" y="1"/>
                    <a:pt x="28022" y="1"/>
                  </a:cubicBezTo>
                  <a:close/>
                </a:path>
              </a:pathLst>
            </a:custGeom>
            <a:solidFill>
              <a:srgbClr val="FBDB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6"/>
            <p:cNvSpPr/>
            <p:nvPr/>
          </p:nvSpPr>
          <p:spPr>
            <a:xfrm>
              <a:off x="4502881" y="3215028"/>
              <a:ext cx="383304" cy="489457"/>
            </a:xfrm>
            <a:custGeom>
              <a:rect b="b" l="l" r="r" t="t"/>
              <a:pathLst>
                <a:path extrusionOk="0" h="15723" w="12313">
                  <a:moveTo>
                    <a:pt x="7815" y="1"/>
                  </a:moveTo>
                  <a:cubicBezTo>
                    <a:pt x="7750" y="1"/>
                    <a:pt x="7683" y="10"/>
                    <a:pt x="7617" y="29"/>
                  </a:cubicBezTo>
                  <a:cubicBezTo>
                    <a:pt x="7151" y="171"/>
                    <a:pt x="6586" y="208"/>
                    <a:pt x="5980" y="208"/>
                  </a:cubicBezTo>
                  <a:cubicBezTo>
                    <a:pt x="5337" y="208"/>
                    <a:pt x="4647" y="167"/>
                    <a:pt x="3976" y="167"/>
                  </a:cubicBezTo>
                  <a:cubicBezTo>
                    <a:pt x="2264" y="167"/>
                    <a:pt x="676" y="435"/>
                    <a:pt x="316" y="2339"/>
                  </a:cubicBezTo>
                  <a:cubicBezTo>
                    <a:pt x="1" y="3790"/>
                    <a:pt x="363" y="5422"/>
                    <a:pt x="407" y="6873"/>
                  </a:cubicBezTo>
                  <a:cubicBezTo>
                    <a:pt x="545" y="9502"/>
                    <a:pt x="635" y="12088"/>
                    <a:pt x="407" y="14718"/>
                  </a:cubicBezTo>
                  <a:cubicBezTo>
                    <a:pt x="377" y="14937"/>
                    <a:pt x="564" y="15071"/>
                    <a:pt x="757" y="15071"/>
                  </a:cubicBezTo>
                  <a:cubicBezTo>
                    <a:pt x="842" y="15071"/>
                    <a:pt x="928" y="15045"/>
                    <a:pt x="998" y="14990"/>
                  </a:cubicBezTo>
                  <a:cubicBezTo>
                    <a:pt x="1089" y="15171"/>
                    <a:pt x="1270" y="15352"/>
                    <a:pt x="1542" y="15396"/>
                  </a:cubicBezTo>
                  <a:cubicBezTo>
                    <a:pt x="2427" y="15621"/>
                    <a:pt x="3356" y="15723"/>
                    <a:pt x="4296" y="15723"/>
                  </a:cubicBezTo>
                  <a:cubicBezTo>
                    <a:pt x="6196" y="15723"/>
                    <a:pt x="8138" y="15309"/>
                    <a:pt x="9836" y="14670"/>
                  </a:cubicBezTo>
                  <a:cubicBezTo>
                    <a:pt x="10337" y="14489"/>
                    <a:pt x="10700" y="14264"/>
                    <a:pt x="10925" y="13945"/>
                  </a:cubicBezTo>
                  <a:cubicBezTo>
                    <a:pt x="10972" y="13992"/>
                    <a:pt x="10972" y="13992"/>
                    <a:pt x="10972" y="14036"/>
                  </a:cubicBezTo>
                  <a:cubicBezTo>
                    <a:pt x="11121" y="14241"/>
                    <a:pt x="11376" y="14347"/>
                    <a:pt x="11623" y="14347"/>
                  </a:cubicBezTo>
                  <a:cubicBezTo>
                    <a:pt x="11977" y="14347"/>
                    <a:pt x="12312" y="14129"/>
                    <a:pt x="12285" y="13673"/>
                  </a:cubicBezTo>
                  <a:cubicBezTo>
                    <a:pt x="12194" y="12542"/>
                    <a:pt x="11878" y="11544"/>
                    <a:pt x="11516" y="10456"/>
                  </a:cubicBezTo>
                  <a:cubicBezTo>
                    <a:pt x="11469" y="10228"/>
                    <a:pt x="11287" y="10093"/>
                    <a:pt x="11106" y="10046"/>
                  </a:cubicBezTo>
                  <a:cubicBezTo>
                    <a:pt x="10972" y="8868"/>
                    <a:pt x="10881" y="7736"/>
                    <a:pt x="10700" y="6601"/>
                  </a:cubicBezTo>
                  <a:cubicBezTo>
                    <a:pt x="10290" y="4425"/>
                    <a:pt x="9612" y="2205"/>
                    <a:pt x="8386" y="345"/>
                  </a:cubicBezTo>
                  <a:cubicBezTo>
                    <a:pt x="8280" y="130"/>
                    <a:pt x="8058" y="1"/>
                    <a:pt x="7815" y="1"/>
                  </a:cubicBezTo>
                  <a:close/>
                </a:path>
              </a:pathLst>
            </a:custGeom>
            <a:solidFill>
              <a:srgbClr val="C8D5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6"/>
            <p:cNvSpPr/>
            <p:nvPr/>
          </p:nvSpPr>
          <p:spPr>
            <a:xfrm>
              <a:off x="3945374" y="1975227"/>
              <a:ext cx="1253232" cy="1725193"/>
            </a:xfrm>
            <a:custGeom>
              <a:rect b="b" l="l" r="r" t="t"/>
              <a:pathLst>
                <a:path extrusionOk="0" h="55419" w="40258">
                  <a:moveTo>
                    <a:pt x="12209" y="691"/>
                  </a:moveTo>
                  <a:cubicBezTo>
                    <a:pt x="13285" y="691"/>
                    <a:pt x="14393" y="1346"/>
                    <a:pt x="15189" y="2047"/>
                  </a:cubicBezTo>
                  <a:cubicBezTo>
                    <a:pt x="16865" y="3497"/>
                    <a:pt x="17184" y="6036"/>
                    <a:pt x="17681" y="8074"/>
                  </a:cubicBezTo>
                  <a:cubicBezTo>
                    <a:pt x="17728" y="8212"/>
                    <a:pt x="17910" y="8346"/>
                    <a:pt x="18091" y="8346"/>
                  </a:cubicBezTo>
                  <a:cubicBezTo>
                    <a:pt x="18464" y="8354"/>
                    <a:pt x="18838" y="8358"/>
                    <a:pt x="19212" y="8358"/>
                  </a:cubicBezTo>
                  <a:cubicBezTo>
                    <a:pt x="21177" y="8358"/>
                    <a:pt x="23149" y="8264"/>
                    <a:pt x="25121" y="8264"/>
                  </a:cubicBezTo>
                  <a:cubicBezTo>
                    <a:pt x="26967" y="8264"/>
                    <a:pt x="28811" y="8346"/>
                    <a:pt x="30647" y="8665"/>
                  </a:cubicBezTo>
                  <a:cubicBezTo>
                    <a:pt x="30674" y="8669"/>
                    <a:pt x="30699" y="8671"/>
                    <a:pt x="30725" y="8671"/>
                  </a:cubicBezTo>
                  <a:cubicBezTo>
                    <a:pt x="31002" y="8671"/>
                    <a:pt x="31187" y="8457"/>
                    <a:pt x="31147" y="8165"/>
                  </a:cubicBezTo>
                  <a:cubicBezTo>
                    <a:pt x="30987" y="7018"/>
                    <a:pt x="31365" y="6319"/>
                    <a:pt x="32108" y="6319"/>
                  </a:cubicBezTo>
                  <a:cubicBezTo>
                    <a:pt x="32422" y="6319"/>
                    <a:pt x="32801" y="6445"/>
                    <a:pt x="33233" y="6714"/>
                  </a:cubicBezTo>
                  <a:cubicBezTo>
                    <a:pt x="34274" y="7396"/>
                    <a:pt x="34818" y="8665"/>
                    <a:pt x="34727" y="9888"/>
                  </a:cubicBezTo>
                  <a:cubicBezTo>
                    <a:pt x="34727" y="10097"/>
                    <a:pt x="34941" y="10252"/>
                    <a:pt x="35144" y="10252"/>
                  </a:cubicBezTo>
                  <a:cubicBezTo>
                    <a:pt x="35205" y="10252"/>
                    <a:pt x="35265" y="10238"/>
                    <a:pt x="35318" y="10207"/>
                  </a:cubicBezTo>
                  <a:cubicBezTo>
                    <a:pt x="35792" y="9922"/>
                    <a:pt x="36278" y="9787"/>
                    <a:pt x="36770" y="9787"/>
                  </a:cubicBezTo>
                  <a:cubicBezTo>
                    <a:pt x="37219" y="9787"/>
                    <a:pt x="37674" y="9900"/>
                    <a:pt x="38129" y="10116"/>
                  </a:cubicBezTo>
                  <a:cubicBezTo>
                    <a:pt x="39261" y="10660"/>
                    <a:pt x="39170" y="12064"/>
                    <a:pt x="38173" y="12517"/>
                  </a:cubicBezTo>
                  <a:cubicBezTo>
                    <a:pt x="37585" y="12789"/>
                    <a:pt x="36678" y="13199"/>
                    <a:pt x="36359" y="13743"/>
                  </a:cubicBezTo>
                  <a:cubicBezTo>
                    <a:pt x="35996" y="14331"/>
                    <a:pt x="36316" y="15419"/>
                    <a:pt x="36359" y="16010"/>
                  </a:cubicBezTo>
                  <a:cubicBezTo>
                    <a:pt x="36497" y="17823"/>
                    <a:pt x="36497" y="19637"/>
                    <a:pt x="36497" y="21450"/>
                  </a:cubicBezTo>
                  <a:cubicBezTo>
                    <a:pt x="36406" y="21765"/>
                    <a:pt x="36359" y="22085"/>
                    <a:pt x="36359" y="22400"/>
                  </a:cubicBezTo>
                  <a:cubicBezTo>
                    <a:pt x="36359" y="22538"/>
                    <a:pt x="36497" y="22629"/>
                    <a:pt x="36631" y="22672"/>
                  </a:cubicBezTo>
                  <a:cubicBezTo>
                    <a:pt x="36316" y="22991"/>
                    <a:pt x="36134" y="23398"/>
                    <a:pt x="36044" y="23851"/>
                  </a:cubicBezTo>
                  <a:cubicBezTo>
                    <a:pt x="35815" y="22719"/>
                    <a:pt x="35543" y="21584"/>
                    <a:pt x="35180" y="20453"/>
                  </a:cubicBezTo>
                  <a:cubicBezTo>
                    <a:pt x="35590" y="20453"/>
                    <a:pt x="35996" y="20405"/>
                    <a:pt x="36359" y="20271"/>
                  </a:cubicBezTo>
                  <a:cubicBezTo>
                    <a:pt x="36478" y="20231"/>
                    <a:pt x="36459" y="20024"/>
                    <a:pt x="36367" y="20024"/>
                  </a:cubicBezTo>
                  <a:cubicBezTo>
                    <a:pt x="36352" y="20024"/>
                    <a:pt x="36335" y="20030"/>
                    <a:pt x="36316" y="20043"/>
                  </a:cubicBezTo>
                  <a:cubicBezTo>
                    <a:pt x="35906" y="20181"/>
                    <a:pt x="35543" y="20224"/>
                    <a:pt x="35137" y="20224"/>
                  </a:cubicBezTo>
                  <a:cubicBezTo>
                    <a:pt x="34999" y="19771"/>
                    <a:pt x="34865" y="19317"/>
                    <a:pt x="34727" y="18911"/>
                  </a:cubicBezTo>
                  <a:cubicBezTo>
                    <a:pt x="35090" y="18864"/>
                    <a:pt x="35452" y="18773"/>
                    <a:pt x="35724" y="18592"/>
                  </a:cubicBezTo>
                  <a:cubicBezTo>
                    <a:pt x="35847" y="18512"/>
                    <a:pt x="35789" y="18359"/>
                    <a:pt x="35678" y="18359"/>
                  </a:cubicBezTo>
                  <a:cubicBezTo>
                    <a:pt x="35664" y="18359"/>
                    <a:pt x="35649" y="18362"/>
                    <a:pt x="35634" y="18367"/>
                  </a:cubicBezTo>
                  <a:cubicBezTo>
                    <a:pt x="35318" y="18549"/>
                    <a:pt x="34999" y="18639"/>
                    <a:pt x="34684" y="18683"/>
                  </a:cubicBezTo>
                  <a:cubicBezTo>
                    <a:pt x="34502" y="18139"/>
                    <a:pt x="34321" y="17595"/>
                    <a:pt x="34140" y="17098"/>
                  </a:cubicBezTo>
                  <a:cubicBezTo>
                    <a:pt x="34002" y="16779"/>
                    <a:pt x="33911" y="16463"/>
                    <a:pt x="33820" y="16100"/>
                  </a:cubicBezTo>
                  <a:lnTo>
                    <a:pt x="33820" y="16100"/>
                  </a:lnTo>
                  <a:cubicBezTo>
                    <a:pt x="33939" y="16139"/>
                    <a:pt x="34061" y="16159"/>
                    <a:pt x="34181" y="16159"/>
                  </a:cubicBezTo>
                  <a:cubicBezTo>
                    <a:pt x="34474" y="16159"/>
                    <a:pt x="34749" y="16039"/>
                    <a:pt x="34908" y="15781"/>
                  </a:cubicBezTo>
                  <a:cubicBezTo>
                    <a:pt x="34977" y="15680"/>
                    <a:pt x="34891" y="15553"/>
                    <a:pt x="34806" y="15553"/>
                  </a:cubicBezTo>
                  <a:cubicBezTo>
                    <a:pt x="34778" y="15553"/>
                    <a:pt x="34750" y="15567"/>
                    <a:pt x="34727" y="15600"/>
                  </a:cubicBezTo>
                  <a:cubicBezTo>
                    <a:pt x="34490" y="15837"/>
                    <a:pt x="34254" y="15972"/>
                    <a:pt x="33929" y="15972"/>
                  </a:cubicBezTo>
                  <a:cubicBezTo>
                    <a:pt x="33880" y="15972"/>
                    <a:pt x="33830" y="15969"/>
                    <a:pt x="33777" y="15963"/>
                  </a:cubicBezTo>
                  <a:cubicBezTo>
                    <a:pt x="33548" y="15194"/>
                    <a:pt x="33367" y="14378"/>
                    <a:pt x="33095" y="13652"/>
                  </a:cubicBezTo>
                  <a:lnTo>
                    <a:pt x="33004" y="13562"/>
                  </a:lnTo>
                  <a:cubicBezTo>
                    <a:pt x="33004" y="13424"/>
                    <a:pt x="32914" y="13242"/>
                    <a:pt x="32689" y="13242"/>
                  </a:cubicBezTo>
                  <a:cubicBezTo>
                    <a:pt x="31276" y="13174"/>
                    <a:pt x="29863" y="13151"/>
                    <a:pt x="28453" y="13151"/>
                  </a:cubicBezTo>
                  <a:cubicBezTo>
                    <a:pt x="26107" y="13151"/>
                    <a:pt x="23768" y="13215"/>
                    <a:pt x="21446" y="13242"/>
                  </a:cubicBezTo>
                  <a:cubicBezTo>
                    <a:pt x="19270" y="13242"/>
                    <a:pt x="17080" y="13162"/>
                    <a:pt x="14898" y="13162"/>
                  </a:cubicBezTo>
                  <a:cubicBezTo>
                    <a:pt x="13081" y="13162"/>
                    <a:pt x="11269" y="13218"/>
                    <a:pt x="9477" y="13424"/>
                  </a:cubicBezTo>
                  <a:cubicBezTo>
                    <a:pt x="9387" y="13424"/>
                    <a:pt x="9339" y="13471"/>
                    <a:pt x="9339" y="13514"/>
                  </a:cubicBezTo>
                  <a:cubicBezTo>
                    <a:pt x="9249" y="13514"/>
                    <a:pt x="9158" y="13562"/>
                    <a:pt x="9158" y="13652"/>
                  </a:cubicBezTo>
                  <a:cubicBezTo>
                    <a:pt x="8705" y="14740"/>
                    <a:pt x="8480" y="15963"/>
                    <a:pt x="8070" y="17098"/>
                  </a:cubicBezTo>
                  <a:cubicBezTo>
                    <a:pt x="8070" y="17188"/>
                    <a:pt x="8027" y="17323"/>
                    <a:pt x="7979" y="17413"/>
                  </a:cubicBezTo>
                  <a:cubicBezTo>
                    <a:pt x="7798" y="17370"/>
                    <a:pt x="7707" y="17232"/>
                    <a:pt x="7573" y="17141"/>
                  </a:cubicBezTo>
                  <a:cubicBezTo>
                    <a:pt x="7538" y="17107"/>
                    <a:pt x="7503" y="17093"/>
                    <a:pt x="7472" y="17093"/>
                  </a:cubicBezTo>
                  <a:cubicBezTo>
                    <a:pt x="7382" y="17093"/>
                    <a:pt x="7324" y="17211"/>
                    <a:pt x="7392" y="17279"/>
                  </a:cubicBezTo>
                  <a:cubicBezTo>
                    <a:pt x="7526" y="17413"/>
                    <a:pt x="7707" y="17595"/>
                    <a:pt x="7889" y="17685"/>
                  </a:cubicBezTo>
                  <a:cubicBezTo>
                    <a:pt x="7707" y="18139"/>
                    <a:pt x="7573" y="18639"/>
                    <a:pt x="7435" y="19093"/>
                  </a:cubicBezTo>
                  <a:cubicBezTo>
                    <a:pt x="7254" y="18955"/>
                    <a:pt x="7120" y="18821"/>
                    <a:pt x="6938" y="18683"/>
                  </a:cubicBezTo>
                  <a:cubicBezTo>
                    <a:pt x="6909" y="18654"/>
                    <a:pt x="6875" y="18641"/>
                    <a:pt x="6842" y="18641"/>
                  </a:cubicBezTo>
                  <a:cubicBezTo>
                    <a:pt x="6723" y="18641"/>
                    <a:pt x="6615" y="18803"/>
                    <a:pt x="6757" y="18911"/>
                  </a:cubicBezTo>
                  <a:cubicBezTo>
                    <a:pt x="6891" y="19045"/>
                    <a:pt x="7073" y="19183"/>
                    <a:pt x="7210" y="19317"/>
                  </a:cubicBezTo>
                  <a:lnTo>
                    <a:pt x="7301" y="19408"/>
                  </a:lnTo>
                  <a:lnTo>
                    <a:pt x="6891" y="20906"/>
                  </a:lnTo>
                  <a:cubicBezTo>
                    <a:pt x="6710" y="20815"/>
                    <a:pt x="6576" y="20677"/>
                    <a:pt x="6394" y="20587"/>
                  </a:cubicBezTo>
                  <a:cubicBezTo>
                    <a:pt x="6347" y="20587"/>
                    <a:pt x="6304" y="20634"/>
                    <a:pt x="6304" y="20677"/>
                  </a:cubicBezTo>
                  <a:cubicBezTo>
                    <a:pt x="6438" y="20859"/>
                    <a:pt x="6619" y="20997"/>
                    <a:pt x="6801" y="21131"/>
                  </a:cubicBezTo>
                  <a:cubicBezTo>
                    <a:pt x="6757" y="21450"/>
                    <a:pt x="6666" y="21765"/>
                    <a:pt x="6576" y="22085"/>
                  </a:cubicBezTo>
                  <a:cubicBezTo>
                    <a:pt x="6394" y="21994"/>
                    <a:pt x="6213" y="21856"/>
                    <a:pt x="6032" y="21722"/>
                  </a:cubicBezTo>
                  <a:cubicBezTo>
                    <a:pt x="6019" y="21715"/>
                    <a:pt x="6006" y="21712"/>
                    <a:pt x="5992" y="21712"/>
                  </a:cubicBezTo>
                  <a:cubicBezTo>
                    <a:pt x="5907" y="21712"/>
                    <a:pt x="5816" y="21825"/>
                    <a:pt x="5894" y="21903"/>
                  </a:cubicBezTo>
                  <a:cubicBezTo>
                    <a:pt x="6075" y="22085"/>
                    <a:pt x="6304" y="22219"/>
                    <a:pt x="6529" y="22400"/>
                  </a:cubicBezTo>
                  <a:cubicBezTo>
                    <a:pt x="6394" y="22901"/>
                    <a:pt x="6304" y="23354"/>
                    <a:pt x="6166" y="23851"/>
                  </a:cubicBezTo>
                  <a:cubicBezTo>
                    <a:pt x="6075" y="23398"/>
                    <a:pt x="5850" y="22944"/>
                    <a:pt x="5531" y="22629"/>
                  </a:cubicBezTo>
                  <a:cubicBezTo>
                    <a:pt x="6347" y="20315"/>
                    <a:pt x="6257" y="17867"/>
                    <a:pt x="6619" y="15466"/>
                  </a:cubicBezTo>
                  <a:cubicBezTo>
                    <a:pt x="6666" y="15284"/>
                    <a:pt x="6576" y="15103"/>
                    <a:pt x="6394" y="15103"/>
                  </a:cubicBezTo>
                  <a:cubicBezTo>
                    <a:pt x="4443" y="15056"/>
                    <a:pt x="2630" y="14149"/>
                    <a:pt x="1770" y="12336"/>
                  </a:cubicBezTo>
                  <a:cubicBezTo>
                    <a:pt x="709" y="10138"/>
                    <a:pt x="2808" y="9335"/>
                    <a:pt x="4598" y="9335"/>
                  </a:cubicBezTo>
                  <a:cubicBezTo>
                    <a:pt x="4876" y="9335"/>
                    <a:pt x="5147" y="9354"/>
                    <a:pt x="5397" y="9391"/>
                  </a:cubicBezTo>
                  <a:cubicBezTo>
                    <a:pt x="5669" y="9391"/>
                    <a:pt x="5803" y="9028"/>
                    <a:pt x="5622" y="8890"/>
                  </a:cubicBezTo>
                  <a:cubicBezTo>
                    <a:pt x="4581" y="7893"/>
                    <a:pt x="3856" y="6624"/>
                    <a:pt x="4581" y="5220"/>
                  </a:cubicBezTo>
                  <a:cubicBezTo>
                    <a:pt x="4958" y="4447"/>
                    <a:pt x="5577" y="4160"/>
                    <a:pt x="6253" y="4160"/>
                  </a:cubicBezTo>
                  <a:cubicBezTo>
                    <a:pt x="7205" y="4160"/>
                    <a:pt x="8270" y="4728"/>
                    <a:pt x="8933" y="5311"/>
                  </a:cubicBezTo>
                  <a:cubicBezTo>
                    <a:pt x="9003" y="5380"/>
                    <a:pt x="9085" y="5411"/>
                    <a:pt x="9165" y="5411"/>
                  </a:cubicBezTo>
                  <a:cubicBezTo>
                    <a:pt x="9343" y="5411"/>
                    <a:pt x="9507" y="5257"/>
                    <a:pt x="9477" y="5039"/>
                  </a:cubicBezTo>
                  <a:cubicBezTo>
                    <a:pt x="9205" y="3497"/>
                    <a:pt x="9521" y="1999"/>
                    <a:pt x="10881" y="1093"/>
                  </a:cubicBezTo>
                  <a:cubicBezTo>
                    <a:pt x="11300" y="809"/>
                    <a:pt x="11752" y="691"/>
                    <a:pt x="12209" y="691"/>
                  </a:cubicBezTo>
                  <a:close/>
                  <a:moveTo>
                    <a:pt x="9521" y="13834"/>
                  </a:moveTo>
                  <a:cubicBezTo>
                    <a:pt x="11264" y="14026"/>
                    <a:pt x="13038" y="14077"/>
                    <a:pt x="14818" y="14077"/>
                  </a:cubicBezTo>
                  <a:cubicBezTo>
                    <a:pt x="16789" y="14077"/>
                    <a:pt x="18767" y="14015"/>
                    <a:pt x="20720" y="14015"/>
                  </a:cubicBezTo>
                  <a:cubicBezTo>
                    <a:pt x="23349" y="14015"/>
                    <a:pt x="26019" y="14075"/>
                    <a:pt x="28675" y="14075"/>
                  </a:cubicBezTo>
                  <a:cubicBezTo>
                    <a:pt x="30003" y="14075"/>
                    <a:pt x="31328" y="14060"/>
                    <a:pt x="32642" y="14015"/>
                  </a:cubicBezTo>
                  <a:lnTo>
                    <a:pt x="32689" y="13968"/>
                  </a:lnTo>
                  <a:cubicBezTo>
                    <a:pt x="32823" y="15103"/>
                    <a:pt x="33186" y="16235"/>
                    <a:pt x="33505" y="17279"/>
                  </a:cubicBezTo>
                  <a:cubicBezTo>
                    <a:pt x="34230" y="19727"/>
                    <a:pt x="34774" y="22266"/>
                    <a:pt x="35500" y="24758"/>
                  </a:cubicBezTo>
                  <a:cubicBezTo>
                    <a:pt x="35575" y="24909"/>
                    <a:pt x="35681" y="24997"/>
                    <a:pt x="35794" y="24997"/>
                  </a:cubicBezTo>
                  <a:cubicBezTo>
                    <a:pt x="35816" y="24997"/>
                    <a:pt x="35839" y="24993"/>
                    <a:pt x="35862" y="24986"/>
                  </a:cubicBezTo>
                  <a:cubicBezTo>
                    <a:pt x="35884" y="25053"/>
                    <a:pt x="35940" y="25087"/>
                    <a:pt x="35997" y="25087"/>
                  </a:cubicBezTo>
                  <a:cubicBezTo>
                    <a:pt x="36054" y="25087"/>
                    <a:pt x="36111" y="25053"/>
                    <a:pt x="36134" y="24986"/>
                  </a:cubicBezTo>
                  <a:cubicBezTo>
                    <a:pt x="36268" y="24442"/>
                    <a:pt x="36406" y="23807"/>
                    <a:pt x="36722" y="23354"/>
                  </a:cubicBezTo>
                  <a:cubicBezTo>
                    <a:pt x="36757" y="23377"/>
                    <a:pt x="36802" y="23389"/>
                    <a:pt x="36849" y="23389"/>
                  </a:cubicBezTo>
                  <a:cubicBezTo>
                    <a:pt x="36985" y="23389"/>
                    <a:pt x="37143" y="23295"/>
                    <a:pt x="37175" y="23126"/>
                  </a:cubicBezTo>
                  <a:cubicBezTo>
                    <a:pt x="37494" y="23398"/>
                    <a:pt x="37676" y="24667"/>
                    <a:pt x="37676" y="24758"/>
                  </a:cubicBezTo>
                  <a:cubicBezTo>
                    <a:pt x="37676" y="25392"/>
                    <a:pt x="37629" y="26027"/>
                    <a:pt x="37494" y="26662"/>
                  </a:cubicBezTo>
                  <a:cubicBezTo>
                    <a:pt x="37404" y="27024"/>
                    <a:pt x="37313" y="27387"/>
                    <a:pt x="37132" y="27706"/>
                  </a:cubicBezTo>
                  <a:cubicBezTo>
                    <a:pt x="36769" y="27706"/>
                    <a:pt x="36406" y="27706"/>
                    <a:pt x="35996" y="27750"/>
                  </a:cubicBezTo>
                  <a:cubicBezTo>
                    <a:pt x="35975" y="27547"/>
                    <a:pt x="35839" y="27445"/>
                    <a:pt x="35703" y="27445"/>
                  </a:cubicBezTo>
                  <a:cubicBezTo>
                    <a:pt x="35567" y="27445"/>
                    <a:pt x="35431" y="27547"/>
                    <a:pt x="35409" y="27750"/>
                  </a:cubicBezTo>
                  <a:cubicBezTo>
                    <a:pt x="34818" y="35050"/>
                    <a:pt x="26929" y="35185"/>
                    <a:pt x="21127" y="35323"/>
                  </a:cubicBezTo>
                  <a:cubicBezTo>
                    <a:pt x="15280" y="35185"/>
                    <a:pt x="7435" y="35050"/>
                    <a:pt x="6801" y="27750"/>
                  </a:cubicBezTo>
                  <a:cubicBezTo>
                    <a:pt x="6779" y="27547"/>
                    <a:pt x="6643" y="27445"/>
                    <a:pt x="6507" y="27445"/>
                  </a:cubicBezTo>
                  <a:cubicBezTo>
                    <a:pt x="6371" y="27445"/>
                    <a:pt x="6235" y="27547"/>
                    <a:pt x="6213" y="27750"/>
                  </a:cubicBezTo>
                  <a:cubicBezTo>
                    <a:pt x="5850" y="27706"/>
                    <a:pt x="5441" y="27706"/>
                    <a:pt x="5078" y="27706"/>
                  </a:cubicBezTo>
                  <a:cubicBezTo>
                    <a:pt x="4944" y="27387"/>
                    <a:pt x="4806" y="27024"/>
                    <a:pt x="4715" y="26662"/>
                  </a:cubicBezTo>
                  <a:cubicBezTo>
                    <a:pt x="4581" y="26027"/>
                    <a:pt x="4581" y="25392"/>
                    <a:pt x="4534" y="24758"/>
                  </a:cubicBezTo>
                  <a:cubicBezTo>
                    <a:pt x="4534" y="24682"/>
                    <a:pt x="4756" y="23093"/>
                    <a:pt x="5198" y="23093"/>
                  </a:cubicBezTo>
                  <a:cubicBezTo>
                    <a:pt x="5286" y="23093"/>
                    <a:pt x="5382" y="23156"/>
                    <a:pt x="5488" y="23307"/>
                  </a:cubicBezTo>
                  <a:cubicBezTo>
                    <a:pt x="5803" y="23807"/>
                    <a:pt x="5941" y="24395"/>
                    <a:pt x="6075" y="24986"/>
                  </a:cubicBezTo>
                  <a:cubicBezTo>
                    <a:pt x="6099" y="25053"/>
                    <a:pt x="6156" y="25087"/>
                    <a:pt x="6213" y="25087"/>
                  </a:cubicBezTo>
                  <a:cubicBezTo>
                    <a:pt x="6269" y="25087"/>
                    <a:pt x="6326" y="25053"/>
                    <a:pt x="6347" y="24986"/>
                  </a:cubicBezTo>
                  <a:cubicBezTo>
                    <a:pt x="6370" y="24993"/>
                    <a:pt x="6394" y="24997"/>
                    <a:pt x="6419" y="24997"/>
                  </a:cubicBezTo>
                  <a:cubicBezTo>
                    <a:pt x="6542" y="24997"/>
                    <a:pt x="6674" y="24909"/>
                    <a:pt x="6710" y="24758"/>
                  </a:cubicBezTo>
                  <a:cubicBezTo>
                    <a:pt x="7029" y="23717"/>
                    <a:pt x="7301" y="22629"/>
                    <a:pt x="7573" y="21541"/>
                  </a:cubicBezTo>
                  <a:cubicBezTo>
                    <a:pt x="7707" y="21541"/>
                    <a:pt x="7755" y="21403"/>
                    <a:pt x="7664" y="21312"/>
                  </a:cubicBezTo>
                  <a:cubicBezTo>
                    <a:pt x="7979" y="19952"/>
                    <a:pt x="8342" y="18592"/>
                    <a:pt x="8705" y="17279"/>
                  </a:cubicBezTo>
                  <a:cubicBezTo>
                    <a:pt x="9024" y="16144"/>
                    <a:pt x="9430" y="14965"/>
                    <a:pt x="9521" y="13834"/>
                  </a:cubicBezTo>
                  <a:close/>
                  <a:moveTo>
                    <a:pt x="24481" y="36048"/>
                  </a:moveTo>
                  <a:cubicBezTo>
                    <a:pt x="24256" y="36454"/>
                    <a:pt x="24710" y="37451"/>
                    <a:pt x="25116" y="38315"/>
                  </a:cubicBezTo>
                  <a:cubicBezTo>
                    <a:pt x="24059" y="38530"/>
                    <a:pt x="22990" y="38695"/>
                    <a:pt x="21928" y="38695"/>
                  </a:cubicBezTo>
                  <a:cubicBezTo>
                    <a:pt x="20986" y="38695"/>
                    <a:pt x="20049" y="38565"/>
                    <a:pt x="19132" y="38224"/>
                  </a:cubicBezTo>
                  <a:cubicBezTo>
                    <a:pt x="19041" y="37542"/>
                    <a:pt x="18907" y="36864"/>
                    <a:pt x="18726" y="36229"/>
                  </a:cubicBezTo>
                  <a:cubicBezTo>
                    <a:pt x="18726" y="36182"/>
                    <a:pt x="18678" y="36139"/>
                    <a:pt x="18678" y="36091"/>
                  </a:cubicBezTo>
                  <a:lnTo>
                    <a:pt x="18678" y="36091"/>
                  </a:lnTo>
                  <a:cubicBezTo>
                    <a:pt x="19494" y="36139"/>
                    <a:pt x="20311" y="36139"/>
                    <a:pt x="21127" y="36139"/>
                  </a:cubicBezTo>
                  <a:cubicBezTo>
                    <a:pt x="21405" y="36150"/>
                    <a:pt x="21692" y="36156"/>
                    <a:pt x="21986" y="36156"/>
                  </a:cubicBezTo>
                  <a:cubicBezTo>
                    <a:pt x="22795" y="36156"/>
                    <a:pt x="23651" y="36114"/>
                    <a:pt x="24481" y="36048"/>
                  </a:cubicBezTo>
                  <a:close/>
                  <a:moveTo>
                    <a:pt x="30103" y="34960"/>
                  </a:moveTo>
                  <a:lnTo>
                    <a:pt x="30103" y="34960"/>
                  </a:lnTo>
                  <a:cubicBezTo>
                    <a:pt x="28971" y="36320"/>
                    <a:pt x="28246" y="37995"/>
                    <a:pt x="26657" y="38949"/>
                  </a:cubicBezTo>
                  <a:cubicBezTo>
                    <a:pt x="26431" y="39081"/>
                    <a:pt x="26315" y="39150"/>
                    <a:pt x="26236" y="39150"/>
                  </a:cubicBezTo>
                  <a:cubicBezTo>
                    <a:pt x="26126" y="39150"/>
                    <a:pt x="26091" y="39013"/>
                    <a:pt x="25932" y="38721"/>
                  </a:cubicBezTo>
                  <a:cubicBezTo>
                    <a:pt x="25751" y="38405"/>
                    <a:pt x="25569" y="38043"/>
                    <a:pt x="25388" y="37680"/>
                  </a:cubicBezTo>
                  <a:cubicBezTo>
                    <a:pt x="25297" y="37499"/>
                    <a:pt x="24663" y="36320"/>
                    <a:pt x="24753" y="36048"/>
                  </a:cubicBezTo>
                  <a:cubicBezTo>
                    <a:pt x="26614" y="35867"/>
                    <a:pt x="28427" y="35547"/>
                    <a:pt x="30103" y="34960"/>
                  </a:cubicBezTo>
                  <a:close/>
                  <a:moveTo>
                    <a:pt x="25345" y="38768"/>
                  </a:moveTo>
                  <a:cubicBezTo>
                    <a:pt x="25479" y="38993"/>
                    <a:pt x="25617" y="39174"/>
                    <a:pt x="25707" y="39312"/>
                  </a:cubicBezTo>
                  <a:cubicBezTo>
                    <a:pt x="25388" y="39403"/>
                    <a:pt x="25116" y="39446"/>
                    <a:pt x="24844" y="39537"/>
                  </a:cubicBezTo>
                  <a:lnTo>
                    <a:pt x="24844" y="39265"/>
                  </a:lnTo>
                  <a:cubicBezTo>
                    <a:pt x="24844" y="39131"/>
                    <a:pt x="24801" y="38993"/>
                    <a:pt x="24753" y="38859"/>
                  </a:cubicBezTo>
                  <a:cubicBezTo>
                    <a:pt x="24982" y="38859"/>
                    <a:pt x="25163" y="38812"/>
                    <a:pt x="25345" y="38768"/>
                  </a:cubicBezTo>
                  <a:close/>
                  <a:moveTo>
                    <a:pt x="24391" y="38949"/>
                  </a:moveTo>
                  <a:cubicBezTo>
                    <a:pt x="24438" y="39040"/>
                    <a:pt x="24529" y="39131"/>
                    <a:pt x="24529" y="39265"/>
                  </a:cubicBezTo>
                  <a:cubicBezTo>
                    <a:pt x="24572" y="39356"/>
                    <a:pt x="24572" y="39446"/>
                    <a:pt x="24619" y="39584"/>
                  </a:cubicBezTo>
                  <a:cubicBezTo>
                    <a:pt x="24209" y="39628"/>
                    <a:pt x="23847" y="39675"/>
                    <a:pt x="23484" y="39718"/>
                  </a:cubicBezTo>
                  <a:cubicBezTo>
                    <a:pt x="23484" y="39493"/>
                    <a:pt x="23484" y="39265"/>
                    <a:pt x="23440" y="39084"/>
                  </a:cubicBezTo>
                  <a:lnTo>
                    <a:pt x="24391" y="38949"/>
                  </a:lnTo>
                  <a:close/>
                  <a:moveTo>
                    <a:pt x="19132" y="38496"/>
                  </a:moveTo>
                  <a:lnTo>
                    <a:pt x="19132" y="38496"/>
                  </a:lnTo>
                  <a:cubicBezTo>
                    <a:pt x="19451" y="38677"/>
                    <a:pt x="19814" y="38768"/>
                    <a:pt x="20129" y="38859"/>
                  </a:cubicBezTo>
                  <a:cubicBezTo>
                    <a:pt x="20176" y="39040"/>
                    <a:pt x="20220" y="39221"/>
                    <a:pt x="20220" y="39356"/>
                  </a:cubicBezTo>
                  <a:cubicBezTo>
                    <a:pt x="20220" y="39493"/>
                    <a:pt x="20267" y="39628"/>
                    <a:pt x="20267" y="39765"/>
                  </a:cubicBezTo>
                  <a:cubicBezTo>
                    <a:pt x="19904" y="39765"/>
                    <a:pt x="19585" y="39718"/>
                    <a:pt x="19222" y="39675"/>
                  </a:cubicBezTo>
                  <a:cubicBezTo>
                    <a:pt x="19222" y="39312"/>
                    <a:pt x="19179" y="38902"/>
                    <a:pt x="19132" y="38496"/>
                  </a:cubicBezTo>
                  <a:close/>
                  <a:moveTo>
                    <a:pt x="20448" y="38949"/>
                  </a:moveTo>
                  <a:lnTo>
                    <a:pt x="20448" y="38949"/>
                  </a:lnTo>
                  <a:cubicBezTo>
                    <a:pt x="20811" y="39040"/>
                    <a:pt x="21174" y="39084"/>
                    <a:pt x="21580" y="39131"/>
                  </a:cubicBezTo>
                  <a:cubicBezTo>
                    <a:pt x="21580" y="39265"/>
                    <a:pt x="21627" y="39403"/>
                    <a:pt x="21627" y="39493"/>
                  </a:cubicBezTo>
                  <a:lnTo>
                    <a:pt x="21627" y="39809"/>
                  </a:lnTo>
                  <a:lnTo>
                    <a:pt x="20401" y="39809"/>
                  </a:lnTo>
                  <a:cubicBezTo>
                    <a:pt x="20448" y="39537"/>
                    <a:pt x="20492" y="39221"/>
                    <a:pt x="20448" y="38949"/>
                  </a:cubicBezTo>
                  <a:close/>
                  <a:moveTo>
                    <a:pt x="23121" y="39084"/>
                  </a:moveTo>
                  <a:cubicBezTo>
                    <a:pt x="23121" y="39312"/>
                    <a:pt x="23168" y="39537"/>
                    <a:pt x="23212" y="39765"/>
                  </a:cubicBezTo>
                  <a:cubicBezTo>
                    <a:pt x="22759" y="39809"/>
                    <a:pt x="22305" y="39809"/>
                    <a:pt x="21899" y="39809"/>
                  </a:cubicBezTo>
                  <a:cubicBezTo>
                    <a:pt x="21899" y="39584"/>
                    <a:pt x="21899" y="39356"/>
                    <a:pt x="21852" y="39131"/>
                  </a:cubicBezTo>
                  <a:cubicBezTo>
                    <a:pt x="22262" y="39131"/>
                    <a:pt x="22668" y="39131"/>
                    <a:pt x="23121" y="39084"/>
                  </a:cubicBezTo>
                  <a:close/>
                  <a:moveTo>
                    <a:pt x="14555" y="35638"/>
                  </a:moveTo>
                  <a:cubicBezTo>
                    <a:pt x="15824" y="35867"/>
                    <a:pt x="17094" y="36048"/>
                    <a:pt x="18406" y="36091"/>
                  </a:cubicBezTo>
                  <a:cubicBezTo>
                    <a:pt x="18316" y="36139"/>
                    <a:pt x="18272" y="36229"/>
                    <a:pt x="18316" y="36320"/>
                  </a:cubicBezTo>
                  <a:cubicBezTo>
                    <a:pt x="18635" y="37589"/>
                    <a:pt x="18769" y="38902"/>
                    <a:pt x="18769" y="40172"/>
                  </a:cubicBezTo>
                  <a:cubicBezTo>
                    <a:pt x="17046" y="39493"/>
                    <a:pt x="15371" y="38630"/>
                    <a:pt x="13920" y="37451"/>
                  </a:cubicBezTo>
                  <a:lnTo>
                    <a:pt x="13920" y="37408"/>
                  </a:lnTo>
                  <a:cubicBezTo>
                    <a:pt x="13829" y="37361"/>
                    <a:pt x="13782" y="37317"/>
                    <a:pt x="13692" y="37270"/>
                  </a:cubicBezTo>
                  <a:cubicBezTo>
                    <a:pt x="13648" y="37227"/>
                    <a:pt x="13601" y="37227"/>
                    <a:pt x="13557" y="37227"/>
                  </a:cubicBezTo>
                  <a:cubicBezTo>
                    <a:pt x="13920" y="36726"/>
                    <a:pt x="14283" y="36229"/>
                    <a:pt x="14555" y="35638"/>
                  </a:cubicBezTo>
                  <a:close/>
                  <a:moveTo>
                    <a:pt x="12261" y="0"/>
                  </a:moveTo>
                  <a:cubicBezTo>
                    <a:pt x="11797" y="0"/>
                    <a:pt x="11332" y="98"/>
                    <a:pt x="10881" y="324"/>
                  </a:cubicBezTo>
                  <a:cubicBezTo>
                    <a:pt x="9249" y="1140"/>
                    <a:pt x="8661" y="2681"/>
                    <a:pt x="8752" y="4357"/>
                  </a:cubicBezTo>
                  <a:cubicBezTo>
                    <a:pt x="8030" y="3885"/>
                    <a:pt x="7227" y="3563"/>
                    <a:pt x="6424" y="3563"/>
                  </a:cubicBezTo>
                  <a:cubicBezTo>
                    <a:pt x="5764" y="3563"/>
                    <a:pt x="5104" y="3781"/>
                    <a:pt x="4490" y="4313"/>
                  </a:cubicBezTo>
                  <a:cubicBezTo>
                    <a:pt x="3040" y="5535"/>
                    <a:pt x="3674" y="7487"/>
                    <a:pt x="4672" y="8756"/>
                  </a:cubicBezTo>
                  <a:cubicBezTo>
                    <a:pt x="2224" y="8756"/>
                    <a:pt x="0" y="10069"/>
                    <a:pt x="1360" y="12880"/>
                  </a:cubicBezTo>
                  <a:cubicBezTo>
                    <a:pt x="2042" y="14240"/>
                    <a:pt x="3446" y="15103"/>
                    <a:pt x="4853" y="15509"/>
                  </a:cubicBezTo>
                  <a:cubicBezTo>
                    <a:pt x="5216" y="15600"/>
                    <a:pt x="5622" y="15647"/>
                    <a:pt x="5985" y="15647"/>
                  </a:cubicBezTo>
                  <a:cubicBezTo>
                    <a:pt x="6122" y="15647"/>
                    <a:pt x="5985" y="17323"/>
                    <a:pt x="5985" y="17504"/>
                  </a:cubicBezTo>
                  <a:cubicBezTo>
                    <a:pt x="5894" y="19183"/>
                    <a:pt x="5803" y="20859"/>
                    <a:pt x="5350" y="22491"/>
                  </a:cubicBezTo>
                  <a:cubicBezTo>
                    <a:pt x="5259" y="22447"/>
                    <a:pt x="5169" y="22400"/>
                    <a:pt x="5034" y="22357"/>
                  </a:cubicBezTo>
                  <a:cubicBezTo>
                    <a:pt x="4994" y="22349"/>
                    <a:pt x="4955" y="22345"/>
                    <a:pt x="4918" y="22345"/>
                  </a:cubicBezTo>
                  <a:cubicBezTo>
                    <a:pt x="4073" y="22345"/>
                    <a:pt x="3990" y="24235"/>
                    <a:pt x="3990" y="24714"/>
                  </a:cubicBezTo>
                  <a:cubicBezTo>
                    <a:pt x="3946" y="25755"/>
                    <a:pt x="3990" y="27978"/>
                    <a:pt x="5034" y="28613"/>
                  </a:cubicBezTo>
                  <a:cubicBezTo>
                    <a:pt x="5352" y="28797"/>
                    <a:pt x="5638" y="28890"/>
                    <a:pt x="5884" y="28890"/>
                  </a:cubicBezTo>
                  <a:cubicBezTo>
                    <a:pt x="6060" y="28890"/>
                    <a:pt x="6216" y="28842"/>
                    <a:pt x="6347" y="28747"/>
                  </a:cubicBezTo>
                  <a:cubicBezTo>
                    <a:pt x="7120" y="32874"/>
                    <a:pt x="10475" y="34778"/>
                    <a:pt x="14326" y="35595"/>
                  </a:cubicBezTo>
                  <a:cubicBezTo>
                    <a:pt x="12741" y="37723"/>
                    <a:pt x="11425" y="39675"/>
                    <a:pt x="10518" y="42257"/>
                  </a:cubicBezTo>
                  <a:cubicBezTo>
                    <a:pt x="9521" y="45206"/>
                    <a:pt x="9024" y="48332"/>
                    <a:pt x="8208" y="51324"/>
                  </a:cubicBezTo>
                  <a:cubicBezTo>
                    <a:pt x="8153" y="51516"/>
                    <a:pt x="8279" y="51642"/>
                    <a:pt x="8418" y="51642"/>
                  </a:cubicBezTo>
                  <a:cubicBezTo>
                    <a:pt x="8509" y="51642"/>
                    <a:pt x="8606" y="51587"/>
                    <a:pt x="8661" y="51462"/>
                  </a:cubicBezTo>
                  <a:cubicBezTo>
                    <a:pt x="9793" y="48832"/>
                    <a:pt x="9974" y="45750"/>
                    <a:pt x="10837" y="42982"/>
                  </a:cubicBezTo>
                  <a:cubicBezTo>
                    <a:pt x="11334" y="41397"/>
                    <a:pt x="11925" y="39900"/>
                    <a:pt x="12741" y="38496"/>
                  </a:cubicBezTo>
                  <a:cubicBezTo>
                    <a:pt x="12966" y="38086"/>
                    <a:pt x="13195" y="37723"/>
                    <a:pt x="13467" y="37361"/>
                  </a:cubicBezTo>
                  <a:cubicBezTo>
                    <a:pt x="13467" y="37361"/>
                    <a:pt x="13467" y="37408"/>
                    <a:pt x="13510" y="37451"/>
                  </a:cubicBezTo>
                  <a:cubicBezTo>
                    <a:pt x="13920" y="37861"/>
                    <a:pt x="14326" y="38224"/>
                    <a:pt x="14780" y="38587"/>
                  </a:cubicBezTo>
                  <a:cubicBezTo>
                    <a:pt x="14806" y="38599"/>
                    <a:pt x="14832" y="38605"/>
                    <a:pt x="14858" y="38605"/>
                  </a:cubicBezTo>
                  <a:cubicBezTo>
                    <a:pt x="14919" y="38605"/>
                    <a:pt x="14975" y="38573"/>
                    <a:pt x="15008" y="38539"/>
                  </a:cubicBezTo>
                  <a:cubicBezTo>
                    <a:pt x="16049" y="39265"/>
                    <a:pt x="17184" y="39900"/>
                    <a:pt x="18316" y="40444"/>
                  </a:cubicBezTo>
                  <a:cubicBezTo>
                    <a:pt x="18134" y="43029"/>
                    <a:pt x="18225" y="45612"/>
                    <a:pt x="18182" y="48198"/>
                  </a:cubicBezTo>
                  <a:cubicBezTo>
                    <a:pt x="18182" y="50555"/>
                    <a:pt x="18316" y="52913"/>
                    <a:pt x="17409" y="55132"/>
                  </a:cubicBezTo>
                  <a:cubicBezTo>
                    <a:pt x="17348" y="55286"/>
                    <a:pt x="17514" y="55419"/>
                    <a:pt x="17670" y="55419"/>
                  </a:cubicBezTo>
                  <a:cubicBezTo>
                    <a:pt x="17746" y="55419"/>
                    <a:pt x="17819" y="55388"/>
                    <a:pt x="17862" y="55314"/>
                  </a:cubicBezTo>
                  <a:cubicBezTo>
                    <a:pt x="18816" y="53457"/>
                    <a:pt x="18678" y="51143"/>
                    <a:pt x="18635" y="49148"/>
                  </a:cubicBezTo>
                  <a:cubicBezTo>
                    <a:pt x="18635" y="46294"/>
                    <a:pt x="18769" y="43436"/>
                    <a:pt x="18588" y="40581"/>
                  </a:cubicBezTo>
                  <a:lnTo>
                    <a:pt x="18588" y="40581"/>
                  </a:lnTo>
                  <a:cubicBezTo>
                    <a:pt x="18726" y="40625"/>
                    <a:pt x="18816" y="40672"/>
                    <a:pt x="18950" y="40716"/>
                  </a:cubicBezTo>
                  <a:cubicBezTo>
                    <a:pt x="18970" y="40722"/>
                    <a:pt x="18989" y="40725"/>
                    <a:pt x="19008" y="40725"/>
                  </a:cubicBezTo>
                  <a:cubicBezTo>
                    <a:pt x="19123" y="40725"/>
                    <a:pt x="19222" y="40612"/>
                    <a:pt x="19222" y="40534"/>
                  </a:cubicBezTo>
                  <a:lnTo>
                    <a:pt x="19222" y="39900"/>
                  </a:lnTo>
                  <a:cubicBezTo>
                    <a:pt x="20377" y="40165"/>
                    <a:pt x="21672" y="40379"/>
                    <a:pt x="22952" y="40379"/>
                  </a:cubicBezTo>
                  <a:cubicBezTo>
                    <a:pt x="24085" y="40379"/>
                    <a:pt x="25205" y="40211"/>
                    <a:pt x="26204" y="39765"/>
                  </a:cubicBezTo>
                  <a:cubicBezTo>
                    <a:pt x="28246" y="43980"/>
                    <a:pt x="28881" y="48785"/>
                    <a:pt x="29878" y="53319"/>
                  </a:cubicBezTo>
                  <a:cubicBezTo>
                    <a:pt x="29913" y="53457"/>
                    <a:pt x="30013" y="53516"/>
                    <a:pt x="30120" y="53516"/>
                  </a:cubicBezTo>
                  <a:cubicBezTo>
                    <a:pt x="30292" y="53516"/>
                    <a:pt x="30478" y="53362"/>
                    <a:pt x="30422" y="53137"/>
                  </a:cubicBezTo>
                  <a:cubicBezTo>
                    <a:pt x="29425" y="48560"/>
                    <a:pt x="28743" y="43798"/>
                    <a:pt x="26385" y="39675"/>
                  </a:cubicBezTo>
                  <a:cubicBezTo>
                    <a:pt x="26433" y="39675"/>
                    <a:pt x="26523" y="39628"/>
                    <a:pt x="26567" y="39584"/>
                  </a:cubicBezTo>
                  <a:cubicBezTo>
                    <a:pt x="26614" y="39584"/>
                    <a:pt x="26657" y="39537"/>
                    <a:pt x="26657" y="39493"/>
                  </a:cubicBezTo>
                  <a:cubicBezTo>
                    <a:pt x="28471" y="38721"/>
                    <a:pt x="29878" y="36592"/>
                    <a:pt x="30828" y="34960"/>
                  </a:cubicBezTo>
                  <a:cubicBezTo>
                    <a:pt x="31963" y="37227"/>
                    <a:pt x="33233" y="39403"/>
                    <a:pt x="34364" y="41669"/>
                  </a:cubicBezTo>
                  <a:cubicBezTo>
                    <a:pt x="35634" y="44342"/>
                    <a:pt x="36497" y="47200"/>
                    <a:pt x="37357" y="50011"/>
                  </a:cubicBezTo>
                  <a:cubicBezTo>
                    <a:pt x="37411" y="50136"/>
                    <a:pt x="37516" y="50191"/>
                    <a:pt x="37613" y="50191"/>
                  </a:cubicBezTo>
                  <a:cubicBezTo>
                    <a:pt x="37761" y="50191"/>
                    <a:pt x="37893" y="50066"/>
                    <a:pt x="37810" y="49873"/>
                  </a:cubicBezTo>
                  <a:cubicBezTo>
                    <a:pt x="36087" y="44433"/>
                    <a:pt x="34049" y="39493"/>
                    <a:pt x="30828" y="34641"/>
                  </a:cubicBezTo>
                  <a:cubicBezTo>
                    <a:pt x="33324" y="33553"/>
                    <a:pt x="35271" y="31696"/>
                    <a:pt x="35815" y="28747"/>
                  </a:cubicBezTo>
                  <a:cubicBezTo>
                    <a:pt x="35948" y="28842"/>
                    <a:pt x="36104" y="28890"/>
                    <a:pt x="36281" y="28890"/>
                  </a:cubicBezTo>
                  <a:cubicBezTo>
                    <a:pt x="36528" y="28890"/>
                    <a:pt x="36814" y="28797"/>
                    <a:pt x="37132" y="28613"/>
                  </a:cubicBezTo>
                  <a:cubicBezTo>
                    <a:pt x="38220" y="27978"/>
                    <a:pt x="38263" y="25755"/>
                    <a:pt x="38220" y="24714"/>
                  </a:cubicBezTo>
                  <a:cubicBezTo>
                    <a:pt x="38174" y="24225"/>
                    <a:pt x="38131" y="22354"/>
                    <a:pt x="37283" y="22354"/>
                  </a:cubicBezTo>
                  <a:cubicBezTo>
                    <a:pt x="37263" y="22354"/>
                    <a:pt x="37243" y="22355"/>
                    <a:pt x="37222" y="22357"/>
                  </a:cubicBezTo>
                  <a:cubicBezTo>
                    <a:pt x="37222" y="21994"/>
                    <a:pt x="37222" y="21631"/>
                    <a:pt x="37175" y="21269"/>
                  </a:cubicBezTo>
                  <a:cubicBezTo>
                    <a:pt x="37494" y="19045"/>
                    <a:pt x="37266" y="16735"/>
                    <a:pt x="37041" y="14512"/>
                  </a:cubicBezTo>
                  <a:cubicBezTo>
                    <a:pt x="36950" y="13380"/>
                    <a:pt x="39126" y="13290"/>
                    <a:pt x="39670" y="12474"/>
                  </a:cubicBezTo>
                  <a:cubicBezTo>
                    <a:pt x="40258" y="11610"/>
                    <a:pt x="39670" y="10298"/>
                    <a:pt x="38854" y="9706"/>
                  </a:cubicBezTo>
                  <a:cubicBezTo>
                    <a:pt x="38225" y="9249"/>
                    <a:pt x="37506" y="9027"/>
                    <a:pt x="36776" y="9027"/>
                  </a:cubicBezTo>
                  <a:cubicBezTo>
                    <a:pt x="36349" y="9027"/>
                    <a:pt x="35918" y="9103"/>
                    <a:pt x="35500" y="9253"/>
                  </a:cubicBezTo>
                  <a:cubicBezTo>
                    <a:pt x="35362" y="7668"/>
                    <a:pt x="34321" y="6308"/>
                    <a:pt x="32823" y="5673"/>
                  </a:cubicBezTo>
                  <a:cubicBezTo>
                    <a:pt x="32506" y="5540"/>
                    <a:pt x="32221" y="5480"/>
                    <a:pt x="31968" y="5480"/>
                  </a:cubicBezTo>
                  <a:cubicBezTo>
                    <a:pt x="30843" y="5480"/>
                    <a:pt x="30331" y="6657"/>
                    <a:pt x="30331" y="7802"/>
                  </a:cubicBezTo>
                  <a:cubicBezTo>
                    <a:pt x="28611" y="7557"/>
                    <a:pt x="26891" y="7484"/>
                    <a:pt x="25163" y="7484"/>
                  </a:cubicBezTo>
                  <a:cubicBezTo>
                    <a:pt x="23704" y="7484"/>
                    <a:pt x="22239" y="7536"/>
                    <a:pt x="20764" y="7577"/>
                  </a:cubicBezTo>
                  <a:cubicBezTo>
                    <a:pt x="20598" y="7577"/>
                    <a:pt x="19969" y="7639"/>
                    <a:pt x="19389" y="7639"/>
                  </a:cubicBezTo>
                  <a:cubicBezTo>
                    <a:pt x="18865" y="7639"/>
                    <a:pt x="18381" y="7589"/>
                    <a:pt x="18316" y="7396"/>
                  </a:cubicBezTo>
                  <a:cubicBezTo>
                    <a:pt x="18134" y="6761"/>
                    <a:pt x="18000" y="6127"/>
                    <a:pt x="17819" y="5492"/>
                  </a:cubicBezTo>
                  <a:cubicBezTo>
                    <a:pt x="17500" y="4357"/>
                    <a:pt x="17094" y="3178"/>
                    <a:pt x="16368" y="2271"/>
                  </a:cubicBezTo>
                  <a:cubicBezTo>
                    <a:pt x="15420" y="1149"/>
                    <a:pt x="13848" y="0"/>
                    <a:pt x="12261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6"/>
            <p:cNvSpPr/>
            <p:nvPr/>
          </p:nvSpPr>
          <p:spPr>
            <a:xfrm>
              <a:off x="4371575" y="2580169"/>
              <a:ext cx="52298" cy="152163"/>
            </a:xfrm>
            <a:custGeom>
              <a:rect b="b" l="l" r="r" t="t"/>
              <a:pathLst>
                <a:path extrusionOk="0" h="4888" w="1680">
                  <a:moveTo>
                    <a:pt x="1087" y="0"/>
                  </a:moveTo>
                  <a:cubicBezTo>
                    <a:pt x="1015" y="0"/>
                    <a:pt x="945" y="37"/>
                    <a:pt x="907" y="113"/>
                  </a:cubicBezTo>
                  <a:cubicBezTo>
                    <a:pt x="773" y="294"/>
                    <a:pt x="682" y="428"/>
                    <a:pt x="635" y="610"/>
                  </a:cubicBezTo>
                  <a:cubicBezTo>
                    <a:pt x="592" y="610"/>
                    <a:pt x="545" y="657"/>
                    <a:pt x="545" y="700"/>
                  </a:cubicBezTo>
                  <a:cubicBezTo>
                    <a:pt x="545" y="791"/>
                    <a:pt x="501" y="882"/>
                    <a:pt x="501" y="929"/>
                  </a:cubicBezTo>
                  <a:cubicBezTo>
                    <a:pt x="410" y="1244"/>
                    <a:pt x="320" y="1607"/>
                    <a:pt x="320" y="1926"/>
                  </a:cubicBezTo>
                  <a:cubicBezTo>
                    <a:pt x="138" y="2604"/>
                    <a:pt x="1" y="3286"/>
                    <a:pt x="138" y="3965"/>
                  </a:cubicBezTo>
                  <a:cubicBezTo>
                    <a:pt x="210" y="4287"/>
                    <a:pt x="505" y="4887"/>
                    <a:pt x="893" y="4887"/>
                  </a:cubicBezTo>
                  <a:cubicBezTo>
                    <a:pt x="998" y="4887"/>
                    <a:pt x="1110" y="4843"/>
                    <a:pt x="1226" y="4737"/>
                  </a:cubicBezTo>
                  <a:cubicBezTo>
                    <a:pt x="1680" y="4237"/>
                    <a:pt x="1633" y="3239"/>
                    <a:pt x="1633" y="2652"/>
                  </a:cubicBezTo>
                  <a:cubicBezTo>
                    <a:pt x="1633" y="1836"/>
                    <a:pt x="1589" y="929"/>
                    <a:pt x="1317" y="204"/>
                  </a:cubicBezTo>
                  <a:cubicBezTo>
                    <a:pt x="1290" y="71"/>
                    <a:pt x="1186" y="0"/>
                    <a:pt x="1087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6"/>
            <p:cNvSpPr/>
            <p:nvPr/>
          </p:nvSpPr>
          <p:spPr>
            <a:xfrm>
              <a:off x="4816174" y="2580169"/>
              <a:ext cx="52205" cy="152163"/>
            </a:xfrm>
            <a:custGeom>
              <a:rect b="b" l="l" r="r" t="t"/>
              <a:pathLst>
                <a:path extrusionOk="0" h="4888" w="1677">
                  <a:moveTo>
                    <a:pt x="1063" y="0"/>
                  </a:moveTo>
                  <a:cubicBezTo>
                    <a:pt x="991" y="0"/>
                    <a:pt x="918" y="37"/>
                    <a:pt x="861" y="113"/>
                  </a:cubicBezTo>
                  <a:cubicBezTo>
                    <a:pt x="770" y="294"/>
                    <a:pt x="679" y="428"/>
                    <a:pt x="589" y="610"/>
                  </a:cubicBezTo>
                  <a:cubicBezTo>
                    <a:pt x="545" y="610"/>
                    <a:pt x="498" y="657"/>
                    <a:pt x="498" y="700"/>
                  </a:cubicBezTo>
                  <a:cubicBezTo>
                    <a:pt x="498" y="791"/>
                    <a:pt x="498" y="882"/>
                    <a:pt x="454" y="929"/>
                  </a:cubicBezTo>
                  <a:cubicBezTo>
                    <a:pt x="364" y="1244"/>
                    <a:pt x="317" y="1607"/>
                    <a:pt x="273" y="1926"/>
                  </a:cubicBezTo>
                  <a:cubicBezTo>
                    <a:pt x="135" y="2604"/>
                    <a:pt x="1" y="3286"/>
                    <a:pt x="135" y="3965"/>
                  </a:cubicBezTo>
                  <a:cubicBezTo>
                    <a:pt x="172" y="4287"/>
                    <a:pt x="488" y="4887"/>
                    <a:pt x="864" y="4887"/>
                  </a:cubicBezTo>
                  <a:cubicBezTo>
                    <a:pt x="966" y="4887"/>
                    <a:pt x="1073" y="4843"/>
                    <a:pt x="1180" y="4737"/>
                  </a:cubicBezTo>
                  <a:cubicBezTo>
                    <a:pt x="1677" y="4237"/>
                    <a:pt x="1586" y="3239"/>
                    <a:pt x="1586" y="2652"/>
                  </a:cubicBezTo>
                  <a:cubicBezTo>
                    <a:pt x="1586" y="1836"/>
                    <a:pt x="1542" y="929"/>
                    <a:pt x="1314" y="204"/>
                  </a:cubicBezTo>
                  <a:cubicBezTo>
                    <a:pt x="1261" y="71"/>
                    <a:pt x="1163" y="0"/>
                    <a:pt x="1063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6"/>
            <p:cNvSpPr/>
            <p:nvPr/>
          </p:nvSpPr>
          <p:spPr>
            <a:xfrm>
              <a:off x="4600194" y="2585181"/>
              <a:ext cx="66431" cy="174235"/>
            </a:xfrm>
            <a:custGeom>
              <a:rect b="b" l="l" r="r" t="t"/>
              <a:pathLst>
                <a:path extrusionOk="0" h="5597" w="2134">
                  <a:moveTo>
                    <a:pt x="340" y="1"/>
                  </a:moveTo>
                  <a:cubicBezTo>
                    <a:pt x="284" y="1"/>
                    <a:pt x="229" y="36"/>
                    <a:pt x="229" y="86"/>
                  </a:cubicBezTo>
                  <a:cubicBezTo>
                    <a:pt x="92" y="1765"/>
                    <a:pt x="1" y="3579"/>
                    <a:pt x="229" y="5254"/>
                  </a:cubicBezTo>
                  <a:cubicBezTo>
                    <a:pt x="229" y="5345"/>
                    <a:pt x="364" y="5436"/>
                    <a:pt x="454" y="5483"/>
                  </a:cubicBezTo>
                  <a:cubicBezTo>
                    <a:pt x="740" y="5540"/>
                    <a:pt x="1025" y="5597"/>
                    <a:pt x="1311" y="5597"/>
                  </a:cubicBezTo>
                  <a:cubicBezTo>
                    <a:pt x="1479" y="5597"/>
                    <a:pt x="1647" y="5577"/>
                    <a:pt x="1814" y="5526"/>
                  </a:cubicBezTo>
                  <a:cubicBezTo>
                    <a:pt x="2133" y="5436"/>
                    <a:pt x="2086" y="5029"/>
                    <a:pt x="1771" y="4982"/>
                  </a:cubicBezTo>
                  <a:cubicBezTo>
                    <a:pt x="1646" y="4982"/>
                    <a:pt x="1518" y="4993"/>
                    <a:pt x="1395" y="4993"/>
                  </a:cubicBezTo>
                  <a:cubicBezTo>
                    <a:pt x="1073" y="4993"/>
                    <a:pt x="792" y="4920"/>
                    <a:pt x="726" y="4395"/>
                  </a:cubicBezTo>
                  <a:cubicBezTo>
                    <a:pt x="683" y="3894"/>
                    <a:pt x="683" y="3350"/>
                    <a:pt x="683" y="2853"/>
                  </a:cubicBezTo>
                  <a:cubicBezTo>
                    <a:pt x="636" y="1899"/>
                    <a:pt x="683" y="993"/>
                    <a:pt x="454" y="86"/>
                  </a:cubicBezTo>
                  <a:cubicBezTo>
                    <a:pt x="435" y="25"/>
                    <a:pt x="387" y="1"/>
                    <a:pt x="34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6"/>
            <p:cNvSpPr/>
            <p:nvPr/>
          </p:nvSpPr>
          <p:spPr>
            <a:xfrm>
              <a:off x="4283010" y="2802809"/>
              <a:ext cx="694106" cy="158234"/>
            </a:xfrm>
            <a:custGeom>
              <a:rect b="b" l="l" r="r" t="t"/>
              <a:pathLst>
                <a:path extrusionOk="0" h="5083" w="22297">
                  <a:moveTo>
                    <a:pt x="21889" y="0"/>
                  </a:moveTo>
                  <a:cubicBezTo>
                    <a:pt x="21824" y="0"/>
                    <a:pt x="21760" y="23"/>
                    <a:pt x="21705" y="77"/>
                  </a:cubicBezTo>
                  <a:cubicBezTo>
                    <a:pt x="18713" y="3069"/>
                    <a:pt x="15587" y="4385"/>
                    <a:pt x="11325" y="4385"/>
                  </a:cubicBezTo>
                  <a:cubicBezTo>
                    <a:pt x="7426" y="4385"/>
                    <a:pt x="3799" y="3159"/>
                    <a:pt x="173" y="1890"/>
                  </a:cubicBezTo>
                  <a:cubicBezTo>
                    <a:pt x="163" y="1885"/>
                    <a:pt x="153" y="1883"/>
                    <a:pt x="144" y="1883"/>
                  </a:cubicBezTo>
                  <a:cubicBezTo>
                    <a:pt x="65" y="1883"/>
                    <a:pt x="1" y="2033"/>
                    <a:pt x="82" y="2071"/>
                  </a:cubicBezTo>
                  <a:cubicBezTo>
                    <a:pt x="3166" y="3753"/>
                    <a:pt x="7640" y="5082"/>
                    <a:pt x="11891" y="5082"/>
                  </a:cubicBezTo>
                  <a:cubicBezTo>
                    <a:pt x="16014" y="5082"/>
                    <a:pt x="19926" y="3832"/>
                    <a:pt x="22158" y="439"/>
                  </a:cubicBezTo>
                  <a:cubicBezTo>
                    <a:pt x="22296" y="232"/>
                    <a:pt x="22094" y="0"/>
                    <a:pt x="21889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4081257" y="2337918"/>
              <a:ext cx="102698" cy="22974"/>
            </a:xfrm>
            <a:custGeom>
              <a:rect b="b" l="l" r="r" t="t"/>
              <a:pathLst>
                <a:path extrusionOk="0" h="738" w="3299">
                  <a:moveTo>
                    <a:pt x="170" y="0"/>
                  </a:moveTo>
                  <a:cubicBezTo>
                    <a:pt x="28" y="0"/>
                    <a:pt x="0" y="196"/>
                    <a:pt x="125" y="279"/>
                  </a:cubicBezTo>
                  <a:cubicBezTo>
                    <a:pt x="996" y="528"/>
                    <a:pt x="1945" y="737"/>
                    <a:pt x="2865" y="737"/>
                  </a:cubicBezTo>
                  <a:cubicBezTo>
                    <a:pt x="2950" y="737"/>
                    <a:pt x="3034" y="736"/>
                    <a:pt x="3118" y="732"/>
                  </a:cubicBezTo>
                  <a:cubicBezTo>
                    <a:pt x="3252" y="732"/>
                    <a:pt x="3299" y="503"/>
                    <a:pt x="3161" y="503"/>
                  </a:cubicBezTo>
                  <a:cubicBezTo>
                    <a:pt x="2164" y="322"/>
                    <a:pt x="1166" y="322"/>
                    <a:pt x="216" y="7"/>
                  </a:cubicBezTo>
                  <a:cubicBezTo>
                    <a:pt x="199" y="2"/>
                    <a:pt x="184" y="0"/>
                    <a:pt x="170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4149930" y="2180994"/>
              <a:ext cx="109048" cy="87600"/>
            </a:xfrm>
            <a:custGeom>
              <a:rect b="b" l="l" r="r" t="t"/>
              <a:pathLst>
                <a:path extrusionOk="0" h="2814" w="3503">
                  <a:moveTo>
                    <a:pt x="274" y="0"/>
                  </a:moveTo>
                  <a:cubicBezTo>
                    <a:pt x="126" y="0"/>
                    <a:pt x="1" y="183"/>
                    <a:pt x="139" y="286"/>
                  </a:cubicBezTo>
                  <a:cubicBezTo>
                    <a:pt x="1136" y="1149"/>
                    <a:pt x="1952" y="2190"/>
                    <a:pt x="3131" y="2781"/>
                  </a:cubicBezTo>
                  <a:cubicBezTo>
                    <a:pt x="3170" y="2803"/>
                    <a:pt x="3207" y="2813"/>
                    <a:pt x="3241" y="2813"/>
                  </a:cubicBezTo>
                  <a:cubicBezTo>
                    <a:pt x="3409" y="2813"/>
                    <a:pt x="3502" y="2576"/>
                    <a:pt x="3312" y="2462"/>
                  </a:cubicBezTo>
                  <a:cubicBezTo>
                    <a:pt x="2272" y="1736"/>
                    <a:pt x="1365" y="830"/>
                    <a:pt x="411" y="61"/>
                  </a:cubicBezTo>
                  <a:cubicBezTo>
                    <a:pt x="368" y="18"/>
                    <a:pt x="320" y="0"/>
                    <a:pt x="27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4328273" y="2085737"/>
              <a:ext cx="43613" cy="116395"/>
            </a:xfrm>
            <a:custGeom>
              <a:rect b="b" l="l" r="r" t="t"/>
              <a:pathLst>
                <a:path extrusionOk="0" h="3739" w="1401">
                  <a:moveTo>
                    <a:pt x="148" y="0"/>
                  </a:moveTo>
                  <a:cubicBezTo>
                    <a:pt x="82" y="0"/>
                    <a:pt x="1" y="64"/>
                    <a:pt x="32" y="129"/>
                  </a:cubicBezTo>
                  <a:cubicBezTo>
                    <a:pt x="394" y="1260"/>
                    <a:pt x="576" y="2439"/>
                    <a:pt x="938" y="3574"/>
                  </a:cubicBezTo>
                  <a:cubicBezTo>
                    <a:pt x="976" y="3688"/>
                    <a:pt x="1070" y="3738"/>
                    <a:pt x="1160" y="3738"/>
                  </a:cubicBezTo>
                  <a:cubicBezTo>
                    <a:pt x="1284" y="3738"/>
                    <a:pt x="1401" y="3641"/>
                    <a:pt x="1348" y="3483"/>
                  </a:cubicBezTo>
                  <a:cubicBezTo>
                    <a:pt x="1029" y="2348"/>
                    <a:pt x="713" y="1169"/>
                    <a:pt x="213" y="38"/>
                  </a:cubicBezTo>
                  <a:cubicBezTo>
                    <a:pt x="200" y="11"/>
                    <a:pt x="176" y="0"/>
                    <a:pt x="148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6"/>
            <p:cNvSpPr/>
            <p:nvPr/>
          </p:nvSpPr>
          <p:spPr>
            <a:xfrm>
              <a:off x="4947044" y="2245090"/>
              <a:ext cx="34554" cy="50742"/>
            </a:xfrm>
            <a:custGeom>
              <a:rect b="b" l="l" r="r" t="t"/>
              <a:pathLst>
                <a:path extrusionOk="0" h="1630" w="1110">
                  <a:moveTo>
                    <a:pt x="888" y="1"/>
                  </a:moveTo>
                  <a:cubicBezTo>
                    <a:pt x="810" y="1"/>
                    <a:pt x="730" y="40"/>
                    <a:pt x="693" y="131"/>
                  </a:cubicBezTo>
                  <a:cubicBezTo>
                    <a:pt x="512" y="540"/>
                    <a:pt x="374" y="994"/>
                    <a:pt x="102" y="1356"/>
                  </a:cubicBezTo>
                  <a:cubicBezTo>
                    <a:pt x="1" y="1493"/>
                    <a:pt x="130" y="1630"/>
                    <a:pt x="258" y="1630"/>
                  </a:cubicBezTo>
                  <a:cubicBezTo>
                    <a:pt x="300" y="1630"/>
                    <a:pt x="341" y="1615"/>
                    <a:pt x="374" y="1581"/>
                  </a:cubicBezTo>
                  <a:cubicBezTo>
                    <a:pt x="693" y="1175"/>
                    <a:pt x="918" y="722"/>
                    <a:pt x="1056" y="221"/>
                  </a:cubicBezTo>
                  <a:cubicBezTo>
                    <a:pt x="1110" y="87"/>
                    <a:pt x="1003" y="1"/>
                    <a:pt x="888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6"/>
            <p:cNvSpPr/>
            <p:nvPr/>
          </p:nvSpPr>
          <p:spPr>
            <a:xfrm>
              <a:off x="5027328" y="2319583"/>
              <a:ext cx="73560" cy="37294"/>
            </a:xfrm>
            <a:custGeom>
              <a:rect b="b" l="l" r="r" t="t"/>
              <a:pathLst>
                <a:path extrusionOk="0" h="1198" w="2363">
                  <a:moveTo>
                    <a:pt x="2050" y="1"/>
                  </a:moveTo>
                  <a:cubicBezTo>
                    <a:pt x="2038" y="1"/>
                    <a:pt x="2026" y="2"/>
                    <a:pt x="2013" y="4"/>
                  </a:cubicBezTo>
                  <a:cubicBezTo>
                    <a:pt x="1378" y="186"/>
                    <a:pt x="834" y="505"/>
                    <a:pt x="243" y="777"/>
                  </a:cubicBezTo>
                  <a:cubicBezTo>
                    <a:pt x="1" y="896"/>
                    <a:pt x="156" y="1197"/>
                    <a:pt x="385" y="1197"/>
                  </a:cubicBezTo>
                  <a:cubicBezTo>
                    <a:pt x="413" y="1197"/>
                    <a:pt x="442" y="1193"/>
                    <a:pt x="472" y="1183"/>
                  </a:cubicBezTo>
                  <a:cubicBezTo>
                    <a:pt x="1059" y="958"/>
                    <a:pt x="1650" y="730"/>
                    <a:pt x="2147" y="458"/>
                  </a:cubicBezTo>
                  <a:cubicBezTo>
                    <a:pt x="2363" y="331"/>
                    <a:pt x="2252" y="1"/>
                    <a:pt x="205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>
              <a:off x="4402612" y="2289979"/>
              <a:ext cx="450295" cy="14974"/>
            </a:xfrm>
            <a:custGeom>
              <a:rect b="b" l="l" r="r" t="t"/>
              <a:pathLst>
                <a:path extrusionOk="0" h="481" w="14465">
                  <a:moveTo>
                    <a:pt x="10532" y="0"/>
                  </a:moveTo>
                  <a:cubicBezTo>
                    <a:pt x="7055" y="0"/>
                    <a:pt x="3584" y="107"/>
                    <a:pt x="139" y="139"/>
                  </a:cubicBezTo>
                  <a:cubicBezTo>
                    <a:pt x="1" y="139"/>
                    <a:pt x="1" y="321"/>
                    <a:pt x="139" y="321"/>
                  </a:cubicBezTo>
                  <a:cubicBezTo>
                    <a:pt x="3503" y="355"/>
                    <a:pt x="6892" y="481"/>
                    <a:pt x="10287" y="481"/>
                  </a:cubicBezTo>
                  <a:cubicBezTo>
                    <a:pt x="11603" y="481"/>
                    <a:pt x="12919" y="462"/>
                    <a:pt x="14236" y="411"/>
                  </a:cubicBezTo>
                  <a:cubicBezTo>
                    <a:pt x="14465" y="411"/>
                    <a:pt x="14465" y="96"/>
                    <a:pt x="14236" y="49"/>
                  </a:cubicBezTo>
                  <a:cubicBezTo>
                    <a:pt x="13001" y="14"/>
                    <a:pt x="11766" y="0"/>
                    <a:pt x="10532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>
              <a:off x="4303836" y="2333560"/>
              <a:ext cx="601245" cy="16219"/>
            </a:xfrm>
            <a:custGeom>
              <a:rect b="b" l="l" r="r" t="t"/>
              <a:pathLst>
                <a:path extrusionOk="0" h="521" w="19314">
                  <a:moveTo>
                    <a:pt x="16473" y="0"/>
                  </a:moveTo>
                  <a:cubicBezTo>
                    <a:pt x="11012" y="0"/>
                    <a:pt x="5559" y="112"/>
                    <a:pt x="138" y="190"/>
                  </a:cubicBezTo>
                  <a:cubicBezTo>
                    <a:pt x="1" y="190"/>
                    <a:pt x="1" y="371"/>
                    <a:pt x="138" y="371"/>
                  </a:cubicBezTo>
                  <a:cubicBezTo>
                    <a:pt x="5281" y="446"/>
                    <a:pt x="10453" y="520"/>
                    <a:pt x="15632" y="520"/>
                  </a:cubicBezTo>
                  <a:cubicBezTo>
                    <a:pt x="16754" y="520"/>
                    <a:pt x="17876" y="517"/>
                    <a:pt x="18998" y="509"/>
                  </a:cubicBezTo>
                  <a:cubicBezTo>
                    <a:pt x="19313" y="509"/>
                    <a:pt x="19313" y="9"/>
                    <a:pt x="18998" y="9"/>
                  </a:cubicBezTo>
                  <a:cubicBezTo>
                    <a:pt x="18156" y="3"/>
                    <a:pt x="17314" y="0"/>
                    <a:pt x="16473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>
              <a:off x="5011141" y="2498703"/>
              <a:ext cx="31846" cy="17526"/>
            </a:xfrm>
            <a:custGeom>
              <a:rect b="b" l="l" r="r" t="t"/>
              <a:pathLst>
                <a:path extrusionOk="0" h="563" w="1023">
                  <a:moveTo>
                    <a:pt x="892" y="0"/>
                  </a:moveTo>
                  <a:cubicBezTo>
                    <a:pt x="880" y="0"/>
                    <a:pt x="867" y="3"/>
                    <a:pt x="854" y="10"/>
                  </a:cubicBezTo>
                  <a:cubicBezTo>
                    <a:pt x="582" y="53"/>
                    <a:pt x="310" y="235"/>
                    <a:pt x="38" y="416"/>
                  </a:cubicBezTo>
                  <a:cubicBezTo>
                    <a:pt x="0" y="457"/>
                    <a:pt x="27" y="562"/>
                    <a:pt x="94" y="562"/>
                  </a:cubicBezTo>
                  <a:cubicBezTo>
                    <a:pt x="105" y="562"/>
                    <a:pt x="116" y="560"/>
                    <a:pt x="128" y="554"/>
                  </a:cubicBezTo>
                  <a:cubicBezTo>
                    <a:pt x="400" y="372"/>
                    <a:pt x="672" y="282"/>
                    <a:pt x="944" y="144"/>
                  </a:cubicBezTo>
                  <a:cubicBezTo>
                    <a:pt x="1022" y="107"/>
                    <a:pt x="967" y="0"/>
                    <a:pt x="892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>
              <a:off x="4805590" y="3237908"/>
              <a:ext cx="23285" cy="23846"/>
            </a:xfrm>
            <a:custGeom>
              <a:rect b="b" l="l" r="r" t="t"/>
              <a:pathLst>
                <a:path extrusionOk="0" h="766" w="748">
                  <a:moveTo>
                    <a:pt x="355" y="1"/>
                  </a:moveTo>
                  <a:cubicBezTo>
                    <a:pt x="184" y="1"/>
                    <a:pt x="22" y="114"/>
                    <a:pt x="22" y="335"/>
                  </a:cubicBezTo>
                  <a:lnTo>
                    <a:pt x="22" y="426"/>
                  </a:lnTo>
                  <a:cubicBezTo>
                    <a:pt x="0" y="652"/>
                    <a:pt x="181" y="766"/>
                    <a:pt x="368" y="766"/>
                  </a:cubicBezTo>
                  <a:cubicBezTo>
                    <a:pt x="555" y="766"/>
                    <a:pt x="747" y="652"/>
                    <a:pt x="747" y="426"/>
                  </a:cubicBezTo>
                  <a:lnTo>
                    <a:pt x="747" y="382"/>
                  </a:lnTo>
                  <a:cubicBezTo>
                    <a:pt x="725" y="126"/>
                    <a:pt x="535" y="1"/>
                    <a:pt x="35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>
              <a:off x="4837311" y="3324542"/>
              <a:ext cx="26896" cy="21231"/>
            </a:xfrm>
            <a:custGeom>
              <a:rect b="b" l="l" r="r" t="t"/>
              <a:pathLst>
                <a:path extrusionOk="0" h="682" w="864">
                  <a:moveTo>
                    <a:pt x="454" y="0"/>
                  </a:moveTo>
                  <a:cubicBezTo>
                    <a:pt x="0" y="0"/>
                    <a:pt x="0" y="682"/>
                    <a:pt x="410" y="682"/>
                  </a:cubicBezTo>
                  <a:cubicBezTo>
                    <a:pt x="863" y="682"/>
                    <a:pt x="863" y="0"/>
                    <a:pt x="45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6"/>
            <p:cNvSpPr/>
            <p:nvPr/>
          </p:nvSpPr>
          <p:spPr>
            <a:xfrm>
              <a:off x="4861343" y="3409215"/>
              <a:ext cx="29605" cy="22600"/>
            </a:xfrm>
            <a:custGeom>
              <a:rect b="b" l="l" r="r" t="t"/>
              <a:pathLst>
                <a:path extrusionOk="0" h="726" w="951">
                  <a:moveTo>
                    <a:pt x="454" y="0"/>
                  </a:moveTo>
                  <a:cubicBezTo>
                    <a:pt x="1" y="0"/>
                    <a:pt x="1" y="725"/>
                    <a:pt x="454" y="725"/>
                  </a:cubicBezTo>
                  <a:cubicBezTo>
                    <a:pt x="907" y="725"/>
                    <a:pt x="951" y="0"/>
                    <a:pt x="45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6"/>
            <p:cNvSpPr/>
            <p:nvPr/>
          </p:nvSpPr>
          <p:spPr>
            <a:xfrm>
              <a:off x="4879648" y="3496689"/>
              <a:ext cx="25433" cy="19799"/>
            </a:xfrm>
            <a:custGeom>
              <a:rect b="b" l="l" r="r" t="t"/>
              <a:pathLst>
                <a:path extrusionOk="0" h="636" w="817">
                  <a:moveTo>
                    <a:pt x="410" y="1"/>
                  </a:moveTo>
                  <a:cubicBezTo>
                    <a:pt x="0" y="1"/>
                    <a:pt x="0" y="636"/>
                    <a:pt x="410" y="636"/>
                  </a:cubicBezTo>
                  <a:cubicBezTo>
                    <a:pt x="816" y="636"/>
                    <a:pt x="816" y="1"/>
                    <a:pt x="41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4334001" y="3382972"/>
              <a:ext cx="52579" cy="252153"/>
            </a:xfrm>
            <a:custGeom>
              <a:rect b="b" l="l" r="r" t="t"/>
              <a:pathLst>
                <a:path extrusionOk="0" h="8100" w="1689">
                  <a:moveTo>
                    <a:pt x="1442" y="1"/>
                  </a:moveTo>
                  <a:cubicBezTo>
                    <a:pt x="1355" y="1"/>
                    <a:pt x="1273" y="51"/>
                    <a:pt x="1255" y="165"/>
                  </a:cubicBezTo>
                  <a:cubicBezTo>
                    <a:pt x="845" y="2747"/>
                    <a:pt x="573" y="5377"/>
                    <a:pt x="29" y="7963"/>
                  </a:cubicBezTo>
                  <a:cubicBezTo>
                    <a:pt x="1" y="8050"/>
                    <a:pt x="67" y="8100"/>
                    <a:pt x="129" y="8100"/>
                  </a:cubicBezTo>
                  <a:cubicBezTo>
                    <a:pt x="163" y="8100"/>
                    <a:pt x="195" y="8085"/>
                    <a:pt x="210" y="8053"/>
                  </a:cubicBezTo>
                  <a:cubicBezTo>
                    <a:pt x="983" y="5514"/>
                    <a:pt x="1208" y="2838"/>
                    <a:pt x="1661" y="256"/>
                  </a:cubicBezTo>
                  <a:cubicBezTo>
                    <a:pt x="1688" y="98"/>
                    <a:pt x="1561" y="1"/>
                    <a:pt x="1442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4925378" y="3328962"/>
              <a:ext cx="98246" cy="252215"/>
            </a:xfrm>
            <a:custGeom>
              <a:rect b="b" l="l" r="r" t="t"/>
              <a:pathLst>
                <a:path extrusionOk="0" h="8102" w="3156">
                  <a:moveTo>
                    <a:pt x="229" y="0"/>
                  </a:moveTo>
                  <a:cubicBezTo>
                    <a:pt x="119" y="0"/>
                    <a:pt x="1" y="86"/>
                    <a:pt x="29" y="221"/>
                  </a:cubicBezTo>
                  <a:cubicBezTo>
                    <a:pt x="617" y="2988"/>
                    <a:pt x="2205" y="5345"/>
                    <a:pt x="2974" y="8018"/>
                  </a:cubicBezTo>
                  <a:cubicBezTo>
                    <a:pt x="2974" y="8076"/>
                    <a:pt x="3006" y="8101"/>
                    <a:pt x="3043" y="8101"/>
                  </a:cubicBezTo>
                  <a:cubicBezTo>
                    <a:pt x="3094" y="8101"/>
                    <a:pt x="3155" y="8053"/>
                    <a:pt x="3155" y="7975"/>
                  </a:cubicBezTo>
                  <a:cubicBezTo>
                    <a:pt x="2659" y="5255"/>
                    <a:pt x="1070" y="2807"/>
                    <a:pt x="392" y="130"/>
                  </a:cubicBezTo>
                  <a:cubicBezTo>
                    <a:pt x="373" y="39"/>
                    <a:pt x="303" y="0"/>
                    <a:pt x="229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9" name="Google Shape;1309;p26"/>
          <p:cNvGrpSpPr/>
          <p:nvPr/>
        </p:nvGrpSpPr>
        <p:grpSpPr>
          <a:xfrm>
            <a:off x="819127" y="3255845"/>
            <a:ext cx="1970846" cy="1449642"/>
            <a:chOff x="819127" y="3255845"/>
            <a:chExt cx="1970846" cy="1449642"/>
          </a:xfrm>
        </p:grpSpPr>
        <p:sp>
          <p:nvSpPr>
            <p:cNvPr id="1310" name="Google Shape;1310;p26"/>
            <p:cNvSpPr/>
            <p:nvPr/>
          </p:nvSpPr>
          <p:spPr>
            <a:xfrm>
              <a:off x="839779" y="3255845"/>
              <a:ext cx="1950194" cy="1449642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6"/>
            <p:cNvSpPr/>
            <p:nvPr/>
          </p:nvSpPr>
          <p:spPr>
            <a:xfrm>
              <a:off x="819127" y="3255845"/>
              <a:ext cx="1950194" cy="1449642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 txBox="1"/>
            <p:nvPr/>
          </p:nvSpPr>
          <p:spPr>
            <a:xfrm>
              <a:off x="905859" y="3318267"/>
              <a:ext cx="1770000" cy="4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Personality</a:t>
              </a:r>
              <a:endParaRPr sz="19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13" name="Google Shape;1313;p26"/>
            <p:cNvSpPr txBox="1"/>
            <p:nvPr/>
          </p:nvSpPr>
          <p:spPr>
            <a:xfrm>
              <a:off x="1339350" y="3776263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is a gas giant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14" name="Google Shape;1314;p26"/>
            <p:cNvGrpSpPr/>
            <p:nvPr/>
          </p:nvGrpSpPr>
          <p:grpSpPr>
            <a:xfrm>
              <a:off x="1028425" y="4379119"/>
              <a:ext cx="236225" cy="242357"/>
              <a:chOff x="1261971" y="1282033"/>
              <a:chExt cx="155064" cy="159111"/>
            </a:xfrm>
          </p:grpSpPr>
          <p:sp>
            <p:nvSpPr>
              <p:cNvPr id="1315" name="Google Shape;1315;p26"/>
              <p:cNvSpPr/>
              <p:nvPr/>
            </p:nvSpPr>
            <p:spPr>
              <a:xfrm>
                <a:off x="1261971" y="1282033"/>
                <a:ext cx="155064" cy="159111"/>
              </a:xfrm>
              <a:custGeom>
                <a:rect b="b" l="l" r="r" t="t"/>
                <a:pathLst>
                  <a:path extrusionOk="0" h="8567" w="8348">
                    <a:moveTo>
                      <a:pt x="4166" y="0"/>
                    </a:moveTo>
                    <a:lnTo>
                      <a:pt x="3302" y="16"/>
                    </a:lnTo>
                    <a:lnTo>
                      <a:pt x="2862" y="94"/>
                    </a:lnTo>
                    <a:lnTo>
                      <a:pt x="2752" y="142"/>
                    </a:lnTo>
                    <a:lnTo>
                      <a:pt x="2657" y="330"/>
                    </a:lnTo>
                    <a:lnTo>
                      <a:pt x="2704" y="535"/>
                    </a:lnTo>
                    <a:lnTo>
                      <a:pt x="2893" y="676"/>
                    </a:lnTo>
                    <a:lnTo>
                      <a:pt x="3019" y="660"/>
                    </a:lnTo>
                    <a:lnTo>
                      <a:pt x="3365" y="597"/>
                    </a:lnTo>
                    <a:lnTo>
                      <a:pt x="4072" y="582"/>
                    </a:lnTo>
                    <a:lnTo>
                      <a:pt x="4763" y="660"/>
                    </a:lnTo>
                    <a:lnTo>
                      <a:pt x="5424" y="865"/>
                    </a:lnTo>
                    <a:lnTo>
                      <a:pt x="6037" y="1163"/>
                    </a:lnTo>
                    <a:lnTo>
                      <a:pt x="6587" y="1572"/>
                    </a:lnTo>
                    <a:lnTo>
                      <a:pt x="7058" y="2091"/>
                    </a:lnTo>
                    <a:lnTo>
                      <a:pt x="7420" y="2688"/>
                    </a:lnTo>
                    <a:lnTo>
                      <a:pt x="7545" y="3034"/>
                    </a:lnTo>
                    <a:lnTo>
                      <a:pt x="7655" y="3348"/>
                    </a:lnTo>
                    <a:lnTo>
                      <a:pt x="7750" y="4008"/>
                    </a:lnTo>
                    <a:lnTo>
                      <a:pt x="7734" y="4668"/>
                    </a:lnTo>
                    <a:lnTo>
                      <a:pt x="7624" y="5313"/>
                    </a:lnTo>
                    <a:lnTo>
                      <a:pt x="7388" y="5926"/>
                    </a:lnTo>
                    <a:lnTo>
                      <a:pt x="7058" y="6492"/>
                    </a:lnTo>
                    <a:lnTo>
                      <a:pt x="6634" y="6995"/>
                    </a:lnTo>
                    <a:lnTo>
                      <a:pt x="6115" y="7403"/>
                    </a:lnTo>
                    <a:lnTo>
                      <a:pt x="5817" y="7576"/>
                    </a:lnTo>
                    <a:lnTo>
                      <a:pt x="5502" y="7718"/>
                    </a:lnTo>
                    <a:lnTo>
                      <a:pt x="4826" y="7922"/>
                    </a:lnTo>
                    <a:lnTo>
                      <a:pt x="4135" y="7969"/>
                    </a:lnTo>
                    <a:lnTo>
                      <a:pt x="3443" y="7906"/>
                    </a:lnTo>
                    <a:lnTo>
                      <a:pt x="2783" y="7718"/>
                    </a:lnTo>
                    <a:lnTo>
                      <a:pt x="2170" y="7403"/>
                    </a:lnTo>
                    <a:lnTo>
                      <a:pt x="1636" y="6979"/>
                    </a:lnTo>
                    <a:lnTo>
                      <a:pt x="1195" y="6429"/>
                    </a:lnTo>
                    <a:lnTo>
                      <a:pt x="1007" y="6130"/>
                    </a:lnTo>
                    <a:lnTo>
                      <a:pt x="850" y="5784"/>
                    </a:lnTo>
                    <a:lnTo>
                      <a:pt x="645" y="5046"/>
                    </a:lnTo>
                    <a:lnTo>
                      <a:pt x="598" y="4275"/>
                    </a:lnTo>
                    <a:lnTo>
                      <a:pt x="708" y="3521"/>
                    </a:lnTo>
                    <a:lnTo>
                      <a:pt x="960" y="2829"/>
                    </a:lnTo>
                    <a:lnTo>
                      <a:pt x="1368" y="2216"/>
                    </a:lnTo>
                    <a:lnTo>
                      <a:pt x="1934" y="1760"/>
                    </a:lnTo>
                    <a:lnTo>
                      <a:pt x="2642" y="1462"/>
                    </a:lnTo>
                    <a:lnTo>
                      <a:pt x="3050" y="1415"/>
                    </a:lnTo>
                    <a:lnTo>
                      <a:pt x="3192" y="1383"/>
                    </a:lnTo>
                    <a:lnTo>
                      <a:pt x="3333" y="1210"/>
                    </a:lnTo>
                    <a:lnTo>
                      <a:pt x="3333" y="990"/>
                    </a:lnTo>
                    <a:lnTo>
                      <a:pt x="3192" y="833"/>
                    </a:lnTo>
                    <a:lnTo>
                      <a:pt x="3050" y="817"/>
                    </a:lnTo>
                    <a:lnTo>
                      <a:pt x="2626" y="880"/>
                    </a:lnTo>
                    <a:lnTo>
                      <a:pt x="1871" y="1132"/>
                    </a:lnTo>
                    <a:lnTo>
                      <a:pt x="1227" y="1572"/>
                    </a:lnTo>
                    <a:lnTo>
                      <a:pt x="724" y="2122"/>
                    </a:lnTo>
                    <a:lnTo>
                      <a:pt x="347" y="2798"/>
                    </a:lnTo>
                    <a:lnTo>
                      <a:pt x="95" y="3537"/>
                    </a:lnTo>
                    <a:lnTo>
                      <a:pt x="1" y="4322"/>
                    </a:lnTo>
                    <a:lnTo>
                      <a:pt x="48" y="5124"/>
                    </a:lnTo>
                    <a:lnTo>
                      <a:pt x="142" y="5517"/>
                    </a:lnTo>
                    <a:lnTo>
                      <a:pt x="284" y="5941"/>
                    </a:lnTo>
                    <a:lnTo>
                      <a:pt x="661" y="6696"/>
                    </a:lnTo>
                    <a:lnTo>
                      <a:pt x="1180" y="7340"/>
                    </a:lnTo>
                    <a:lnTo>
                      <a:pt x="1808" y="7859"/>
                    </a:lnTo>
                    <a:lnTo>
                      <a:pt x="2516" y="8236"/>
                    </a:lnTo>
                    <a:lnTo>
                      <a:pt x="3302" y="8472"/>
                    </a:lnTo>
                    <a:lnTo>
                      <a:pt x="4119" y="8566"/>
                    </a:lnTo>
                    <a:lnTo>
                      <a:pt x="4968" y="8488"/>
                    </a:lnTo>
                    <a:lnTo>
                      <a:pt x="5392" y="8378"/>
                    </a:lnTo>
                    <a:lnTo>
                      <a:pt x="5785" y="8236"/>
                    </a:lnTo>
                    <a:lnTo>
                      <a:pt x="6508" y="7843"/>
                    </a:lnTo>
                    <a:lnTo>
                      <a:pt x="7121" y="7325"/>
                    </a:lnTo>
                    <a:lnTo>
                      <a:pt x="7624" y="6712"/>
                    </a:lnTo>
                    <a:lnTo>
                      <a:pt x="8001" y="6004"/>
                    </a:lnTo>
                    <a:lnTo>
                      <a:pt x="8253" y="5234"/>
                    </a:lnTo>
                    <a:lnTo>
                      <a:pt x="8347" y="4433"/>
                    </a:lnTo>
                    <a:lnTo>
                      <a:pt x="8316" y="3615"/>
                    </a:lnTo>
                    <a:lnTo>
                      <a:pt x="8221" y="3207"/>
                    </a:lnTo>
                    <a:lnTo>
                      <a:pt x="8096" y="2782"/>
                    </a:lnTo>
                    <a:lnTo>
                      <a:pt x="7703" y="1996"/>
                    </a:lnTo>
                    <a:lnTo>
                      <a:pt x="7184" y="1336"/>
                    </a:lnTo>
                    <a:lnTo>
                      <a:pt x="6540" y="802"/>
                    </a:lnTo>
                    <a:lnTo>
                      <a:pt x="5801" y="393"/>
                    </a:lnTo>
                    <a:lnTo>
                      <a:pt x="4999" y="126"/>
                    </a:lnTo>
                    <a:lnTo>
                      <a:pt x="416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26"/>
              <p:cNvSpPr/>
              <p:nvPr/>
            </p:nvSpPr>
            <p:spPr>
              <a:xfrm>
                <a:off x="1316858" y="1350049"/>
                <a:ext cx="10235" cy="10809"/>
              </a:xfrm>
              <a:custGeom>
                <a:rect b="b" l="l" r="r" t="t"/>
                <a:pathLst>
                  <a:path extrusionOk="0" h="582" w="551">
                    <a:moveTo>
                      <a:pt x="268" y="0"/>
                    </a:moveTo>
                    <a:lnTo>
                      <a:pt x="142" y="16"/>
                    </a:lnTo>
                    <a:lnTo>
                      <a:pt x="1" y="173"/>
                    </a:lnTo>
                    <a:lnTo>
                      <a:pt x="1" y="393"/>
                    </a:lnTo>
                    <a:lnTo>
                      <a:pt x="142" y="566"/>
                    </a:lnTo>
                    <a:lnTo>
                      <a:pt x="268" y="582"/>
                    </a:lnTo>
                    <a:lnTo>
                      <a:pt x="410" y="566"/>
                    </a:lnTo>
                    <a:lnTo>
                      <a:pt x="551" y="393"/>
                    </a:lnTo>
                    <a:lnTo>
                      <a:pt x="551" y="173"/>
                    </a:lnTo>
                    <a:lnTo>
                      <a:pt x="410" y="16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26"/>
              <p:cNvSpPr/>
              <p:nvPr/>
            </p:nvSpPr>
            <p:spPr>
              <a:xfrm>
                <a:off x="1351017" y="1350049"/>
                <a:ext cx="9956" cy="10809"/>
              </a:xfrm>
              <a:custGeom>
                <a:rect b="b" l="l" r="r" t="t"/>
                <a:pathLst>
                  <a:path extrusionOk="0" h="582" w="536">
                    <a:moveTo>
                      <a:pt x="268" y="0"/>
                    </a:moveTo>
                    <a:lnTo>
                      <a:pt x="142" y="16"/>
                    </a:lnTo>
                    <a:lnTo>
                      <a:pt x="1" y="173"/>
                    </a:lnTo>
                    <a:lnTo>
                      <a:pt x="1" y="393"/>
                    </a:lnTo>
                    <a:lnTo>
                      <a:pt x="142" y="566"/>
                    </a:lnTo>
                    <a:lnTo>
                      <a:pt x="268" y="582"/>
                    </a:lnTo>
                    <a:lnTo>
                      <a:pt x="394" y="566"/>
                    </a:lnTo>
                    <a:lnTo>
                      <a:pt x="535" y="393"/>
                    </a:lnTo>
                    <a:lnTo>
                      <a:pt x="535" y="173"/>
                    </a:lnTo>
                    <a:lnTo>
                      <a:pt x="394" y="16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26"/>
              <p:cNvSpPr/>
              <p:nvPr/>
            </p:nvSpPr>
            <p:spPr>
              <a:xfrm>
                <a:off x="1306940" y="1377482"/>
                <a:ext cx="64827" cy="32428"/>
              </a:xfrm>
              <a:custGeom>
                <a:rect b="b" l="l" r="r" t="t"/>
                <a:pathLst>
                  <a:path extrusionOk="0" h="1746" w="3490">
                    <a:moveTo>
                      <a:pt x="331" y="1"/>
                    </a:moveTo>
                    <a:lnTo>
                      <a:pt x="110" y="64"/>
                    </a:lnTo>
                    <a:lnTo>
                      <a:pt x="0" y="237"/>
                    </a:lnTo>
                    <a:lnTo>
                      <a:pt x="16" y="378"/>
                    </a:lnTo>
                    <a:lnTo>
                      <a:pt x="110" y="661"/>
                    </a:lnTo>
                    <a:lnTo>
                      <a:pt x="425" y="1133"/>
                    </a:lnTo>
                    <a:lnTo>
                      <a:pt x="849" y="1478"/>
                    </a:lnTo>
                    <a:lnTo>
                      <a:pt x="1321" y="1683"/>
                    </a:lnTo>
                    <a:lnTo>
                      <a:pt x="1839" y="1746"/>
                    </a:lnTo>
                    <a:lnTo>
                      <a:pt x="2358" y="1667"/>
                    </a:lnTo>
                    <a:lnTo>
                      <a:pt x="2845" y="1431"/>
                    </a:lnTo>
                    <a:lnTo>
                      <a:pt x="3254" y="1054"/>
                    </a:lnTo>
                    <a:lnTo>
                      <a:pt x="3427" y="802"/>
                    </a:lnTo>
                    <a:lnTo>
                      <a:pt x="3490" y="677"/>
                    </a:lnTo>
                    <a:lnTo>
                      <a:pt x="3411" y="472"/>
                    </a:lnTo>
                    <a:lnTo>
                      <a:pt x="3223" y="362"/>
                    </a:lnTo>
                    <a:lnTo>
                      <a:pt x="3003" y="409"/>
                    </a:lnTo>
                    <a:lnTo>
                      <a:pt x="2924" y="504"/>
                    </a:lnTo>
                    <a:lnTo>
                      <a:pt x="2798" y="677"/>
                    </a:lnTo>
                    <a:lnTo>
                      <a:pt x="2515" y="944"/>
                    </a:lnTo>
                    <a:lnTo>
                      <a:pt x="2185" y="1101"/>
                    </a:lnTo>
                    <a:lnTo>
                      <a:pt x="1824" y="1164"/>
                    </a:lnTo>
                    <a:lnTo>
                      <a:pt x="1478" y="1117"/>
                    </a:lnTo>
                    <a:lnTo>
                      <a:pt x="1148" y="975"/>
                    </a:lnTo>
                    <a:lnTo>
                      <a:pt x="865" y="740"/>
                    </a:lnTo>
                    <a:lnTo>
                      <a:pt x="661" y="409"/>
                    </a:lnTo>
                    <a:lnTo>
                      <a:pt x="582" y="221"/>
                    </a:lnTo>
                    <a:lnTo>
                      <a:pt x="519" y="95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9" name="Google Shape;1319;p26"/>
            <p:cNvGrpSpPr/>
            <p:nvPr/>
          </p:nvGrpSpPr>
          <p:grpSpPr>
            <a:xfrm>
              <a:off x="1014492" y="3746465"/>
              <a:ext cx="264087" cy="244587"/>
              <a:chOff x="1238598" y="404690"/>
              <a:chExt cx="202056" cy="187137"/>
            </a:xfrm>
          </p:grpSpPr>
          <p:sp>
            <p:nvSpPr>
              <p:cNvPr id="1320" name="Google Shape;1320;p26"/>
              <p:cNvSpPr/>
              <p:nvPr/>
            </p:nvSpPr>
            <p:spPr>
              <a:xfrm>
                <a:off x="1238598" y="406436"/>
                <a:ext cx="108051" cy="184518"/>
              </a:xfrm>
              <a:custGeom>
                <a:rect b="b" l="l" r="r" t="t"/>
                <a:pathLst>
                  <a:path extrusionOk="0" h="9935" w="5817">
                    <a:moveTo>
                      <a:pt x="2468" y="0"/>
                    </a:moveTo>
                    <a:lnTo>
                      <a:pt x="2028" y="48"/>
                    </a:lnTo>
                    <a:lnTo>
                      <a:pt x="1604" y="173"/>
                    </a:lnTo>
                    <a:lnTo>
                      <a:pt x="1195" y="393"/>
                    </a:lnTo>
                    <a:lnTo>
                      <a:pt x="818" y="723"/>
                    </a:lnTo>
                    <a:lnTo>
                      <a:pt x="472" y="1148"/>
                    </a:lnTo>
                    <a:lnTo>
                      <a:pt x="331" y="1399"/>
                    </a:lnTo>
                    <a:lnTo>
                      <a:pt x="189" y="1667"/>
                    </a:lnTo>
                    <a:lnTo>
                      <a:pt x="48" y="2217"/>
                    </a:lnTo>
                    <a:lnTo>
                      <a:pt x="1" y="2782"/>
                    </a:lnTo>
                    <a:lnTo>
                      <a:pt x="48" y="3364"/>
                    </a:lnTo>
                    <a:lnTo>
                      <a:pt x="268" y="4229"/>
                    </a:lnTo>
                    <a:lnTo>
                      <a:pt x="755" y="5297"/>
                    </a:lnTo>
                    <a:lnTo>
                      <a:pt x="1038" y="5769"/>
                    </a:lnTo>
                    <a:lnTo>
                      <a:pt x="1462" y="6366"/>
                    </a:lnTo>
                    <a:lnTo>
                      <a:pt x="2453" y="7482"/>
                    </a:lnTo>
                    <a:lnTo>
                      <a:pt x="4134" y="8975"/>
                    </a:lnTo>
                    <a:lnTo>
                      <a:pt x="5297" y="9871"/>
                    </a:lnTo>
                    <a:lnTo>
                      <a:pt x="5423" y="9934"/>
                    </a:lnTo>
                    <a:lnTo>
                      <a:pt x="5643" y="9903"/>
                    </a:lnTo>
                    <a:lnTo>
                      <a:pt x="5800" y="9761"/>
                    </a:lnTo>
                    <a:lnTo>
                      <a:pt x="5816" y="9557"/>
                    </a:lnTo>
                    <a:lnTo>
                      <a:pt x="5722" y="9463"/>
                    </a:lnTo>
                    <a:lnTo>
                      <a:pt x="5077" y="8975"/>
                    </a:lnTo>
                    <a:lnTo>
                      <a:pt x="3804" y="7938"/>
                    </a:lnTo>
                    <a:lnTo>
                      <a:pt x="2594" y="6806"/>
                    </a:lnTo>
                    <a:lnTo>
                      <a:pt x="1808" y="5863"/>
                    </a:lnTo>
                    <a:lnTo>
                      <a:pt x="1368" y="5187"/>
                    </a:lnTo>
                    <a:lnTo>
                      <a:pt x="1179" y="4826"/>
                    </a:lnTo>
                    <a:lnTo>
                      <a:pt x="1038" y="4543"/>
                    </a:lnTo>
                    <a:lnTo>
                      <a:pt x="818" y="3946"/>
                    </a:lnTo>
                    <a:lnTo>
                      <a:pt x="692" y="3317"/>
                    </a:lnTo>
                    <a:lnTo>
                      <a:pt x="645" y="2688"/>
                    </a:lnTo>
                    <a:lnTo>
                      <a:pt x="724" y="2091"/>
                    </a:lnTo>
                    <a:lnTo>
                      <a:pt x="944" y="1556"/>
                    </a:lnTo>
                    <a:lnTo>
                      <a:pt x="1305" y="1101"/>
                    </a:lnTo>
                    <a:lnTo>
                      <a:pt x="1855" y="771"/>
                    </a:lnTo>
                    <a:lnTo>
                      <a:pt x="2201" y="661"/>
                    </a:lnTo>
                    <a:lnTo>
                      <a:pt x="2515" y="598"/>
                    </a:lnTo>
                    <a:lnTo>
                      <a:pt x="3097" y="613"/>
                    </a:lnTo>
                    <a:lnTo>
                      <a:pt x="3600" y="786"/>
                    </a:lnTo>
                    <a:lnTo>
                      <a:pt x="4040" y="1069"/>
                    </a:lnTo>
                    <a:lnTo>
                      <a:pt x="4402" y="1478"/>
                    </a:lnTo>
                    <a:lnTo>
                      <a:pt x="4684" y="1949"/>
                    </a:lnTo>
                    <a:lnTo>
                      <a:pt x="4857" y="2468"/>
                    </a:lnTo>
                    <a:lnTo>
                      <a:pt x="4936" y="3034"/>
                    </a:lnTo>
                    <a:lnTo>
                      <a:pt x="4936" y="3317"/>
                    </a:lnTo>
                    <a:lnTo>
                      <a:pt x="4936" y="3443"/>
                    </a:lnTo>
                    <a:lnTo>
                      <a:pt x="5093" y="3584"/>
                    </a:lnTo>
                    <a:lnTo>
                      <a:pt x="5313" y="3584"/>
                    </a:lnTo>
                    <a:lnTo>
                      <a:pt x="5502" y="3443"/>
                    </a:lnTo>
                    <a:lnTo>
                      <a:pt x="5518" y="3317"/>
                    </a:lnTo>
                    <a:lnTo>
                      <a:pt x="5533" y="3050"/>
                    </a:lnTo>
                    <a:lnTo>
                      <a:pt x="5470" y="2547"/>
                    </a:lnTo>
                    <a:lnTo>
                      <a:pt x="5345" y="2075"/>
                    </a:lnTo>
                    <a:lnTo>
                      <a:pt x="5140" y="1635"/>
                    </a:lnTo>
                    <a:lnTo>
                      <a:pt x="4716" y="1038"/>
                    </a:lnTo>
                    <a:lnTo>
                      <a:pt x="3993" y="441"/>
                    </a:lnTo>
                    <a:lnTo>
                      <a:pt x="3144" y="79"/>
                    </a:lnTo>
                    <a:lnTo>
                      <a:pt x="246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26"/>
              <p:cNvSpPr/>
              <p:nvPr/>
            </p:nvSpPr>
            <p:spPr>
              <a:xfrm>
                <a:off x="1329984" y="404690"/>
                <a:ext cx="110670" cy="187137"/>
              </a:xfrm>
              <a:custGeom>
                <a:rect b="b" l="l" r="r" t="t"/>
                <a:pathLst>
                  <a:path extrusionOk="0" h="10076" w="5958">
                    <a:moveTo>
                      <a:pt x="3207" y="0"/>
                    </a:moveTo>
                    <a:lnTo>
                      <a:pt x="2751" y="79"/>
                    </a:lnTo>
                    <a:lnTo>
                      <a:pt x="2515" y="157"/>
                    </a:lnTo>
                    <a:lnTo>
                      <a:pt x="2248" y="252"/>
                    </a:lnTo>
                    <a:lnTo>
                      <a:pt x="1776" y="519"/>
                    </a:lnTo>
                    <a:lnTo>
                      <a:pt x="1368" y="865"/>
                    </a:lnTo>
                    <a:lnTo>
                      <a:pt x="1006" y="1273"/>
                    </a:lnTo>
                    <a:lnTo>
                      <a:pt x="566" y="1949"/>
                    </a:lnTo>
                    <a:lnTo>
                      <a:pt x="157" y="2955"/>
                    </a:lnTo>
                    <a:lnTo>
                      <a:pt x="0" y="3474"/>
                    </a:lnTo>
                    <a:lnTo>
                      <a:pt x="0" y="3615"/>
                    </a:lnTo>
                    <a:lnTo>
                      <a:pt x="110" y="3788"/>
                    </a:lnTo>
                    <a:lnTo>
                      <a:pt x="330" y="3851"/>
                    </a:lnTo>
                    <a:lnTo>
                      <a:pt x="519" y="3757"/>
                    </a:lnTo>
                    <a:lnTo>
                      <a:pt x="582" y="3631"/>
                    </a:lnTo>
                    <a:lnTo>
                      <a:pt x="708" y="3144"/>
                    </a:lnTo>
                    <a:lnTo>
                      <a:pt x="1116" y="2185"/>
                    </a:lnTo>
                    <a:lnTo>
                      <a:pt x="1541" y="1540"/>
                    </a:lnTo>
                    <a:lnTo>
                      <a:pt x="1886" y="1179"/>
                    </a:lnTo>
                    <a:lnTo>
                      <a:pt x="2295" y="896"/>
                    </a:lnTo>
                    <a:lnTo>
                      <a:pt x="2767" y="692"/>
                    </a:lnTo>
                    <a:lnTo>
                      <a:pt x="3034" y="629"/>
                    </a:lnTo>
                    <a:lnTo>
                      <a:pt x="3395" y="566"/>
                    </a:lnTo>
                    <a:lnTo>
                      <a:pt x="4008" y="629"/>
                    </a:lnTo>
                    <a:lnTo>
                      <a:pt x="4496" y="865"/>
                    </a:lnTo>
                    <a:lnTo>
                      <a:pt x="4857" y="1226"/>
                    </a:lnTo>
                    <a:lnTo>
                      <a:pt x="5109" y="1698"/>
                    </a:lnTo>
                    <a:lnTo>
                      <a:pt x="5250" y="2248"/>
                    </a:lnTo>
                    <a:lnTo>
                      <a:pt x="5266" y="2845"/>
                    </a:lnTo>
                    <a:lnTo>
                      <a:pt x="5187" y="3442"/>
                    </a:lnTo>
                    <a:lnTo>
                      <a:pt x="5093" y="3725"/>
                    </a:lnTo>
                    <a:lnTo>
                      <a:pt x="4951" y="4150"/>
                    </a:lnTo>
                    <a:lnTo>
                      <a:pt x="4558" y="4983"/>
                    </a:lnTo>
                    <a:lnTo>
                      <a:pt x="4071" y="5784"/>
                    </a:lnTo>
                    <a:lnTo>
                      <a:pt x="3505" y="6570"/>
                    </a:lnTo>
                    <a:lnTo>
                      <a:pt x="2547" y="7670"/>
                    </a:lnTo>
                    <a:lnTo>
                      <a:pt x="1148" y="8959"/>
                    </a:lnTo>
                    <a:lnTo>
                      <a:pt x="440" y="9509"/>
                    </a:lnTo>
                    <a:lnTo>
                      <a:pt x="346" y="9604"/>
                    </a:lnTo>
                    <a:lnTo>
                      <a:pt x="315" y="9824"/>
                    </a:lnTo>
                    <a:lnTo>
                      <a:pt x="425" y="10012"/>
                    </a:lnTo>
                    <a:lnTo>
                      <a:pt x="629" y="10075"/>
                    </a:lnTo>
                    <a:lnTo>
                      <a:pt x="739" y="10012"/>
                    </a:lnTo>
                    <a:lnTo>
                      <a:pt x="1603" y="9336"/>
                    </a:lnTo>
                    <a:lnTo>
                      <a:pt x="3112" y="7922"/>
                    </a:lnTo>
                    <a:lnTo>
                      <a:pt x="4087" y="6822"/>
                    </a:lnTo>
                    <a:lnTo>
                      <a:pt x="4951" y="5627"/>
                    </a:lnTo>
                    <a:lnTo>
                      <a:pt x="5596" y="4385"/>
                    </a:lnTo>
                    <a:lnTo>
                      <a:pt x="5879" y="3442"/>
                    </a:lnTo>
                    <a:lnTo>
                      <a:pt x="5957" y="2814"/>
                    </a:lnTo>
                    <a:lnTo>
                      <a:pt x="5926" y="2216"/>
                    </a:lnTo>
                    <a:lnTo>
                      <a:pt x="5784" y="1603"/>
                    </a:lnTo>
                    <a:lnTo>
                      <a:pt x="5659" y="1320"/>
                    </a:lnTo>
                    <a:lnTo>
                      <a:pt x="5549" y="1100"/>
                    </a:lnTo>
                    <a:lnTo>
                      <a:pt x="5266" y="723"/>
                    </a:lnTo>
                    <a:lnTo>
                      <a:pt x="4936" y="440"/>
                    </a:lnTo>
                    <a:lnTo>
                      <a:pt x="4543" y="204"/>
                    </a:lnTo>
                    <a:lnTo>
                      <a:pt x="4118" y="63"/>
                    </a:lnTo>
                    <a:lnTo>
                      <a:pt x="366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2" name="Google Shape;1322;p26"/>
            <p:cNvGrpSpPr/>
            <p:nvPr/>
          </p:nvGrpSpPr>
          <p:grpSpPr>
            <a:xfrm>
              <a:off x="1022208" y="4071910"/>
              <a:ext cx="248646" cy="226353"/>
              <a:chOff x="1576819" y="1020999"/>
              <a:chExt cx="163218" cy="148604"/>
            </a:xfrm>
          </p:grpSpPr>
          <p:sp>
            <p:nvSpPr>
              <p:cNvPr id="1323" name="Google Shape;1323;p26"/>
              <p:cNvSpPr/>
              <p:nvPr/>
            </p:nvSpPr>
            <p:spPr>
              <a:xfrm>
                <a:off x="1606000" y="1020999"/>
                <a:ext cx="134037" cy="148023"/>
              </a:xfrm>
              <a:custGeom>
                <a:rect b="b" l="l" r="r" t="t"/>
                <a:pathLst>
                  <a:path extrusionOk="0" h="7970" w="7216">
                    <a:moveTo>
                      <a:pt x="3868" y="1"/>
                    </a:moveTo>
                    <a:lnTo>
                      <a:pt x="2752" y="16"/>
                    </a:lnTo>
                    <a:lnTo>
                      <a:pt x="1148" y="142"/>
                    </a:lnTo>
                    <a:lnTo>
                      <a:pt x="268" y="221"/>
                    </a:lnTo>
                    <a:lnTo>
                      <a:pt x="142" y="252"/>
                    </a:lnTo>
                    <a:lnTo>
                      <a:pt x="1" y="425"/>
                    </a:lnTo>
                    <a:lnTo>
                      <a:pt x="1" y="645"/>
                    </a:lnTo>
                    <a:lnTo>
                      <a:pt x="142" y="802"/>
                    </a:lnTo>
                    <a:lnTo>
                      <a:pt x="268" y="802"/>
                    </a:lnTo>
                    <a:lnTo>
                      <a:pt x="1368" y="739"/>
                    </a:lnTo>
                    <a:lnTo>
                      <a:pt x="3600" y="661"/>
                    </a:lnTo>
                    <a:lnTo>
                      <a:pt x="4701" y="724"/>
                    </a:lnTo>
                    <a:lnTo>
                      <a:pt x="5031" y="755"/>
                    </a:lnTo>
                    <a:lnTo>
                      <a:pt x="5549" y="944"/>
                    </a:lnTo>
                    <a:lnTo>
                      <a:pt x="5927" y="1211"/>
                    </a:lnTo>
                    <a:lnTo>
                      <a:pt x="6178" y="1588"/>
                    </a:lnTo>
                    <a:lnTo>
                      <a:pt x="6398" y="2248"/>
                    </a:lnTo>
                    <a:lnTo>
                      <a:pt x="6461" y="3286"/>
                    </a:lnTo>
                    <a:lnTo>
                      <a:pt x="6461" y="3804"/>
                    </a:lnTo>
                    <a:lnTo>
                      <a:pt x="6508" y="5753"/>
                    </a:lnTo>
                    <a:lnTo>
                      <a:pt x="6634" y="7702"/>
                    </a:lnTo>
                    <a:lnTo>
                      <a:pt x="6650" y="7828"/>
                    </a:lnTo>
                    <a:lnTo>
                      <a:pt x="6823" y="7970"/>
                    </a:lnTo>
                    <a:lnTo>
                      <a:pt x="7058" y="7970"/>
                    </a:lnTo>
                    <a:lnTo>
                      <a:pt x="7200" y="7828"/>
                    </a:lnTo>
                    <a:lnTo>
                      <a:pt x="7215" y="7702"/>
                    </a:lnTo>
                    <a:lnTo>
                      <a:pt x="7168" y="6366"/>
                    </a:lnTo>
                    <a:lnTo>
                      <a:pt x="7153" y="3694"/>
                    </a:lnTo>
                    <a:lnTo>
                      <a:pt x="7074" y="2374"/>
                    </a:lnTo>
                    <a:lnTo>
                      <a:pt x="7043" y="2075"/>
                    </a:lnTo>
                    <a:lnTo>
                      <a:pt x="6901" y="1572"/>
                    </a:lnTo>
                    <a:lnTo>
                      <a:pt x="6681" y="1148"/>
                    </a:lnTo>
                    <a:lnTo>
                      <a:pt x="6382" y="802"/>
                    </a:lnTo>
                    <a:lnTo>
                      <a:pt x="6021" y="535"/>
                    </a:lnTo>
                    <a:lnTo>
                      <a:pt x="5612" y="331"/>
                    </a:lnTo>
                    <a:lnTo>
                      <a:pt x="4905" y="111"/>
                    </a:lnTo>
                    <a:lnTo>
                      <a:pt x="386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26"/>
              <p:cNvSpPr/>
              <p:nvPr/>
            </p:nvSpPr>
            <p:spPr>
              <a:xfrm>
                <a:off x="1576819" y="1025679"/>
                <a:ext cx="125548" cy="105678"/>
              </a:xfrm>
              <a:custGeom>
                <a:rect b="b" l="l" r="r" t="t"/>
                <a:pathLst>
                  <a:path extrusionOk="0" h="5690" w="6759">
                    <a:moveTo>
                      <a:pt x="1965" y="0"/>
                    </a:moveTo>
                    <a:lnTo>
                      <a:pt x="1588" y="32"/>
                    </a:lnTo>
                    <a:lnTo>
                      <a:pt x="990" y="283"/>
                    </a:lnTo>
                    <a:lnTo>
                      <a:pt x="550" y="723"/>
                    </a:lnTo>
                    <a:lnTo>
                      <a:pt x="252" y="1289"/>
                    </a:lnTo>
                    <a:lnTo>
                      <a:pt x="63" y="1949"/>
                    </a:lnTo>
                    <a:lnTo>
                      <a:pt x="0" y="2656"/>
                    </a:lnTo>
                    <a:lnTo>
                      <a:pt x="32" y="3364"/>
                    </a:lnTo>
                    <a:lnTo>
                      <a:pt x="157" y="4024"/>
                    </a:lnTo>
                    <a:lnTo>
                      <a:pt x="252" y="4307"/>
                    </a:lnTo>
                    <a:lnTo>
                      <a:pt x="362" y="4590"/>
                    </a:lnTo>
                    <a:lnTo>
                      <a:pt x="676" y="5046"/>
                    </a:lnTo>
                    <a:lnTo>
                      <a:pt x="1100" y="5344"/>
                    </a:lnTo>
                    <a:lnTo>
                      <a:pt x="1635" y="5533"/>
                    </a:lnTo>
                    <a:lnTo>
                      <a:pt x="1933" y="5580"/>
                    </a:lnTo>
                    <a:lnTo>
                      <a:pt x="2484" y="5659"/>
                    </a:lnTo>
                    <a:lnTo>
                      <a:pt x="3631" y="5690"/>
                    </a:lnTo>
                    <a:lnTo>
                      <a:pt x="5360" y="5580"/>
                    </a:lnTo>
                    <a:lnTo>
                      <a:pt x="6492" y="5438"/>
                    </a:lnTo>
                    <a:lnTo>
                      <a:pt x="6617" y="5407"/>
                    </a:lnTo>
                    <a:lnTo>
                      <a:pt x="6759" y="5234"/>
                    </a:lnTo>
                    <a:lnTo>
                      <a:pt x="6759" y="5014"/>
                    </a:lnTo>
                    <a:lnTo>
                      <a:pt x="6617" y="4857"/>
                    </a:lnTo>
                    <a:lnTo>
                      <a:pt x="6492" y="4857"/>
                    </a:lnTo>
                    <a:lnTo>
                      <a:pt x="5454" y="4983"/>
                    </a:lnTo>
                    <a:lnTo>
                      <a:pt x="3395" y="5077"/>
                    </a:lnTo>
                    <a:lnTo>
                      <a:pt x="2358" y="5030"/>
                    </a:lnTo>
                    <a:lnTo>
                      <a:pt x="1996" y="4983"/>
                    </a:lnTo>
                    <a:lnTo>
                      <a:pt x="1383" y="4715"/>
                    </a:lnTo>
                    <a:lnTo>
                      <a:pt x="959" y="4275"/>
                    </a:lnTo>
                    <a:lnTo>
                      <a:pt x="723" y="3662"/>
                    </a:lnTo>
                    <a:lnTo>
                      <a:pt x="676" y="3317"/>
                    </a:lnTo>
                    <a:lnTo>
                      <a:pt x="645" y="2939"/>
                    </a:lnTo>
                    <a:lnTo>
                      <a:pt x="660" y="2059"/>
                    </a:lnTo>
                    <a:lnTo>
                      <a:pt x="818" y="1415"/>
                    </a:lnTo>
                    <a:lnTo>
                      <a:pt x="1006" y="1053"/>
                    </a:lnTo>
                    <a:lnTo>
                      <a:pt x="1289" y="770"/>
                    </a:lnTo>
                    <a:lnTo>
                      <a:pt x="1698" y="613"/>
                    </a:lnTo>
                    <a:lnTo>
                      <a:pt x="1965" y="582"/>
                    </a:lnTo>
                    <a:lnTo>
                      <a:pt x="2091" y="566"/>
                    </a:lnTo>
                    <a:lnTo>
                      <a:pt x="2232" y="393"/>
                    </a:lnTo>
                    <a:lnTo>
                      <a:pt x="2232" y="173"/>
                    </a:lnTo>
                    <a:lnTo>
                      <a:pt x="2091" y="16"/>
                    </a:lnTo>
                    <a:lnTo>
                      <a:pt x="196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26"/>
              <p:cNvSpPr/>
              <p:nvPr/>
            </p:nvSpPr>
            <p:spPr>
              <a:xfrm>
                <a:off x="1690086" y="1119680"/>
                <a:ext cx="49948" cy="49923"/>
              </a:xfrm>
              <a:custGeom>
                <a:rect b="b" l="l" r="r" t="t"/>
                <a:pathLst>
                  <a:path extrusionOk="0" h="2688" w="2689">
                    <a:moveTo>
                      <a:pt x="331" y="0"/>
                    </a:moveTo>
                    <a:lnTo>
                      <a:pt x="126" y="63"/>
                    </a:lnTo>
                    <a:lnTo>
                      <a:pt x="1" y="236"/>
                    </a:lnTo>
                    <a:lnTo>
                      <a:pt x="16" y="377"/>
                    </a:lnTo>
                    <a:lnTo>
                      <a:pt x="126" y="786"/>
                    </a:lnTo>
                    <a:lnTo>
                      <a:pt x="551" y="1541"/>
                    </a:lnTo>
                    <a:lnTo>
                      <a:pt x="1148" y="2138"/>
                    </a:lnTo>
                    <a:lnTo>
                      <a:pt x="1903" y="2547"/>
                    </a:lnTo>
                    <a:lnTo>
                      <a:pt x="2311" y="2672"/>
                    </a:lnTo>
                    <a:lnTo>
                      <a:pt x="2453" y="2688"/>
                    </a:lnTo>
                    <a:lnTo>
                      <a:pt x="2626" y="2562"/>
                    </a:lnTo>
                    <a:lnTo>
                      <a:pt x="2688" y="2342"/>
                    </a:lnTo>
                    <a:lnTo>
                      <a:pt x="2594" y="2154"/>
                    </a:lnTo>
                    <a:lnTo>
                      <a:pt x="2468" y="2106"/>
                    </a:lnTo>
                    <a:lnTo>
                      <a:pt x="2123" y="1996"/>
                    </a:lnTo>
                    <a:lnTo>
                      <a:pt x="1510" y="1666"/>
                    </a:lnTo>
                    <a:lnTo>
                      <a:pt x="1022" y="1179"/>
                    </a:lnTo>
                    <a:lnTo>
                      <a:pt x="677" y="566"/>
                    </a:lnTo>
                    <a:lnTo>
                      <a:pt x="582" y="220"/>
                    </a:lnTo>
                    <a:lnTo>
                      <a:pt x="535" y="95"/>
                    </a:ln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26"/>
              <p:cNvSpPr/>
              <p:nvPr/>
            </p:nvSpPr>
            <p:spPr>
              <a:xfrm>
                <a:off x="1624110" y="1074137"/>
                <a:ext cx="10235" cy="11106"/>
              </a:xfrm>
              <a:custGeom>
                <a:rect b="b" l="l" r="r" t="t"/>
                <a:pathLst>
                  <a:path extrusionOk="0" h="598" w="551">
                    <a:moveTo>
                      <a:pt x="268" y="0"/>
                    </a:moveTo>
                    <a:lnTo>
                      <a:pt x="142" y="32"/>
                    </a:lnTo>
                    <a:lnTo>
                      <a:pt x="0" y="189"/>
                    </a:lnTo>
                    <a:lnTo>
                      <a:pt x="0" y="409"/>
                    </a:lnTo>
                    <a:lnTo>
                      <a:pt x="142" y="582"/>
                    </a:lnTo>
                    <a:lnTo>
                      <a:pt x="268" y="598"/>
                    </a:lnTo>
                    <a:lnTo>
                      <a:pt x="409" y="582"/>
                    </a:lnTo>
                    <a:lnTo>
                      <a:pt x="551" y="409"/>
                    </a:lnTo>
                    <a:lnTo>
                      <a:pt x="551" y="189"/>
                    </a:lnTo>
                    <a:lnTo>
                      <a:pt x="409" y="32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26"/>
              <p:cNvSpPr/>
              <p:nvPr/>
            </p:nvSpPr>
            <p:spPr>
              <a:xfrm>
                <a:off x="1650095" y="1074137"/>
                <a:ext cx="11702" cy="11106"/>
              </a:xfrm>
              <a:custGeom>
                <a:rect b="b" l="l" r="r" t="t"/>
                <a:pathLst>
                  <a:path extrusionOk="0" h="598" w="630">
                    <a:moveTo>
                      <a:pt x="268" y="0"/>
                    </a:moveTo>
                    <a:lnTo>
                      <a:pt x="142" y="32"/>
                    </a:lnTo>
                    <a:lnTo>
                      <a:pt x="0" y="189"/>
                    </a:lnTo>
                    <a:lnTo>
                      <a:pt x="0" y="409"/>
                    </a:lnTo>
                    <a:lnTo>
                      <a:pt x="142" y="582"/>
                    </a:lnTo>
                    <a:lnTo>
                      <a:pt x="268" y="598"/>
                    </a:lnTo>
                    <a:lnTo>
                      <a:pt x="362" y="598"/>
                    </a:lnTo>
                    <a:lnTo>
                      <a:pt x="488" y="582"/>
                    </a:lnTo>
                    <a:lnTo>
                      <a:pt x="629" y="409"/>
                    </a:lnTo>
                    <a:lnTo>
                      <a:pt x="629" y="189"/>
                    </a:lnTo>
                    <a:lnTo>
                      <a:pt x="488" y="32"/>
                    </a:lnTo>
                    <a:lnTo>
                      <a:pt x="36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6"/>
              <p:cNvSpPr/>
              <p:nvPr/>
            </p:nvSpPr>
            <p:spPr>
              <a:xfrm>
                <a:off x="1677530" y="1074137"/>
                <a:ext cx="10235" cy="11106"/>
              </a:xfrm>
              <a:custGeom>
                <a:rect b="b" l="l" r="r" t="t"/>
                <a:pathLst>
                  <a:path extrusionOk="0" h="598" w="551">
                    <a:moveTo>
                      <a:pt x="284" y="0"/>
                    </a:moveTo>
                    <a:lnTo>
                      <a:pt x="142" y="32"/>
                    </a:lnTo>
                    <a:lnTo>
                      <a:pt x="1" y="189"/>
                    </a:lnTo>
                    <a:lnTo>
                      <a:pt x="1" y="409"/>
                    </a:lnTo>
                    <a:lnTo>
                      <a:pt x="142" y="582"/>
                    </a:lnTo>
                    <a:lnTo>
                      <a:pt x="284" y="598"/>
                    </a:lnTo>
                    <a:lnTo>
                      <a:pt x="410" y="582"/>
                    </a:lnTo>
                    <a:lnTo>
                      <a:pt x="551" y="409"/>
                    </a:lnTo>
                    <a:lnTo>
                      <a:pt x="551" y="189"/>
                    </a:lnTo>
                    <a:lnTo>
                      <a:pt x="410" y="32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29" name="Google Shape;1329;p26"/>
            <p:cNvSpPr txBox="1"/>
            <p:nvPr/>
          </p:nvSpPr>
          <p:spPr>
            <a:xfrm>
              <a:off x="1339350" y="4084675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is the closest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0" name="Google Shape;1330;p26"/>
            <p:cNvSpPr txBox="1"/>
            <p:nvPr/>
          </p:nvSpPr>
          <p:spPr>
            <a:xfrm>
              <a:off x="1339350" y="4393100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It is the hottest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27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1336" name="Google Shape;1336;p27"/>
          <p:cNvGrpSpPr/>
          <p:nvPr/>
        </p:nvGrpSpPr>
        <p:grpSpPr>
          <a:xfrm>
            <a:off x="2749150" y="3655250"/>
            <a:ext cx="1783213" cy="309600"/>
            <a:chOff x="2749150" y="3655250"/>
            <a:chExt cx="1783213" cy="309600"/>
          </a:xfrm>
        </p:grpSpPr>
        <p:sp>
          <p:nvSpPr>
            <p:cNvPr id="1337" name="Google Shape;1337;p27"/>
            <p:cNvSpPr txBox="1"/>
            <p:nvPr/>
          </p:nvSpPr>
          <p:spPr>
            <a:xfrm>
              <a:off x="2749150" y="3655250"/>
              <a:ext cx="854100" cy="3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Italian</a:t>
              </a:r>
              <a:endParaRPr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38" name="Google Shape;1338;p27"/>
            <p:cNvSpPr/>
            <p:nvPr/>
          </p:nvSpPr>
          <p:spPr>
            <a:xfrm>
              <a:off x="3610390" y="3752838"/>
              <a:ext cx="126699" cy="122354"/>
            </a:xfrm>
            <a:custGeom>
              <a:rect b="b" l="l" r="r" t="t"/>
              <a:pathLst>
                <a:path extrusionOk="0" h="2337" w="2420">
                  <a:moveTo>
                    <a:pt x="1239" y="0"/>
                  </a:moveTo>
                  <a:cubicBezTo>
                    <a:pt x="1135" y="0"/>
                    <a:pt x="1028" y="35"/>
                    <a:pt x="926" y="117"/>
                  </a:cubicBezTo>
                  <a:cubicBezTo>
                    <a:pt x="807" y="177"/>
                    <a:pt x="747" y="237"/>
                    <a:pt x="613" y="356"/>
                  </a:cubicBezTo>
                  <a:cubicBezTo>
                    <a:pt x="493" y="491"/>
                    <a:pt x="374" y="610"/>
                    <a:pt x="239" y="730"/>
                  </a:cubicBezTo>
                  <a:lnTo>
                    <a:pt x="179" y="804"/>
                  </a:lnTo>
                  <a:cubicBezTo>
                    <a:pt x="179" y="804"/>
                    <a:pt x="179" y="864"/>
                    <a:pt x="120" y="924"/>
                  </a:cubicBezTo>
                  <a:cubicBezTo>
                    <a:pt x="0" y="1043"/>
                    <a:pt x="60" y="1357"/>
                    <a:pt x="239" y="1477"/>
                  </a:cubicBezTo>
                  <a:cubicBezTo>
                    <a:pt x="239" y="1611"/>
                    <a:pt x="374" y="1671"/>
                    <a:pt x="433" y="1730"/>
                  </a:cubicBezTo>
                  <a:cubicBezTo>
                    <a:pt x="488" y="2018"/>
                    <a:pt x="806" y="2305"/>
                    <a:pt x="1101" y="2305"/>
                  </a:cubicBezTo>
                  <a:cubicBezTo>
                    <a:pt x="1127" y="2305"/>
                    <a:pt x="1154" y="2303"/>
                    <a:pt x="1180" y="2298"/>
                  </a:cubicBezTo>
                  <a:cubicBezTo>
                    <a:pt x="1252" y="2322"/>
                    <a:pt x="1326" y="2336"/>
                    <a:pt x="1397" y="2336"/>
                  </a:cubicBezTo>
                  <a:cubicBezTo>
                    <a:pt x="1503" y="2336"/>
                    <a:pt x="1601" y="2304"/>
                    <a:pt x="1673" y="2223"/>
                  </a:cubicBezTo>
                  <a:cubicBezTo>
                    <a:pt x="1733" y="2164"/>
                    <a:pt x="1733" y="2104"/>
                    <a:pt x="1807" y="2104"/>
                  </a:cubicBezTo>
                  <a:cubicBezTo>
                    <a:pt x="1987" y="1925"/>
                    <a:pt x="2106" y="1790"/>
                    <a:pt x="2241" y="1611"/>
                  </a:cubicBezTo>
                  <a:cubicBezTo>
                    <a:pt x="2300" y="1477"/>
                    <a:pt x="2360" y="1297"/>
                    <a:pt x="2360" y="1178"/>
                  </a:cubicBezTo>
                  <a:cubicBezTo>
                    <a:pt x="2420" y="984"/>
                    <a:pt x="2420" y="730"/>
                    <a:pt x="2241" y="551"/>
                  </a:cubicBezTo>
                  <a:cubicBezTo>
                    <a:pt x="2106" y="431"/>
                    <a:pt x="1927" y="356"/>
                    <a:pt x="1733" y="356"/>
                  </a:cubicBezTo>
                  <a:cubicBezTo>
                    <a:pt x="1652" y="154"/>
                    <a:pt x="1455" y="0"/>
                    <a:pt x="12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7"/>
            <p:cNvSpPr/>
            <p:nvPr/>
          </p:nvSpPr>
          <p:spPr>
            <a:xfrm>
              <a:off x="3802742" y="3747236"/>
              <a:ext cx="129840" cy="115757"/>
            </a:xfrm>
            <a:custGeom>
              <a:rect b="b" l="l" r="r" t="t"/>
              <a:pathLst>
                <a:path extrusionOk="0" h="2211" w="2480">
                  <a:moveTo>
                    <a:pt x="1165" y="0"/>
                  </a:moveTo>
                  <a:cubicBezTo>
                    <a:pt x="1065" y="0"/>
                    <a:pt x="956" y="30"/>
                    <a:pt x="867" y="90"/>
                  </a:cubicBezTo>
                  <a:cubicBezTo>
                    <a:pt x="613" y="344"/>
                    <a:pt x="374" y="538"/>
                    <a:pt x="180" y="777"/>
                  </a:cubicBezTo>
                  <a:cubicBezTo>
                    <a:pt x="0" y="1031"/>
                    <a:pt x="0" y="1345"/>
                    <a:pt x="180" y="1524"/>
                  </a:cubicBezTo>
                  <a:cubicBezTo>
                    <a:pt x="239" y="1584"/>
                    <a:pt x="374" y="1584"/>
                    <a:pt x="434" y="1658"/>
                  </a:cubicBezTo>
                  <a:cubicBezTo>
                    <a:pt x="434" y="1897"/>
                    <a:pt x="747" y="2211"/>
                    <a:pt x="986" y="2211"/>
                  </a:cubicBezTo>
                  <a:cubicBezTo>
                    <a:pt x="1121" y="2211"/>
                    <a:pt x="1240" y="2211"/>
                    <a:pt x="1360" y="2151"/>
                  </a:cubicBezTo>
                  <a:cubicBezTo>
                    <a:pt x="1425" y="2176"/>
                    <a:pt x="1490" y="2188"/>
                    <a:pt x="1553" y="2188"/>
                  </a:cubicBezTo>
                  <a:cubicBezTo>
                    <a:pt x="1795" y="2188"/>
                    <a:pt x="2012" y="2014"/>
                    <a:pt x="2106" y="1718"/>
                  </a:cubicBezTo>
                  <a:cubicBezTo>
                    <a:pt x="2106" y="1658"/>
                    <a:pt x="2166" y="1524"/>
                    <a:pt x="2241" y="1464"/>
                  </a:cubicBezTo>
                  <a:cubicBezTo>
                    <a:pt x="2480" y="1150"/>
                    <a:pt x="2360" y="837"/>
                    <a:pt x="2106" y="658"/>
                  </a:cubicBezTo>
                  <a:cubicBezTo>
                    <a:pt x="2106" y="370"/>
                    <a:pt x="1793" y="83"/>
                    <a:pt x="1499" y="83"/>
                  </a:cubicBezTo>
                  <a:cubicBezTo>
                    <a:pt x="1472" y="83"/>
                    <a:pt x="1446" y="85"/>
                    <a:pt x="1419" y="90"/>
                  </a:cubicBezTo>
                  <a:cubicBezTo>
                    <a:pt x="1360" y="30"/>
                    <a:pt x="1266" y="0"/>
                    <a:pt x="11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3994310" y="3746293"/>
              <a:ext cx="130626" cy="125966"/>
            </a:xfrm>
            <a:custGeom>
              <a:rect b="b" l="l" r="r" t="t"/>
              <a:pathLst>
                <a:path extrusionOk="0" h="2406" w="2495">
                  <a:moveTo>
                    <a:pt x="1567" y="0"/>
                  </a:moveTo>
                  <a:cubicBezTo>
                    <a:pt x="1458" y="0"/>
                    <a:pt x="1349" y="33"/>
                    <a:pt x="1255" y="108"/>
                  </a:cubicBezTo>
                  <a:cubicBezTo>
                    <a:pt x="1196" y="108"/>
                    <a:pt x="1121" y="183"/>
                    <a:pt x="1061" y="242"/>
                  </a:cubicBezTo>
                  <a:cubicBezTo>
                    <a:pt x="822" y="242"/>
                    <a:pt x="628" y="362"/>
                    <a:pt x="568" y="616"/>
                  </a:cubicBezTo>
                  <a:cubicBezTo>
                    <a:pt x="509" y="735"/>
                    <a:pt x="449" y="795"/>
                    <a:pt x="449" y="929"/>
                  </a:cubicBezTo>
                  <a:cubicBezTo>
                    <a:pt x="374" y="989"/>
                    <a:pt x="374" y="1049"/>
                    <a:pt x="314" y="1049"/>
                  </a:cubicBezTo>
                  <a:cubicBezTo>
                    <a:pt x="1" y="1422"/>
                    <a:pt x="255" y="1855"/>
                    <a:pt x="628" y="1915"/>
                  </a:cubicBezTo>
                  <a:cubicBezTo>
                    <a:pt x="628" y="1975"/>
                    <a:pt x="688" y="1975"/>
                    <a:pt x="747" y="2050"/>
                  </a:cubicBezTo>
                  <a:cubicBezTo>
                    <a:pt x="838" y="2252"/>
                    <a:pt x="1066" y="2406"/>
                    <a:pt x="1301" y="2406"/>
                  </a:cubicBezTo>
                  <a:cubicBezTo>
                    <a:pt x="1413" y="2406"/>
                    <a:pt x="1527" y="2371"/>
                    <a:pt x="1629" y="2289"/>
                  </a:cubicBezTo>
                  <a:cubicBezTo>
                    <a:pt x="1942" y="2050"/>
                    <a:pt x="2181" y="1796"/>
                    <a:pt x="2241" y="1422"/>
                  </a:cubicBezTo>
                  <a:cubicBezTo>
                    <a:pt x="2495" y="1168"/>
                    <a:pt x="2435" y="795"/>
                    <a:pt x="2181" y="616"/>
                  </a:cubicBezTo>
                  <a:cubicBezTo>
                    <a:pt x="2226" y="291"/>
                    <a:pt x="1894" y="0"/>
                    <a:pt x="15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4193731" y="3756293"/>
              <a:ext cx="120469" cy="128584"/>
            </a:xfrm>
            <a:custGeom>
              <a:rect b="b" l="l" r="r" t="t"/>
              <a:pathLst>
                <a:path extrusionOk="0" h="2456" w="2301">
                  <a:moveTo>
                    <a:pt x="1200" y="0"/>
                  </a:moveTo>
                  <a:cubicBezTo>
                    <a:pt x="1083" y="0"/>
                    <a:pt x="966" y="35"/>
                    <a:pt x="867" y="111"/>
                  </a:cubicBezTo>
                  <a:cubicBezTo>
                    <a:pt x="672" y="231"/>
                    <a:pt x="553" y="290"/>
                    <a:pt x="374" y="425"/>
                  </a:cubicBezTo>
                  <a:cubicBezTo>
                    <a:pt x="60" y="604"/>
                    <a:pt x="60" y="977"/>
                    <a:pt x="239" y="1172"/>
                  </a:cubicBezTo>
                  <a:lnTo>
                    <a:pt x="239" y="1231"/>
                  </a:lnTo>
                  <a:cubicBezTo>
                    <a:pt x="60" y="1411"/>
                    <a:pt x="0" y="1664"/>
                    <a:pt x="180" y="1859"/>
                  </a:cubicBezTo>
                  <a:cubicBezTo>
                    <a:pt x="277" y="1956"/>
                    <a:pt x="464" y="2054"/>
                    <a:pt x="635" y="2054"/>
                  </a:cubicBezTo>
                  <a:cubicBezTo>
                    <a:pt x="674" y="2054"/>
                    <a:pt x="711" y="2049"/>
                    <a:pt x="747" y="2038"/>
                  </a:cubicBezTo>
                  <a:cubicBezTo>
                    <a:pt x="790" y="2262"/>
                    <a:pt x="1023" y="2455"/>
                    <a:pt x="1288" y="2455"/>
                  </a:cubicBezTo>
                  <a:cubicBezTo>
                    <a:pt x="1395" y="2455"/>
                    <a:pt x="1507" y="2424"/>
                    <a:pt x="1613" y="2352"/>
                  </a:cubicBezTo>
                  <a:cubicBezTo>
                    <a:pt x="1793" y="2232"/>
                    <a:pt x="1987" y="2038"/>
                    <a:pt x="2106" y="1859"/>
                  </a:cubicBezTo>
                  <a:cubicBezTo>
                    <a:pt x="2166" y="1664"/>
                    <a:pt x="2241" y="1545"/>
                    <a:pt x="2166" y="1411"/>
                  </a:cubicBezTo>
                  <a:cubicBezTo>
                    <a:pt x="2300" y="1112"/>
                    <a:pt x="2241" y="798"/>
                    <a:pt x="1927" y="604"/>
                  </a:cubicBezTo>
                  <a:cubicBezTo>
                    <a:pt x="1927" y="485"/>
                    <a:pt x="1793" y="290"/>
                    <a:pt x="1673" y="231"/>
                  </a:cubicBezTo>
                  <a:cubicBezTo>
                    <a:pt x="1564" y="85"/>
                    <a:pt x="1383" y="0"/>
                    <a:pt x="1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4379068" y="3745665"/>
              <a:ext cx="123558" cy="129840"/>
            </a:xfrm>
            <a:custGeom>
              <a:rect b="b" l="l" r="r" t="t"/>
              <a:pathLst>
                <a:path extrusionOk="0" h="2480" w="2360">
                  <a:moveTo>
                    <a:pt x="1180" y="1"/>
                  </a:moveTo>
                  <a:cubicBezTo>
                    <a:pt x="866" y="60"/>
                    <a:pt x="568" y="254"/>
                    <a:pt x="374" y="493"/>
                  </a:cubicBezTo>
                  <a:cubicBezTo>
                    <a:pt x="254" y="747"/>
                    <a:pt x="0" y="1061"/>
                    <a:pt x="60" y="1375"/>
                  </a:cubicBezTo>
                  <a:cubicBezTo>
                    <a:pt x="60" y="1748"/>
                    <a:pt x="314" y="1927"/>
                    <a:pt x="568" y="1987"/>
                  </a:cubicBezTo>
                  <a:cubicBezTo>
                    <a:pt x="627" y="2181"/>
                    <a:pt x="747" y="2241"/>
                    <a:pt x="941" y="2301"/>
                  </a:cubicBezTo>
                  <a:cubicBezTo>
                    <a:pt x="1010" y="2412"/>
                    <a:pt x="1163" y="2480"/>
                    <a:pt x="1328" y="2480"/>
                  </a:cubicBezTo>
                  <a:cubicBezTo>
                    <a:pt x="1451" y="2480"/>
                    <a:pt x="1580" y="2443"/>
                    <a:pt x="1688" y="2360"/>
                  </a:cubicBezTo>
                  <a:cubicBezTo>
                    <a:pt x="1927" y="2241"/>
                    <a:pt x="2121" y="1987"/>
                    <a:pt x="2240" y="1688"/>
                  </a:cubicBezTo>
                  <a:cubicBezTo>
                    <a:pt x="2360" y="1434"/>
                    <a:pt x="2240" y="1121"/>
                    <a:pt x="2061" y="941"/>
                  </a:cubicBezTo>
                  <a:lnTo>
                    <a:pt x="1987" y="941"/>
                  </a:lnTo>
                  <a:cubicBezTo>
                    <a:pt x="2061" y="747"/>
                    <a:pt x="1987" y="568"/>
                    <a:pt x="1867" y="434"/>
                  </a:cubicBezTo>
                  <a:cubicBezTo>
                    <a:pt x="1807" y="434"/>
                    <a:pt x="1807" y="374"/>
                    <a:pt x="1748" y="374"/>
                  </a:cubicBezTo>
                  <a:cubicBezTo>
                    <a:pt x="1688" y="195"/>
                    <a:pt x="1494" y="1"/>
                    <a:pt x="11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7"/>
            <p:cNvSpPr/>
            <p:nvPr/>
          </p:nvSpPr>
          <p:spPr>
            <a:xfrm>
              <a:off x="3603322" y="3740011"/>
              <a:ext cx="160363" cy="148898"/>
            </a:xfrm>
            <a:custGeom>
              <a:rect b="b" l="l" r="r" t="t"/>
              <a:pathLst>
                <a:path extrusionOk="0" h="2844" w="3063">
                  <a:moveTo>
                    <a:pt x="1447" y="352"/>
                  </a:moveTo>
                  <a:cubicBezTo>
                    <a:pt x="1615" y="352"/>
                    <a:pt x="1785" y="393"/>
                    <a:pt x="1942" y="482"/>
                  </a:cubicBezTo>
                  <a:cubicBezTo>
                    <a:pt x="2435" y="796"/>
                    <a:pt x="2615" y="1348"/>
                    <a:pt x="2376" y="1856"/>
                  </a:cubicBezTo>
                  <a:cubicBezTo>
                    <a:pt x="2157" y="2281"/>
                    <a:pt x="1760" y="2484"/>
                    <a:pt x="1330" y="2484"/>
                  </a:cubicBezTo>
                  <a:cubicBezTo>
                    <a:pt x="1261" y="2484"/>
                    <a:pt x="1191" y="2479"/>
                    <a:pt x="1121" y="2468"/>
                  </a:cubicBezTo>
                  <a:cubicBezTo>
                    <a:pt x="688" y="2349"/>
                    <a:pt x="449" y="2035"/>
                    <a:pt x="374" y="1602"/>
                  </a:cubicBezTo>
                  <a:cubicBezTo>
                    <a:pt x="374" y="1348"/>
                    <a:pt x="449" y="975"/>
                    <a:pt x="628" y="736"/>
                  </a:cubicBezTo>
                  <a:cubicBezTo>
                    <a:pt x="832" y="493"/>
                    <a:pt x="1136" y="352"/>
                    <a:pt x="1447" y="352"/>
                  </a:cubicBezTo>
                  <a:close/>
                  <a:moveTo>
                    <a:pt x="1497" y="0"/>
                  </a:moveTo>
                  <a:cubicBezTo>
                    <a:pt x="1011" y="0"/>
                    <a:pt x="522" y="227"/>
                    <a:pt x="255" y="676"/>
                  </a:cubicBezTo>
                  <a:cubicBezTo>
                    <a:pt x="75" y="975"/>
                    <a:pt x="1" y="1348"/>
                    <a:pt x="75" y="1662"/>
                  </a:cubicBezTo>
                  <a:cubicBezTo>
                    <a:pt x="175" y="2336"/>
                    <a:pt x="839" y="2843"/>
                    <a:pt x="1490" y="2843"/>
                  </a:cubicBezTo>
                  <a:cubicBezTo>
                    <a:pt x="1618" y="2843"/>
                    <a:pt x="1745" y="2824"/>
                    <a:pt x="1868" y="2782"/>
                  </a:cubicBezTo>
                  <a:cubicBezTo>
                    <a:pt x="2241" y="2603"/>
                    <a:pt x="2555" y="2349"/>
                    <a:pt x="2749" y="1975"/>
                  </a:cubicBezTo>
                  <a:cubicBezTo>
                    <a:pt x="3063" y="1288"/>
                    <a:pt x="2749" y="422"/>
                    <a:pt x="2062" y="109"/>
                  </a:cubicBezTo>
                  <a:cubicBezTo>
                    <a:pt x="1883" y="36"/>
                    <a:pt x="1690" y="0"/>
                    <a:pt x="14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7"/>
            <p:cNvSpPr/>
            <p:nvPr/>
          </p:nvSpPr>
          <p:spPr>
            <a:xfrm>
              <a:off x="3795675" y="3740011"/>
              <a:ext cx="159578" cy="148898"/>
            </a:xfrm>
            <a:custGeom>
              <a:rect b="b" l="l" r="r" t="t"/>
              <a:pathLst>
                <a:path extrusionOk="0" h="2844" w="3048">
                  <a:moveTo>
                    <a:pt x="1444" y="352"/>
                  </a:moveTo>
                  <a:cubicBezTo>
                    <a:pt x="1609" y="352"/>
                    <a:pt x="1776" y="393"/>
                    <a:pt x="1928" y="482"/>
                  </a:cubicBezTo>
                  <a:cubicBezTo>
                    <a:pt x="2436" y="796"/>
                    <a:pt x="2615" y="1348"/>
                    <a:pt x="2376" y="1856"/>
                  </a:cubicBezTo>
                  <a:cubicBezTo>
                    <a:pt x="2157" y="2281"/>
                    <a:pt x="1760" y="2484"/>
                    <a:pt x="1330" y="2484"/>
                  </a:cubicBezTo>
                  <a:cubicBezTo>
                    <a:pt x="1261" y="2484"/>
                    <a:pt x="1191" y="2479"/>
                    <a:pt x="1121" y="2468"/>
                  </a:cubicBezTo>
                  <a:cubicBezTo>
                    <a:pt x="688" y="2349"/>
                    <a:pt x="434" y="2035"/>
                    <a:pt x="374" y="1602"/>
                  </a:cubicBezTo>
                  <a:cubicBezTo>
                    <a:pt x="374" y="1348"/>
                    <a:pt x="434" y="975"/>
                    <a:pt x="628" y="736"/>
                  </a:cubicBezTo>
                  <a:cubicBezTo>
                    <a:pt x="832" y="493"/>
                    <a:pt x="1136" y="352"/>
                    <a:pt x="1444" y="352"/>
                  </a:cubicBezTo>
                  <a:close/>
                  <a:moveTo>
                    <a:pt x="1497" y="0"/>
                  </a:moveTo>
                  <a:cubicBezTo>
                    <a:pt x="1011" y="0"/>
                    <a:pt x="522" y="227"/>
                    <a:pt x="255" y="676"/>
                  </a:cubicBezTo>
                  <a:cubicBezTo>
                    <a:pt x="61" y="975"/>
                    <a:pt x="1" y="1348"/>
                    <a:pt x="61" y="1662"/>
                  </a:cubicBezTo>
                  <a:cubicBezTo>
                    <a:pt x="123" y="2336"/>
                    <a:pt x="822" y="2843"/>
                    <a:pt x="1486" y="2843"/>
                  </a:cubicBezTo>
                  <a:cubicBezTo>
                    <a:pt x="1616" y="2843"/>
                    <a:pt x="1745" y="2824"/>
                    <a:pt x="1868" y="2782"/>
                  </a:cubicBezTo>
                  <a:cubicBezTo>
                    <a:pt x="2241" y="2603"/>
                    <a:pt x="2555" y="2349"/>
                    <a:pt x="2749" y="1975"/>
                  </a:cubicBezTo>
                  <a:cubicBezTo>
                    <a:pt x="3048" y="1288"/>
                    <a:pt x="2749" y="422"/>
                    <a:pt x="2062" y="109"/>
                  </a:cubicBezTo>
                  <a:cubicBezTo>
                    <a:pt x="1884" y="36"/>
                    <a:pt x="1690" y="0"/>
                    <a:pt x="14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3988080" y="3740011"/>
              <a:ext cx="159578" cy="148898"/>
            </a:xfrm>
            <a:custGeom>
              <a:rect b="b" l="l" r="r" t="t"/>
              <a:pathLst>
                <a:path extrusionOk="0" h="2844" w="3048">
                  <a:moveTo>
                    <a:pt x="1443" y="352"/>
                  </a:moveTo>
                  <a:cubicBezTo>
                    <a:pt x="1609" y="352"/>
                    <a:pt x="1775" y="393"/>
                    <a:pt x="1927" y="482"/>
                  </a:cubicBezTo>
                  <a:cubicBezTo>
                    <a:pt x="2435" y="796"/>
                    <a:pt x="2614" y="1348"/>
                    <a:pt x="2360" y="1856"/>
                  </a:cubicBezTo>
                  <a:cubicBezTo>
                    <a:pt x="2154" y="2281"/>
                    <a:pt x="1748" y="2484"/>
                    <a:pt x="1324" y="2484"/>
                  </a:cubicBezTo>
                  <a:cubicBezTo>
                    <a:pt x="1257" y="2484"/>
                    <a:pt x="1188" y="2479"/>
                    <a:pt x="1120" y="2468"/>
                  </a:cubicBezTo>
                  <a:cubicBezTo>
                    <a:pt x="687" y="2349"/>
                    <a:pt x="433" y="2035"/>
                    <a:pt x="374" y="1602"/>
                  </a:cubicBezTo>
                  <a:cubicBezTo>
                    <a:pt x="374" y="1348"/>
                    <a:pt x="433" y="975"/>
                    <a:pt x="628" y="736"/>
                  </a:cubicBezTo>
                  <a:cubicBezTo>
                    <a:pt x="831" y="493"/>
                    <a:pt x="1136" y="352"/>
                    <a:pt x="1443" y="352"/>
                  </a:cubicBezTo>
                  <a:close/>
                  <a:moveTo>
                    <a:pt x="1496" y="0"/>
                  </a:moveTo>
                  <a:cubicBezTo>
                    <a:pt x="1010" y="0"/>
                    <a:pt x="521" y="227"/>
                    <a:pt x="254" y="676"/>
                  </a:cubicBezTo>
                  <a:cubicBezTo>
                    <a:pt x="60" y="975"/>
                    <a:pt x="0" y="1348"/>
                    <a:pt x="0" y="1662"/>
                  </a:cubicBezTo>
                  <a:cubicBezTo>
                    <a:pt x="100" y="2336"/>
                    <a:pt x="816" y="2843"/>
                    <a:pt x="1484" y="2843"/>
                  </a:cubicBezTo>
                  <a:cubicBezTo>
                    <a:pt x="1615" y="2843"/>
                    <a:pt x="1745" y="2824"/>
                    <a:pt x="1867" y="2782"/>
                  </a:cubicBezTo>
                  <a:cubicBezTo>
                    <a:pt x="2241" y="2603"/>
                    <a:pt x="2554" y="2349"/>
                    <a:pt x="2733" y="1975"/>
                  </a:cubicBezTo>
                  <a:cubicBezTo>
                    <a:pt x="3047" y="1288"/>
                    <a:pt x="2733" y="422"/>
                    <a:pt x="2061" y="109"/>
                  </a:cubicBezTo>
                  <a:cubicBezTo>
                    <a:pt x="1883" y="36"/>
                    <a:pt x="1690" y="0"/>
                    <a:pt x="14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4180432" y="3740011"/>
              <a:ext cx="159578" cy="148898"/>
            </a:xfrm>
            <a:custGeom>
              <a:rect b="b" l="l" r="r" t="t"/>
              <a:pathLst>
                <a:path extrusionOk="0" h="2844" w="3048">
                  <a:moveTo>
                    <a:pt x="1439" y="352"/>
                  </a:moveTo>
                  <a:cubicBezTo>
                    <a:pt x="1607" y="352"/>
                    <a:pt x="1775" y="393"/>
                    <a:pt x="1927" y="482"/>
                  </a:cubicBezTo>
                  <a:cubicBezTo>
                    <a:pt x="2420" y="796"/>
                    <a:pt x="2614" y="1348"/>
                    <a:pt x="2360" y="1856"/>
                  </a:cubicBezTo>
                  <a:cubicBezTo>
                    <a:pt x="2154" y="2281"/>
                    <a:pt x="1748" y="2484"/>
                    <a:pt x="1325" y="2484"/>
                  </a:cubicBezTo>
                  <a:cubicBezTo>
                    <a:pt x="1257" y="2484"/>
                    <a:pt x="1189" y="2479"/>
                    <a:pt x="1121" y="2468"/>
                  </a:cubicBezTo>
                  <a:cubicBezTo>
                    <a:pt x="687" y="2349"/>
                    <a:pt x="434" y="2035"/>
                    <a:pt x="374" y="1602"/>
                  </a:cubicBezTo>
                  <a:cubicBezTo>
                    <a:pt x="374" y="1348"/>
                    <a:pt x="434" y="975"/>
                    <a:pt x="628" y="736"/>
                  </a:cubicBezTo>
                  <a:cubicBezTo>
                    <a:pt x="822" y="493"/>
                    <a:pt x="1129" y="352"/>
                    <a:pt x="1439" y="352"/>
                  </a:cubicBezTo>
                  <a:close/>
                  <a:moveTo>
                    <a:pt x="1443" y="0"/>
                  </a:moveTo>
                  <a:cubicBezTo>
                    <a:pt x="980" y="0"/>
                    <a:pt x="521" y="227"/>
                    <a:pt x="254" y="676"/>
                  </a:cubicBezTo>
                  <a:cubicBezTo>
                    <a:pt x="60" y="975"/>
                    <a:pt x="0" y="1348"/>
                    <a:pt x="0" y="1662"/>
                  </a:cubicBezTo>
                  <a:cubicBezTo>
                    <a:pt x="100" y="2336"/>
                    <a:pt x="816" y="2843"/>
                    <a:pt x="1484" y="2843"/>
                  </a:cubicBezTo>
                  <a:cubicBezTo>
                    <a:pt x="1615" y="2843"/>
                    <a:pt x="1745" y="2824"/>
                    <a:pt x="1867" y="2782"/>
                  </a:cubicBezTo>
                  <a:cubicBezTo>
                    <a:pt x="2241" y="2603"/>
                    <a:pt x="2554" y="2349"/>
                    <a:pt x="2734" y="1975"/>
                  </a:cubicBezTo>
                  <a:cubicBezTo>
                    <a:pt x="3047" y="1288"/>
                    <a:pt x="2734" y="422"/>
                    <a:pt x="1987" y="109"/>
                  </a:cubicBezTo>
                  <a:cubicBezTo>
                    <a:pt x="1813" y="36"/>
                    <a:pt x="1627" y="0"/>
                    <a:pt x="14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4369644" y="3740011"/>
              <a:ext cx="162719" cy="148898"/>
            </a:xfrm>
            <a:custGeom>
              <a:rect b="b" l="l" r="r" t="t"/>
              <a:pathLst>
                <a:path extrusionOk="0" h="2844" w="3108">
                  <a:moveTo>
                    <a:pt x="1499" y="352"/>
                  </a:moveTo>
                  <a:cubicBezTo>
                    <a:pt x="1667" y="352"/>
                    <a:pt x="1836" y="393"/>
                    <a:pt x="1987" y="482"/>
                  </a:cubicBezTo>
                  <a:cubicBezTo>
                    <a:pt x="2480" y="796"/>
                    <a:pt x="2674" y="1348"/>
                    <a:pt x="2420" y="1856"/>
                  </a:cubicBezTo>
                  <a:cubicBezTo>
                    <a:pt x="2202" y="2281"/>
                    <a:pt x="1805" y="2484"/>
                    <a:pt x="1384" y="2484"/>
                  </a:cubicBezTo>
                  <a:cubicBezTo>
                    <a:pt x="1317" y="2484"/>
                    <a:pt x="1249" y="2479"/>
                    <a:pt x="1181" y="2468"/>
                  </a:cubicBezTo>
                  <a:cubicBezTo>
                    <a:pt x="748" y="2349"/>
                    <a:pt x="494" y="2035"/>
                    <a:pt x="434" y="1602"/>
                  </a:cubicBezTo>
                  <a:cubicBezTo>
                    <a:pt x="434" y="1348"/>
                    <a:pt x="494" y="975"/>
                    <a:pt x="673" y="736"/>
                  </a:cubicBezTo>
                  <a:cubicBezTo>
                    <a:pt x="877" y="493"/>
                    <a:pt x="1187" y="352"/>
                    <a:pt x="1499" y="352"/>
                  </a:cubicBezTo>
                  <a:close/>
                  <a:moveTo>
                    <a:pt x="1494" y="0"/>
                  </a:moveTo>
                  <a:cubicBezTo>
                    <a:pt x="1025" y="0"/>
                    <a:pt x="567" y="227"/>
                    <a:pt x="300" y="676"/>
                  </a:cubicBezTo>
                  <a:cubicBezTo>
                    <a:pt x="120" y="975"/>
                    <a:pt x="1" y="1348"/>
                    <a:pt x="61" y="1662"/>
                  </a:cubicBezTo>
                  <a:cubicBezTo>
                    <a:pt x="161" y="2336"/>
                    <a:pt x="876" y="2843"/>
                    <a:pt x="1544" y="2843"/>
                  </a:cubicBezTo>
                  <a:cubicBezTo>
                    <a:pt x="1676" y="2843"/>
                    <a:pt x="1805" y="2824"/>
                    <a:pt x="1928" y="2782"/>
                  </a:cubicBezTo>
                  <a:cubicBezTo>
                    <a:pt x="2241" y="2603"/>
                    <a:pt x="2615" y="2349"/>
                    <a:pt x="2794" y="1975"/>
                  </a:cubicBezTo>
                  <a:cubicBezTo>
                    <a:pt x="3108" y="1288"/>
                    <a:pt x="2794" y="422"/>
                    <a:pt x="2047" y="109"/>
                  </a:cubicBezTo>
                  <a:cubicBezTo>
                    <a:pt x="1869" y="36"/>
                    <a:pt x="1680" y="0"/>
                    <a:pt x="14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>
            <a:off x="2749150" y="4000276"/>
            <a:ext cx="1783213" cy="309600"/>
            <a:chOff x="2749150" y="4000276"/>
            <a:chExt cx="1783213" cy="309600"/>
          </a:xfrm>
        </p:grpSpPr>
        <p:sp>
          <p:nvSpPr>
            <p:cNvPr id="1349" name="Google Shape;1349;p27"/>
            <p:cNvSpPr txBox="1"/>
            <p:nvPr/>
          </p:nvSpPr>
          <p:spPr>
            <a:xfrm>
              <a:off x="2749150" y="4000276"/>
              <a:ext cx="854100" cy="3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German</a:t>
              </a:r>
              <a:endParaRPr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50" name="Google Shape;1350;p27"/>
            <p:cNvSpPr/>
            <p:nvPr/>
          </p:nvSpPr>
          <p:spPr>
            <a:xfrm>
              <a:off x="4185342" y="4101345"/>
              <a:ext cx="133767" cy="120783"/>
            </a:xfrm>
            <a:custGeom>
              <a:rect b="b" l="l" r="r" t="t"/>
              <a:pathLst>
                <a:path extrusionOk="0" h="2307" w="2555">
                  <a:moveTo>
                    <a:pt x="1307" y="0"/>
                  </a:moveTo>
                  <a:cubicBezTo>
                    <a:pt x="1119" y="0"/>
                    <a:pt x="942" y="70"/>
                    <a:pt x="807" y="217"/>
                  </a:cubicBezTo>
                  <a:cubicBezTo>
                    <a:pt x="687" y="217"/>
                    <a:pt x="493" y="336"/>
                    <a:pt x="433" y="530"/>
                  </a:cubicBezTo>
                  <a:cubicBezTo>
                    <a:pt x="314" y="650"/>
                    <a:pt x="239" y="769"/>
                    <a:pt x="179" y="963"/>
                  </a:cubicBezTo>
                  <a:cubicBezTo>
                    <a:pt x="0" y="1143"/>
                    <a:pt x="179" y="1516"/>
                    <a:pt x="374" y="1651"/>
                  </a:cubicBezTo>
                  <a:cubicBezTo>
                    <a:pt x="433" y="1710"/>
                    <a:pt x="433" y="1710"/>
                    <a:pt x="493" y="1710"/>
                  </a:cubicBezTo>
                  <a:cubicBezTo>
                    <a:pt x="493" y="1830"/>
                    <a:pt x="553" y="1964"/>
                    <a:pt x="612" y="2084"/>
                  </a:cubicBezTo>
                  <a:cubicBezTo>
                    <a:pt x="738" y="2248"/>
                    <a:pt x="914" y="2306"/>
                    <a:pt x="1072" y="2306"/>
                  </a:cubicBezTo>
                  <a:cubicBezTo>
                    <a:pt x="1157" y="2306"/>
                    <a:pt x="1237" y="2289"/>
                    <a:pt x="1300" y="2263"/>
                  </a:cubicBezTo>
                  <a:lnTo>
                    <a:pt x="1733" y="2263"/>
                  </a:lnTo>
                  <a:cubicBezTo>
                    <a:pt x="2106" y="2143"/>
                    <a:pt x="2554" y="1710"/>
                    <a:pt x="2479" y="1277"/>
                  </a:cubicBezTo>
                  <a:cubicBezTo>
                    <a:pt x="2479" y="1083"/>
                    <a:pt x="2420" y="1023"/>
                    <a:pt x="2300" y="904"/>
                  </a:cubicBezTo>
                  <a:cubicBezTo>
                    <a:pt x="2300" y="769"/>
                    <a:pt x="2240" y="650"/>
                    <a:pt x="2106" y="590"/>
                  </a:cubicBezTo>
                  <a:cubicBezTo>
                    <a:pt x="2175" y="303"/>
                    <a:pt x="1867" y="15"/>
                    <a:pt x="1573" y="15"/>
                  </a:cubicBezTo>
                  <a:cubicBezTo>
                    <a:pt x="1546" y="15"/>
                    <a:pt x="1520" y="18"/>
                    <a:pt x="1494" y="23"/>
                  </a:cubicBezTo>
                  <a:cubicBezTo>
                    <a:pt x="1431" y="8"/>
                    <a:pt x="1369" y="0"/>
                    <a:pt x="13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>
              <a:off x="3622903" y="4091774"/>
              <a:ext cx="121254" cy="128532"/>
            </a:xfrm>
            <a:custGeom>
              <a:rect b="b" l="l" r="r" t="t"/>
              <a:pathLst>
                <a:path extrusionOk="0" h="2455" w="2316">
                  <a:moveTo>
                    <a:pt x="1354" y="1"/>
                  </a:moveTo>
                  <a:cubicBezTo>
                    <a:pt x="1321" y="1"/>
                    <a:pt x="1288" y="6"/>
                    <a:pt x="1255" y="17"/>
                  </a:cubicBezTo>
                  <a:cubicBezTo>
                    <a:pt x="1120" y="17"/>
                    <a:pt x="1001" y="76"/>
                    <a:pt x="881" y="196"/>
                  </a:cubicBezTo>
                  <a:cubicBezTo>
                    <a:pt x="687" y="330"/>
                    <a:pt x="508" y="450"/>
                    <a:pt x="374" y="629"/>
                  </a:cubicBezTo>
                  <a:cubicBezTo>
                    <a:pt x="314" y="763"/>
                    <a:pt x="314" y="883"/>
                    <a:pt x="254" y="943"/>
                  </a:cubicBezTo>
                  <a:cubicBezTo>
                    <a:pt x="194" y="1077"/>
                    <a:pt x="135" y="1256"/>
                    <a:pt x="75" y="1376"/>
                  </a:cubicBezTo>
                  <a:cubicBezTo>
                    <a:pt x="0" y="1689"/>
                    <a:pt x="194" y="1884"/>
                    <a:pt x="448" y="1943"/>
                  </a:cubicBezTo>
                  <a:cubicBezTo>
                    <a:pt x="508" y="2003"/>
                    <a:pt x="627" y="2063"/>
                    <a:pt x="687" y="2123"/>
                  </a:cubicBezTo>
                  <a:cubicBezTo>
                    <a:pt x="798" y="2283"/>
                    <a:pt x="980" y="2392"/>
                    <a:pt x="1149" y="2392"/>
                  </a:cubicBezTo>
                  <a:cubicBezTo>
                    <a:pt x="1185" y="2392"/>
                    <a:pt x="1221" y="2387"/>
                    <a:pt x="1255" y="2376"/>
                  </a:cubicBezTo>
                  <a:cubicBezTo>
                    <a:pt x="1354" y="2426"/>
                    <a:pt x="1476" y="2455"/>
                    <a:pt x="1594" y="2455"/>
                  </a:cubicBezTo>
                  <a:cubicBezTo>
                    <a:pt x="1762" y="2455"/>
                    <a:pt x="1923" y="2397"/>
                    <a:pt x="2002" y="2257"/>
                  </a:cubicBezTo>
                  <a:cubicBezTo>
                    <a:pt x="2121" y="2063"/>
                    <a:pt x="2181" y="2003"/>
                    <a:pt x="2181" y="1824"/>
                  </a:cubicBezTo>
                  <a:cubicBezTo>
                    <a:pt x="2315" y="1570"/>
                    <a:pt x="2315" y="1316"/>
                    <a:pt x="2241" y="1077"/>
                  </a:cubicBezTo>
                  <a:cubicBezTo>
                    <a:pt x="2181" y="883"/>
                    <a:pt x="2061" y="704"/>
                    <a:pt x="1942" y="629"/>
                  </a:cubicBezTo>
                  <a:cubicBezTo>
                    <a:pt x="1942" y="450"/>
                    <a:pt x="1867" y="330"/>
                    <a:pt x="1748" y="196"/>
                  </a:cubicBezTo>
                  <a:cubicBezTo>
                    <a:pt x="1650" y="98"/>
                    <a:pt x="1503" y="1"/>
                    <a:pt x="13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>
              <a:off x="3812114" y="4082665"/>
              <a:ext cx="130626" cy="140259"/>
            </a:xfrm>
            <a:custGeom>
              <a:rect b="b" l="l" r="r" t="t"/>
              <a:pathLst>
                <a:path extrusionOk="0" h="2679" w="2495">
                  <a:moveTo>
                    <a:pt x="1179" y="0"/>
                  </a:moveTo>
                  <a:cubicBezTo>
                    <a:pt x="1031" y="0"/>
                    <a:pt x="874" y="64"/>
                    <a:pt x="747" y="191"/>
                  </a:cubicBezTo>
                  <a:cubicBezTo>
                    <a:pt x="494" y="504"/>
                    <a:pt x="314" y="743"/>
                    <a:pt x="120" y="997"/>
                  </a:cubicBezTo>
                  <a:cubicBezTo>
                    <a:pt x="1" y="1176"/>
                    <a:pt x="60" y="1370"/>
                    <a:pt x="120" y="1490"/>
                  </a:cubicBezTo>
                  <a:cubicBezTo>
                    <a:pt x="120" y="1624"/>
                    <a:pt x="195" y="1744"/>
                    <a:pt x="255" y="1804"/>
                  </a:cubicBezTo>
                  <a:cubicBezTo>
                    <a:pt x="48" y="2266"/>
                    <a:pt x="386" y="2679"/>
                    <a:pt x="753" y="2679"/>
                  </a:cubicBezTo>
                  <a:cubicBezTo>
                    <a:pt x="836" y="2679"/>
                    <a:pt x="921" y="2657"/>
                    <a:pt x="1001" y="2610"/>
                  </a:cubicBezTo>
                  <a:lnTo>
                    <a:pt x="1240" y="2610"/>
                  </a:lnTo>
                  <a:cubicBezTo>
                    <a:pt x="1614" y="2371"/>
                    <a:pt x="2181" y="2177"/>
                    <a:pt x="2361" y="1804"/>
                  </a:cubicBezTo>
                  <a:cubicBezTo>
                    <a:pt x="2495" y="1490"/>
                    <a:pt x="2361" y="1176"/>
                    <a:pt x="2062" y="1057"/>
                  </a:cubicBezTo>
                  <a:lnTo>
                    <a:pt x="2122" y="997"/>
                  </a:lnTo>
                  <a:cubicBezTo>
                    <a:pt x="2301" y="564"/>
                    <a:pt x="1927" y="191"/>
                    <a:pt x="1554" y="191"/>
                  </a:cubicBezTo>
                  <a:cubicBezTo>
                    <a:pt x="1464" y="64"/>
                    <a:pt x="1326" y="0"/>
                    <a:pt x="1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>
              <a:off x="4001378" y="4103973"/>
              <a:ext cx="133767" cy="120783"/>
            </a:xfrm>
            <a:custGeom>
              <a:rect b="b" l="l" r="r" t="t"/>
              <a:pathLst>
                <a:path extrusionOk="0" h="2307" w="2555">
                  <a:moveTo>
                    <a:pt x="1307" y="0"/>
                  </a:moveTo>
                  <a:cubicBezTo>
                    <a:pt x="1119" y="0"/>
                    <a:pt x="942" y="70"/>
                    <a:pt x="807" y="217"/>
                  </a:cubicBezTo>
                  <a:cubicBezTo>
                    <a:pt x="687" y="217"/>
                    <a:pt x="493" y="336"/>
                    <a:pt x="433" y="530"/>
                  </a:cubicBezTo>
                  <a:cubicBezTo>
                    <a:pt x="314" y="650"/>
                    <a:pt x="239" y="769"/>
                    <a:pt x="179" y="963"/>
                  </a:cubicBezTo>
                  <a:cubicBezTo>
                    <a:pt x="0" y="1143"/>
                    <a:pt x="179" y="1516"/>
                    <a:pt x="374" y="1651"/>
                  </a:cubicBezTo>
                  <a:cubicBezTo>
                    <a:pt x="433" y="1710"/>
                    <a:pt x="433" y="1710"/>
                    <a:pt x="493" y="1710"/>
                  </a:cubicBezTo>
                  <a:cubicBezTo>
                    <a:pt x="493" y="1830"/>
                    <a:pt x="553" y="1964"/>
                    <a:pt x="612" y="2084"/>
                  </a:cubicBezTo>
                  <a:cubicBezTo>
                    <a:pt x="738" y="2248"/>
                    <a:pt x="914" y="2306"/>
                    <a:pt x="1072" y="2306"/>
                  </a:cubicBezTo>
                  <a:cubicBezTo>
                    <a:pt x="1157" y="2306"/>
                    <a:pt x="1237" y="2289"/>
                    <a:pt x="1300" y="2263"/>
                  </a:cubicBezTo>
                  <a:lnTo>
                    <a:pt x="1733" y="2263"/>
                  </a:lnTo>
                  <a:cubicBezTo>
                    <a:pt x="2106" y="2143"/>
                    <a:pt x="2554" y="1710"/>
                    <a:pt x="2479" y="1277"/>
                  </a:cubicBezTo>
                  <a:cubicBezTo>
                    <a:pt x="2479" y="1083"/>
                    <a:pt x="2420" y="1023"/>
                    <a:pt x="2300" y="904"/>
                  </a:cubicBezTo>
                  <a:cubicBezTo>
                    <a:pt x="2300" y="769"/>
                    <a:pt x="2240" y="650"/>
                    <a:pt x="2106" y="590"/>
                  </a:cubicBezTo>
                  <a:cubicBezTo>
                    <a:pt x="2175" y="303"/>
                    <a:pt x="1867" y="15"/>
                    <a:pt x="1573" y="15"/>
                  </a:cubicBezTo>
                  <a:cubicBezTo>
                    <a:pt x="1546" y="15"/>
                    <a:pt x="1520" y="18"/>
                    <a:pt x="1494" y="23"/>
                  </a:cubicBezTo>
                  <a:cubicBezTo>
                    <a:pt x="1431" y="8"/>
                    <a:pt x="1369" y="0"/>
                    <a:pt x="13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>
              <a:off x="3603322" y="4085492"/>
              <a:ext cx="160363" cy="148636"/>
            </a:xfrm>
            <a:custGeom>
              <a:rect b="b" l="l" r="r" t="t"/>
              <a:pathLst>
                <a:path extrusionOk="0" h="2839" w="3063">
                  <a:moveTo>
                    <a:pt x="1433" y="375"/>
                  </a:moveTo>
                  <a:cubicBezTo>
                    <a:pt x="1605" y="375"/>
                    <a:pt x="1781" y="418"/>
                    <a:pt x="1942" y="510"/>
                  </a:cubicBezTo>
                  <a:cubicBezTo>
                    <a:pt x="2435" y="749"/>
                    <a:pt x="2615" y="1376"/>
                    <a:pt x="2376" y="1869"/>
                  </a:cubicBezTo>
                  <a:cubicBezTo>
                    <a:pt x="2153" y="2262"/>
                    <a:pt x="1747" y="2448"/>
                    <a:pt x="1309" y="2448"/>
                  </a:cubicBezTo>
                  <a:cubicBezTo>
                    <a:pt x="1247" y="2448"/>
                    <a:pt x="1184" y="2444"/>
                    <a:pt x="1121" y="2437"/>
                  </a:cubicBezTo>
                  <a:cubicBezTo>
                    <a:pt x="688" y="2377"/>
                    <a:pt x="449" y="2063"/>
                    <a:pt x="374" y="1630"/>
                  </a:cubicBezTo>
                  <a:cubicBezTo>
                    <a:pt x="374" y="1316"/>
                    <a:pt x="449" y="1003"/>
                    <a:pt x="628" y="749"/>
                  </a:cubicBezTo>
                  <a:cubicBezTo>
                    <a:pt x="829" y="510"/>
                    <a:pt x="1127" y="375"/>
                    <a:pt x="1433" y="375"/>
                  </a:cubicBezTo>
                  <a:close/>
                  <a:moveTo>
                    <a:pt x="1471" y="0"/>
                  </a:moveTo>
                  <a:cubicBezTo>
                    <a:pt x="993" y="0"/>
                    <a:pt x="517" y="241"/>
                    <a:pt x="255" y="629"/>
                  </a:cubicBezTo>
                  <a:cubicBezTo>
                    <a:pt x="75" y="943"/>
                    <a:pt x="1" y="1316"/>
                    <a:pt x="75" y="1690"/>
                  </a:cubicBezTo>
                  <a:cubicBezTo>
                    <a:pt x="172" y="2342"/>
                    <a:pt x="796" y="2838"/>
                    <a:pt x="1426" y="2838"/>
                  </a:cubicBezTo>
                  <a:cubicBezTo>
                    <a:pt x="1575" y="2838"/>
                    <a:pt x="1725" y="2810"/>
                    <a:pt x="1868" y="2750"/>
                  </a:cubicBezTo>
                  <a:cubicBezTo>
                    <a:pt x="2241" y="2616"/>
                    <a:pt x="2555" y="2377"/>
                    <a:pt x="2749" y="2004"/>
                  </a:cubicBezTo>
                  <a:cubicBezTo>
                    <a:pt x="3063" y="1316"/>
                    <a:pt x="2749" y="450"/>
                    <a:pt x="2062" y="137"/>
                  </a:cubicBezTo>
                  <a:cubicBezTo>
                    <a:pt x="1875" y="43"/>
                    <a:pt x="1673" y="0"/>
                    <a:pt x="14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7"/>
            <p:cNvSpPr/>
            <p:nvPr/>
          </p:nvSpPr>
          <p:spPr>
            <a:xfrm>
              <a:off x="3795675" y="4085492"/>
              <a:ext cx="159578" cy="148636"/>
            </a:xfrm>
            <a:custGeom>
              <a:rect b="b" l="l" r="r" t="t"/>
              <a:pathLst>
                <a:path extrusionOk="0" h="2839" w="3048">
                  <a:moveTo>
                    <a:pt x="1429" y="375"/>
                  </a:moveTo>
                  <a:cubicBezTo>
                    <a:pt x="1600" y="375"/>
                    <a:pt x="1771" y="418"/>
                    <a:pt x="1928" y="510"/>
                  </a:cubicBezTo>
                  <a:cubicBezTo>
                    <a:pt x="2436" y="749"/>
                    <a:pt x="2615" y="1376"/>
                    <a:pt x="2376" y="1869"/>
                  </a:cubicBezTo>
                  <a:cubicBezTo>
                    <a:pt x="2153" y="2262"/>
                    <a:pt x="1748" y="2448"/>
                    <a:pt x="1309" y="2448"/>
                  </a:cubicBezTo>
                  <a:cubicBezTo>
                    <a:pt x="1247" y="2448"/>
                    <a:pt x="1184" y="2444"/>
                    <a:pt x="1121" y="2437"/>
                  </a:cubicBezTo>
                  <a:cubicBezTo>
                    <a:pt x="688" y="2377"/>
                    <a:pt x="434" y="2063"/>
                    <a:pt x="374" y="1630"/>
                  </a:cubicBezTo>
                  <a:cubicBezTo>
                    <a:pt x="374" y="1316"/>
                    <a:pt x="434" y="1003"/>
                    <a:pt x="628" y="749"/>
                  </a:cubicBezTo>
                  <a:cubicBezTo>
                    <a:pt x="829" y="510"/>
                    <a:pt x="1127" y="375"/>
                    <a:pt x="1429" y="375"/>
                  </a:cubicBezTo>
                  <a:close/>
                  <a:moveTo>
                    <a:pt x="1471" y="0"/>
                  </a:moveTo>
                  <a:cubicBezTo>
                    <a:pt x="994" y="0"/>
                    <a:pt x="517" y="241"/>
                    <a:pt x="255" y="629"/>
                  </a:cubicBezTo>
                  <a:cubicBezTo>
                    <a:pt x="61" y="943"/>
                    <a:pt x="1" y="1316"/>
                    <a:pt x="61" y="1690"/>
                  </a:cubicBezTo>
                  <a:cubicBezTo>
                    <a:pt x="121" y="2342"/>
                    <a:pt x="777" y="2838"/>
                    <a:pt x="1421" y="2838"/>
                  </a:cubicBezTo>
                  <a:cubicBezTo>
                    <a:pt x="1573" y="2838"/>
                    <a:pt x="1725" y="2810"/>
                    <a:pt x="1868" y="2750"/>
                  </a:cubicBezTo>
                  <a:cubicBezTo>
                    <a:pt x="2241" y="2616"/>
                    <a:pt x="2555" y="2377"/>
                    <a:pt x="2749" y="2004"/>
                  </a:cubicBezTo>
                  <a:cubicBezTo>
                    <a:pt x="3048" y="1316"/>
                    <a:pt x="2749" y="450"/>
                    <a:pt x="2062" y="137"/>
                  </a:cubicBezTo>
                  <a:cubicBezTo>
                    <a:pt x="1876" y="43"/>
                    <a:pt x="1673" y="0"/>
                    <a:pt x="14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7"/>
            <p:cNvSpPr/>
            <p:nvPr/>
          </p:nvSpPr>
          <p:spPr>
            <a:xfrm>
              <a:off x="3988080" y="4085492"/>
              <a:ext cx="159578" cy="148636"/>
            </a:xfrm>
            <a:custGeom>
              <a:rect b="b" l="l" r="r" t="t"/>
              <a:pathLst>
                <a:path extrusionOk="0" h="2839" w="3048">
                  <a:moveTo>
                    <a:pt x="1428" y="375"/>
                  </a:moveTo>
                  <a:cubicBezTo>
                    <a:pt x="1599" y="375"/>
                    <a:pt x="1771" y="418"/>
                    <a:pt x="1927" y="510"/>
                  </a:cubicBezTo>
                  <a:cubicBezTo>
                    <a:pt x="2435" y="749"/>
                    <a:pt x="2614" y="1376"/>
                    <a:pt x="2360" y="1869"/>
                  </a:cubicBezTo>
                  <a:cubicBezTo>
                    <a:pt x="2151" y="2262"/>
                    <a:pt x="1735" y="2448"/>
                    <a:pt x="1304" y="2448"/>
                  </a:cubicBezTo>
                  <a:cubicBezTo>
                    <a:pt x="1243" y="2448"/>
                    <a:pt x="1182" y="2444"/>
                    <a:pt x="1120" y="2437"/>
                  </a:cubicBezTo>
                  <a:cubicBezTo>
                    <a:pt x="687" y="2377"/>
                    <a:pt x="433" y="2063"/>
                    <a:pt x="374" y="1630"/>
                  </a:cubicBezTo>
                  <a:cubicBezTo>
                    <a:pt x="374" y="1316"/>
                    <a:pt x="433" y="1003"/>
                    <a:pt x="628" y="749"/>
                  </a:cubicBezTo>
                  <a:cubicBezTo>
                    <a:pt x="828" y="510"/>
                    <a:pt x="1126" y="375"/>
                    <a:pt x="1428" y="375"/>
                  </a:cubicBezTo>
                  <a:close/>
                  <a:moveTo>
                    <a:pt x="1471" y="0"/>
                  </a:moveTo>
                  <a:cubicBezTo>
                    <a:pt x="993" y="0"/>
                    <a:pt x="517" y="241"/>
                    <a:pt x="254" y="629"/>
                  </a:cubicBezTo>
                  <a:cubicBezTo>
                    <a:pt x="60" y="943"/>
                    <a:pt x="0" y="1316"/>
                    <a:pt x="0" y="1690"/>
                  </a:cubicBezTo>
                  <a:cubicBezTo>
                    <a:pt x="97" y="2342"/>
                    <a:pt x="770" y="2838"/>
                    <a:pt x="1419" y="2838"/>
                  </a:cubicBezTo>
                  <a:cubicBezTo>
                    <a:pt x="1572" y="2838"/>
                    <a:pt x="1724" y="2810"/>
                    <a:pt x="1867" y="2750"/>
                  </a:cubicBezTo>
                  <a:cubicBezTo>
                    <a:pt x="2241" y="2616"/>
                    <a:pt x="2554" y="2377"/>
                    <a:pt x="2733" y="2004"/>
                  </a:cubicBezTo>
                  <a:cubicBezTo>
                    <a:pt x="3047" y="1316"/>
                    <a:pt x="2733" y="450"/>
                    <a:pt x="2061" y="137"/>
                  </a:cubicBezTo>
                  <a:cubicBezTo>
                    <a:pt x="1875" y="43"/>
                    <a:pt x="1673" y="0"/>
                    <a:pt x="14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4180432" y="4085492"/>
              <a:ext cx="159578" cy="148636"/>
            </a:xfrm>
            <a:custGeom>
              <a:rect b="b" l="l" r="r" t="t"/>
              <a:pathLst>
                <a:path extrusionOk="0" h="2839" w="3048">
                  <a:moveTo>
                    <a:pt x="1425" y="375"/>
                  </a:moveTo>
                  <a:cubicBezTo>
                    <a:pt x="1597" y="375"/>
                    <a:pt x="1771" y="418"/>
                    <a:pt x="1927" y="510"/>
                  </a:cubicBezTo>
                  <a:cubicBezTo>
                    <a:pt x="2420" y="749"/>
                    <a:pt x="2614" y="1376"/>
                    <a:pt x="2360" y="1869"/>
                  </a:cubicBezTo>
                  <a:cubicBezTo>
                    <a:pt x="2151" y="2262"/>
                    <a:pt x="1735" y="2448"/>
                    <a:pt x="1304" y="2448"/>
                  </a:cubicBezTo>
                  <a:cubicBezTo>
                    <a:pt x="1243" y="2448"/>
                    <a:pt x="1182" y="2444"/>
                    <a:pt x="1121" y="2437"/>
                  </a:cubicBezTo>
                  <a:cubicBezTo>
                    <a:pt x="687" y="2377"/>
                    <a:pt x="434" y="2063"/>
                    <a:pt x="374" y="1630"/>
                  </a:cubicBezTo>
                  <a:cubicBezTo>
                    <a:pt x="374" y="1316"/>
                    <a:pt x="434" y="1003"/>
                    <a:pt x="628" y="749"/>
                  </a:cubicBezTo>
                  <a:cubicBezTo>
                    <a:pt x="819" y="510"/>
                    <a:pt x="1119" y="375"/>
                    <a:pt x="1425" y="375"/>
                  </a:cubicBezTo>
                  <a:close/>
                  <a:moveTo>
                    <a:pt x="1419" y="0"/>
                  </a:moveTo>
                  <a:cubicBezTo>
                    <a:pt x="964" y="0"/>
                    <a:pt x="517" y="241"/>
                    <a:pt x="254" y="629"/>
                  </a:cubicBezTo>
                  <a:cubicBezTo>
                    <a:pt x="60" y="943"/>
                    <a:pt x="0" y="1316"/>
                    <a:pt x="0" y="1690"/>
                  </a:cubicBezTo>
                  <a:cubicBezTo>
                    <a:pt x="97" y="2342"/>
                    <a:pt x="770" y="2838"/>
                    <a:pt x="1419" y="2838"/>
                  </a:cubicBezTo>
                  <a:cubicBezTo>
                    <a:pt x="1572" y="2838"/>
                    <a:pt x="1725" y="2810"/>
                    <a:pt x="1867" y="2750"/>
                  </a:cubicBezTo>
                  <a:cubicBezTo>
                    <a:pt x="2241" y="2616"/>
                    <a:pt x="2554" y="2377"/>
                    <a:pt x="2734" y="2004"/>
                  </a:cubicBezTo>
                  <a:cubicBezTo>
                    <a:pt x="3047" y="1316"/>
                    <a:pt x="2734" y="450"/>
                    <a:pt x="1987" y="137"/>
                  </a:cubicBezTo>
                  <a:cubicBezTo>
                    <a:pt x="1805" y="43"/>
                    <a:pt x="1611" y="0"/>
                    <a:pt x="14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4369644" y="4085492"/>
              <a:ext cx="162719" cy="148636"/>
            </a:xfrm>
            <a:custGeom>
              <a:rect b="b" l="l" r="r" t="t"/>
              <a:pathLst>
                <a:path extrusionOk="0" h="2839" w="3108">
                  <a:moveTo>
                    <a:pt x="1484" y="375"/>
                  </a:moveTo>
                  <a:cubicBezTo>
                    <a:pt x="1657" y="375"/>
                    <a:pt x="1831" y="418"/>
                    <a:pt x="1987" y="510"/>
                  </a:cubicBezTo>
                  <a:cubicBezTo>
                    <a:pt x="2480" y="749"/>
                    <a:pt x="2674" y="1376"/>
                    <a:pt x="2420" y="1869"/>
                  </a:cubicBezTo>
                  <a:cubicBezTo>
                    <a:pt x="2198" y="2262"/>
                    <a:pt x="1792" y="2448"/>
                    <a:pt x="1364" y="2448"/>
                  </a:cubicBezTo>
                  <a:cubicBezTo>
                    <a:pt x="1303" y="2448"/>
                    <a:pt x="1242" y="2444"/>
                    <a:pt x="1181" y="2437"/>
                  </a:cubicBezTo>
                  <a:cubicBezTo>
                    <a:pt x="748" y="2377"/>
                    <a:pt x="494" y="2063"/>
                    <a:pt x="434" y="1630"/>
                  </a:cubicBezTo>
                  <a:cubicBezTo>
                    <a:pt x="434" y="1316"/>
                    <a:pt x="494" y="1003"/>
                    <a:pt x="673" y="749"/>
                  </a:cubicBezTo>
                  <a:cubicBezTo>
                    <a:pt x="873" y="510"/>
                    <a:pt x="1178" y="375"/>
                    <a:pt x="1484" y="375"/>
                  </a:cubicBezTo>
                  <a:close/>
                  <a:moveTo>
                    <a:pt x="1469" y="0"/>
                  </a:moveTo>
                  <a:cubicBezTo>
                    <a:pt x="1009" y="0"/>
                    <a:pt x="562" y="241"/>
                    <a:pt x="300" y="629"/>
                  </a:cubicBezTo>
                  <a:cubicBezTo>
                    <a:pt x="120" y="943"/>
                    <a:pt x="1" y="1316"/>
                    <a:pt x="61" y="1690"/>
                  </a:cubicBezTo>
                  <a:cubicBezTo>
                    <a:pt x="157" y="2342"/>
                    <a:pt x="830" y="2838"/>
                    <a:pt x="1479" y="2838"/>
                  </a:cubicBezTo>
                  <a:cubicBezTo>
                    <a:pt x="1633" y="2838"/>
                    <a:pt x="1785" y="2810"/>
                    <a:pt x="1928" y="2750"/>
                  </a:cubicBezTo>
                  <a:cubicBezTo>
                    <a:pt x="2241" y="2616"/>
                    <a:pt x="2615" y="2377"/>
                    <a:pt x="2794" y="2004"/>
                  </a:cubicBezTo>
                  <a:cubicBezTo>
                    <a:pt x="3108" y="1316"/>
                    <a:pt x="2794" y="450"/>
                    <a:pt x="2047" y="137"/>
                  </a:cubicBezTo>
                  <a:cubicBezTo>
                    <a:pt x="1861" y="43"/>
                    <a:pt x="1664" y="0"/>
                    <a:pt x="14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9" name="Google Shape;1359;p27"/>
          <p:cNvGrpSpPr/>
          <p:nvPr/>
        </p:nvGrpSpPr>
        <p:grpSpPr>
          <a:xfrm>
            <a:off x="2747974" y="2874138"/>
            <a:ext cx="2009076" cy="558725"/>
            <a:chOff x="2747974" y="2874138"/>
            <a:chExt cx="2009076" cy="558725"/>
          </a:xfrm>
        </p:grpSpPr>
        <p:sp>
          <p:nvSpPr>
            <p:cNvPr id="1360" name="Google Shape;1360;p27"/>
            <p:cNvSpPr txBox="1"/>
            <p:nvPr/>
          </p:nvSpPr>
          <p:spPr>
            <a:xfrm>
              <a:off x="2749150" y="2874138"/>
              <a:ext cx="20079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Languages</a:t>
              </a:r>
              <a:endParaRPr sz="19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61" name="Google Shape;1361;p27"/>
            <p:cNvSpPr txBox="1"/>
            <p:nvPr/>
          </p:nvSpPr>
          <p:spPr>
            <a:xfrm>
              <a:off x="2747974" y="3152363"/>
              <a:ext cx="20079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farthest planet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2" name="Google Shape;1362;p27"/>
          <p:cNvGrpSpPr/>
          <p:nvPr/>
        </p:nvGrpSpPr>
        <p:grpSpPr>
          <a:xfrm>
            <a:off x="688213" y="2874150"/>
            <a:ext cx="1691100" cy="628600"/>
            <a:chOff x="688213" y="2874150"/>
            <a:chExt cx="1691100" cy="628600"/>
          </a:xfrm>
        </p:grpSpPr>
        <p:sp>
          <p:nvSpPr>
            <p:cNvPr id="1363" name="Google Shape;1363;p27"/>
            <p:cNvSpPr txBox="1"/>
            <p:nvPr/>
          </p:nvSpPr>
          <p:spPr>
            <a:xfrm>
              <a:off x="688213" y="2874150"/>
              <a:ext cx="16911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Jane </a:t>
              </a: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Smith</a:t>
              </a:r>
              <a:endParaRPr sz="19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64" name="Google Shape;1364;p27"/>
            <p:cNvSpPr txBox="1"/>
            <p:nvPr/>
          </p:nvSpPr>
          <p:spPr>
            <a:xfrm>
              <a:off x="694350" y="3222250"/>
              <a:ext cx="16791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place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5" name="Google Shape;1365;p27"/>
          <p:cNvGrpSpPr/>
          <p:nvPr/>
        </p:nvGrpSpPr>
        <p:grpSpPr>
          <a:xfrm>
            <a:off x="4807300" y="2874150"/>
            <a:ext cx="2888400" cy="558725"/>
            <a:chOff x="4807300" y="2874150"/>
            <a:chExt cx="2888400" cy="558725"/>
          </a:xfrm>
        </p:grpSpPr>
        <p:sp>
          <p:nvSpPr>
            <p:cNvPr id="1366" name="Google Shape;1366;p27"/>
            <p:cNvSpPr txBox="1"/>
            <p:nvPr/>
          </p:nvSpPr>
          <p:spPr>
            <a:xfrm>
              <a:off x="4808475" y="2874150"/>
              <a:ext cx="20079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Personality</a:t>
              </a:r>
              <a:endParaRPr sz="19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67" name="Google Shape;1367;p27"/>
            <p:cNvSpPr txBox="1"/>
            <p:nvPr/>
          </p:nvSpPr>
          <p:spPr>
            <a:xfrm>
              <a:off x="4807300" y="3152375"/>
              <a:ext cx="28884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8" name="Google Shape;1368;p27"/>
          <p:cNvGrpSpPr/>
          <p:nvPr/>
        </p:nvGrpSpPr>
        <p:grpSpPr>
          <a:xfrm>
            <a:off x="2749087" y="4333576"/>
            <a:ext cx="1783213" cy="309600"/>
            <a:chOff x="2749087" y="4333576"/>
            <a:chExt cx="1783213" cy="309600"/>
          </a:xfrm>
        </p:grpSpPr>
        <p:sp>
          <p:nvSpPr>
            <p:cNvPr id="1369" name="Google Shape;1369;p27"/>
            <p:cNvSpPr txBox="1"/>
            <p:nvPr/>
          </p:nvSpPr>
          <p:spPr>
            <a:xfrm>
              <a:off x="2749087" y="4333576"/>
              <a:ext cx="854100" cy="3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Spanish</a:t>
              </a:r>
              <a:endParaRPr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70" name="Google Shape;1370;p27"/>
            <p:cNvSpPr/>
            <p:nvPr/>
          </p:nvSpPr>
          <p:spPr>
            <a:xfrm>
              <a:off x="4185280" y="4434646"/>
              <a:ext cx="133767" cy="120783"/>
            </a:xfrm>
            <a:custGeom>
              <a:rect b="b" l="l" r="r" t="t"/>
              <a:pathLst>
                <a:path extrusionOk="0" h="2307" w="2555">
                  <a:moveTo>
                    <a:pt x="1307" y="0"/>
                  </a:moveTo>
                  <a:cubicBezTo>
                    <a:pt x="1119" y="0"/>
                    <a:pt x="942" y="70"/>
                    <a:pt x="807" y="217"/>
                  </a:cubicBezTo>
                  <a:cubicBezTo>
                    <a:pt x="687" y="217"/>
                    <a:pt x="493" y="336"/>
                    <a:pt x="433" y="530"/>
                  </a:cubicBezTo>
                  <a:cubicBezTo>
                    <a:pt x="314" y="650"/>
                    <a:pt x="239" y="769"/>
                    <a:pt x="179" y="963"/>
                  </a:cubicBezTo>
                  <a:cubicBezTo>
                    <a:pt x="0" y="1143"/>
                    <a:pt x="179" y="1516"/>
                    <a:pt x="374" y="1651"/>
                  </a:cubicBezTo>
                  <a:cubicBezTo>
                    <a:pt x="433" y="1710"/>
                    <a:pt x="433" y="1710"/>
                    <a:pt x="493" y="1710"/>
                  </a:cubicBezTo>
                  <a:cubicBezTo>
                    <a:pt x="493" y="1830"/>
                    <a:pt x="553" y="1964"/>
                    <a:pt x="612" y="2084"/>
                  </a:cubicBezTo>
                  <a:cubicBezTo>
                    <a:pt x="738" y="2248"/>
                    <a:pt x="914" y="2306"/>
                    <a:pt x="1072" y="2306"/>
                  </a:cubicBezTo>
                  <a:cubicBezTo>
                    <a:pt x="1157" y="2306"/>
                    <a:pt x="1237" y="2289"/>
                    <a:pt x="1300" y="2263"/>
                  </a:cubicBezTo>
                  <a:lnTo>
                    <a:pt x="1733" y="2263"/>
                  </a:lnTo>
                  <a:cubicBezTo>
                    <a:pt x="2106" y="2143"/>
                    <a:pt x="2554" y="1710"/>
                    <a:pt x="2479" y="1277"/>
                  </a:cubicBezTo>
                  <a:cubicBezTo>
                    <a:pt x="2479" y="1083"/>
                    <a:pt x="2420" y="1023"/>
                    <a:pt x="2300" y="904"/>
                  </a:cubicBezTo>
                  <a:cubicBezTo>
                    <a:pt x="2300" y="769"/>
                    <a:pt x="2240" y="650"/>
                    <a:pt x="2106" y="590"/>
                  </a:cubicBezTo>
                  <a:cubicBezTo>
                    <a:pt x="2175" y="303"/>
                    <a:pt x="1867" y="15"/>
                    <a:pt x="1573" y="15"/>
                  </a:cubicBezTo>
                  <a:cubicBezTo>
                    <a:pt x="1546" y="15"/>
                    <a:pt x="1520" y="18"/>
                    <a:pt x="1494" y="23"/>
                  </a:cubicBezTo>
                  <a:cubicBezTo>
                    <a:pt x="1431" y="8"/>
                    <a:pt x="1369" y="0"/>
                    <a:pt x="13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3622840" y="4425075"/>
              <a:ext cx="121254" cy="128532"/>
            </a:xfrm>
            <a:custGeom>
              <a:rect b="b" l="l" r="r" t="t"/>
              <a:pathLst>
                <a:path extrusionOk="0" h="2455" w="2316">
                  <a:moveTo>
                    <a:pt x="1354" y="1"/>
                  </a:moveTo>
                  <a:cubicBezTo>
                    <a:pt x="1321" y="1"/>
                    <a:pt x="1288" y="6"/>
                    <a:pt x="1255" y="17"/>
                  </a:cubicBezTo>
                  <a:cubicBezTo>
                    <a:pt x="1120" y="17"/>
                    <a:pt x="1001" y="76"/>
                    <a:pt x="881" y="196"/>
                  </a:cubicBezTo>
                  <a:cubicBezTo>
                    <a:pt x="687" y="330"/>
                    <a:pt x="508" y="450"/>
                    <a:pt x="374" y="629"/>
                  </a:cubicBezTo>
                  <a:cubicBezTo>
                    <a:pt x="314" y="763"/>
                    <a:pt x="314" y="883"/>
                    <a:pt x="254" y="943"/>
                  </a:cubicBezTo>
                  <a:cubicBezTo>
                    <a:pt x="194" y="1077"/>
                    <a:pt x="135" y="1256"/>
                    <a:pt x="75" y="1376"/>
                  </a:cubicBezTo>
                  <a:cubicBezTo>
                    <a:pt x="0" y="1689"/>
                    <a:pt x="194" y="1884"/>
                    <a:pt x="448" y="1943"/>
                  </a:cubicBezTo>
                  <a:cubicBezTo>
                    <a:pt x="508" y="2003"/>
                    <a:pt x="627" y="2063"/>
                    <a:pt x="687" y="2123"/>
                  </a:cubicBezTo>
                  <a:cubicBezTo>
                    <a:pt x="798" y="2283"/>
                    <a:pt x="980" y="2392"/>
                    <a:pt x="1149" y="2392"/>
                  </a:cubicBezTo>
                  <a:cubicBezTo>
                    <a:pt x="1185" y="2392"/>
                    <a:pt x="1221" y="2387"/>
                    <a:pt x="1255" y="2376"/>
                  </a:cubicBezTo>
                  <a:cubicBezTo>
                    <a:pt x="1354" y="2426"/>
                    <a:pt x="1476" y="2455"/>
                    <a:pt x="1594" y="2455"/>
                  </a:cubicBezTo>
                  <a:cubicBezTo>
                    <a:pt x="1762" y="2455"/>
                    <a:pt x="1923" y="2397"/>
                    <a:pt x="2002" y="2257"/>
                  </a:cubicBezTo>
                  <a:cubicBezTo>
                    <a:pt x="2121" y="2063"/>
                    <a:pt x="2181" y="2003"/>
                    <a:pt x="2181" y="1824"/>
                  </a:cubicBezTo>
                  <a:cubicBezTo>
                    <a:pt x="2315" y="1570"/>
                    <a:pt x="2315" y="1316"/>
                    <a:pt x="2241" y="1077"/>
                  </a:cubicBezTo>
                  <a:cubicBezTo>
                    <a:pt x="2181" y="883"/>
                    <a:pt x="2061" y="704"/>
                    <a:pt x="1942" y="629"/>
                  </a:cubicBezTo>
                  <a:cubicBezTo>
                    <a:pt x="1942" y="450"/>
                    <a:pt x="1867" y="330"/>
                    <a:pt x="1748" y="196"/>
                  </a:cubicBezTo>
                  <a:cubicBezTo>
                    <a:pt x="1650" y="98"/>
                    <a:pt x="1503" y="1"/>
                    <a:pt x="13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3812052" y="4415965"/>
              <a:ext cx="130626" cy="140259"/>
            </a:xfrm>
            <a:custGeom>
              <a:rect b="b" l="l" r="r" t="t"/>
              <a:pathLst>
                <a:path extrusionOk="0" h="2679" w="2495">
                  <a:moveTo>
                    <a:pt x="1179" y="0"/>
                  </a:moveTo>
                  <a:cubicBezTo>
                    <a:pt x="1031" y="0"/>
                    <a:pt x="874" y="64"/>
                    <a:pt x="747" y="191"/>
                  </a:cubicBezTo>
                  <a:cubicBezTo>
                    <a:pt x="494" y="504"/>
                    <a:pt x="314" y="743"/>
                    <a:pt x="120" y="997"/>
                  </a:cubicBezTo>
                  <a:cubicBezTo>
                    <a:pt x="1" y="1176"/>
                    <a:pt x="60" y="1370"/>
                    <a:pt x="120" y="1490"/>
                  </a:cubicBezTo>
                  <a:cubicBezTo>
                    <a:pt x="120" y="1624"/>
                    <a:pt x="195" y="1744"/>
                    <a:pt x="255" y="1804"/>
                  </a:cubicBezTo>
                  <a:cubicBezTo>
                    <a:pt x="48" y="2266"/>
                    <a:pt x="386" y="2679"/>
                    <a:pt x="753" y="2679"/>
                  </a:cubicBezTo>
                  <a:cubicBezTo>
                    <a:pt x="836" y="2679"/>
                    <a:pt x="921" y="2657"/>
                    <a:pt x="1001" y="2610"/>
                  </a:cubicBezTo>
                  <a:lnTo>
                    <a:pt x="1240" y="2610"/>
                  </a:lnTo>
                  <a:cubicBezTo>
                    <a:pt x="1614" y="2371"/>
                    <a:pt x="2181" y="2177"/>
                    <a:pt x="2361" y="1804"/>
                  </a:cubicBezTo>
                  <a:cubicBezTo>
                    <a:pt x="2495" y="1490"/>
                    <a:pt x="2361" y="1176"/>
                    <a:pt x="2062" y="1057"/>
                  </a:cubicBezTo>
                  <a:lnTo>
                    <a:pt x="2122" y="997"/>
                  </a:lnTo>
                  <a:cubicBezTo>
                    <a:pt x="2301" y="564"/>
                    <a:pt x="1927" y="191"/>
                    <a:pt x="1554" y="191"/>
                  </a:cubicBezTo>
                  <a:cubicBezTo>
                    <a:pt x="1464" y="64"/>
                    <a:pt x="1326" y="0"/>
                    <a:pt x="1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4001315" y="4437274"/>
              <a:ext cx="133767" cy="120783"/>
            </a:xfrm>
            <a:custGeom>
              <a:rect b="b" l="l" r="r" t="t"/>
              <a:pathLst>
                <a:path extrusionOk="0" h="2307" w="2555">
                  <a:moveTo>
                    <a:pt x="1307" y="0"/>
                  </a:moveTo>
                  <a:cubicBezTo>
                    <a:pt x="1119" y="0"/>
                    <a:pt x="942" y="70"/>
                    <a:pt x="807" y="217"/>
                  </a:cubicBezTo>
                  <a:cubicBezTo>
                    <a:pt x="687" y="217"/>
                    <a:pt x="493" y="336"/>
                    <a:pt x="433" y="530"/>
                  </a:cubicBezTo>
                  <a:cubicBezTo>
                    <a:pt x="314" y="650"/>
                    <a:pt x="239" y="769"/>
                    <a:pt x="179" y="963"/>
                  </a:cubicBezTo>
                  <a:cubicBezTo>
                    <a:pt x="0" y="1143"/>
                    <a:pt x="179" y="1516"/>
                    <a:pt x="374" y="1651"/>
                  </a:cubicBezTo>
                  <a:cubicBezTo>
                    <a:pt x="433" y="1710"/>
                    <a:pt x="433" y="1710"/>
                    <a:pt x="493" y="1710"/>
                  </a:cubicBezTo>
                  <a:cubicBezTo>
                    <a:pt x="493" y="1830"/>
                    <a:pt x="553" y="1964"/>
                    <a:pt x="612" y="2084"/>
                  </a:cubicBezTo>
                  <a:cubicBezTo>
                    <a:pt x="738" y="2248"/>
                    <a:pt x="914" y="2306"/>
                    <a:pt x="1072" y="2306"/>
                  </a:cubicBezTo>
                  <a:cubicBezTo>
                    <a:pt x="1157" y="2306"/>
                    <a:pt x="1237" y="2289"/>
                    <a:pt x="1300" y="2263"/>
                  </a:cubicBezTo>
                  <a:lnTo>
                    <a:pt x="1733" y="2263"/>
                  </a:lnTo>
                  <a:cubicBezTo>
                    <a:pt x="2106" y="2143"/>
                    <a:pt x="2554" y="1710"/>
                    <a:pt x="2479" y="1277"/>
                  </a:cubicBezTo>
                  <a:cubicBezTo>
                    <a:pt x="2479" y="1083"/>
                    <a:pt x="2420" y="1023"/>
                    <a:pt x="2300" y="904"/>
                  </a:cubicBezTo>
                  <a:cubicBezTo>
                    <a:pt x="2300" y="769"/>
                    <a:pt x="2240" y="650"/>
                    <a:pt x="2106" y="590"/>
                  </a:cubicBezTo>
                  <a:cubicBezTo>
                    <a:pt x="2175" y="303"/>
                    <a:pt x="1867" y="15"/>
                    <a:pt x="1573" y="15"/>
                  </a:cubicBezTo>
                  <a:cubicBezTo>
                    <a:pt x="1546" y="15"/>
                    <a:pt x="1520" y="18"/>
                    <a:pt x="1494" y="23"/>
                  </a:cubicBezTo>
                  <a:cubicBezTo>
                    <a:pt x="1431" y="8"/>
                    <a:pt x="1369" y="0"/>
                    <a:pt x="13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7"/>
            <p:cNvSpPr/>
            <p:nvPr/>
          </p:nvSpPr>
          <p:spPr>
            <a:xfrm>
              <a:off x="3603259" y="4418793"/>
              <a:ext cx="160363" cy="148636"/>
            </a:xfrm>
            <a:custGeom>
              <a:rect b="b" l="l" r="r" t="t"/>
              <a:pathLst>
                <a:path extrusionOk="0" h="2839" w="3063">
                  <a:moveTo>
                    <a:pt x="1433" y="375"/>
                  </a:moveTo>
                  <a:cubicBezTo>
                    <a:pt x="1605" y="375"/>
                    <a:pt x="1781" y="418"/>
                    <a:pt x="1942" y="510"/>
                  </a:cubicBezTo>
                  <a:cubicBezTo>
                    <a:pt x="2435" y="749"/>
                    <a:pt x="2615" y="1376"/>
                    <a:pt x="2376" y="1869"/>
                  </a:cubicBezTo>
                  <a:cubicBezTo>
                    <a:pt x="2153" y="2262"/>
                    <a:pt x="1747" y="2448"/>
                    <a:pt x="1309" y="2448"/>
                  </a:cubicBezTo>
                  <a:cubicBezTo>
                    <a:pt x="1247" y="2448"/>
                    <a:pt x="1184" y="2444"/>
                    <a:pt x="1121" y="2437"/>
                  </a:cubicBezTo>
                  <a:cubicBezTo>
                    <a:pt x="688" y="2377"/>
                    <a:pt x="449" y="2063"/>
                    <a:pt x="374" y="1630"/>
                  </a:cubicBezTo>
                  <a:cubicBezTo>
                    <a:pt x="374" y="1316"/>
                    <a:pt x="449" y="1003"/>
                    <a:pt x="628" y="749"/>
                  </a:cubicBezTo>
                  <a:cubicBezTo>
                    <a:pt x="829" y="510"/>
                    <a:pt x="1127" y="375"/>
                    <a:pt x="1433" y="375"/>
                  </a:cubicBezTo>
                  <a:close/>
                  <a:moveTo>
                    <a:pt x="1471" y="0"/>
                  </a:moveTo>
                  <a:cubicBezTo>
                    <a:pt x="993" y="0"/>
                    <a:pt x="517" y="241"/>
                    <a:pt x="255" y="629"/>
                  </a:cubicBezTo>
                  <a:cubicBezTo>
                    <a:pt x="75" y="943"/>
                    <a:pt x="1" y="1316"/>
                    <a:pt x="75" y="1690"/>
                  </a:cubicBezTo>
                  <a:cubicBezTo>
                    <a:pt x="172" y="2342"/>
                    <a:pt x="796" y="2838"/>
                    <a:pt x="1426" y="2838"/>
                  </a:cubicBezTo>
                  <a:cubicBezTo>
                    <a:pt x="1575" y="2838"/>
                    <a:pt x="1725" y="2810"/>
                    <a:pt x="1868" y="2750"/>
                  </a:cubicBezTo>
                  <a:cubicBezTo>
                    <a:pt x="2241" y="2616"/>
                    <a:pt x="2555" y="2377"/>
                    <a:pt x="2749" y="2004"/>
                  </a:cubicBezTo>
                  <a:cubicBezTo>
                    <a:pt x="3063" y="1316"/>
                    <a:pt x="2749" y="450"/>
                    <a:pt x="2062" y="137"/>
                  </a:cubicBezTo>
                  <a:cubicBezTo>
                    <a:pt x="1875" y="43"/>
                    <a:pt x="1673" y="0"/>
                    <a:pt x="14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7"/>
            <p:cNvSpPr/>
            <p:nvPr/>
          </p:nvSpPr>
          <p:spPr>
            <a:xfrm>
              <a:off x="3795612" y="4418793"/>
              <a:ext cx="159578" cy="148636"/>
            </a:xfrm>
            <a:custGeom>
              <a:rect b="b" l="l" r="r" t="t"/>
              <a:pathLst>
                <a:path extrusionOk="0" h="2839" w="3048">
                  <a:moveTo>
                    <a:pt x="1429" y="375"/>
                  </a:moveTo>
                  <a:cubicBezTo>
                    <a:pt x="1600" y="375"/>
                    <a:pt x="1771" y="418"/>
                    <a:pt x="1928" y="510"/>
                  </a:cubicBezTo>
                  <a:cubicBezTo>
                    <a:pt x="2436" y="749"/>
                    <a:pt x="2615" y="1376"/>
                    <a:pt x="2376" y="1869"/>
                  </a:cubicBezTo>
                  <a:cubicBezTo>
                    <a:pt x="2153" y="2262"/>
                    <a:pt x="1748" y="2448"/>
                    <a:pt x="1309" y="2448"/>
                  </a:cubicBezTo>
                  <a:cubicBezTo>
                    <a:pt x="1247" y="2448"/>
                    <a:pt x="1184" y="2444"/>
                    <a:pt x="1121" y="2437"/>
                  </a:cubicBezTo>
                  <a:cubicBezTo>
                    <a:pt x="688" y="2377"/>
                    <a:pt x="434" y="2063"/>
                    <a:pt x="374" y="1630"/>
                  </a:cubicBezTo>
                  <a:cubicBezTo>
                    <a:pt x="374" y="1316"/>
                    <a:pt x="434" y="1003"/>
                    <a:pt x="628" y="749"/>
                  </a:cubicBezTo>
                  <a:cubicBezTo>
                    <a:pt x="829" y="510"/>
                    <a:pt x="1127" y="375"/>
                    <a:pt x="1429" y="375"/>
                  </a:cubicBezTo>
                  <a:close/>
                  <a:moveTo>
                    <a:pt x="1471" y="0"/>
                  </a:moveTo>
                  <a:cubicBezTo>
                    <a:pt x="994" y="0"/>
                    <a:pt x="517" y="241"/>
                    <a:pt x="255" y="629"/>
                  </a:cubicBezTo>
                  <a:cubicBezTo>
                    <a:pt x="61" y="943"/>
                    <a:pt x="1" y="1316"/>
                    <a:pt x="61" y="1690"/>
                  </a:cubicBezTo>
                  <a:cubicBezTo>
                    <a:pt x="121" y="2342"/>
                    <a:pt x="777" y="2838"/>
                    <a:pt x="1421" y="2838"/>
                  </a:cubicBezTo>
                  <a:cubicBezTo>
                    <a:pt x="1573" y="2838"/>
                    <a:pt x="1725" y="2810"/>
                    <a:pt x="1868" y="2750"/>
                  </a:cubicBezTo>
                  <a:cubicBezTo>
                    <a:pt x="2241" y="2616"/>
                    <a:pt x="2555" y="2377"/>
                    <a:pt x="2749" y="2004"/>
                  </a:cubicBezTo>
                  <a:cubicBezTo>
                    <a:pt x="3048" y="1316"/>
                    <a:pt x="2749" y="450"/>
                    <a:pt x="2062" y="137"/>
                  </a:cubicBezTo>
                  <a:cubicBezTo>
                    <a:pt x="1876" y="43"/>
                    <a:pt x="1673" y="0"/>
                    <a:pt x="14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3988017" y="4418793"/>
              <a:ext cx="159578" cy="148636"/>
            </a:xfrm>
            <a:custGeom>
              <a:rect b="b" l="l" r="r" t="t"/>
              <a:pathLst>
                <a:path extrusionOk="0" h="2839" w="3048">
                  <a:moveTo>
                    <a:pt x="1428" y="375"/>
                  </a:moveTo>
                  <a:cubicBezTo>
                    <a:pt x="1599" y="375"/>
                    <a:pt x="1771" y="418"/>
                    <a:pt x="1927" y="510"/>
                  </a:cubicBezTo>
                  <a:cubicBezTo>
                    <a:pt x="2435" y="749"/>
                    <a:pt x="2614" y="1376"/>
                    <a:pt x="2360" y="1869"/>
                  </a:cubicBezTo>
                  <a:cubicBezTo>
                    <a:pt x="2151" y="2262"/>
                    <a:pt x="1735" y="2448"/>
                    <a:pt x="1304" y="2448"/>
                  </a:cubicBezTo>
                  <a:cubicBezTo>
                    <a:pt x="1243" y="2448"/>
                    <a:pt x="1182" y="2444"/>
                    <a:pt x="1120" y="2437"/>
                  </a:cubicBezTo>
                  <a:cubicBezTo>
                    <a:pt x="687" y="2377"/>
                    <a:pt x="433" y="2063"/>
                    <a:pt x="374" y="1630"/>
                  </a:cubicBezTo>
                  <a:cubicBezTo>
                    <a:pt x="374" y="1316"/>
                    <a:pt x="433" y="1003"/>
                    <a:pt x="628" y="749"/>
                  </a:cubicBezTo>
                  <a:cubicBezTo>
                    <a:pt x="828" y="510"/>
                    <a:pt x="1126" y="375"/>
                    <a:pt x="1428" y="375"/>
                  </a:cubicBezTo>
                  <a:close/>
                  <a:moveTo>
                    <a:pt x="1471" y="0"/>
                  </a:moveTo>
                  <a:cubicBezTo>
                    <a:pt x="993" y="0"/>
                    <a:pt x="517" y="241"/>
                    <a:pt x="254" y="629"/>
                  </a:cubicBezTo>
                  <a:cubicBezTo>
                    <a:pt x="60" y="943"/>
                    <a:pt x="0" y="1316"/>
                    <a:pt x="0" y="1690"/>
                  </a:cubicBezTo>
                  <a:cubicBezTo>
                    <a:pt x="97" y="2342"/>
                    <a:pt x="770" y="2838"/>
                    <a:pt x="1419" y="2838"/>
                  </a:cubicBezTo>
                  <a:cubicBezTo>
                    <a:pt x="1572" y="2838"/>
                    <a:pt x="1724" y="2810"/>
                    <a:pt x="1867" y="2750"/>
                  </a:cubicBezTo>
                  <a:cubicBezTo>
                    <a:pt x="2241" y="2616"/>
                    <a:pt x="2554" y="2377"/>
                    <a:pt x="2733" y="2004"/>
                  </a:cubicBezTo>
                  <a:cubicBezTo>
                    <a:pt x="3047" y="1316"/>
                    <a:pt x="2733" y="450"/>
                    <a:pt x="2061" y="137"/>
                  </a:cubicBezTo>
                  <a:cubicBezTo>
                    <a:pt x="1875" y="43"/>
                    <a:pt x="1673" y="0"/>
                    <a:pt x="14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4180370" y="4418793"/>
              <a:ext cx="159578" cy="148636"/>
            </a:xfrm>
            <a:custGeom>
              <a:rect b="b" l="l" r="r" t="t"/>
              <a:pathLst>
                <a:path extrusionOk="0" h="2839" w="3048">
                  <a:moveTo>
                    <a:pt x="1425" y="375"/>
                  </a:moveTo>
                  <a:cubicBezTo>
                    <a:pt x="1597" y="375"/>
                    <a:pt x="1771" y="418"/>
                    <a:pt x="1927" y="510"/>
                  </a:cubicBezTo>
                  <a:cubicBezTo>
                    <a:pt x="2420" y="749"/>
                    <a:pt x="2614" y="1376"/>
                    <a:pt x="2360" y="1869"/>
                  </a:cubicBezTo>
                  <a:cubicBezTo>
                    <a:pt x="2151" y="2262"/>
                    <a:pt x="1735" y="2448"/>
                    <a:pt x="1304" y="2448"/>
                  </a:cubicBezTo>
                  <a:cubicBezTo>
                    <a:pt x="1243" y="2448"/>
                    <a:pt x="1182" y="2444"/>
                    <a:pt x="1121" y="2437"/>
                  </a:cubicBezTo>
                  <a:cubicBezTo>
                    <a:pt x="687" y="2377"/>
                    <a:pt x="434" y="2063"/>
                    <a:pt x="374" y="1630"/>
                  </a:cubicBezTo>
                  <a:cubicBezTo>
                    <a:pt x="374" y="1316"/>
                    <a:pt x="434" y="1003"/>
                    <a:pt x="628" y="749"/>
                  </a:cubicBezTo>
                  <a:cubicBezTo>
                    <a:pt x="819" y="510"/>
                    <a:pt x="1119" y="375"/>
                    <a:pt x="1425" y="375"/>
                  </a:cubicBezTo>
                  <a:close/>
                  <a:moveTo>
                    <a:pt x="1419" y="0"/>
                  </a:moveTo>
                  <a:cubicBezTo>
                    <a:pt x="964" y="0"/>
                    <a:pt x="517" y="241"/>
                    <a:pt x="254" y="629"/>
                  </a:cubicBezTo>
                  <a:cubicBezTo>
                    <a:pt x="60" y="943"/>
                    <a:pt x="0" y="1316"/>
                    <a:pt x="0" y="1690"/>
                  </a:cubicBezTo>
                  <a:cubicBezTo>
                    <a:pt x="97" y="2342"/>
                    <a:pt x="770" y="2838"/>
                    <a:pt x="1419" y="2838"/>
                  </a:cubicBezTo>
                  <a:cubicBezTo>
                    <a:pt x="1572" y="2838"/>
                    <a:pt x="1725" y="2810"/>
                    <a:pt x="1867" y="2750"/>
                  </a:cubicBezTo>
                  <a:cubicBezTo>
                    <a:pt x="2241" y="2616"/>
                    <a:pt x="2554" y="2377"/>
                    <a:pt x="2734" y="2004"/>
                  </a:cubicBezTo>
                  <a:cubicBezTo>
                    <a:pt x="3047" y="1316"/>
                    <a:pt x="2734" y="450"/>
                    <a:pt x="1987" y="137"/>
                  </a:cubicBezTo>
                  <a:cubicBezTo>
                    <a:pt x="1805" y="43"/>
                    <a:pt x="1611" y="0"/>
                    <a:pt x="14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4369581" y="4418793"/>
              <a:ext cx="162719" cy="148636"/>
            </a:xfrm>
            <a:custGeom>
              <a:rect b="b" l="l" r="r" t="t"/>
              <a:pathLst>
                <a:path extrusionOk="0" h="2839" w="3108">
                  <a:moveTo>
                    <a:pt x="1484" y="375"/>
                  </a:moveTo>
                  <a:cubicBezTo>
                    <a:pt x="1657" y="375"/>
                    <a:pt x="1831" y="418"/>
                    <a:pt x="1987" y="510"/>
                  </a:cubicBezTo>
                  <a:cubicBezTo>
                    <a:pt x="2480" y="749"/>
                    <a:pt x="2674" y="1376"/>
                    <a:pt x="2420" y="1869"/>
                  </a:cubicBezTo>
                  <a:cubicBezTo>
                    <a:pt x="2198" y="2262"/>
                    <a:pt x="1792" y="2448"/>
                    <a:pt x="1364" y="2448"/>
                  </a:cubicBezTo>
                  <a:cubicBezTo>
                    <a:pt x="1303" y="2448"/>
                    <a:pt x="1242" y="2444"/>
                    <a:pt x="1181" y="2437"/>
                  </a:cubicBezTo>
                  <a:cubicBezTo>
                    <a:pt x="748" y="2377"/>
                    <a:pt x="494" y="2063"/>
                    <a:pt x="434" y="1630"/>
                  </a:cubicBezTo>
                  <a:cubicBezTo>
                    <a:pt x="434" y="1316"/>
                    <a:pt x="494" y="1003"/>
                    <a:pt x="673" y="749"/>
                  </a:cubicBezTo>
                  <a:cubicBezTo>
                    <a:pt x="873" y="510"/>
                    <a:pt x="1178" y="375"/>
                    <a:pt x="1484" y="375"/>
                  </a:cubicBezTo>
                  <a:close/>
                  <a:moveTo>
                    <a:pt x="1469" y="0"/>
                  </a:moveTo>
                  <a:cubicBezTo>
                    <a:pt x="1009" y="0"/>
                    <a:pt x="562" y="241"/>
                    <a:pt x="300" y="629"/>
                  </a:cubicBezTo>
                  <a:cubicBezTo>
                    <a:pt x="120" y="943"/>
                    <a:pt x="1" y="1316"/>
                    <a:pt x="61" y="1690"/>
                  </a:cubicBezTo>
                  <a:cubicBezTo>
                    <a:pt x="157" y="2342"/>
                    <a:pt x="830" y="2838"/>
                    <a:pt x="1479" y="2838"/>
                  </a:cubicBezTo>
                  <a:cubicBezTo>
                    <a:pt x="1633" y="2838"/>
                    <a:pt x="1785" y="2810"/>
                    <a:pt x="1928" y="2750"/>
                  </a:cubicBezTo>
                  <a:cubicBezTo>
                    <a:pt x="2241" y="2616"/>
                    <a:pt x="2615" y="2377"/>
                    <a:pt x="2794" y="2004"/>
                  </a:cubicBezTo>
                  <a:cubicBezTo>
                    <a:pt x="3108" y="1316"/>
                    <a:pt x="2794" y="450"/>
                    <a:pt x="2047" y="137"/>
                  </a:cubicBezTo>
                  <a:cubicBezTo>
                    <a:pt x="1861" y="43"/>
                    <a:pt x="1664" y="0"/>
                    <a:pt x="14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9" name="Google Shape;1379;p27"/>
          <p:cNvGrpSpPr/>
          <p:nvPr/>
        </p:nvGrpSpPr>
        <p:grpSpPr>
          <a:xfrm>
            <a:off x="2749150" y="1471425"/>
            <a:ext cx="1842000" cy="1071250"/>
            <a:chOff x="2749150" y="1471425"/>
            <a:chExt cx="1842000" cy="1071250"/>
          </a:xfrm>
        </p:grpSpPr>
        <p:sp>
          <p:nvSpPr>
            <p:cNvPr id="1380" name="Google Shape;1380;p27"/>
            <p:cNvSpPr txBox="1"/>
            <p:nvPr/>
          </p:nvSpPr>
          <p:spPr>
            <a:xfrm>
              <a:off x="2749150" y="1471425"/>
              <a:ext cx="16326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Bio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81" name="Google Shape;1381;p27"/>
            <p:cNvSpPr txBox="1"/>
            <p:nvPr/>
          </p:nvSpPr>
          <p:spPr>
            <a:xfrm>
              <a:off x="2749150" y="1896175"/>
              <a:ext cx="1842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2" name="Google Shape;1382;p27"/>
          <p:cNvGrpSpPr/>
          <p:nvPr/>
        </p:nvGrpSpPr>
        <p:grpSpPr>
          <a:xfrm>
            <a:off x="4808800" y="1471425"/>
            <a:ext cx="1842000" cy="1071250"/>
            <a:chOff x="4808800" y="1471425"/>
            <a:chExt cx="1842000" cy="1071250"/>
          </a:xfrm>
        </p:grpSpPr>
        <p:sp>
          <p:nvSpPr>
            <p:cNvPr id="1383" name="Google Shape;1383;p27"/>
            <p:cNvSpPr txBox="1"/>
            <p:nvPr/>
          </p:nvSpPr>
          <p:spPr>
            <a:xfrm>
              <a:off x="4808800" y="1471425"/>
              <a:ext cx="16326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Affinities</a:t>
              </a:r>
              <a:endParaRPr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84" name="Google Shape;1384;p27"/>
            <p:cNvSpPr txBox="1"/>
            <p:nvPr/>
          </p:nvSpPr>
          <p:spPr>
            <a:xfrm>
              <a:off x="4808800" y="1896175"/>
              <a:ext cx="1842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Earth is the third planet from the Sun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5" name="Google Shape;1385;p27"/>
          <p:cNvGrpSpPr/>
          <p:nvPr/>
        </p:nvGrpSpPr>
        <p:grpSpPr>
          <a:xfrm>
            <a:off x="6867875" y="1471425"/>
            <a:ext cx="1842000" cy="1071250"/>
            <a:chOff x="6867875" y="1471425"/>
            <a:chExt cx="1842000" cy="1071250"/>
          </a:xfrm>
        </p:grpSpPr>
        <p:sp>
          <p:nvSpPr>
            <p:cNvPr id="1386" name="Google Shape;1386;p27"/>
            <p:cNvSpPr txBox="1"/>
            <p:nvPr/>
          </p:nvSpPr>
          <p:spPr>
            <a:xfrm>
              <a:off x="6867875" y="1471425"/>
              <a:ext cx="16326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Values &amp; Fears</a:t>
              </a:r>
              <a:endParaRPr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87" name="Google Shape;1387;p27"/>
            <p:cNvSpPr txBox="1"/>
            <p:nvPr/>
          </p:nvSpPr>
          <p:spPr>
            <a:xfrm>
              <a:off x="6867875" y="1896175"/>
              <a:ext cx="1842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Pluto is considered a dwarf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8" name="Google Shape;1388;p27"/>
          <p:cNvGrpSpPr/>
          <p:nvPr/>
        </p:nvGrpSpPr>
        <p:grpSpPr>
          <a:xfrm>
            <a:off x="736657" y="3742666"/>
            <a:ext cx="1235614" cy="820278"/>
            <a:chOff x="736657" y="3742666"/>
            <a:chExt cx="1235614" cy="820278"/>
          </a:xfrm>
        </p:grpSpPr>
        <p:sp>
          <p:nvSpPr>
            <p:cNvPr id="1389" name="Google Shape;1389;p27"/>
            <p:cNvSpPr txBox="1"/>
            <p:nvPr/>
          </p:nvSpPr>
          <p:spPr>
            <a:xfrm>
              <a:off x="906071" y="3742666"/>
              <a:ext cx="10662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0" name="Google Shape;1390;p27"/>
            <p:cNvSpPr txBox="1"/>
            <p:nvPr/>
          </p:nvSpPr>
          <p:spPr>
            <a:xfrm>
              <a:off x="906071" y="4054304"/>
              <a:ext cx="10662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California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1" name="Google Shape;1391;p27"/>
            <p:cNvSpPr txBox="1"/>
            <p:nvPr/>
          </p:nvSpPr>
          <p:spPr>
            <a:xfrm>
              <a:off x="906071" y="4347543"/>
              <a:ext cx="10662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Designer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92" name="Google Shape;1392;p27"/>
            <p:cNvGrpSpPr/>
            <p:nvPr/>
          </p:nvGrpSpPr>
          <p:grpSpPr>
            <a:xfrm>
              <a:off x="763220" y="3753164"/>
              <a:ext cx="147670" cy="194403"/>
              <a:chOff x="-253095" y="3897211"/>
              <a:chExt cx="187469" cy="246673"/>
            </a:xfrm>
          </p:grpSpPr>
          <p:sp>
            <p:nvSpPr>
              <p:cNvPr id="1393" name="Google Shape;1393;p27"/>
              <p:cNvSpPr/>
              <p:nvPr/>
            </p:nvSpPr>
            <p:spPr>
              <a:xfrm>
                <a:off x="-226641" y="3897211"/>
                <a:ext cx="127937" cy="115260"/>
              </a:xfrm>
              <a:custGeom>
                <a:rect b="b" l="l" r="r" t="t"/>
                <a:pathLst>
                  <a:path extrusionOk="0" h="6510" w="7225">
                    <a:moveTo>
                      <a:pt x="3324" y="616"/>
                    </a:moveTo>
                    <a:cubicBezTo>
                      <a:pt x="4433" y="616"/>
                      <a:pt x="5599" y="1080"/>
                      <a:pt x="6017" y="2134"/>
                    </a:cubicBezTo>
                    <a:cubicBezTo>
                      <a:pt x="6554" y="3495"/>
                      <a:pt x="5682" y="5056"/>
                      <a:pt x="4446" y="5679"/>
                    </a:cubicBezTo>
                    <a:cubicBezTo>
                      <a:pt x="4075" y="5863"/>
                      <a:pt x="3675" y="5950"/>
                      <a:pt x="3280" y="5950"/>
                    </a:cubicBezTo>
                    <a:cubicBezTo>
                      <a:pt x="2193" y="5950"/>
                      <a:pt x="1141" y="5292"/>
                      <a:pt x="825" y="4175"/>
                    </a:cubicBezTo>
                    <a:cubicBezTo>
                      <a:pt x="489" y="2891"/>
                      <a:pt x="997" y="1541"/>
                      <a:pt x="2099" y="793"/>
                    </a:cubicBezTo>
                    <a:cubicBezTo>
                      <a:pt x="2110" y="796"/>
                      <a:pt x="2121" y="797"/>
                      <a:pt x="2132" y="797"/>
                    </a:cubicBezTo>
                    <a:cubicBezTo>
                      <a:pt x="2159" y="797"/>
                      <a:pt x="2184" y="790"/>
                      <a:pt x="2204" y="784"/>
                    </a:cubicBezTo>
                    <a:cubicBezTo>
                      <a:pt x="2547" y="674"/>
                      <a:pt x="2932" y="616"/>
                      <a:pt x="3324" y="616"/>
                    </a:cubicBezTo>
                    <a:close/>
                    <a:moveTo>
                      <a:pt x="3342" y="1"/>
                    </a:moveTo>
                    <a:cubicBezTo>
                      <a:pt x="2862" y="1"/>
                      <a:pt x="2396" y="95"/>
                      <a:pt x="1993" y="295"/>
                    </a:cubicBezTo>
                    <a:cubicBezTo>
                      <a:pt x="1926" y="324"/>
                      <a:pt x="1878" y="381"/>
                      <a:pt x="1869" y="458"/>
                    </a:cubicBezTo>
                    <a:cubicBezTo>
                      <a:pt x="623" y="1042"/>
                      <a:pt x="1" y="2642"/>
                      <a:pt x="240" y="4012"/>
                    </a:cubicBezTo>
                    <a:cubicBezTo>
                      <a:pt x="507" y="5531"/>
                      <a:pt x="1851" y="6509"/>
                      <a:pt x="3293" y="6509"/>
                    </a:cubicBezTo>
                    <a:cubicBezTo>
                      <a:pt x="3660" y="6509"/>
                      <a:pt x="4034" y="6446"/>
                      <a:pt x="4398" y="6311"/>
                    </a:cubicBezTo>
                    <a:cubicBezTo>
                      <a:pt x="6065" y="5689"/>
                      <a:pt x="7224" y="3677"/>
                      <a:pt x="6573" y="1943"/>
                    </a:cubicBezTo>
                    <a:cubicBezTo>
                      <a:pt x="6115" y="731"/>
                      <a:pt x="4677" y="1"/>
                      <a:pt x="3342" y="1"/>
                    </a:cubicBezTo>
                    <a:close/>
                  </a:path>
                </a:pathLst>
              </a:custGeom>
              <a:solidFill>
                <a:srgbClr val="1E1E1C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27"/>
              <p:cNvSpPr/>
              <p:nvPr/>
            </p:nvSpPr>
            <p:spPr>
              <a:xfrm>
                <a:off x="-253095" y="4023029"/>
                <a:ext cx="187469" cy="120854"/>
              </a:xfrm>
              <a:custGeom>
                <a:rect b="b" l="l" r="r" t="t"/>
                <a:pathLst>
                  <a:path extrusionOk="0" h="6826" w="10587">
                    <a:moveTo>
                      <a:pt x="5362" y="601"/>
                    </a:moveTo>
                    <a:cubicBezTo>
                      <a:pt x="8098" y="601"/>
                      <a:pt x="9630" y="3487"/>
                      <a:pt x="9734" y="5931"/>
                    </a:cubicBezTo>
                    <a:cubicBezTo>
                      <a:pt x="9734" y="5960"/>
                      <a:pt x="9743" y="5988"/>
                      <a:pt x="9753" y="6017"/>
                    </a:cubicBezTo>
                    <a:cubicBezTo>
                      <a:pt x="9002" y="6108"/>
                      <a:pt x="8255" y="6145"/>
                      <a:pt x="7510" y="6145"/>
                    </a:cubicBezTo>
                    <a:cubicBezTo>
                      <a:pt x="5106" y="6145"/>
                      <a:pt x="2722" y="5760"/>
                      <a:pt x="316" y="5548"/>
                    </a:cubicBezTo>
                    <a:cubicBezTo>
                      <a:pt x="316" y="5519"/>
                      <a:pt x="307" y="5481"/>
                      <a:pt x="307" y="5452"/>
                    </a:cubicBezTo>
                    <a:cubicBezTo>
                      <a:pt x="307" y="5433"/>
                      <a:pt x="307" y="5414"/>
                      <a:pt x="307" y="5394"/>
                    </a:cubicBezTo>
                    <a:cubicBezTo>
                      <a:pt x="316" y="5385"/>
                      <a:pt x="316" y="5375"/>
                      <a:pt x="326" y="5366"/>
                    </a:cubicBezTo>
                    <a:cubicBezTo>
                      <a:pt x="345" y="5308"/>
                      <a:pt x="364" y="5241"/>
                      <a:pt x="383" y="5184"/>
                    </a:cubicBezTo>
                    <a:lnTo>
                      <a:pt x="403" y="5155"/>
                    </a:lnTo>
                    <a:cubicBezTo>
                      <a:pt x="441" y="5117"/>
                      <a:pt x="450" y="5059"/>
                      <a:pt x="441" y="5002"/>
                    </a:cubicBezTo>
                    <a:cubicBezTo>
                      <a:pt x="1188" y="2798"/>
                      <a:pt x="2644" y="690"/>
                      <a:pt x="5202" y="604"/>
                    </a:cubicBezTo>
                    <a:cubicBezTo>
                      <a:pt x="5256" y="602"/>
                      <a:pt x="5309" y="601"/>
                      <a:pt x="5362" y="601"/>
                    </a:cubicBezTo>
                    <a:close/>
                    <a:moveTo>
                      <a:pt x="5385" y="0"/>
                    </a:moveTo>
                    <a:cubicBezTo>
                      <a:pt x="5372" y="0"/>
                      <a:pt x="5359" y="1"/>
                      <a:pt x="5346" y="1"/>
                    </a:cubicBezTo>
                    <a:cubicBezTo>
                      <a:pt x="2520" y="20"/>
                      <a:pt x="441" y="2453"/>
                      <a:pt x="48" y="5117"/>
                    </a:cubicBezTo>
                    <a:cubicBezTo>
                      <a:pt x="10" y="5212"/>
                      <a:pt x="0" y="5327"/>
                      <a:pt x="19" y="5442"/>
                    </a:cubicBezTo>
                    <a:cubicBezTo>
                      <a:pt x="29" y="5519"/>
                      <a:pt x="67" y="5596"/>
                      <a:pt x="125" y="5663"/>
                    </a:cubicBezTo>
                    <a:cubicBezTo>
                      <a:pt x="96" y="5758"/>
                      <a:pt x="144" y="5854"/>
                      <a:pt x="240" y="5893"/>
                    </a:cubicBezTo>
                    <a:cubicBezTo>
                      <a:pt x="1849" y="6467"/>
                      <a:pt x="3612" y="6649"/>
                      <a:pt x="5308" y="6755"/>
                    </a:cubicBezTo>
                    <a:cubicBezTo>
                      <a:pt x="5997" y="6796"/>
                      <a:pt x="6705" y="6826"/>
                      <a:pt x="7415" y="6826"/>
                    </a:cubicBezTo>
                    <a:cubicBezTo>
                      <a:pt x="8372" y="6826"/>
                      <a:pt x="9332" y="6771"/>
                      <a:pt x="10251" y="6611"/>
                    </a:cubicBezTo>
                    <a:cubicBezTo>
                      <a:pt x="10586" y="6554"/>
                      <a:pt x="10539" y="6151"/>
                      <a:pt x="10309" y="6017"/>
                    </a:cubicBezTo>
                    <a:cubicBezTo>
                      <a:pt x="10318" y="5988"/>
                      <a:pt x="10318" y="5960"/>
                      <a:pt x="10328" y="5931"/>
                    </a:cubicBezTo>
                    <a:cubicBezTo>
                      <a:pt x="10566" y="3146"/>
                      <a:pt x="8279" y="0"/>
                      <a:pt x="5385" y="0"/>
                    </a:cubicBezTo>
                    <a:close/>
                  </a:path>
                </a:pathLst>
              </a:custGeom>
              <a:solidFill>
                <a:srgbClr val="1E1E1C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5" name="Google Shape;1395;p27"/>
            <p:cNvGrpSpPr/>
            <p:nvPr/>
          </p:nvGrpSpPr>
          <p:grpSpPr>
            <a:xfrm>
              <a:off x="774748" y="4042260"/>
              <a:ext cx="154992" cy="244198"/>
              <a:chOff x="2953150" y="3234200"/>
              <a:chExt cx="258450" cy="407200"/>
            </a:xfrm>
          </p:grpSpPr>
          <p:sp>
            <p:nvSpPr>
              <p:cNvPr id="1396" name="Google Shape;1396;p27"/>
              <p:cNvSpPr/>
              <p:nvPr/>
            </p:nvSpPr>
            <p:spPr>
              <a:xfrm>
                <a:off x="2953150" y="3234200"/>
                <a:ext cx="258450" cy="407200"/>
              </a:xfrm>
              <a:custGeom>
                <a:rect b="b" l="l" r="r" t="t"/>
                <a:pathLst>
                  <a:path extrusionOk="0" h="16288" w="10338">
                    <a:moveTo>
                      <a:pt x="5239" y="418"/>
                    </a:moveTo>
                    <a:cubicBezTo>
                      <a:pt x="6743" y="418"/>
                      <a:pt x="8129" y="1193"/>
                      <a:pt x="8910" y="2469"/>
                    </a:cubicBezTo>
                    <a:cubicBezTo>
                      <a:pt x="9772" y="3944"/>
                      <a:pt x="9456" y="5659"/>
                      <a:pt x="8852" y="7163"/>
                    </a:cubicBezTo>
                    <a:cubicBezTo>
                      <a:pt x="8239" y="8696"/>
                      <a:pt x="7367" y="10152"/>
                      <a:pt x="6601" y="11608"/>
                    </a:cubicBezTo>
                    <a:cubicBezTo>
                      <a:pt x="5854" y="13026"/>
                      <a:pt x="5106" y="14444"/>
                      <a:pt x="4359" y="15872"/>
                    </a:cubicBezTo>
                    <a:cubicBezTo>
                      <a:pt x="3238" y="13045"/>
                      <a:pt x="1629" y="10296"/>
                      <a:pt x="939" y="7336"/>
                    </a:cubicBezTo>
                    <a:cubicBezTo>
                      <a:pt x="556" y="5716"/>
                      <a:pt x="565" y="3944"/>
                      <a:pt x="1514" y="2526"/>
                    </a:cubicBezTo>
                    <a:cubicBezTo>
                      <a:pt x="2328" y="1300"/>
                      <a:pt x="3736" y="447"/>
                      <a:pt x="5212" y="419"/>
                    </a:cubicBezTo>
                    <a:cubicBezTo>
                      <a:pt x="5221" y="419"/>
                      <a:pt x="5230" y="418"/>
                      <a:pt x="5239" y="418"/>
                    </a:cubicBezTo>
                    <a:close/>
                    <a:moveTo>
                      <a:pt x="5267" y="1"/>
                    </a:moveTo>
                    <a:cubicBezTo>
                      <a:pt x="4413" y="1"/>
                      <a:pt x="3554" y="232"/>
                      <a:pt x="2788" y="706"/>
                    </a:cubicBezTo>
                    <a:cubicBezTo>
                      <a:pt x="719" y="1980"/>
                      <a:pt x="0" y="4337"/>
                      <a:pt x="364" y="6655"/>
                    </a:cubicBezTo>
                    <a:cubicBezTo>
                      <a:pt x="604" y="8246"/>
                      <a:pt x="1246" y="9740"/>
                      <a:pt x="1897" y="11206"/>
                    </a:cubicBezTo>
                    <a:cubicBezTo>
                      <a:pt x="2625" y="12854"/>
                      <a:pt x="3363" y="14511"/>
                      <a:pt x="4177" y="16130"/>
                    </a:cubicBezTo>
                    <a:cubicBezTo>
                      <a:pt x="4199" y="16173"/>
                      <a:pt x="4236" y="16195"/>
                      <a:pt x="4278" y="16195"/>
                    </a:cubicBezTo>
                    <a:cubicBezTo>
                      <a:pt x="4292" y="16195"/>
                      <a:pt x="4306" y="16193"/>
                      <a:pt x="4321" y="16188"/>
                    </a:cubicBezTo>
                    <a:cubicBezTo>
                      <a:pt x="4363" y="16254"/>
                      <a:pt x="4433" y="16287"/>
                      <a:pt x="4503" y="16287"/>
                    </a:cubicBezTo>
                    <a:cubicBezTo>
                      <a:pt x="4575" y="16287"/>
                      <a:pt x="4646" y="16251"/>
                      <a:pt x="4685" y="16178"/>
                    </a:cubicBezTo>
                    <a:cubicBezTo>
                      <a:pt x="6170" y="13352"/>
                      <a:pt x="7856" y="10555"/>
                      <a:pt x="9130" y="7623"/>
                    </a:cubicBezTo>
                    <a:cubicBezTo>
                      <a:pt x="10040" y="5525"/>
                      <a:pt x="10337" y="3034"/>
                      <a:pt x="8527" y="1310"/>
                    </a:cubicBezTo>
                    <a:cubicBezTo>
                      <a:pt x="7625" y="447"/>
                      <a:pt x="6451" y="1"/>
                      <a:pt x="5267" y="1"/>
                    </a:cubicBezTo>
                    <a:close/>
                  </a:path>
                </a:pathLst>
              </a:custGeom>
              <a:solidFill>
                <a:srgbClr val="1E1E1C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27"/>
              <p:cNvSpPr/>
              <p:nvPr/>
            </p:nvSpPr>
            <p:spPr>
              <a:xfrm>
                <a:off x="3023075" y="3277325"/>
                <a:ext cx="130075" cy="114575"/>
              </a:xfrm>
              <a:custGeom>
                <a:rect b="b" l="l" r="r" t="t"/>
                <a:pathLst>
                  <a:path extrusionOk="0" h="4583" w="5203">
                    <a:moveTo>
                      <a:pt x="2376" y="341"/>
                    </a:moveTo>
                    <a:cubicBezTo>
                      <a:pt x="3095" y="389"/>
                      <a:pt x="3794" y="705"/>
                      <a:pt x="4187" y="1328"/>
                    </a:cubicBezTo>
                    <a:cubicBezTo>
                      <a:pt x="4781" y="2257"/>
                      <a:pt x="4350" y="3484"/>
                      <a:pt x="3392" y="3963"/>
                    </a:cubicBezTo>
                    <a:cubicBezTo>
                      <a:pt x="3129" y="4095"/>
                      <a:pt x="2856" y="4157"/>
                      <a:pt x="2589" y="4157"/>
                    </a:cubicBezTo>
                    <a:cubicBezTo>
                      <a:pt x="1870" y="4157"/>
                      <a:pt x="1193" y="3715"/>
                      <a:pt x="872" y="3024"/>
                    </a:cubicBezTo>
                    <a:cubicBezTo>
                      <a:pt x="345" y="1893"/>
                      <a:pt x="1121" y="705"/>
                      <a:pt x="2261" y="428"/>
                    </a:cubicBezTo>
                    <a:cubicBezTo>
                      <a:pt x="2309" y="418"/>
                      <a:pt x="2348" y="389"/>
                      <a:pt x="2376" y="341"/>
                    </a:cubicBezTo>
                    <a:close/>
                    <a:moveTo>
                      <a:pt x="2202" y="0"/>
                    </a:moveTo>
                    <a:cubicBezTo>
                      <a:pt x="2183" y="0"/>
                      <a:pt x="2164" y="3"/>
                      <a:pt x="2147" y="6"/>
                    </a:cubicBezTo>
                    <a:cubicBezTo>
                      <a:pt x="2041" y="35"/>
                      <a:pt x="1945" y="64"/>
                      <a:pt x="1850" y="102"/>
                    </a:cubicBezTo>
                    <a:lnTo>
                      <a:pt x="1811" y="111"/>
                    </a:lnTo>
                    <a:cubicBezTo>
                      <a:pt x="1792" y="121"/>
                      <a:pt x="1773" y="131"/>
                      <a:pt x="1763" y="140"/>
                    </a:cubicBezTo>
                    <a:cubicBezTo>
                      <a:pt x="681" y="600"/>
                      <a:pt x="1" y="1759"/>
                      <a:pt x="365" y="2947"/>
                    </a:cubicBezTo>
                    <a:cubicBezTo>
                      <a:pt x="669" y="3946"/>
                      <a:pt x="1583" y="4582"/>
                      <a:pt x="2575" y="4582"/>
                    </a:cubicBezTo>
                    <a:cubicBezTo>
                      <a:pt x="2800" y="4582"/>
                      <a:pt x="3030" y="4549"/>
                      <a:pt x="3258" y="4480"/>
                    </a:cubicBezTo>
                    <a:cubicBezTo>
                      <a:pt x="4465" y="4097"/>
                      <a:pt x="5203" y="2784"/>
                      <a:pt x="4762" y="1568"/>
                    </a:cubicBezTo>
                    <a:cubicBezTo>
                      <a:pt x="4417" y="596"/>
                      <a:pt x="3443" y="20"/>
                      <a:pt x="2461" y="20"/>
                    </a:cubicBezTo>
                    <a:cubicBezTo>
                      <a:pt x="2407" y="20"/>
                      <a:pt x="2354" y="22"/>
                      <a:pt x="2300" y="25"/>
                    </a:cubicBezTo>
                    <a:cubicBezTo>
                      <a:pt x="2269" y="7"/>
                      <a:pt x="2235" y="0"/>
                      <a:pt x="2202" y="0"/>
                    </a:cubicBezTo>
                    <a:close/>
                  </a:path>
                </a:pathLst>
              </a:custGeom>
              <a:solidFill>
                <a:srgbClr val="1E1E1C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8" name="Google Shape;1398;p27"/>
            <p:cNvSpPr/>
            <p:nvPr/>
          </p:nvSpPr>
          <p:spPr>
            <a:xfrm rot="-8100000">
              <a:off x="813189" y="4337139"/>
              <a:ext cx="47726" cy="236233"/>
            </a:xfrm>
            <a:custGeom>
              <a:rect b="b" l="l" r="r" t="t"/>
              <a:pathLst>
                <a:path extrusionOk="0" h="16547" w="3343">
                  <a:moveTo>
                    <a:pt x="1369" y="1268"/>
                  </a:moveTo>
                  <a:cubicBezTo>
                    <a:pt x="1474" y="1431"/>
                    <a:pt x="1647" y="1546"/>
                    <a:pt x="1838" y="1575"/>
                  </a:cubicBezTo>
                  <a:cubicBezTo>
                    <a:pt x="1878" y="1580"/>
                    <a:pt x="1917" y="1582"/>
                    <a:pt x="1957" y="1582"/>
                  </a:cubicBezTo>
                  <a:cubicBezTo>
                    <a:pt x="2080" y="1582"/>
                    <a:pt x="2201" y="1559"/>
                    <a:pt x="2317" y="1508"/>
                  </a:cubicBezTo>
                  <a:cubicBezTo>
                    <a:pt x="2337" y="1652"/>
                    <a:pt x="2356" y="1786"/>
                    <a:pt x="2375" y="1881"/>
                  </a:cubicBezTo>
                  <a:lnTo>
                    <a:pt x="2662" y="3251"/>
                  </a:lnTo>
                  <a:cubicBezTo>
                    <a:pt x="2637" y="3226"/>
                    <a:pt x="2604" y="3214"/>
                    <a:pt x="2572" y="3214"/>
                  </a:cubicBezTo>
                  <a:cubicBezTo>
                    <a:pt x="2531" y="3214"/>
                    <a:pt x="2492" y="3233"/>
                    <a:pt x="2471" y="3271"/>
                  </a:cubicBezTo>
                  <a:cubicBezTo>
                    <a:pt x="2466" y="3280"/>
                    <a:pt x="2468" y="3283"/>
                    <a:pt x="2468" y="3283"/>
                  </a:cubicBezTo>
                  <a:cubicBezTo>
                    <a:pt x="2468" y="3283"/>
                    <a:pt x="2466" y="3280"/>
                    <a:pt x="2452" y="3280"/>
                  </a:cubicBezTo>
                  <a:cubicBezTo>
                    <a:pt x="2447" y="3285"/>
                    <a:pt x="2440" y="3287"/>
                    <a:pt x="2432" y="3287"/>
                  </a:cubicBezTo>
                  <a:cubicBezTo>
                    <a:pt x="2425" y="3287"/>
                    <a:pt x="2418" y="3285"/>
                    <a:pt x="2413" y="3280"/>
                  </a:cubicBezTo>
                  <a:cubicBezTo>
                    <a:pt x="2375" y="3280"/>
                    <a:pt x="2356" y="3261"/>
                    <a:pt x="2356" y="3223"/>
                  </a:cubicBezTo>
                  <a:cubicBezTo>
                    <a:pt x="2366" y="3165"/>
                    <a:pt x="2322" y="3136"/>
                    <a:pt x="2273" y="3136"/>
                  </a:cubicBezTo>
                  <a:cubicBezTo>
                    <a:pt x="2233" y="3136"/>
                    <a:pt x="2191" y="3155"/>
                    <a:pt x="2174" y="3194"/>
                  </a:cubicBezTo>
                  <a:cubicBezTo>
                    <a:pt x="2167" y="3192"/>
                    <a:pt x="2160" y="3191"/>
                    <a:pt x="2153" y="3191"/>
                  </a:cubicBezTo>
                  <a:cubicBezTo>
                    <a:pt x="2119" y="3191"/>
                    <a:pt x="2082" y="3209"/>
                    <a:pt x="2059" y="3232"/>
                  </a:cubicBezTo>
                  <a:cubicBezTo>
                    <a:pt x="1992" y="3286"/>
                    <a:pt x="1910" y="3316"/>
                    <a:pt x="1831" y="3316"/>
                  </a:cubicBezTo>
                  <a:cubicBezTo>
                    <a:pt x="1798" y="3316"/>
                    <a:pt x="1765" y="3311"/>
                    <a:pt x="1733" y="3299"/>
                  </a:cubicBezTo>
                  <a:lnTo>
                    <a:pt x="1723" y="3299"/>
                  </a:lnTo>
                  <a:cubicBezTo>
                    <a:pt x="1599" y="3261"/>
                    <a:pt x="1503" y="3175"/>
                    <a:pt x="1455" y="3060"/>
                  </a:cubicBezTo>
                  <a:lnTo>
                    <a:pt x="1455" y="3050"/>
                  </a:lnTo>
                  <a:cubicBezTo>
                    <a:pt x="1493" y="2968"/>
                    <a:pt x="1413" y="2885"/>
                    <a:pt x="1335" y="2885"/>
                  </a:cubicBezTo>
                  <a:cubicBezTo>
                    <a:pt x="1314" y="2885"/>
                    <a:pt x="1292" y="2892"/>
                    <a:pt x="1273" y="2907"/>
                  </a:cubicBezTo>
                  <a:cubicBezTo>
                    <a:pt x="1168" y="3002"/>
                    <a:pt x="1043" y="3069"/>
                    <a:pt x="909" y="3098"/>
                  </a:cubicBezTo>
                  <a:cubicBezTo>
                    <a:pt x="891" y="3100"/>
                    <a:pt x="873" y="3100"/>
                    <a:pt x="854" y="3100"/>
                  </a:cubicBezTo>
                  <a:cubicBezTo>
                    <a:pt x="755" y="3100"/>
                    <a:pt x="654" y="3078"/>
                    <a:pt x="574" y="3022"/>
                  </a:cubicBezTo>
                  <a:cubicBezTo>
                    <a:pt x="813" y="2418"/>
                    <a:pt x="1072" y="1834"/>
                    <a:pt x="1369" y="1268"/>
                  </a:cubicBezTo>
                  <a:close/>
                  <a:moveTo>
                    <a:pt x="1388" y="4784"/>
                  </a:moveTo>
                  <a:cubicBezTo>
                    <a:pt x="1398" y="4794"/>
                    <a:pt x="1417" y="4794"/>
                    <a:pt x="1426" y="4794"/>
                  </a:cubicBezTo>
                  <a:cubicBezTo>
                    <a:pt x="1417" y="5014"/>
                    <a:pt x="1407" y="5235"/>
                    <a:pt x="1388" y="5455"/>
                  </a:cubicBezTo>
                  <a:cubicBezTo>
                    <a:pt x="1388" y="5235"/>
                    <a:pt x="1388" y="5005"/>
                    <a:pt x="1388" y="4784"/>
                  </a:cubicBezTo>
                  <a:close/>
                  <a:moveTo>
                    <a:pt x="1350" y="11050"/>
                  </a:moveTo>
                  <a:cubicBezTo>
                    <a:pt x="1359" y="11395"/>
                    <a:pt x="1369" y="11720"/>
                    <a:pt x="1388" y="12056"/>
                  </a:cubicBezTo>
                  <a:lnTo>
                    <a:pt x="1369" y="12458"/>
                  </a:lnTo>
                  <a:cubicBezTo>
                    <a:pt x="1369" y="12631"/>
                    <a:pt x="1359" y="12813"/>
                    <a:pt x="1350" y="12985"/>
                  </a:cubicBezTo>
                  <a:lnTo>
                    <a:pt x="1350" y="11050"/>
                  </a:lnTo>
                  <a:close/>
                  <a:moveTo>
                    <a:pt x="1340" y="14633"/>
                  </a:moveTo>
                  <a:cubicBezTo>
                    <a:pt x="1359" y="14863"/>
                    <a:pt x="1379" y="15112"/>
                    <a:pt x="1398" y="15303"/>
                  </a:cubicBezTo>
                  <a:cubicBezTo>
                    <a:pt x="1384" y="15297"/>
                    <a:pt x="1366" y="15290"/>
                    <a:pt x="1350" y="15290"/>
                  </a:cubicBezTo>
                  <a:cubicBezTo>
                    <a:pt x="1343" y="15290"/>
                    <a:pt x="1336" y="15291"/>
                    <a:pt x="1331" y="15294"/>
                  </a:cubicBezTo>
                  <a:cubicBezTo>
                    <a:pt x="1340" y="15275"/>
                    <a:pt x="1340" y="15265"/>
                    <a:pt x="1340" y="15256"/>
                  </a:cubicBezTo>
                  <a:cubicBezTo>
                    <a:pt x="1340" y="15045"/>
                    <a:pt x="1340" y="14834"/>
                    <a:pt x="1340" y="14633"/>
                  </a:cubicBezTo>
                  <a:close/>
                  <a:moveTo>
                    <a:pt x="545" y="3271"/>
                  </a:moveTo>
                  <a:lnTo>
                    <a:pt x="545" y="3271"/>
                  </a:lnTo>
                  <a:cubicBezTo>
                    <a:pt x="655" y="3333"/>
                    <a:pt x="779" y="3365"/>
                    <a:pt x="905" y="3365"/>
                  </a:cubicBezTo>
                  <a:cubicBezTo>
                    <a:pt x="1009" y="3365"/>
                    <a:pt x="1116" y="3343"/>
                    <a:pt x="1216" y="3299"/>
                  </a:cubicBezTo>
                  <a:lnTo>
                    <a:pt x="1216" y="3299"/>
                  </a:lnTo>
                  <a:cubicBezTo>
                    <a:pt x="1015" y="5263"/>
                    <a:pt x="1062" y="7266"/>
                    <a:pt x="1043" y="9239"/>
                  </a:cubicBezTo>
                  <a:cubicBezTo>
                    <a:pt x="1024" y="11241"/>
                    <a:pt x="986" y="13244"/>
                    <a:pt x="1043" y="15256"/>
                  </a:cubicBezTo>
                  <a:cubicBezTo>
                    <a:pt x="1043" y="15303"/>
                    <a:pt x="1082" y="15361"/>
                    <a:pt x="1129" y="15380"/>
                  </a:cubicBezTo>
                  <a:cubicBezTo>
                    <a:pt x="890" y="15380"/>
                    <a:pt x="641" y="15380"/>
                    <a:pt x="392" y="15371"/>
                  </a:cubicBezTo>
                  <a:cubicBezTo>
                    <a:pt x="593" y="11376"/>
                    <a:pt x="842" y="7266"/>
                    <a:pt x="545" y="3271"/>
                  </a:cubicBezTo>
                  <a:close/>
                  <a:moveTo>
                    <a:pt x="2672" y="3366"/>
                  </a:moveTo>
                  <a:lnTo>
                    <a:pt x="2672" y="3395"/>
                  </a:lnTo>
                  <a:cubicBezTo>
                    <a:pt x="2461" y="7390"/>
                    <a:pt x="2547" y="11385"/>
                    <a:pt x="2241" y="15380"/>
                  </a:cubicBezTo>
                  <a:lnTo>
                    <a:pt x="1685" y="15380"/>
                  </a:lnTo>
                  <a:cubicBezTo>
                    <a:pt x="1791" y="14959"/>
                    <a:pt x="1695" y="14345"/>
                    <a:pt x="1704" y="14029"/>
                  </a:cubicBezTo>
                  <a:cubicBezTo>
                    <a:pt x="1743" y="12851"/>
                    <a:pt x="1762" y="11663"/>
                    <a:pt x="1791" y="10485"/>
                  </a:cubicBezTo>
                  <a:cubicBezTo>
                    <a:pt x="1838" y="8195"/>
                    <a:pt x="2001" y="5876"/>
                    <a:pt x="1934" y="3577"/>
                  </a:cubicBezTo>
                  <a:cubicBezTo>
                    <a:pt x="2049" y="3568"/>
                    <a:pt x="2155" y="3520"/>
                    <a:pt x="2241" y="3443"/>
                  </a:cubicBezTo>
                  <a:cubicBezTo>
                    <a:pt x="2270" y="3472"/>
                    <a:pt x="2298" y="3491"/>
                    <a:pt x="2337" y="3501"/>
                  </a:cubicBezTo>
                  <a:cubicBezTo>
                    <a:pt x="2373" y="3519"/>
                    <a:pt x="2410" y="3527"/>
                    <a:pt x="2446" y="3527"/>
                  </a:cubicBezTo>
                  <a:cubicBezTo>
                    <a:pt x="2545" y="3527"/>
                    <a:pt x="2637" y="3465"/>
                    <a:pt x="2672" y="3366"/>
                  </a:cubicBezTo>
                  <a:close/>
                  <a:moveTo>
                    <a:pt x="363" y="15581"/>
                  </a:moveTo>
                  <a:cubicBezTo>
                    <a:pt x="650" y="15648"/>
                    <a:pt x="928" y="15696"/>
                    <a:pt x="1225" y="15715"/>
                  </a:cubicBezTo>
                  <a:cubicBezTo>
                    <a:pt x="1263" y="15753"/>
                    <a:pt x="1312" y="15772"/>
                    <a:pt x="1362" y="15772"/>
                  </a:cubicBezTo>
                  <a:cubicBezTo>
                    <a:pt x="1401" y="15772"/>
                    <a:pt x="1440" y="15760"/>
                    <a:pt x="1474" y="15735"/>
                  </a:cubicBezTo>
                  <a:cubicBezTo>
                    <a:pt x="1565" y="15739"/>
                    <a:pt x="1656" y="15742"/>
                    <a:pt x="1749" y="15742"/>
                  </a:cubicBezTo>
                  <a:cubicBezTo>
                    <a:pt x="1841" y="15742"/>
                    <a:pt x="1934" y="15739"/>
                    <a:pt x="2030" y="15735"/>
                  </a:cubicBezTo>
                  <a:lnTo>
                    <a:pt x="2030" y="15735"/>
                  </a:lnTo>
                  <a:cubicBezTo>
                    <a:pt x="1877" y="15974"/>
                    <a:pt x="1628" y="16127"/>
                    <a:pt x="1350" y="16147"/>
                  </a:cubicBezTo>
                  <a:cubicBezTo>
                    <a:pt x="1331" y="16148"/>
                    <a:pt x="1312" y="16149"/>
                    <a:pt x="1293" y="16149"/>
                  </a:cubicBezTo>
                  <a:cubicBezTo>
                    <a:pt x="927" y="16149"/>
                    <a:pt x="554" y="15892"/>
                    <a:pt x="363" y="15600"/>
                  </a:cubicBezTo>
                  <a:lnTo>
                    <a:pt x="363" y="15581"/>
                  </a:lnTo>
                  <a:close/>
                  <a:moveTo>
                    <a:pt x="1892" y="0"/>
                  </a:moveTo>
                  <a:cubicBezTo>
                    <a:pt x="1844" y="0"/>
                    <a:pt x="1798" y="24"/>
                    <a:pt x="1771" y="71"/>
                  </a:cubicBezTo>
                  <a:cubicBezTo>
                    <a:pt x="1082" y="981"/>
                    <a:pt x="526" y="1977"/>
                    <a:pt x="267" y="3098"/>
                  </a:cubicBezTo>
                  <a:cubicBezTo>
                    <a:pt x="248" y="3165"/>
                    <a:pt x="286" y="3232"/>
                    <a:pt x="363" y="3251"/>
                  </a:cubicBezTo>
                  <a:cubicBezTo>
                    <a:pt x="124" y="7333"/>
                    <a:pt x="210" y="11452"/>
                    <a:pt x="9" y="15543"/>
                  </a:cubicBezTo>
                  <a:cubicBezTo>
                    <a:pt x="1" y="15647"/>
                    <a:pt x="80" y="15725"/>
                    <a:pt x="173" y="15725"/>
                  </a:cubicBezTo>
                  <a:cubicBezTo>
                    <a:pt x="191" y="15725"/>
                    <a:pt x="210" y="15722"/>
                    <a:pt x="229" y="15715"/>
                  </a:cubicBezTo>
                  <a:cubicBezTo>
                    <a:pt x="384" y="16269"/>
                    <a:pt x="881" y="16547"/>
                    <a:pt x="1375" y="16547"/>
                  </a:cubicBezTo>
                  <a:cubicBezTo>
                    <a:pt x="1890" y="16547"/>
                    <a:pt x="2401" y="16245"/>
                    <a:pt x="2519" y="15639"/>
                  </a:cubicBezTo>
                  <a:cubicBezTo>
                    <a:pt x="2605" y="15610"/>
                    <a:pt x="2662" y="15533"/>
                    <a:pt x="2672" y="15447"/>
                  </a:cubicBezTo>
                  <a:cubicBezTo>
                    <a:pt x="3007" y="11433"/>
                    <a:pt x="3343" y="7237"/>
                    <a:pt x="2969" y="3223"/>
                  </a:cubicBezTo>
                  <a:cubicBezTo>
                    <a:pt x="2969" y="3175"/>
                    <a:pt x="2940" y="3136"/>
                    <a:pt x="2911" y="3108"/>
                  </a:cubicBezTo>
                  <a:lnTo>
                    <a:pt x="2509" y="1134"/>
                  </a:lnTo>
                  <a:cubicBezTo>
                    <a:pt x="2605" y="1038"/>
                    <a:pt x="2624" y="895"/>
                    <a:pt x="2567" y="780"/>
                  </a:cubicBezTo>
                  <a:cubicBezTo>
                    <a:pt x="2538" y="713"/>
                    <a:pt x="2471" y="655"/>
                    <a:pt x="2404" y="636"/>
                  </a:cubicBezTo>
                  <a:cubicBezTo>
                    <a:pt x="2337" y="377"/>
                    <a:pt x="2231" y="138"/>
                    <a:pt x="1953" y="13"/>
                  </a:cubicBezTo>
                  <a:cubicBezTo>
                    <a:pt x="1933" y="5"/>
                    <a:pt x="1912" y="0"/>
                    <a:pt x="1892" y="0"/>
                  </a:cubicBezTo>
                  <a:close/>
                </a:path>
              </a:pathLst>
            </a:custGeom>
            <a:solidFill>
              <a:srgbClr val="1E1E1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9" name="Google Shape;1399;p27"/>
          <p:cNvGrpSpPr/>
          <p:nvPr/>
        </p:nvGrpSpPr>
        <p:grpSpPr>
          <a:xfrm>
            <a:off x="632475" y="1016200"/>
            <a:ext cx="1746855" cy="1737706"/>
            <a:chOff x="632475" y="1016200"/>
            <a:chExt cx="1746855" cy="1737706"/>
          </a:xfrm>
        </p:grpSpPr>
        <p:sp>
          <p:nvSpPr>
            <p:cNvPr id="1400" name="Google Shape;1400;p27"/>
            <p:cNvSpPr/>
            <p:nvPr/>
          </p:nvSpPr>
          <p:spPr>
            <a:xfrm>
              <a:off x="632475" y="1016200"/>
              <a:ext cx="1746855" cy="1737706"/>
            </a:xfrm>
            <a:custGeom>
              <a:rect b="b" l="l" r="r" t="t"/>
              <a:pathLst>
                <a:path extrusionOk="0" h="67615" w="67971">
                  <a:moveTo>
                    <a:pt x="33008" y="997"/>
                  </a:moveTo>
                  <a:cubicBezTo>
                    <a:pt x="33159" y="1048"/>
                    <a:pt x="33340" y="1048"/>
                    <a:pt x="33522" y="1048"/>
                  </a:cubicBezTo>
                  <a:cubicBezTo>
                    <a:pt x="33704" y="1048"/>
                    <a:pt x="33886" y="1048"/>
                    <a:pt x="34036" y="1098"/>
                  </a:cubicBezTo>
                  <a:cubicBezTo>
                    <a:pt x="34147" y="1119"/>
                    <a:pt x="34254" y="1127"/>
                    <a:pt x="34358" y="1127"/>
                  </a:cubicBezTo>
                  <a:cubicBezTo>
                    <a:pt x="34643" y="1127"/>
                    <a:pt x="34908" y="1069"/>
                    <a:pt x="35192" y="1069"/>
                  </a:cubicBezTo>
                  <a:cubicBezTo>
                    <a:pt x="35297" y="1069"/>
                    <a:pt x="35403" y="1076"/>
                    <a:pt x="35515" y="1098"/>
                  </a:cubicBezTo>
                  <a:cubicBezTo>
                    <a:pt x="35615" y="1131"/>
                    <a:pt x="35704" y="1142"/>
                    <a:pt x="35790" y="1142"/>
                  </a:cubicBezTo>
                  <a:cubicBezTo>
                    <a:pt x="35963" y="1142"/>
                    <a:pt x="36124" y="1098"/>
                    <a:pt x="36342" y="1098"/>
                  </a:cubicBezTo>
                  <a:lnTo>
                    <a:pt x="36542" y="1098"/>
                  </a:lnTo>
                  <a:cubicBezTo>
                    <a:pt x="36768" y="1198"/>
                    <a:pt x="36968" y="1198"/>
                    <a:pt x="37169" y="1198"/>
                  </a:cubicBezTo>
                  <a:cubicBezTo>
                    <a:pt x="37795" y="1298"/>
                    <a:pt x="38522" y="1298"/>
                    <a:pt x="39149" y="1398"/>
                  </a:cubicBezTo>
                  <a:cubicBezTo>
                    <a:pt x="39775" y="1624"/>
                    <a:pt x="40402" y="1624"/>
                    <a:pt x="41028" y="1724"/>
                  </a:cubicBezTo>
                  <a:cubicBezTo>
                    <a:pt x="41354" y="1824"/>
                    <a:pt x="41780" y="1925"/>
                    <a:pt x="42081" y="2025"/>
                  </a:cubicBezTo>
                  <a:cubicBezTo>
                    <a:pt x="42407" y="2125"/>
                    <a:pt x="42708" y="2251"/>
                    <a:pt x="43033" y="2251"/>
                  </a:cubicBezTo>
                  <a:cubicBezTo>
                    <a:pt x="43234" y="2351"/>
                    <a:pt x="43334" y="2351"/>
                    <a:pt x="43434" y="2451"/>
                  </a:cubicBezTo>
                  <a:cubicBezTo>
                    <a:pt x="43861" y="2652"/>
                    <a:pt x="44287" y="2752"/>
                    <a:pt x="44688" y="2877"/>
                  </a:cubicBezTo>
                  <a:cubicBezTo>
                    <a:pt x="44913" y="2977"/>
                    <a:pt x="45214" y="2977"/>
                    <a:pt x="45540" y="3078"/>
                  </a:cubicBezTo>
                  <a:cubicBezTo>
                    <a:pt x="45941" y="3378"/>
                    <a:pt x="46467" y="3504"/>
                    <a:pt x="46893" y="3704"/>
                  </a:cubicBezTo>
                  <a:cubicBezTo>
                    <a:pt x="46993" y="3704"/>
                    <a:pt x="47094" y="3704"/>
                    <a:pt x="46993" y="3804"/>
                  </a:cubicBezTo>
                  <a:cubicBezTo>
                    <a:pt x="46993" y="3905"/>
                    <a:pt x="47018" y="3930"/>
                    <a:pt x="47056" y="3930"/>
                  </a:cubicBezTo>
                  <a:cubicBezTo>
                    <a:pt x="47094" y="3930"/>
                    <a:pt x="47144" y="3905"/>
                    <a:pt x="47194" y="3905"/>
                  </a:cubicBezTo>
                  <a:cubicBezTo>
                    <a:pt x="47419" y="3905"/>
                    <a:pt x="47520" y="4130"/>
                    <a:pt x="47620" y="4130"/>
                  </a:cubicBezTo>
                  <a:cubicBezTo>
                    <a:pt x="47673" y="4130"/>
                    <a:pt x="47725" y="4096"/>
                    <a:pt x="47778" y="4096"/>
                  </a:cubicBezTo>
                  <a:cubicBezTo>
                    <a:pt x="47826" y="4096"/>
                    <a:pt x="47873" y="4124"/>
                    <a:pt x="47921" y="4231"/>
                  </a:cubicBezTo>
                  <a:cubicBezTo>
                    <a:pt x="48046" y="4331"/>
                    <a:pt x="48247" y="4331"/>
                    <a:pt x="48447" y="4531"/>
                  </a:cubicBezTo>
                  <a:cubicBezTo>
                    <a:pt x="48547" y="4632"/>
                    <a:pt x="48673" y="4757"/>
                    <a:pt x="48973" y="4757"/>
                  </a:cubicBezTo>
                  <a:cubicBezTo>
                    <a:pt x="49074" y="4757"/>
                    <a:pt x="49299" y="4957"/>
                    <a:pt x="49399" y="5058"/>
                  </a:cubicBezTo>
                  <a:cubicBezTo>
                    <a:pt x="49600" y="5158"/>
                    <a:pt x="49700" y="5258"/>
                    <a:pt x="49926" y="5258"/>
                  </a:cubicBezTo>
                  <a:cubicBezTo>
                    <a:pt x="50026" y="5258"/>
                    <a:pt x="50026" y="5258"/>
                    <a:pt x="50126" y="5383"/>
                  </a:cubicBezTo>
                  <a:cubicBezTo>
                    <a:pt x="50327" y="5684"/>
                    <a:pt x="50753" y="5784"/>
                    <a:pt x="51179" y="6110"/>
                  </a:cubicBezTo>
                  <a:cubicBezTo>
                    <a:pt x="51279" y="6210"/>
                    <a:pt x="51580" y="6210"/>
                    <a:pt x="51680" y="6411"/>
                  </a:cubicBezTo>
                  <a:cubicBezTo>
                    <a:pt x="51805" y="6511"/>
                    <a:pt x="52106" y="6511"/>
                    <a:pt x="52206" y="6737"/>
                  </a:cubicBezTo>
                  <a:cubicBezTo>
                    <a:pt x="52432" y="6837"/>
                    <a:pt x="52633" y="6937"/>
                    <a:pt x="52833" y="7038"/>
                  </a:cubicBezTo>
                  <a:cubicBezTo>
                    <a:pt x="53059" y="7263"/>
                    <a:pt x="53359" y="7363"/>
                    <a:pt x="53685" y="7564"/>
                  </a:cubicBezTo>
                  <a:cubicBezTo>
                    <a:pt x="53886" y="7664"/>
                    <a:pt x="54086" y="7664"/>
                    <a:pt x="54086" y="7990"/>
                  </a:cubicBezTo>
                  <a:lnTo>
                    <a:pt x="54186" y="7990"/>
                  </a:lnTo>
                  <a:cubicBezTo>
                    <a:pt x="54713" y="7990"/>
                    <a:pt x="54813" y="8616"/>
                    <a:pt x="55239" y="8717"/>
                  </a:cubicBezTo>
                  <a:cubicBezTo>
                    <a:pt x="55339" y="8917"/>
                    <a:pt x="55565" y="9017"/>
                    <a:pt x="55665" y="9143"/>
                  </a:cubicBezTo>
                  <a:cubicBezTo>
                    <a:pt x="55736" y="9214"/>
                    <a:pt x="55757" y="9285"/>
                    <a:pt x="55798" y="9285"/>
                  </a:cubicBezTo>
                  <a:cubicBezTo>
                    <a:pt x="55815" y="9285"/>
                    <a:pt x="55836" y="9272"/>
                    <a:pt x="55866" y="9243"/>
                  </a:cubicBezTo>
                  <a:cubicBezTo>
                    <a:pt x="55966" y="9243"/>
                    <a:pt x="56066" y="9243"/>
                    <a:pt x="56066" y="9444"/>
                  </a:cubicBezTo>
                  <a:cubicBezTo>
                    <a:pt x="56066" y="9523"/>
                    <a:pt x="56066" y="9681"/>
                    <a:pt x="56228" y="9681"/>
                  </a:cubicBezTo>
                  <a:cubicBezTo>
                    <a:pt x="56271" y="9681"/>
                    <a:pt x="56324" y="9670"/>
                    <a:pt x="56392" y="9644"/>
                  </a:cubicBezTo>
                  <a:lnTo>
                    <a:pt x="56492" y="9644"/>
                  </a:lnTo>
                  <a:cubicBezTo>
                    <a:pt x="56292" y="10070"/>
                    <a:pt x="56693" y="9870"/>
                    <a:pt x="56818" y="10070"/>
                  </a:cubicBezTo>
                  <a:cubicBezTo>
                    <a:pt x="56818" y="10271"/>
                    <a:pt x="57019" y="10396"/>
                    <a:pt x="57119" y="10596"/>
                  </a:cubicBezTo>
                  <a:cubicBezTo>
                    <a:pt x="57219" y="10596"/>
                    <a:pt x="57319" y="10596"/>
                    <a:pt x="57319" y="10697"/>
                  </a:cubicBezTo>
                  <a:cubicBezTo>
                    <a:pt x="57445" y="10697"/>
                    <a:pt x="57545" y="10697"/>
                    <a:pt x="57545" y="10797"/>
                  </a:cubicBezTo>
                  <a:cubicBezTo>
                    <a:pt x="57545" y="10897"/>
                    <a:pt x="57645" y="11023"/>
                    <a:pt x="57745" y="11023"/>
                  </a:cubicBezTo>
                  <a:cubicBezTo>
                    <a:pt x="57846" y="11123"/>
                    <a:pt x="57846" y="11123"/>
                    <a:pt x="57846" y="11223"/>
                  </a:cubicBezTo>
                  <a:cubicBezTo>
                    <a:pt x="57946" y="11524"/>
                    <a:pt x="58071" y="11649"/>
                    <a:pt x="58372" y="11850"/>
                  </a:cubicBezTo>
                  <a:cubicBezTo>
                    <a:pt x="58472" y="11850"/>
                    <a:pt x="58572" y="11850"/>
                    <a:pt x="58572" y="11950"/>
                  </a:cubicBezTo>
                  <a:cubicBezTo>
                    <a:pt x="58798" y="12276"/>
                    <a:pt x="58898" y="12376"/>
                    <a:pt x="59099" y="12576"/>
                  </a:cubicBezTo>
                  <a:cubicBezTo>
                    <a:pt x="59199" y="12576"/>
                    <a:pt x="59199" y="12677"/>
                    <a:pt x="59324" y="12677"/>
                  </a:cubicBezTo>
                  <a:cubicBezTo>
                    <a:pt x="59525" y="12902"/>
                    <a:pt x="59525" y="13103"/>
                    <a:pt x="59725" y="13303"/>
                  </a:cubicBezTo>
                  <a:cubicBezTo>
                    <a:pt x="59951" y="13403"/>
                    <a:pt x="59951" y="13729"/>
                    <a:pt x="60151" y="13830"/>
                  </a:cubicBezTo>
                  <a:cubicBezTo>
                    <a:pt x="60352" y="13930"/>
                    <a:pt x="60352" y="14155"/>
                    <a:pt x="60577" y="14356"/>
                  </a:cubicBezTo>
                  <a:cubicBezTo>
                    <a:pt x="60577" y="14456"/>
                    <a:pt x="60678" y="14456"/>
                    <a:pt x="60778" y="14556"/>
                  </a:cubicBezTo>
                  <a:cubicBezTo>
                    <a:pt x="60978" y="14657"/>
                    <a:pt x="61204" y="14982"/>
                    <a:pt x="61304" y="15183"/>
                  </a:cubicBezTo>
                  <a:cubicBezTo>
                    <a:pt x="61404" y="15183"/>
                    <a:pt x="61404" y="15283"/>
                    <a:pt x="61304" y="15409"/>
                  </a:cubicBezTo>
                  <a:cubicBezTo>
                    <a:pt x="61304" y="15409"/>
                    <a:pt x="61304" y="15509"/>
                    <a:pt x="61404" y="15509"/>
                  </a:cubicBezTo>
                  <a:cubicBezTo>
                    <a:pt x="61505" y="15509"/>
                    <a:pt x="61605" y="15609"/>
                    <a:pt x="61605" y="15709"/>
                  </a:cubicBezTo>
                  <a:cubicBezTo>
                    <a:pt x="61931" y="16135"/>
                    <a:pt x="62332" y="16536"/>
                    <a:pt x="62557" y="17063"/>
                  </a:cubicBezTo>
                  <a:cubicBezTo>
                    <a:pt x="62658" y="17288"/>
                    <a:pt x="62658" y="17589"/>
                    <a:pt x="62958" y="17589"/>
                  </a:cubicBezTo>
                  <a:cubicBezTo>
                    <a:pt x="62958" y="17589"/>
                    <a:pt x="62958" y="17689"/>
                    <a:pt x="63084" y="17789"/>
                  </a:cubicBezTo>
                  <a:cubicBezTo>
                    <a:pt x="63184" y="18216"/>
                    <a:pt x="63284" y="18416"/>
                    <a:pt x="63585" y="18742"/>
                  </a:cubicBezTo>
                  <a:cubicBezTo>
                    <a:pt x="63585" y="18842"/>
                    <a:pt x="63710" y="18842"/>
                    <a:pt x="63710" y="18942"/>
                  </a:cubicBezTo>
                  <a:cubicBezTo>
                    <a:pt x="63585" y="19268"/>
                    <a:pt x="63911" y="19469"/>
                    <a:pt x="64011" y="19669"/>
                  </a:cubicBezTo>
                  <a:cubicBezTo>
                    <a:pt x="64011" y="19895"/>
                    <a:pt x="64011" y="19995"/>
                    <a:pt x="64212" y="20095"/>
                  </a:cubicBezTo>
                  <a:cubicBezTo>
                    <a:pt x="64337" y="20095"/>
                    <a:pt x="64437" y="20196"/>
                    <a:pt x="64337" y="20296"/>
                  </a:cubicBezTo>
                  <a:cubicBezTo>
                    <a:pt x="64337" y="20521"/>
                    <a:pt x="64437" y="20622"/>
                    <a:pt x="64537" y="20722"/>
                  </a:cubicBezTo>
                  <a:cubicBezTo>
                    <a:pt x="64638" y="20722"/>
                    <a:pt x="64537" y="20922"/>
                    <a:pt x="64638" y="20922"/>
                  </a:cubicBezTo>
                  <a:cubicBezTo>
                    <a:pt x="64738" y="21048"/>
                    <a:pt x="64638" y="21248"/>
                    <a:pt x="64838" y="21348"/>
                  </a:cubicBezTo>
                  <a:lnTo>
                    <a:pt x="64963" y="21449"/>
                  </a:lnTo>
                  <a:cubicBezTo>
                    <a:pt x="64963" y="21774"/>
                    <a:pt x="65164" y="22075"/>
                    <a:pt x="65264" y="22401"/>
                  </a:cubicBezTo>
                  <a:cubicBezTo>
                    <a:pt x="65264" y="22602"/>
                    <a:pt x="65364" y="22602"/>
                    <a:pt x="65364" y="22702"/>
                  </a:cubicBezTo>
                  <a:cubicBezTo>
                    <a:pt x="65590" y="23028"/>
                    <a:pt x="65590" y="23228"/>
                    <a:pt x="65690" y="23554"/>
                  </a:cubicBezTo>
                  <a:cubicBezTo>
                    <a:pt x="65790" y="23855"/>
                    <a:pt x="65790" y="24281"/>
                    <a:pt x="65891" y="24682"/>
                  </a:cubicBezTo>
                  <a:cubicBezTo>
                    <a:pt x="66091" y="25208"/>
                    <a:pt x="66217" y="25734"/>
                    <a:pt x="66317" y="26160"/>
                  </a:cubicBezTo>
                  <a:cubicBezTo>
                    <a:pt x="66317" y="26561"/>
                    <a:pt x="66417" y="26887"/>
                    <a:pt x="66517" y="27188"/>
                  </a:cubicBezTo>
                  <a:cubicBezTo>
                    <a:pt x="66517" y="27313"/>
                    <a:pt x="66618" y="27414"/>
                    <a:pt x="66517" y="27614"/>
                  </a:cubicBezTo>
                  <a:cubicBezTo>
                    <a:pt x="66417" y="27714"/>
                    <a:pt x="66843" y="27714"/>
                    <a:pt x="66618" y="27940"/>
                  </a:cubicBezTo>
                  <a:cubicBezTo>
                    <a:pt x="66517" y="28040"/>
                    <a:pt x="66517" y="28241"/>
                    <a:pt x="66618" y="28341"/>
                  </a:cubicBezTo>
                  <a:cubicBezTo>
                    <a:pt x="66618" y="28566"/>
                    <a:pt x="66718" y="28667"/>
                    <a:pt x="66718" y="28767"/>
                  </a:cubicBezTo>
                  <a:cubicBezTo>
                    <a:pt x="66718" y="28967"/>
                    <a:pt x="66843" y="29193"/>
                    <a:pt x="66843" y="29394"/>
                  </a:cubicBezTo>
                  <a:cubicBezTo>
                    <a:pt x="66843" y="29820"/>
                    <a:pt x="67044" y="30120"/>
                    <a:pt x="66943" y="30546"/>
                  </a:cubicBezTo>
                  <a:cubicBezTo>
                    <a:pt x="66943" y="31073"/>
                    <a:pt x="67044" y="31574"/>
                    <a:pt x="66943" y="32100"/>
                  </a:cubicBezTo>
                  <a:cubicBezTo>
                    <a:pt x="66943" y="32201"/>
                    <a:pt x="67044" y="32426"/>
                    <a:pt x="67044" y="32627"/>
                  </a:cubicBezTo>
                  <a:cubicBezTo>
                    <a:pt x="67044" y="33353"/>
                    <a:pt x="66943" y="34206"/>
                    <a:pt x="66943" y="34932"/>
                  </a:cubicBezTo>
                  <a:cubicBezTo>
                    <a:pt x="66943" y="35559"/>
                    <a:pt x="66943" y="36186"/>
                    <a:pt x="66843" y="36712"/>
                  </a:cubicBezTo>
                  <a:cubicBezTo>
                    <a:pt x="66843" y="37113"/>
                    <a:pt x="66718" y="37539"/>
                    <a:pt x="66618" y="37965"/>
                  </a:cubicBezTo>
                  <a:cubicBezTo>
                    <a:pt x="66618" y="38366"/>
                    <a:pt x="66618" y="38692"/>
                    <a:pt x="66517" y="39093"/>
                  </a:cubicBezTo>
                  <a:cubicBezTo>
                    <a:pt x="66517" y="39318"/>
                    <a:pt x="66417" y="39519"/>
                    <a:pt x="66417" y="39719"/>
                  </a:cubicBezTo>
                  <a:cubicBezTo>
                    <a:pt x="66417" y="40145"/>
                    <a:pt x="66317" y="40672"/>
                    <a:pt x="66091" y="41098"/>
                  </a:cubicBezTo>
                  <a:cubicBezTo>
                    <a:pt x="65991" y="41298"/>
                    <a:pt x="66217" y="41499"/>
                    <a:pt x="66091" y="41724"/>
                  </a:cubicBezTo>
                  <a:cubicBezTo>
                    <a:pt x="65790" y="42226"/>
                    <a:pt x="65690" y="42978"/>
                    <a:pt x="65590" y="43604"/>
                  </a:cubicBezTo>
                  <a:cubicBezTo>
                    <a:pt x="65465" y="43905"/>
                    <a:pt x="65364" y="44231"/>
                    <a:pt x="65264" y="44531"/>
                  </a:cubicBezTo>
                  <a:cubicBezTo>
                    <a:pt x="65164" y="44958"/>
                    <a:pt x="64963" y="45359"/>
                    <a:pt x="64963" y="45684"/>
                  </a:cubicBezTo>
                  <a:cubicBezTo>
                    <a:pt x="64963" y="46110"/>
                    <a:pt x="64738" y="46311"/>
                    <a:pt x="64638" y="46612"/>
                  </a:cubicBezTo>
                  <a:cubicBezTo>
                    <a:pt x="64638" y="46737"/>
                    <a:pt x="64537" y="46837"/>
                    <a:pt x="64537" y="46938"/>
                  </a:cubicBezTo>
                  <a:cubicBezTo>
                    <a:pt x="64537" y="47138"/>
                    <a:pt x="64437" y="47364"/>
                    <a:pt x="64337" y="47464"/>
                  </a:cubicBezTo>
                  <a:cubicBezTo>
                    <a:pt x="64212" y="47564"/>
                    <a:pt x="64011" y="47765"/>
                    <a:pt x="64111" y="47990"/>
                  </a:cubicBezTo>
                  <a:cubicBezTo>
                    <a:pt x="63811" y="48090"/>
                    <a:pt x="63911" y="48291"/>
                    <a:pt x="63811" y="48391"/>
                  </a:cubicBezTo>
                  <a:cubicBezTo>
                    <a:pt x="63710" y="48617"/>
                    <a:pt x="63585" y="48717"/>
                    <a:pt x="63485" y="48917"/>
                  </a:cubicBezTo>
                  <a:cubicBezTo>
                    <a:pt x="63485" y="49243"/>
                    <a:pt x="63184" y="49444"/>
                    <a:pt x="63084" y="49745"/>
                  </a:cubicBezTo>
                  <a:cubicBezTo>
                    <a:pt x="63084" y="49970"/>
                    <a:pt x="62858" y="50171"/>
                    <a:pt x="62758" y="50371"/>
                  </a:cubicBezTo>
                  <a:cubicBezTo>
                    <a:pt x="62658" y="50371"/>
                    <a:pt x="62557" y="50496"/>
                    <a:pt x="62557" y="50496"/>
                  </a:cubicBezTo>
                  <a:cubicBezTo>
                    <a:pt x="62457" y="50797"/>
                    <a:pt x="62332" y="50998"/>
                    <a:pt x="62232" y="51223"/>
                  </a:cubicBezTo>
                  <a:cubicBezTo>
                    <a:pt x="62131" y="51424"/>
                    <a:pt x="61931" y="51524"/>
                    <a:pt x="61705" y="51750"/>
                  </a:cubicBezTo>
                  <a:cubicBezTo>
                    <a:pt x="61605" y="51850"/>
                    <a:pt x="61605" y="52050"/>
                    <a:pt x="61505" y="52151"/>
                  </a:cubicBezTo>
                  <a:cubicBezTo>
                    <a:pt x="61404" y="52251"/>
                    <a:pt x="61404" y="52476"/>
                    <a:pt x="61204" y="52577"/>
                  </a:cubicBezTo>
                  <a:lnTo>
                    <a:pt x="61204" y="52677"/>
                  </a:lnTo>
                  <a:cubicBezTo>
                    <a:pt x="61079" y="52877"/>
                    <a:pt x="61079" y="52777"/>
                    <a:pt x="60878" y="53003"/>
                  </a:cubicBezTo>
                  <a:cubicBezTo>
                    <a:pt x="60678" y="53103"/>
                    <a:pt x="60452" y="53203"/>
                    <a:pt x="60577" y="53504"/>
                  </a:cubicBezTo>
                  <a:cubicBezTo>
                    <a:pt x="60577" y="53504"/>
                    <a:pt x="60452" y="53629"/>
                    <a:pt x="60352" y="53629"/>
                  </a:cubicBezTo>
                  <a:cubicBezTo>
                    <a:pt x="60252" y="53730"/>
                    <a:pt x="60151" y="53830"/>
                    <a:pt x="60051" y="53930"/>
                  </a:cubicBezTo>
                  <a:cubicBezTo>
                    <a:pt x="59826" y="54030"/>
                    <a:pt x="59725" y="54131"/>
                    <a:pt x="59725" y="54356"/>
                  </a:cubicBezTo>
                  <a:lnTo>
                    <a:pt x="59725" y="54557"/>
                  </a:lnTo>
                  <a:cubicBezTo>
                    <a:pt x="59324" y="54657"/>
                    <a:pt x="59324" y="55283"/>
                    <a:pt x="58798" y="55283"/>
                  </a:cubicBezTo>
                  <a:cubicBezTo>
                    <a:pt x="58798" y="55283"/>
                    <a:pt x="58698" y="55283"/>
                    <a:pt x="58698" y="55384"/>
                  </a:cubicBezTo>
                  <a:cubicBezTo>
                    <a:pt x="58572" y="55709"/>
                    <a:pt x="58272" y="55910"/>
                    <a:pt x="58071" y="56136"/>
                  </a:cubicBezTo>
                  <a:cubicBezTo>
                    <a:pt x="57846" y="56436"/>
                    <a:pt x="57545" y="56637"/>
                    <a:pt x="57319" y="56862"/>
                  </a:cubicBezTo>
                  <a:cubicBezTo>
                    <a:pt x="57219" y="57063"/>
                    <a:pt x="57019" y="57163"/>
                    <a:pt x="56918" y="57263"/>
                  </a:cubicBezTo>
                  <a:cubicBezTo>
                    <a:pt x="56693" y="57489"/>
                    <a:pt x="56693" y="57689"/>
                    <a:pt x="56492" y="57790"/>
                  </a:cubicBezTo>
                  <a:cubicBezTo>
                    <a:pt x="56191" y="57890"/>
                    <a:pt x="56066" y="58316"/>
                    <a:pt x="55665" y="58416"/>
                  </a:cubicBezTo>
                  <a:cubicBezTo>
                    <a:pt x="55565" y="58416"/>
                    <a:pt x="55565" y="58642"/>
                    <a:pt x="55440" y="58642"/>
                  </a:cubicBezTo>
                  <a:cubicBezTo>
                    <a:pt x="55339" y="58842"/>
                    <a:pt x="55139" y="58943"/>
                    <a:pt x="55039" y="59043"/>
                  </a:cubicBezTo>
                  <a:cubicBezTo>
                    <a:pt x="54938" y="59143"/>
                    <a:pt x="54938" y="59143"/>
                    <a:pt x="54813" y="59143"/>
                  </a:cubicBezTo>
                  <a:cubicBezTo>
                    <a:pt x="54713" y="59268"/>
                    <a:pt x="54713" y="59369"/>
                    <a:pt x="54612" y="59369"/>
                  </a:cubicBezTo>
                  <a:cubicBezTo>
                    <a:pt x="53986" y="59770"/>
                    <a:pt x="53359" y="60296"/>
                    <a:pt x="52833" y="60722"/>
                  </a:cubicBezTo>
                  <a:cubicBezTo>
                    <a:pt x="52633" y="60923"/>
                    <a:pt x="52307" y="60923"/>
                    <a:pt x="52006" y="61148"/>
                  </a:cubicBezTo>
                  <a:cubicBezTo>
                    <a:pt x="51805" y="61349"/>
                    <a:pt x="51379" y="61549"/>
                    <a:pt x="51054" y="61649"/>
                  </a:cubicBezTo>
                  <a:cubicBezTo>
                    <a:pt x="50853" y="61875"/>
                    <a:pt x="50653" y="62075"/>
                    <a:pt x="50327" y="62176"/>
                  </a:cubicBezTo>
                  <a:cubicBezTo>
                    <a:pt x="49800" y="62401"/>
                    <a:pt x="49299" y="62903"/>
                    <a:pt x="48673" y="63128"/>
                  </a:cubicBezTo>
                  <a:lnTo>
                    <a:pt x="48547" y="63228"/>
                  </a:lnTo>
                  <a:cubicBezTo>
                    <a:pt x="48547" y="63505"/>
                    <a:pt x="48421" y="63602"/>
                    <a:pt x="48243" y="63602"/>
                  </a:cubicBezTo>
                  <a:cubicBezTo>
                    <a:pt x="48147" y="63602"/>
                    <a:pt x="48035" y="63573"/>
                    <a:pt x="47921" y="63529"/>
                  </a:cubicBezTo>
                  <a:cubicBezTo>
                    <a:pt x="47720" y="63529"/>
                    <a:pt x="47620" y="63529"/>
                    <a:pt x="47720" y="63755"/>
                  </a:cubicBezTo>
                  <a:cubicBezTo>
                    <a:pt x="47620" y="63755"/>
                    <a:pt x="47520" y="63855"/>
                    <a:pt x="47520" y="63855"/>
                  </a:cubicBezTo>
                  <a:cubicBezTo>
                    <a:pt x="47462" y="63797"/>
                    <a:pt x="47396" y="63739"/>
                    <a:pt x="47350" y="63739"/>
                  </a:cubicBezTo>
                  <a:cubicBezTo>
                    <a:pt x="47317" y="63739"/>
                    <a:pt x="47294" y="63770"/>
                    <a:pt x="47294" y="63855"/>
                  </a:cubicBezTo>
                  <a:cubicBezTo>
                    <a:pt x="47294" y="64055"/>
                    <a:pt x="47094" y="64055"/>
                    <a:pt x="46993" y="64055"/>
                  </a:cubicBezTo>
                  <a:cubicBezTo>
                    <a:pt x="46893" y="64281"/>
                    <a:pt x="46793" y="64281"/>
                    <a:pt x="46567" y="64281"/>
                  </a:cubicBezTo>
                  <a:cubicBezTo>
                    <a:pt x="46500" y="64281"/>
                    <a:pt x="46434" y="64225"/>
                    <a:pt x="46367" y="64225"/>
                  </a:cubicBezTo>
                  <a:cubicBezTo>
                    <a:pt x="46333" y="64225"/>
                    <a:pt x="46300" y="64239"/>
                    <a:pt x="46267" y="64281"/>
                  </a:cubicBezTo>
                  <a:cubicBezTo>
                    <a:pt x="46166" y="64281"/>
                    <a:pt x="45941" y="64281"/>
                    <a:pt x="45941" y="64481"/>
                  </a:cubicBezTo>
                  <a:cubicBezTo>
                    <a:pt x="45881" y="64461"/>
                    <a:pt x="45828" y="64453"/>
                    <a:pt x="45782" y="64453"/>
                  </a:cubicBezTo>
                  <a:cubicBezTo>
                    <a:pt x="45595" y="64453"/>
                    <a:pt x="45495" y="64582"/>
                    <a:pt x="45314" y="64582"/>
                  </a:cubicBezTo>
                  <a:cubicBezTo>
                    <a:pt x="45214" y="64682"/>
                    <a:pt x="45013" y="64682"/>
                    <a:pt x="44913" y="64782"/>
                  </a:cubicBezTo>
                  <a:cubicBezTo>
                    <a:pt x="44788" y="64782"/>
                    <a:pt x="44688" y="64908"/>
                    <a:pt x="44587" y="64908"/>
                  </a:cubicBezTo>
                  <a:lnTo>
                    <a:pt x="44487" y="65008"/>
                  </a:lnTo>
                  <a:cubicBezTo>
                    <a:pt x="44425" y="64989"/>
                    <a:pt x="44367" y="64980"/>
                    <a:pt x="44313" y="64980"/>
                  </a:cubicBezTo>
                  <a:cubicBezTo>
                    <a:pt x="44085" y="64980"/>
                    <a:pt x="43922" y="65127"/>
                    <a:pt x="43760" y="65208"/>
                  </a:cubicBezTo>
                  <a:cubicBezTo>
                    <a:pt x="43660" y="65309"/>
                    <a:pt x="43535" y="65409"/>
                    <a:pt x="43434" y="65409"/>
                  </a:cubicBezTo>
                  <a:cubicBezTo>
                    <a:pt x="43234" y="65409"/>
                    <a:pt x="43134" y="65409"/>
                    <a:pt x="43033" y="65534"/>
                  </a:cubicBezTo>
                  <a:cubicBezTo>
                    <a:pt x="42808" y="65634"/>
                    <a:pt x="42607" y="65735"/>
                    <a:pt x="42282" y="65735"/>
                  </a:cubicBezTo>
                  <a:cubicBezTo>
                    <a:pt x="41780" y="65935"/>
                    <a:pt x="41154" y="66035"/>
                    <a:pt x="40627" y="66161"/>
                  </a:cubicBezTo>
                  <a:cubicBezTo>
                    <a:pt x="40561" y="66161"/>
                    <a:pt x="40483" y="66205"/>
                    <a:pt x="40438" y="66205"/>
                  </a:cubicBezTo>
                  <a:cubicBezTo>
                    <a:pt x="40416" y="66205"/>
                    <a:pt x="40402" y="66194"/>
                    <a:pt x="40402" y="66161"/>
                  </a:cubicBezTo>
                  <a:cubicBezTo>
                    <a:pt x="40362" y="66030"/>
                    <a:pt x="40289" y="65984"/>
                    <a:pt x="40210" y="65984"/>
                  </a:cubicBezTo>
                  <a:cubicBezTo>
                    <a:pt x="40092" y="65984"/>
                    <a:pt x="39961" y="66086"/>
                    <a:pt x="39901" y="66161"/>
                  </a:cubicBezTo>
                  <a:cubicBezTo>
                    <a:pt x="39675" y="66261"/>
                    <a:pt x="39374" y="66161"/>
                    <a:pt x="39274" y="66361"/>
                  </a:cubicBezTo>
                  <a:lnTo>
                    <a:pt x="39149" y="66361"/>
                  </a:lnTo>
                  <a:cubicBezTo>
                    <a:pt x="39048" y="66361"/>
                    <a:pt x="39048" y="66261"/>
                    <a:pt x="38948" y="66261"/>
                  </a:cubicBezTo>
                  <a:cubicBezTo>
                    <a:pt x="38522" y="66461"/>
                    <a:pt x="38121" y="66461"/>
                    <a:pt x="37695" y="66461"/>
                  </a:cubicBezTo>
                  <a:cubicBezTo>
                    <a:pt x="37269" y="66461"/>
                    <a:pt x="36768" y="66562"/>
                    <a:pt x="36342" y="66562"/>
                  </a:cubicBezTo>
                  <a:cubicBezTo>
                    <a:pt x="36141" y="66662"/>
                    <a:pt x="35916" y="66787"/>
                    <a:pt x="35715" y="66787"/>
                  </a:cubicBezTo>
                  <a:cubicBezTo>
                    <a:pt x="35289" y="66662"/>
                    <a:pt x="34888" y="66662"/>
                    <a:pt x="34362" y="66662"/>
                  </a:cubicBezTo>
                  <a:cubicBezTo>
                    <a:pt x="34036" y="66662"/>
                    <a:pt x="33735" y="66787"/>
                    <a:pt x="33409" y="66787"/>
                  </a:cubicBezTo>
                  <a:cubicBezTo>
                    <a:pt x="33359" y="66756"/>
                    <a:pt x="33301" y="66747"/>
                    <a:pt x="33238" y="66747"/>
                  </a:cubicBezTo>
                  <a:cubicBezTo>
                    <a:pt x="33143" y="66747"/>
                    <a:pt x="33035" y="66768"/>
                    <a:pt x="32923" y="66768"/>
                  </a:cubicBezTo>
                  <a:cubicBezTo>
                    <a:pt x="32811" y="66768"/>
                    <a:pt x="32695" y="66747"/>
                    <a:pt x="32582" y="66662"/>
                  </a:cubicBezTo>
                  <a:cubicBezTo>
                    <a:pt x="32440" y="66737"/>
                    <a:pt x="32312" y="66762"/>
                    <a:pt x="32192" y="66762"/>
                  </a:cubicBezTo>
                  <a:cubicBezTo>
                    <a:pt x="31953" y="66762"/>
                    <a:pt x="31747" y="66662"/>
                    <a:pt x="31530" y="66662"/>
                  </a:cubicBezTo>
                  <a:cubicBezTo>
                    <a:pt x="31429" y="66662"/>
                    <a:pt x="31229" y="66662"/>
                    <a:pt x="31129" y="66562"/>
                  </a:cubicBezTo>
                  <a:cubicBezTo>
                    <a:pt x="31129" y="66528"/>
                    <a:pt x="31104" y="66517"/>
                    <a:pt x="31066" y="66517"/>
                  </a:cubicBezTo>
                  <a:cubicBezTo>
                    <a:pt x="30992" y="66517"/>
                    <a:pt x="30870" y="66562"/>
                    <a:pt x="30803" y="66562"/>
                  </a:cubicBezTo>
                  <a:cubicBezTo>
                    <a:pt x="30692" y="66562"/>
                    <a:pt x="30543" y="66661"/>
                    <a:pt x="30414" y="66661"/>
                  </a:cubicBezTo>
                  <a:cubicBezTo>
                    <a:pt x="30311" y="66661"/>
                    <a:pt x="30221" y="66596"/>
                    <a:pt x="30176" y="66361"/>
                  </a:cubicBezTo>
                  <a:lnTo>
                    <a:pt x="30076" y="66361"/>
                  </a:lnTo>
                  <a:cubicBezTo>
                    <a:pt x="30047" y="66346"/>
                    <a:pt x="30017" y="66340"/>
                    <a:pt x="29987" y="66340"/>
                  </a:cubicBezTo>
                  <a:cubicBezTo>
                    <a:pt x="29842" y="66340"/>
                    <a:pt x="29696" y="66482"/>
                    <a:pt x="29601" y="66482"/>
                  </a:cubicBezTo>
                  <a:cubicBezTo>
                    <a:pt x="29582" y="66482"/>
                    <a:pt x="29564" y="66476"/>
                    <a:pt x="29550" y="66461"/>
                  </a:cubicBezTo>
                  <a:cubicBezTo>
                    <a:pt x="29449" y="66361"/>
                    <a:pt x="29349" y="66361"/>
                    <a:pt x="29124" y="66361"/>
                  </a:cubicBezTo>
                  <a:cubicBezTo>
                    <a:pt x="28823" y="66261"/>
                    <a:pt x="28397" y="66261"/>
                    <a:pt x="28096" y="66035"/>
                  </a:cubicBezTo>
                  <a:lnTo>
                    <a:pt x="27570" y="66035"/>
                  </a:lnTo>
                  <a:cubicBezTo>
                    <a:pt x="27369" y="65935"/>
                    <a:pt x="27144" y="65835"/>
                    <a:pt x="26943" y="65735"/>
                  </a:cubicBezTo>
                  <a:lnTo>
                    <a:pt x="26417" y="65735"/>
                  </a:lnTo>
                  <a:cubicBezTo>
                    <a:pt x="25891" y="65735"/>
                    <a:pt x="25490" y="65534"/>
                    <a:pt x="24963" y="65309"/>
                  </a:cubicBezTo>
                  <a:cubicBezTo>
                    <a:pt x="24863" y="65208"/>
                    <a:pt x="24738" y="65208"/>
                    <a:pt x="24637" y="65208"/>
                  </a:cubicBezTo>
                  <a:lnTo>
                    <a:pt x="24437" y="65208"/>
                  </a:lnTo>
                  <a:cubicBezTo>
                    <a:pt x="24111" y="64908"/>
                    <a:pt x="23610" y="64908"/>
                    <a:pt x="23184" y="64682"/>
                  </a:cubicBezTo>
                  <a:cubicBezTo>
                    <a:pt x="23113" y="64611"/>
                    <a:pt x="23042" y="64540"/>
                    <a:pt x="22927" y="64540"/>
                  </a:cubicBezTo>
                  <a:cubicBezTo>
                    <a:pt x="22879" y="64540"/>
                    <a:pt x="22824" y="64552"/>
                    <a:pt x="22758" y="64582"/>
                  </a:cubicBezTo>
                  <a:cubicBezTo>
                    <a:pt x="22657" y="64582"/>
                    <a:pt x="22457" y="64481"/>
                    <a:pt x="22231" y="64381"/>
                  </a:cubicBezTo>
                  <a:lnTo>
                    <a:pt x="22131" y="64156"/>
                  </a:lnTo>
                  <a:lnTo>
                    <a:pt x="21830" y="64156"/>
                  </a:lnTo>
                  <a:cubicBezTo>
                    <a:pt x="21605" y="64055"/>
                    <a:pt x="21404" y="64055"/>
                    <a:pt x="21304" y="63855"/>
                  </a:cubicBezTo>
                  <a:cubicBezTo>
                    <a:pt x="21104" y="63654"/>
                    <a:pt x="20878" y="63755"/>
                    <a:pt x="20677" y="63654"/>
                  </a:cubicBezTo>
                  <a:cubicBezTo>
                    <a:pt x="20352" y="63429"/>
                    <a:pt x="19951" y="63429"/>
                    <a:pt x="19725" y="63128"/>
                  </a:cubicBezTo>
                  <a:cubicBezTo>
                    <a:pt x="19690" y="63137"/>
                    <a:pt x="19657" y="63141"/>
                    <a:pt x="19626" y="63141"/>
                  </a:cubicBezTo>
                  <a:cubicBezTo>
                    <a:pt x="19335" y="63141"/>
                    <a:pt x="19211" y="62789"/>
                    <a:pt x="18903" y="62789"/>
                  </a:cubicBezTo>
                  <a:cubicBezTo>
                    <a:pt x="18870" y="62789"/>
                    <a:pt x="18835" y="62793"/>
                    <a:pt x="18798" y="62802"/>
                  </a:cubicBezTo>
                  <a:cubicBezTo>
                    <a:pt x="18597" y="62602"/>
                    <a:pt x="18271" y="62501"/>
                    <a:pt x="18071" y="62401"/>
                  </a:cubicBezTo>
                  <a:cubicBezTo>
                    <a:pt x="17971" y="62276"/>
                    <a:pt x="17745" y="62176"/>
                    <a:pt x="17545" y="62176"/>
                  </a:cubicBezTo>
                  <a:cubicBezTo>
                    <a:pt x="17344" y="62075"/>
                    <a:pt x="17119" y="61875"/>
                    <a:pt x="17018" y="61875"/>
                  </a:cubicBezTo>
                  <a:cubicBezTo>
                    <a:pt x="16492" y="61649"/>
                    <a:pt x="16191" y="61248"/>
                    <a:pt x="15765" y="61023"/>
                  </a:cubicBezTo>
                  <a:cubicBezTo>
                    <a:pt x="15765" y="60923"/>
                    <a:pt x="15665" y="60923"/>
                    <a:pt x="15665" y="60923"/>
                  </a:cubicBezTo>
                  <a:cubicBezTo>
                    <a:pt x="15629" y="60934"/>
                    <a:pt x="15595" y="60938"/>
                    <a:pt x="15562" y="60938"/>
                  </a:cubicBezTo>
                  <a:cubicBezTo>
                    <a:pt x="15295" y="60938"/>
                    <a:pt x="15117" y="60611"/>
                    <a:pt x="14938" y="60522"/>
                  </a:cubicBezTo>
                  <a:cubicBezTo>
                    <a:pt x="14713" y="60396"/>
                    <a:pt x="14612" y="60196"/>
                    <a:pt x="14412" y="60095"/>
                  </a:cubicBezTo>
                  <a:cubicBezTo>
                    <a:pt x="14412" y="60062"/>
                    <a:pt x="14401" y="60051"/>
                    <a:pt x="14386" y="60051"/>
                  </a:cubicBezTo>
                  <a:cubicBezTo>
                    <a:pt x="14356" y="60051"/>
                    <a:pt x="14312" y="60095"/>
                    <a:pt x="14312" y="60095"/>
                  </a:cubicBezTo>
                  <a:cubicBezTo>
                    <a:pt x="14261" y="60095"/>
                    <a:pt x="14205" y="60121"/>
                    <a:pt x="14177" y="60121"/>
                  </a:cubicBezTo>
                  <a:cubicBezTo>
                    <a:pt x="14149" y="60121"/>
                    <a:pt x="14149" y="60095"/>
                    <a:pt x="14211" y="59995"/>
                  </a:cubicBezTo>
                  <a:lnTo>
                    <a:pt x="14086" y="59895"/>
                  </a:lnTo>
                  <a:cubicBezTo>
                    <a:pt x="13785" y="59669"/>
                    <a:pt x="13359" y="59469"/>
                    <a:pt x="13058" y="59268"/>
                  </a:cubicBezTo>
                  <a:cubicBezTo>
                    <a:pt x="12958" y="59268"/>
                    <a:pt x="12833" y="59268"/>
                    <a:pt x="12833" y="59143"/>
                  </a:cubicBezTo>
                  <a:cubicBezTo>
                    <a:pt x="12733" y="58943"/>
                    <a:pt x="12532" y="58842"/>
                    <a:pt x="12332" y="58642"/>
                  </a:cubicBezTo>
                  <a:cubicBezTo>
                    <a:pt x="12106" y="58316"/>
                    <a:pt x="11905" y="58216"/>
                    <a:pt x="11705" y="58015"/>
                  </a:cubicBezTo>
                  <a:cubicBezTo>
                    <a:pt x="11379" y="57790"/>
                    <a:pt x="10953" y="57589"/>
                    <a:pt x="10853" y="57163"/>
                  </a:cubicBezTo>
                  <a:cubicBezTo>
                    <a:pt x="10853" y="57163"/>
                    <a:pt x="10753" y="57063"/>
                    <a:pt x="10652" y="57063"/>
                  </a:cubicBezTo>
                  <a:cubicBezTo>
                    <a:pt x="10452" y="56963"/>
                    <a:pt x="10226" y="56862"/>
                    <a:pt x="10226" y="56537"/>
                  </a:cubicBezTo>
                  <a:lnTo>
                    <a:pt x="10126" y="56436"/>
                  </a:lnTo>
                  <a:cubicBezTo>
                    <a:pt x="9825" y="56236"/>
                    <a:pt x="9600" y="55910"/>
                    <a:pt x="9199" y="55810"/>
                  </a:cubicBezTo>
                  <a:cubicBezTo>
                    <a:pt x="9199" y="55709"/>
                    <a:pt x="9199" y="55509"/>
                    <a:pt x="9073" y="55384"/>
                  </a:cubicBezTo>
                  <a:cubicBezTo>
                    <a:pt x="8973" y="55283"/>
                    <a:pt x="8672" y="55283"/>
                    <a:pt x="8672" y="55083"/>
                  </a:cubicBezTo>
                  <a:cubicBezTo>
                    <a:pt x="8447" y="55083"/>
                    <a:pt x="8447" y="54983"/>
                    <a:pt x="8447" y="54882"/>
                  </a:cubicBezTo>
                  <a:cubicBezTo>
                    <a:pt x="8447" y="54757"/>
                    <a:pt x="8447" y="54657"/>
                    <a:pt x="8246" y="54657"/>
                  </a:cubicBezTo>
                  <a:cubicBezTo>
                    <a:pt x="8146" y="54657"/>
                    <a:pt x="8046" y="54356"/>
                    <a:pt x="7946" y="54256"/>
                  </a:cubicBezTo>
                  <a:lnTo>
                    <a:pt x="7620" y="53930"/>
                  </a:lnTo>
                  <a:cubicBezTo>
                    <a:pt x="7519" y="53830"/>
                    <a:pt x="7419" y="53730"/>
                    <a:pt x="7419" y="53629"/>
                  </a:cubicBezTo>
                  <a:cubicBezTo>
                    <a:pt x="7519" y="53504"/>
                    <a:pt x="7319" y="53404"/>
                    <a:pt x="7194" y="53203"/>
                  </a:cubicBezTo>
                  <a:lnTo>
                    <a:pt x="6993" y="53203"/>
                  </a:lnTo>
                  <a:cubicBezTo>
                    <a:pt x="7093" y="52877"/>
                    <a:pt x="6893" y="52877"/>
                    <a:pt x="6793" y="52777"/>
                  </a:cubicBezTo>
                  <a:cubicBezTo>
                    <a:pt x="6711" y="52613"/>
                    <a:pt x="6696" y="52450"/>
                    <a:pt x="6570" y="52450"/>
                  </a:cubicBezTo>
                  <a:cubicBezTo>
                    <a:pt x="6542" y="52450"/>
                    <a:pt x="6508" y="52458"/>
                    <a:pt x="6467" y="52476"/>
                  </a:cubicBezTo>
                  <a:lnTo>
                    <a:pt x="6467" y="52376"/>
                  </a:lnTo>
                  <a:cubicBezTo>
                    <a:pt x="6367" y="51950"/>
                    <a:pt x="6066" y="51750"/>
                    <a:pt x="5840" y="51424"/>
                  </a:cubicBezTo>
                  <a:cubicBezTo>
                    <a:pt x="5740" y="51323"/>
                    <a:pt x="5740" y="51323"/>
                    <a:pt x="5740" y="51223"/>
                  </a:cubicBezTo>
                  <a:cubicBezTo>
                    <a:pt x="5640" y="50797"/>
                    <a:pt x="5439" y="50597"/>
                    <a:pt x="5113" y="50271"/>
                  </a:cubicBezTo>
                  <a:cubicBezTo>
                    <a:pt x="5013" y="50070"/>
                    <a:pt x="5013" y="49870"/>
                    <a:pt x="5013" y="49745"/>
                  </a:cubicBezTo>
                  <a:cubicBezTo>
                    <a:pt x="5013" y="49444"/>
                    <a:pt x="4913" y="49344"/>
                    <a:pt x="4813" y="49118"/>
                  </a:cubicBezTo>
                  <a:cubicBezTo>
                    <a:pt x="4813" y="49018"/>
                    <a:pt x="4687" y="48917"/>
                    <a:pt x="4687" y="48817"/>
                  </a:cubicBezTo>
                  <a:cubicBezTo>
                    <a:pt x="4687" y="48617"/>
                    <a:pt x="4587" y="48717"/>
                    <a:pt x="4587" y="48617"/>
                  </a:cubicBezTo>
                  <a:cubicBezTo>
                    <a:pt x="4487" y="48291"/>
                    <a:pt x="4186" y="47990"/>
                    <a:pt x="4061" y="47564"/>
                  </a:cubicBezTo>
                  <a:cubicBezTo>
                    <a:pt x="3860" y="47038"/>
                    <a:pt x="3660" y="46511"/>
                    <a:pt x="3434" y="46110"/>
                  </a:cubicBezTo>
                  <a:cubicBezTo>
                    <a:pt x="3234" y="45885"/>
                    <a:pt x="3234" y="45584"/>
                    <a:pt x="3133" y="45359"/>
                  </a:cubicBezTo>
                  <a:cubicBezTo>
                    <a:pt x="2808" y="44632"/>
                    <a:pt x="2707" y="43905"/>
                    <a:pt x="2407" y="43178"/>
                  </a:cubicBezTo>
                  <a:cubicBezTo>
                    <a:pt x="2306" y="43078"/>
                    <a:pt x="2306" y="42852"/>
                    <a:pt x="2306" y="42752"/>
                  </a:cubicBezTo>
                  <a:cubicBezTo>
                    <a:pt x="2306" y="42552"/>
                    <a:pt x="2407" y="42351"/>
                    <a:pt x="2081" y="42226"/>
                  </a:cubicBezTo>
                  <a:lnTo>
                    <a:pt x="2081" y="42125"/>
                  </a:lnTo>
                  <a:cubicBezTo>
                    <a:pt x="2181" y="41825"/>
                    <a:pt x="1880" y="41599"/>
                    <a:pt x="1880" y="41298"/>
                  </a:cubicBezTo>
                  <a:cubicBezTo>
                    <a:pt x="1981" y="41298"/>
                    <a:pt x="1880" y="41198"/>
                    <a:pt x="1880" y="41098"/>
                  </a:cubicBezTo>
                  <a:cubicBezTo>
                    <a:pt x="1780" y="40973"/>
                    <a:pt x="1680" y="40872"/>
                    <a:pt x="1680" y="40672"/>
                  </a:cubicBezTo>
                  <a:cubicBezTo>
                    <a:pt x="1680" y="40471"/>
                    <a:pt x="1680" y="40346"/>
                    <a:pt x="1555" y="40145"/>
                  </a:cubicBezTo>
                  <a:cubicBezTo>
                    <a:pt x="1555" y="40045"/>
                    <a:pt x="1454" y="39945"/>
                    <a:pt x="1555" y="39719"/>
                  </a:cubicBezTo>
                  <a:cubicBezTo>
                    <a:pt x="1555" y="39719"/>
                    <a:pt x="1454" y="39619"/>
                    <a:pt x="1454" y="39519"/>
                  </a:cubicBezTo>
                  <a:cubicBezTo>
                    <a:pt x="1354" y="39419"/>
                    <a:pt x="1354" y="39318"/>
                    <a:pt x="1454" y="39218"/>
                  </a:cubicBezTo>
                  <a:cubicBezTo>
                    <a:pt x="1454" y="39093"/>
                    <a:pt x="1454" y="39093"/>
                    <a:pt x="1555" y="38993"/>
                  </a:cubicBezTo>
                  <a:cubicBezTo>
                    <a:pt x="1454" y="38993"/>
                    <a:pt x="1454" y="39093"/>
                    <a:pt x="1354" y="39093"/>
                  </a:cubicBezTo>
                  <a:lnTo>
                    <a:pt x="1354" y="38892"/>
                  </a:lnTo>
                  <a:cubicBezTo>
                    <a:pt x="1454" y="38592"/>
                    <a:pt x="1254" y="38366"/>
                    <a:pt x="1354" y="38065"/>
                  </a:cubicBezTo>
                  <a:cubicBezTo>
                    <a:pt x="1354" y="37840"/>
                    <a:pt x="1053" y="37739"/>
                    <a:pt x="1254" y="37539"/>
                  </a:cubicBezTo>
                  <a:cubicBezTo>
                    <a:pt x="1254" y="37439"/>
                    <a:pt x="1254" y="37439"/>
                    <a:pt x="1154" y="37338"/>
                  </a:cubicBezTo>
                  <a:lnTo>
                    <a:pt x="1154" y="37113"/>
                  </a:lnTo>
                  <a:cubicBezTo>
                    <a:pt x="1254" y="37013"/>
                    <a:pt x="1254" y="36812"/>
                    <a:pt x="1254" y="36712"/>
                  </a:cubicBezTo>
                  <a:cubicBezTo>
                    <a:pt x="928" y="36386"/>
                    <a:pt x="1154" y="36085"/>
                    <a:pt x="1154" y="35760"/>
                  </a:cubicBezTo>
                  <a:lnTo>
                    <a:pt x="1154" y="33679"/>
                  </a:lnTo>
                  <a:cubicBezTo>
                    <a:pt x="1154" y="33253"/>
                    <a:pt x="1154" y="32727"/>
                    <a:pt x="1254" y="32326"/>
                  </a:cubicBezTo>
                  <a:cubicBezTo>
                    <a:pt x="1254" y="32201"/>
                    <a:pt x="1154" y="32100"/>
                    <a:pt x="1154" y="32000"/>
                  </a:cubicBezTo>
                  <a:cubicBezTo>
                    <a:pt x="1254" y="31574"/>
                    <a:pt x="1254" y="31173"/>
                    <a:pt x="1354" y="30747"/>
                  </a:cubicBezTo>
                  <a:cubicBezTo>
                    <a:pt x="1454" y="30546"/>
                    <a:pt x="1354" y="30446"/>
                    <a:pt x="1354" y="30221"/>
                  </a:cubicBezTo>
                  <a:cubicBezTo>
                    <a:pt x="1454" y="29394"/>
                    <a:pt x="1555" y="28566"/>
                    <a:pt x="1780" y="27714"/>
                  </a:cubicBezTo>
                  <a:cubicBezTo>
                    <a:pt x="1780" y="27414"/>
                    <a:pt x="1780" y="27088"/>
                    <a:pt x="1880" y="26787"/>
                  </a:cubicBezTo>
                  <a:cubicBezTo>
                    <a:pt x="1981" y="26561"/>
                    <a:pt x="1880" y="26160"/>
                    <a:pt x="2081" y="25935"/>
                  </a:cubicBezTo>
                  <a:cubicBezTo>
                    <a:pt x="2181" y="25835"/>
                    <a:pt x="2081" y="25734"/>
                    <a:pt x="2081" y="25634"/>
                  </a:cubicBezTo>
                  <a:cubicBezTo>
                    <a:pt x="2181" y="25208"/>
                    <a:pt x="2407" y="24807"/>
                    <a:pt x="2407" y="24281"/>
                  </a:cubicBezTo>
                  <a:cubicBezTo>
                    <a:pt x="2707" y="23955"/>
                    <a:pt x="2707" y="23554"/>
                    <a:pt x="2808" y="23228"/>
                  </a:cubicBezTo>
                  <a:cubicBezTo>
                    <a:pt x="2933" y="22602"/>
                    <a:pt x="3234" y="21975"/>
                    <a:pt x="3334" y="21348"/>
                  </a:cubicBezTo>
                  <a:cubicBezTo>
                    <a:pt x="3434" y="21248"/>
                    <a:pt x="3660" y="21148"/>
                    <a:pt x="3660" y="20922"/>
                  </a:cubicBezTo>
                  <a:cubicBezTo>
                    <a:pt x="3560" y="20822"/>
                    <a:pt x="3660" y="20722"/>
                    <a:pt x="3660" y="20622"/>
                  </a:cubicBezTo>
                  <a:cubicBezTo>
                    <a:pt x="3660" y="20296"/>
                    <a:pt x="3961" y="20196"/>
                    <a:pt x="3961" y="19895"/>
                  </a:cubicBezTo>
                  <a:cubicBezTo>
                    <a:pt x="4186" y="19895"/>
                    <a:pt x="4061" y="19669"/>
                    <a:pt x="4186" y="19469"/>
                  </a:cubicBezTo>
                  <a:cubicBezTo>
                    <a:pt x="4286" y="19368"/>
                    <a:pt x="4387" y="19168"/>
                    <a:pt x="4387" y="19043"/>
                  </a:cubicBezTo>
                  <a:cubicBezTo>
                    <a:pt x="4487" y="18842"/>
                    <a:pt x="4487" y="18642"/>
                    <a:pt x="4587" y="18541"/>
                  </a:cubicBezTo>
                  <a:cubicBezTo>
                    <a:pt x="4587" y="18416"/>
                    <a:pt x="4687" y="18416"/>
                    <a:pt x="4687" y="18316"/>
                  </a:cubicBezTo>
                  <a:cubicBezTo>
                    <a:pt x="4813" y="18216"/>
                    <a:pt x="4913" y="18115"/>
                    <a:pt x="4913" y="18015"/>
                  </a:cubicBezTo>
                  <a:cubicBezTo>
                    <a:pt x="5013" y="17689"/>
                    <a:pt x="5113" y="17288"/>
                    <a:pt x="5439" y="17063"/>
                  </a:cubicBezTo>
                  <a:cubicBezTo>
                    <a:pt x="5314" y="16862"/>
                    <a:pt x="5740" y="16762"/>
                    <a:pt x="5640" y="16436"/>
                  </a:cubicBezTo>
                  <a:cubicBezTo>
                    <a:pt x="5640" y="16336"/>
                    <a:pt x="5740" y="16135"/>
                    <a:pt x="5941" y="16135"/>
                  </a:cubicBezTo>
                  <a:cubicBezTo>
                    <a:pt x="6166" y="16035"/>
                    <a:pt x="5840" y="15910"/>
                    <a:pt x="6066" y="15810"/>
                  </a:cubicBezTo>
                  <a:cubicBezTo>
                    <a:pt x="6166" y="15709"/>
                    <a:pt x="6166" y="15609"/>
                    <a:pt x="6266" y="15509"/>
                  </a:cubicBezTo>
                  <a:cubicBezTo>
                    <a:pt x="6367" y="15283"/>
                    <a:pt x="6467" y="15083"/>
                    <a:pt x="6567" y="14882"/>
                  </a:cubicBezTo>
                  <a:cubicBezTo>
                    <a:pt x="6692" y="14657"/>
                    <a:pt x="6793" y="14556"/>
                    <a:pt x="6993" y="14456"/>
                  </a:cubicBezTo>
                  <a:cubicBezTo>
                    <a:pt x="7093" y="14356"/>
                    <a:pt x="6692" y="14256"/>
                    <a:pt x="6993" y="14256"/>
                  </a:cubicBezTo>
                  <a:cubicBezTo>
                    <a:pt x="7194" y="14256"/>
                    <a:pt x="6993" y="14030"/>
                    <a:pt x="7093" y="13930"/>
                  </a:cubicBezTo>
                  <a:cubicBezTo>
                    <a:pt x="7194" y="13930"/>
                    <a:pt x="7319" y="13830"/>
                    <a:pt x="7419" y="13729"/>
                  </a:cubicBezTo>
                  <a:lnTo>
                    <a:pt x="7519" y="13629"/>
                  </a:lnTo>
                  <a:cubicBezTo>
                    <a:pt x="7620" y="13403"/>
                    <a:pt x="7620" y="13103"/>
                    <a:pt x="7720" y="13002"/>
                  </a:cubicBezTo>
                  <a:cubicBezTo>
                    <a:pt x="7946" y="12902"/>
                    <a:pt x="8146" y="12777"/>
                    <a:pt x="8246" y="12677"/>
                  </a:cubicBezTo>
                  <a:cubicBezTo>
                    <a:pt x="8672" y="12050"/>
                    <a:pt x="9299" y="11749"/>
                    <a:pt x="9600" y="11123"/>
                  </a:cubicBezTo>
                  <a:cubicBezTo>
                    <a:pt x="9700" y="10897"/>
                    <a:pt x="10026" y="10797"/>
                    <a:pt x="10226" y="10596"/>
                  </a:cubicBezTo>
                  <a:cubicBezTo>
                    <a:pt x="10327" y="10496"/>
                    <a:pt x="10552" y="10396"/>
                    <a:pt x="10552" y="10396"/>
                  </a:cubicBezTo>
                  <a:cubicBezTo>
                    <a:pt x="10552" y="10070"/>
                    <a:pt x="10753" y="9970"/>
                    <a:pt x="10953" y="9870"/>
                  </a:cubicBezTo>
                  <a:cubicBezTo>
                    <a:pt x="11078" y="9644"/>
                    <a:pt x="11379" y="9644"/>
                    <a:pt x="11379" y="9343"/>
                  </a:cubicBezTo>
                  <a:lnTo>
                    <a:pt x="11479" y="9243"/>
                  </a:lnTo>
                  <a:cubicBezTo>
                    <a:pt x="11805" y="8917"/>
                    <a:pt x="12106" y="8717"/>
                    <a:pt x="12332" y="8291"/>
                  </a:cubicBezTo>
                  <a:cubicBezTo>
                    <a:pt x="12432" y="8190"/>
                    <a:pt x="12532" y="8090"/>
                    <a:pt x="12733" y="7990"/>
                  </a:cubicBezTo>
                  <a:cubicBezTo>
                    <a:pt x="12833" y="7890"/>
                    <a:pt x="13058" y="7764"/>
                    <a:pt x="13159" y="7664"/>
                  </a:cubicBezTo>
                  <a:cubicBezTo>
                    <a:pt x="13359" y="7464"/>
                    <a:pt x="13585" y="7363"/>
                    <a:pt x="13785" y="7363"/>
                  </a:cubicBezTo>
                  <a:lnTo>
                    <a:pt x="13885" y="7263"/>
                  </a:lnTo>
                  <a:cubicBezTo>
                    <a:pt x="14086" y="6937"/>
                    <a:pt x="14312" y="6737"/>
                    <a:pt x="14612" y="6737"/>
                  </a:cubicBezTo>
                  <a:cubicBezTo>
                    <a:pt x="14713" y="6737"/>
                    <a:pt x="14838" y="6637"/>
                    <a:pt x="14838" y="6637"/>
                  </a:cubicBezTo>
                  <a:cubicBezTo>
                    <a:pt x="15038" y="6311"/>
                    <a:pt x="15339" y="6210"/>
                    <a:pt x="15665" y="6010"/>
                  </a:cubicBezTo>
                  <a:cubicBezTo>
                    <a:pt x="15865" y="5885"/>
                    <a:pt x="16191" y="5684"/>
                    <a:pt x="16492" y="5584"/>
                  </a:cubicBezTo>
                  <a:cubicBezTo>
                    <a:pt x="16718" y="5484"/>
                    <a:pt x="16918" y="5484"/>
                    <a:pt x="17018" y="5258"/>
                  </a:cubicBezTo>
                  <a:cubicBezTo>
                    <a:pt x="17219" y="5158"/>
                    <a:pt x="17444" y="5058"/>
                    <a:pt x="17545" y="4957"/>
                  </a:cubicBezTo>
                  <a:cubicBezTo>
                    <a:pt x="17645" y="4857"/>
                    <a:pt x="17745" y="4857"/>
                    <a:pt x="17845" y="4757"/>
                  </a:cubicBezTo>
                  <a:cubicBezTo>
                    <a:pt x="18071" y="4531"/>
                    <a:pt x="18372" y="4757"/>
                    <a:pt x="18372" y="4431"/>
                  </a:cubicBezTo>
                  <a:cubicBezTo>
                    <a:pt x="18597" y="4431"/>
                    <a:pt x="18697" y="4231"/>
                    <a:pt x="18898" y="4231"/>
                  </a:cubicBezTo>
                  <a:cubicBezTo>
                    <a:pt x="19224" y="4130"/>
                    <a:pt x="19424" y="3905"/>
                    <a:pt x="19625" y="3804"/>
                  </a:cubicBezTo>
                  <a:cubicBezTo>
                    <a:pt x="19850" y="3704"/>
                    <a:pt x="20051" y="3704"/>
                    <a:pt x="20151" y="3504"/>
                  </a:cubicBezTo>
                  <a:lnTo>
                    <a:pt x="20477" y="3504"/>
                  </a:lnTo>
                  <a:cubicBezTo>
                    <a:pt x="20778" y="3278"/>
                    <a:pt x="21104" y="3078"/>
                    <a:pt x="21505" y="2977"/>
                  </a:cubicBezTo>
                  <a:cubicBezTo>
                    <a:pt x="21605" y="2977"/>
                    <a:pt x="21730" y="2877"/>
                    <a:pt x="21830" y="2877"/>
                  </a:cubicBezTo>
                  <a:cubicBezTo>
                    <a:pt x="21902" y="2788"/>
                    <a:pt x="21922" y="2711"/>
                    <a:pt x="21965" y="2711"/>
                  </a:cubicBezTo>
                  <a:cubicBezTo>
                    <a:pt x="21982" y="2711"/>
                    <a:pt x="22002" y="2723"/>
                    <a:pt x="22031" y="2752"/>
                  </a:cubicBezTo>
                  <a:cubicBezTo>
                    <a:pt x="22031" y="2877"/>
                    <a:pt x="22131" y="2877"/>
                    <a:pt x="22131" y="2877"/>
                  </a:cubicBezTo>
                  <a:cubicBezTo>
                    <a:pt x="22194" y="2736"/>
                    <a:pt x="22306" y="2644"/>
                    <a:pt x="22430" y="2644"/>
                  </a:cubicBezTo>
                  <a:cubicBezTo>
                    <a:pt x="22504" y="2644"/>
                    <a:pt x="22582" y="2677"/>
                    <a:pt x="22657" y="2752"/>
                  </a:cubicBezTo>
                  <a:lnTo>
                    <a:pt x="22758" y="2652"/>
                  </a:lnTo>
                  <a:cubicBezTo>
                    <a:pt x="22858" y="2551"/>
                    <a:pt x="22983" y="2451"/>
                    <a:pt x="23083" y="2351"/>
                  </a:cubicBezTo>
                  <a:cubicBezTo>
                    <a:pt x="23121" y="2266"/>
                    <a:pt x="23145" y="2231"/>
                    <a:pt x="23165" y="2231"/>
                  </a:cubicBezTo>
                  <a:cubicBezTo>
                    <a:pt x="23198" y="2231"/>
                    <a:pt x="23222" y="2326"/>
                    <a:pt x="23284" y="2451"/>
                  </a:cubicBezTo>
                  <a:cubicBezTo>
                    <a:pt x="23384" y="2451"/>
                    <a:pt x="23384" y="2551"/>
                    <a:pt x="23384" y="2551"/>
                  </a:cubicBezTo>
                  <a:cubicBezTo>
                    <a:pt x="23384" y="2451"/>
                    <a:pt x="23384" y="2451"/>
                    <a:pt x="23484" y="2451"/>
                  </a:cubicBezTo>
                  <a:cubicBezTo>
                    <a:pt x="23610" y="2351"/>
                    <a:pt x="23710" y="2351"/>
                    <a:pt x="23810" y="2351"/>
                  </a:cubicBezTo>
                  <a:cubicBezTo>
                    <a:pt x="24011" y="2351"/>
                    <a:pt x="24236" y="2251"/>
                    <a:pt x="24236" y="2025"/>
                  </a:cubicBezTo>
                  <a:cubicBezTo>
                    <a:pt x="24295" y="1908"/>
                    <a:pt x="24354" y="1859"/>
                    <a:pt x="24413" y="1859"/>
                  </a:cubicBezTo>
                  <a:cubicBezTo>
                    <a:pt x="24454" y="1859"/>
                    <a:pt x="24496" y="1883"/>
                    <a:pt x="24537" y="1925"/>
                  </a:cubicBezTo>
                  <a:cubicBezTo>
                    <a:pt x="24608" y="1996"/>
                    <a:pt x="24679" y="2067"/>
                    <a:pt x="24759" y="2067"/>
                  </a:cubicBezTo>
                  <a:cubicBezTo>
                    <a:pt x="24792" y="2067"/>
                    <a:pt x="24826" y="2054"/>
                    <a:pt x="24863" y="2025"/>
                  </a:cubicBezTo>
                  <a:cubicBezTo>
                    <a:pt x="25164" y="1925"/>
                    <a:pt x="25490" y="2025"/>
                    <a:pt x="25590" y="1824"/>
                  </a:cubicBezTo>
                  <a:cubicBezTo>
                    <a:pt x="25647" y="1844"/>
                    <a:pt x="25702" y="1852"/>
                    <a:pt x="25755" y="1852"/>
                  </a:cubicBezTo>
                  <a:cubicBezTo>
                    <a:pt x="25979" y="1852"/>
                    <a:pt x="26174" y="1705"/>
                    <a:pt x="26417" y="1624"/>
                  </a:cubicBezTo>
                  <a:cubicBezTo>
                    <a:pt x="26843" y="1624"/>
                    <a:pt x="27244" y="1499"/>
                    <a:pt x="27670" y="1398"/>
                  </a:cubicBezTo>
                  <a:lnTo>
                    <a:pt x="27870" y="1398"/>
                  </a:lnTo>
                  <a:cubicBezTo>
                    <a:pt x="28196" y="1298"/>
                    <a:pt x="28397" y="1298"/>
                    <a:pt x="28723" y="1198"/>
                  </a:cubicBezTo>
                  <a:cubicBezTo>
                    <a:pt x="28823" y="1198"/>
                    <a:pt x="28954" y="1223"/>
                    <a:pt x="29086" y="1223"/>
                  </a:cubicBezTo>
                  <a:cubicBezTo>
                    <a:pt x="29218" y="1223"/>
                    <a:pt x="29349" y="1198"/>
                    <a:pt x="29449" y="1098"/>
                  </a:cubicBezTo>
                  <a:cubicBezTo>
                    <a:pt x="29449" y="997"/>
                    <a:pt x="29650" y="997"/>
                    <a:pt x="29750" y="997"/>
                  </a:cubicBezTo>
                  <a:cubicBezTo>
                    <a:pt x="30001" y="1031"/>
                    <a:pt x="30238" y="1042"/>
                    <a:pt x="30469" y="1042"/>
                  </a:cubicBezTo>
                  <a:cubicBezTo>
                    <a:pt x="30931" y="1042"/>
                    <a:pt x="31371" y="997"/>
                    <a:pt x="31855" y="997"/>
                  </a:cubicBezTo>
                  <a:close/>
                  <a:moveTo>
                    <a:pt x="34144" y="0"/>
                  </a:moveTo>
                  <a:cubicBezTo>
                    <a:pt x="34003" y="0"/>
                    <a:pt x="33869" y="45"/>
                    <a:pt x="33735" y="45"/>
                  </a:cubicBezTo>
                  <a:lnTo>
                    <a:pt x="33008" y="45"/>
                  </a:lnTo>
                  <a:cubicBezTo>
                    <a:pt x="32858" y="45"/>
                    <a:pt x="32719" y="90"/>
                    <a:pt x="32613" y="90"/>
                  </a:cubicBezTo>
                  <a:cubicBezTo>
                    <a:pt x="32560" y="90"/>
                    <a:pt x="32515" y="78"/>
                    <a:pt x="32482" y="45"/>
                  </a:cubicBezTo>
                  <a:cubicBezTo>
                    <a:pt x="32328" y="16"/>
                    <a:pt x="32182" y="3"/>
                    <a:pt x="32043" y="3"/>
                  </a:cubicBezTo>
                  <a:cubicBezTo>
                    <a:pt x="31708" y="3"/>
                    <a:pt x="31412" y="74"/>
                    <a:pt x="31129" y="145"/>
                  </a:cubicBezTo>
                  <a:cubicBezTo>
                    <a:pt x="30602" y="145"/>
                    <a:pt x="30176" y="145"/>
                    <a:pt x="29650" y="246"/>
                  </a:cubicBezTo>
                  <a:cubicBezTo>
                    <a:pt x="29449" y="308"/>
                    <a:pt x="29243" y="308"/>
                    <a:pt x="29033" y="308"/>
                  </a:cubicBezTo>
                  <a:cubicBezTo>
                    <a:pt x="28823" y="308"/>
                    <a:pt x="28610" y="308"/>
                    <a:pt x="28397" y="371"/>
                  </a:cubicBezTo>
                  <a:cubicBezTo>
                    <a:pt x="28363" y="404"/>
                    <a:pt x="28330" y="415"/>
                    <a:pt x="28297" y="415"/>
                  </a:cubicBezTo>
                  <a:cubicBezTo>
                    <a:pt x="28230" y="415"/>
                    <a:pt x="28163" y="371"/>
                    <a:pt x="28096" y="371"/>
                  </a:cubicBezTo>
                  <a:lnTo>
                    <a:pt x="27870" y="371"/>
                  </a:lnTo>
                  <a:cubicBezTo>
                    <a:pt x="27570" y="471"/>
                    <a:pt x="27144" y="571"/>
                    <a:pt x="26843" y="571"/>
                  </a:cubicBezTo>
                  <a:cubicBezTo>
                    <a:pt x="26116" y="772"/>
                    <a:pt x="25364" y="872"/>
                    <a:pt x="24738" y="1098"/>
                  </a:cubicBezTo>
                  <a:cubicBezTo>
                    <a:pt x="24537" y="1098"/>
                    <a:pt x="24337" y="1198"/>
                    <a:pt x="24111" y="1198"/>
                  </a:cubicBezTo>
                  <a:cubicBezTo>
                    <a:pt x="24111" y="1298"/>
                    <a:pt x="24011" y="1298"/>
                    <a:pt x="23911" y="1298"/>
                  </a:cubicBezTo>
                  <a:cubicBezTo>
                    <a:pt x="23610" y="1398"/>
                    <a:pt x="23184" y="1624"/>
                    <a:pt x="22858" y="1724"/>
                  </a:cubicBezTo>
                  <a:cubicBezTo>
                    <a:pt x="22457" y="1824"/>
                    <a:pt x="22131" y="1925"/>
                    <a:pt x="21730" y="2025"/>
                  </a:cubicBezTo>
                  <a:cubicBezTo>
                    <a:pt x="21304" y="2125"/>
                    <a:pt x="20978" y="2351"/>
                    <a:pt x="20577" y="2451"/>
                  </a:cubicBezTo>
                  <a:cubicBezTo>
                    <a:pt x="20151" y="2551"/>
                    <a:pt x="19725" y="2752"/>
                    <a:pt x="19324" y="3078"/>
                  </a:cubicBezTo>
                  <a:cubicBezTo>
                    <a:pt x="19324" y="3078"/>
                    <a:pt x="19224" y="3178"/>
                    <a:pt x="19098" y="3178"/>
                  </a:cubicBezTo>
                  <a:cubicBezTo>
                    <a:pt x="19056" y="3167"/>
                    <a:pt x="19017" y="3163"/>
                    <a:pt x="18981" y="3163"/>
                  </a:cubicBezTo>
                  <a:cubicBezTo>
                    <a:pt x="18673" y="3163"/>
                    <a:pt x="18552" y="3504"/>
                    <a:pt x="18171" y="3504"/>
                  </a:cubicBezTo>
                  <a:cubicBezTo>
                    <a:pt x="17971" y="3804"/>
                    <a:pt x="17444" y="3704"/>
                    <a:pt x="17219" y="4005"/>
                  </a:cubicBezTo>
                  <a:cubicBezTo>
                    <a:pt x="17018" y="4005"/>
                    <a:pt x="16818" y="4130"/>
                    <a:pt x="16818" y="4331"/>
                  </a:cubicBezTo>
                  <a:cubicBezTo>
                    <a:pt x="16751" y="4331"/>
                    <a:pt x="16729" y="4375"/>
                    <a:pt x="16684" y="4375"/>
                  </a:cubicBezTo>
                  <a:cubicBezTo>
                    <a:pt x="16662" y="4375"/>
                    <a:pt x="16634" y="4364"/>
                    <a:pt x="16592" y="4331"/>
                  </a:cubicBezTo>
                  <a:cubicBezTo>
                    <a:pt x="16392" y="4331"/>
                    <a:pt x="16191" y="4531"/>
                    <a:pt x="15966" y="4531"/>
                  </a:cubicBezTo>
                  <a:cubicBezTo>
                    <a:pt x="15665" y="4757"/>
                    <a:pt x="15464" y="5058"/>
                    <a:pt x="15038" y="5058"/>
                  </a:cubicBezTo>
                  <a:cubicBezTo>
                    <a:pt x="15038" y="5383"/>
                    <a:pt x="14713" y="5383"/>
                    <a:pt x="14612" y="5484"/>
                  </a:cubicBezTo>
                  <a:cubicBezTo>
                    <a:pt x="14312" y="5484"/>
                    <a:pt x="14312" y="5784"/>
                    <a:pt x="14086" y="5784"/>
                  </a:cubicBezTo>
                  <a:cubicBezTo>
                    <a:pt x="13885" y="5784"/>
                    <a:pt x="13785" y="6010"/>
                    <a:pt x="13585" y="6110"/>
                  </a:cubicBezTo>
                  <a:cubicBezTo>
                    <a:pt x="13459" y="6210"/>
                    <a:pt x="13359" y="6210"/>
                    <a:pt x="13259" y="6311"/>
                  </a:cubicBezTo>
                  <a:cubicBezTo>
                    <a:pt x="13058" y="6411"/>
                    <a:pt x="12958" y="6511"/>
                    <a:pt x="12833" y="6637"/>
                  </a:cubicBezTo>
                  <a:cubicBezTo>
                    <a:pt x="12733" y="6737"/>
                    <a:pt x="13058" y="6737"/>
                    <a:pt x="12833" y="6837"/>
                  </a:cubicBezTo>
                  <a:cubicBezTo>
                    <a:pt x="12532" y="6837"/>
                    <a:pt x="12332" y="6937"/>
                    <a:pt x="12206" y="7138"/>
                  </a:cubicBezTo>
                  <a:cubicBezTo>
                    <a:pt x="11805" y="7464"/>
                    <a:pt x="11379" y="7664"/>
                    <a:pt x="11179" y="8090"/>
                  </a:cubicBezTo>
                  <a:cubicBezTo>
                    <a:pt x="10953" y="8291"/>
                    <a:pt x="10753" y="8516"/>
                    <a:pt x="10552" y="8616"/>
                  </a:cubicBezTo>
                  <a:cubicBezTo>
                    <a:pt x="10327" y="8817"/>
                    <a:pt x="10026" y="9017"/>
                    <a:pt x="9825" y="9243"/>
                  </a:cubicBezTo>
                  <a:cubicBezTo>
                    <a:pt x="9499" y="9644"/>
                    <a:pt x="9199" y="10070"/>
                    <a:pt x="8873" y="10496"/>
                  </a:cubicBezTo>
                  <a:cubicBezTo>
                    <a:pt x="8672" y="10596"/>
                    <a:pt x="8672" y="10797"/>
                    <a:pt x="8447" y="10897"/>
                  </a:cubicBezTo>
                  <a:cubicBezTo>
                    <a:pt x="8246" y="11023"/>
                    <a:pt x="8046" y="11123"/>
                    <a:pt x="8146" y="11323"/>
                  </a:cubicBezTo>
                  <a:cubicBezTo>
                    <a:pt x="8146" y="11424"/>
                    <a:pt x="8046" y="11424"/>
                    <a:pt x="8046" y="11424"/>
                  </a:cubicBezTo>
                  <a:cubicBezTo>
                    <a:pt x="7820" y="11649"/>
                    <a:pt x="7519" y="11649"/>
                    <a:pt x="7519" y="12050"/>
                  </a:cubicBezTo>
                  <a:lnTo>
                    <a:pt x="7519" y="12150"/>
                  </a:lnTo>
                  <a:cubicBezTo>
                    <a:pt x="7462" y="12133"/>
                    <a:pt x="7415" y="12125"/>
                    <a:pt x="7377" y="12125"/>
                  </a:cubicBezTo>
                  <a:cubicBezTo>
                    <a:pt x="7194" y="12125"/>
                    <a:pt x="7194" y="12293"/>
                    <a:pt x="7194" y="12376"/>
                  </a:cubicBezTo>
                  <a:cubicBezTo>
                    <a:pt x="7093" y="12576"/>
                    <a:pt x="6993" y="12777"/>
                    <a:pt x="6893" y="12902"/>
                  </a:cubicBezTo>
                  <a:cubicBezTo>
                    <a:pt x="6567" y="13002"/>
                    <a:pt x="6692" y="13203"/>
                    <a:pt x="6567" y="13403"/>
                  </a:cubicBezTo>
                  <a:lnTo>
                    <a:pt x="6467" y="13403"/>
                  </a:lnTo>
                  <a:cubicBezTo>
                    <a:pt x="6367" y="13529"/>
                    <a:pt x="6266" y="13629"/>
                    <a:pt x="6266" y="13729"/>
                  </a:cubicBezTo>
                  <a:cubicBezTo>
                    <a:pt x="6166" y="13830"/>
                    <a:pt x="6066" y="14030"/>
                    <a:pt x="5941" y="14155"/>
                  </a:cubicBezTo>
                  <a:cubicBezTo>
                    <a:pt x="5640" y="14657"/>
                    <a:pt x="5214" y="15183"/>
                    <a:pt x="5013" y="15709"/>
                  </a:cubicBezTo>
                  <a:cubicBezTo>
                    <a:pt x="4913" y="16035"/>
                    <a:pt x="4687" y="16135"/>
                    <a:pt x="4687" y="16436"/>
                  </a:cubicBezTo>
                  <a:cubicBezTo>
                    <a:pt x="4387" y="16662"/>
                    <a:pt x="4487" y="17063"/>
                    <a:pt x="4186" y="17163"/>
                  </a:cubicBezTo>
                  <a:cubicBezTo>
                    <a:pt x="4186" y="17689"/>
                    <a:pt x="3760" y="17915"/>
                    <a:pt x="3660" y="18316"/>
                  </a:cubicBezTo>
                  <a:lnTo>
                    <a:pt x="3660" y="18541"/>
                  </a:lnTo>
                  <a:cubicBezTo>
                    <a:pt x="3334" y="18742"/>
                    <a:pt x="3434" y="19268"/>
                    <a:pt x="3133" y="19368"/>
                  </a:cubicBezTo>
                  <a:cubicBezTo>
                    <a:pt x="3234" y="19795"/>
                    <a:pt x="2933" y="19895"/>
                    <a:pt x="2933" y="20196"/>
                  </a:cubicBezTo>
                  <a:cubicBezTo>
                    <a:pt x="2933" y="20521"/>
                    <a:pt x="2607" y="20722"/>
                    <a:pt x="2607" y="20922"/>
                  </a:cubicBezTo>
                  <a:cubicBezTo>
                    <a:pt x="2306" y="21674"/>
                    <a:pt x="2081" y="22501"/>
                    <a:pt x="1780" y="23228"/>
                  </a:cubicBezTo>
                  <a:cubicBezTo>
                    <a:pt x="1555" y="23754"/>
                    <a:pt x="1454" y="24281"/>
                    <a:pt x="1354" y="24807"/>
                  </a:cubicBezTo>
                  <a:cubicBezTo>
                    <a:pt x="1154" y="25308"/>
                    <a:pt x="1154" y="25935"/>
                    <a:pt x="928" y="26461"/>
                  </a:cubicBezTo>
                  <a:cubicBezTo>
                    <a:pt x="828" y="26461"/>
                    <a:pt x="928" y="26561"/>
                    <a:pt x="928" y="26687"/>
                  </a:cubicBezTo>
                  <a:cubicBezTo>
                    <a:pt x="828" y="26787"/>
                    <a:pt x="828" y="26988"/>
                    <a:pt x="828" y="27088"/>
                  </a:cubicBezTo>
                  <a:cubicBezTo>
                    <a:pt x="727" y="27514"/>
                    <a:pt x="627" y="27940"/>
                    <a:pt x="627" y="28241"/>
                  </a:cubicBezTo>
                  <a:cubicBezTo>
                    <a:pt x="427" y="29068"/>
                    <a:pt x="301" y="29920"/>
                    <a:pt x="101" y="30747"/>
                  </a:cubicBezTo>
                  <a:cubicBezTo>
                    <a:pt x="101" y="30947"/>
                    <a:pt x="101" y="31073"/>
                    <a:pt x="201" y="31173"/>
                  </a:cubicBezTo>
                  <a:cubicBezTo>
                    <a:pt x="201" y="31374"/>
                    <a:pt x="201" y="31474"/>
                    <a:pt x="101" y="31574"/>
                  </a:cubicBezTo>
                  <a:cubicBezTo>
                    <a:pt x="1" y="31699"/>
                    <a:pt x="101" y="31699"/>
                    <a:pt x="101" y="31800"/>
                  </a:cubicBezTo>
                  <a:cubicBezTo>
                    <a:pt x="201" y="31800"/>
                    <a:pt x="201" y="31900"/>
                    <a:pt x="101" y="32000"/>
                  </a:cubicBezTo>
                  <a:lnTo>
                    <a:pt x="101" y="32100"/>
                  </a:lnTo>
                  <a:cubicBezTo>
                    <a:pt x="201" y="32326"/>
                    <a:pt x="301" y="32526"/>
                    <a:pt x="1" y="32727"/>
                  </a:cubicBezTo>
                  <a:lnTo>
                    <a:pt x="1" y="32827"/>
                  </a:lnTo>
                  <a:cubicBezTo>
                    <a:pt x="201" y="33153"/>
                    <a:pt x="201" y="33253"/>
                    <a:pt x="101" y="33454"/>
                  </a:cubicBezTo>
                  <a:cubicBezTo>
                    <a:pt x="1" y="33679"/>
                    <a:pt x="1" y="33780"/>
                    <a:pt x="101" y="33980"/>
                  </a:cubicBezTo>
                  <a:lnTo>
                    <a:pt x="101" y="34206"/>
                  </a:lnTo>
                  <a:cubicBezTo>
                    <a:pt x="101" y="34506"/>
                    <a:pt x="1" y="34832"/>
                    <a:pt x="101" y="35133"/>
                  </a:cubicBezTo>
                  <a:lnTo>
                    <a:pt x="101" y="35333"/>
                  </a:lnTo>
                  <a:lnTo>
                    <a:pt x="101" y="35559"/>
                  </a:lnTo>
                  <a:cubicBezTo>
                    <a:pt x="101" y="35659"/>
                    <a:pt x="201" y="35760"/>
                    <a:pt x="201" y="35760"/>
                  </a:cubicBezTo>
                  <a:cubicBezTo>
                    <a:pt x="1" y="35960"/>
                    <a:pt x="201" y="36085"/>
                    <a:pt x="201" y="36286"/>
                  </a:cubicBezTo>
                  <a:cubicBezTo>
                    <a:pt x="101" y="36386"/>
                    <a:pt x="201" y="36587"/>
                    <a:pt x="201" y="36812"/>
                  </a:cubicBezTo>
                  <a:cubicBezTo>
                    <a:pt x="101" y="37439"/>
                    <a:pt x="301" y="38065"/>
                    <a:pt x="301" y="38692"/>
                  </a:cubicBezTo>
                  <a:cubicBezTo>
                    <a:pt x="301" y="38993"/>
                    <a:pt x="301" y="39318"/>
                    <a:pt x="527" y="39619"/>
                  </a:cubicBezTo>
                  <a:lnTo>
                    <a:pt x="527" y="39719"/>
                  </a:lnTo>
                  <a:cubicBezTo>
                    <a:pt x="527" y="39845"/>
                    <a:pt x="427" y="39945"/>
                    <a:pt x="427" y="39945"/>
                  </a:cubicBezTo>
                  <a:cubicBezTo>
                    <a:pt x="627" y="40145"/>
                    <a:pt x="427" y="40572"/>
                    <a:pt x="727" y="40672"/>
                  </a:cubicBezTo>
                  <a:cubicBezTo>
                    <a:pt x="727" y="40672"/>
                    <a:pt x="727" y="40872"/>
                    <a:pt x="828" y="40872"/>
                  </a:cubicBezTo>
                  <a:cubicBezTo>
                    <a:pt x="928" y="41298"/>
                    <a:pt x="928" y="41599"/>
                    <a:pt x="1053" y="42025"/>
                  </a:cubicBezTo>
                  <a:cubicBezTo>
                    <a:pt x="1154" y="42226"/>
                    <a:pt x="1154" y="42552"/>
                    <a:pt x="1254" y="42852"/>
                  </a:cubicBezTo>
                  <a:cubicBezTo>
                    <a:pt x="1454" y="43278"/>
                    <a:pt x="1454" y="43704"/>
                    <a:pt x="1555" y="44105"/>
                  </a:cubicBezTo>
                  <a:cubicBezTo>
                    <a:pt x="1680" y="44531"/>
                    <a:pt x="1981" y="44857"/>
                    <a:pt x="1981" y="45158"/>
                  </a:cubicBezTo>
                  <a:cubicBezTo>
                    <a:pt x="2081" y="45484"/>
                    <a:pt x="2181" y="45785"/>
                    <a:pt x="2306" y="45985"/>
                  </a:cubicBezTo>
                  <a:cubicBezTo>
                    <a:pt x="2407" y="46211"/>
                    <a:pt x="2407" y="46411"/>
                    <a:pt x="2507" y="46612"/>
                  </a:cubicBezTo>
                  <a:cubicBezTo>
                    <a:pt x="2507" y="46737"/>
                    <a:pt x="2707" y="46938"/>
                    <a:pt x="2707" y="47138"/>
                  </a:cubicBezTo>
                  <a:cubicBezTo>
                    <a:pt x="2808" y="47364"/>
                    <a:pt x="2808" y="47564"/>
                    <a:pt x="2808" y="47664"/>
                  </a:cubicBezTo>
                  <a:cubicBezTo>
                    <a:pt x="2933" y="47865"/>
                    <a:pt x="3033" y="47990"/>
                    <a:pt x="3133" y="48090"/>
                  </a:cubicBezTo>
                  <a:cubicBezTo>
                    <a:pt x="3234" y="48391"/>
                    <a:pt x="3334" y="48717"/>
                    <a:pt x="3434" y="49018"/>
                  </a:cubicBezTo>
                  <a:cubicBezTo>
                    <a:pt x="3660" y="49344"/>
                    <a:pt x="3860" y="49745"/>
                    <a:pt x="4061" y="50171"/>
                  </a:cubicBezTo>
                  <a:cubicBezTo>
                    <a:pt x="4186" y="50496"/>
                    <a:pt x="4286" y="50797"/>
                    <a:pt x="4587" y="51123"/>
                  </a:cubicBezTo>
                  <a:lnTo>
                    <a:pt x="4587" y="51223"/>
                  </a:lnTo>
                  <a:cubicBezTo>
                    <a:pt x="4687" y="51424"/>
                    <a:pt x="4813" y="51624"/>
                    <a:pt x="4913" y="51850"/>
                  </a:cubicBezTo>
                  <a:cubicBezTo>
                    <a:pt x="5113" y="51950"/>
                    <a:pt x="5214" y="52251"/>
                    <a:pt x="5314" y="52376"/>
                  </a:cubicBezTo>
                  <a:cubicBezTo>
                    <a:pt x="5439" y="52577"/>
                    <a:pt x="5540" y="52677"/>
                    <a:pt x="5640" y="52777"/>
                  </a:cubicBezTo>
                  <a:cubicBezTo>
                    <a:pt x="5740" y="53003"/>
                    <a:pt x="5740" y="53203"/>
                    <a:pt x="5941" y="53303"/>
                  </a:cubicBezTo>
                  <a:cubicBezTo>
                    <a:pt x="6166" y="53404"/>
                    <a:pt x="6166" y="53629"/>
                    <a:pt x="6266" y="53830"/>
                  </a:cubicBezTo>
                  <a:cubicBezTo>
                    <a:pt x="6567" y="54131"/>
                    <a:pt x="6793" y="54557"/>
                    <a:pt x="7093" y="54983"/>
                  </a:cubicBezTo>
                  <a:cubicBezTo>
                    <a:pt x="7194" y="54983"/>
                    <a:pt x="7319" y="55083"/>
                    <a:pt x="7319" y="55083"/>
                  </a:cubicBezTo>
                  <a:cubicBezTo>
                    <a:pt x="7319" y="55183"/>
                    <a:pt x="7194" y="55283"/>
                    <a:pt x="7419" y="55384"/>
                  </a:cubicBezTo>
                  <a:cubicBezTo>
                    <a:pt x="7820" y="55609"/>
                    <a:pt x="7946" y="56136"/>
                    <a:pt x="8347" y="56236"/>
                  </a:cubicBezTo>
                  <a:cubicBezTo>
                    <a:pt x="8572" y="56336"/>
                    <a:pt x="8672" y="56637"/>
                    <a:pt x="8773" y="56862"/>
                  </a:cubicBezTo>
                  <a:cubicBezTo>
                    <a:pt x="8873" y="56963"/>
                    <a:pt x="9073" y="56862"/>
                    <a:pt x="8973" y="57063"/>
                  </a:cubicBezTo>
                  <a:cubicBezTo>
                    <a:pt x="8973" y="57163"/>
                    <a:pt x="9199" y="57263"/>
                    <a:pt x="9299" y="57389"/>
                  </a:cubicBezTo>
                  <a:cubicBezTo>
                    <a:pt x="9399" y="57489"/>
                    <a:pt x="9499" y="57489"/>
                    <a:pt x="9600" y="57489"/>
                  </a:cubicBezTo>
                  <a:cubicBezTo>
                    <a:pt x="9600" y="57589"/>
                    <a:pt x="9700" y="57589"/>
                    <a:pt x="9700" y="57689"/>
                  </a:cubicBezTo>
                  <a:cubicBezTo>
                    <a:pt x="9825" y="57790"/>
                    <a:pt x="9926" y="58015"/>
                    <a:pt x="10126" y="58015"/>
                  </a:cubicBezTo>
                  <a:cubicBezTo>
                    <a:pt x="10652" y="58416"/>
                    <a:pt x="11078" y="58943"/>
                    <a:pt x="11705" y="59469"/>
                  </a:cubicBezTo>
                  <a:cubicBezTo>
                    <a:pt x="11905" y="59669"/>
                    <a:pt x="12106" y="59770"/>
                    <a:pt x="12332" y="59895"/>
                  </a:cubicBezTo>
                  <a:cubicBezTo>
                    <a:pt x="12432" y="59995"/>
                    <a:pt x="12532" y="59995"/>
                    <a:pt x="12532" y="59995"/>
                  </a:cubicBezTo>
                  <a:cubicBezTo>
                    <a:pt x="12833" y="60396"/>
                    <a:pt x="13259" y="60622"/>
                    <a:pt x="13585" y="60923"/>
                  </a:cubicBezTo>
                  <a:cubicBezTo>
                    <a:pt x="13885" y="61148"/>
                    <a:pt x="14312" y="61248"/>
                    <a:pt x="14412" y="61649"/>
                  </a:cubicBezTo>
                  <a:cubicBezTo>
                    <a:pt x="14512" y="61649"/>
                    <a:pt x="14612" y="61775"/>
                    <a:pt x="14713" y="61775"/>
                  </a:cubicBezTo>
                  <a:cubicBezTo>
                    <a:pt x="15038" y="61875"/>
                    <a:pt x="15239" y="62075"/>
                    <a:pt x="15565" y="62276"/>
                  </a:cubicBezTo>
                  <a:cubicBezTo>
                    <a:pt x="15865" y="62501"/>
                    <a:pt x="16191" y="62702"/>
                    <a:pt x="16492" y="62903"/>
                  </a:cubicBezTo>
                  <a:cubicBezTo>
                    <a:pt x="17119" y="63228"/>
                    <a:pt x="17645" y="63654"/>
                    <a:pt x="18372" y="63855"/>
                  </a:cubicBezTo>
                  <a:cubicBezTo>
                    <a:pt x="18798" y="63955"/>
                    <a:pt x="19224" y="64156"/>
                    <a:pt x="19625" y="64381"/>
                  </a:cubicBezTo>
                  <a:cubicBezTo>
                    <a:pt x="20251" y="64682"/>
                    <a:pt x="20978" y="64908"/>
                    <a:pt x="21730" y="65108"/>
                  </a:cubicBezTo>
                  <a:cubicBezTo>
                    <a:pt x="21931" y="65108"/>
                    <a:pt x="22131" y="65108"/>
                    <a:pt x="22231" y="65208"/>
                  </a:cubicBezTo>
                  <a:cubicBezTo>
                    <a:pt x="22657" y="65534"/>
                    <a:pt x="23284" y="65534"/>
                    <a:pt x="23810" y="65835"/>
                  </a:cubicBezTo>
                  <a:cubicBezTo>
                    <a:pt x="24111" y="65935"/>
                    <a:pt x="24437" y="66035"/>
                    <a:pt x="24738" y="66161"/>
                  </a:cubicBezTo>
                  <a:cubicBezTo>
                    <a:pt x="24963" y="66361"/>
                    <a:pt x="25264" y="66361"/>
                    <a:pt x="25490" y="66361"/>
                  </a:cubicBezTo>
                  <a:cubicBezTo>
                    <a:pt x="25747" y="66361"/>
                    <a:pt x="25931" y="66582"/>
                    <a:pt x="26184" y="66582"/>
                  </a:cubicBezTo>
                  <a:cubicBezTo>
                    <a:pt x="26226" y="66582"/>
                    <a:pt x="26270" y="66576"/>
                    <a:pt x="26317" y="66562"/>
                  </a:cubicBezTo>
                  <a:cubicBezTo>
                    <a:pt x="26517" y="66662"/>
                    <a:pt x="26843" y="66662"/>
                    <a:pt x="27043" y="66787"/>
                  </a:cubicBezTo>
                  <a:cubicBezTo>
                    <a:pt x="27469" y="66887"/>
                    <a:pt x="27870" y="66887"/>
                    <a:pt x="28297" y="66988"/>
                  </a:cubicBezTo>
                  <a:cubicBezTo>
                    <a:pt x="28397" y="66988"/>
                    <a:pt x="28497" y="67088"/>
                    <a:pt x="28622" y="67088"/>
                  </a:cubicBezTo>
                  <a:cubicBezTo>
                    <a:pt x="28694" y="67074"/>
                    <a:pt x="28764" y="67068"/>
                    <a:pt x="28833" y="67068"/>
                  </a:cubicBezTo>
                  <a:cubicBezTo>
                    <a:pt x="29245" y="67068"/>
                    <a:pt x="29611" y="67288"/>
                    <a:pt x="29976" y="67288"/>
                  </a:cubicBezTo>
                  <a:cubicBezTo>
                    <a:pt x="30176" y="67288"/>
                    <a:pt x="30277" y="67414"/>
                    <a:pt x="30502" y="67414"/>
                  </a:cubicBezTo>
                  <a:cubicBezTo>
                    <a:pt x="30569" y="67414"/>
                    <a:pt x="30636" y="67358"/>
                    <a:pt x="30732" y="67358"/>
                  </a:cubicBezTo>
                  <a:cubicBezTo>
                    <a:pt x="30781" y="67358"/>
                    <a:pt x="30836" y="67372"/>
                    <a:pt x="30903" y="67414"/>
                  </a:cubicBezTo>
                  <a:cubicBezTo>
                    <a:pt x="30903" y="67447"/>
                    <a:pt x="30939" y="67458"/>
                    <a:pt x="30991" y="67458"/>
                  </a:cubicBezTo>
                  <a:cubicBezTo>
                    <a:pt x="31095" y="67458"/>
                    <a:pt x="31262" y="67414"/>
                    <a:pt x="31329" y="67414"/>
                  </a:cubicBezTo>
                  <a:cubicBezTo>
                    <a:pt x="31630" y="67414"/>
                    <a:pt x="31855" y="67514"/>
                    <a:pt x="32156" y="67514"/>
                  </a:cubicBezTo>
                  <a:cubicBezTo>
                    <a:pt x="32223" y="67514"/>
                    <a:pt x="32301" y="67470"/>
                    <a:pt x="32375" y="67470"/>
                  </a:cubicBezTo>
                  <a:cubicBezTo>
                    <a:pt x="32412" y="67470"/>
                    <a:pt x="32449" y="67481"/>
                    <a:pt x="32482" y="67514"/>
                  </a:cubicBezTo>
                  <a:lnTo>
                    <a:pt x="32582" y="67614"/>
                  </a:lnTo>
                  <a:cubicBezTo>
                    <a:pt x="32724" y="67543"/>
                    <a:pt x="32816" y="67473"/>
                    <a:pt x="32937" y="67473"/>
                  </a:cubicBezTo>
                  <a:cubicBezTo>
                    <a:pt x="32987" y="67473"/>
                    <a:pt x="33043" y="67485"/>
                    <a:pt x="33109" y="67514"/>
                  </a:cubicBezTo>
                  <a:cubicBezTo>
                    <a:pt x="33142" y="67581"/>
                    <a:pt x="33187" y="67603"/>
                    <a:pt x="33235" y="67603"/>
                  </a:cubicBezTo>
                  <a:cubicBezTo>
                    <a:pt x="33331" y="67603"/>
                    <a:pt x="33443" y="67514"/>
                    <a:pt x="33510" y="67514"/>
                  </a:cubicBezTo>
                  <a:cubicBezTo>
                    <a:pt x="33835" y="67614"/>
                    <a:pt x="34136" y="67614"/>
                    <a:pt x="34362" y="67614"/>
                  </a:cubicBezTo>
                  <a:cubicBezTo>
                    <a:pt x="34675" y="67514"/>
                    <a:pt x="35013" y="67489"/>
                    <a:pt x="35352" y="67489"/>
                  </a:cubicBezTo>
                  <a:cubicBezTo>
                    <a:pt x="35690" y="67489"/>
                    <a:pt x="36028" y="67514"/>
                    <a:pt x="36342" y="67514"/>
                  </a:cubicBezTo>
                  <a:cubicBezTo>
                    <a:pt x="36442" y="67464"/>
                    <a:pt x="36574" y="67464"/>
                    <a:pt x="36705" y="67464"/>
                  </a:cubicBezTo>
                  <a:cubicBezTo>
                    <a:pt x="36837" y="67464"/>
                    <a:pt x="36968" y="67464"/>
                    <a:pt x="37069" y="67414"/>
                  </a:cubicBezTo>
                  <a:cubicBezTo>
                    <a:pt x="37069" y="67351"/>
                    <a:pt x="37094" y="67320"/>
                    <a:pt x="37131" y="67320"/>
                  </a:cubicBezTo>
                  <a:cubicBezTo>
                    <a:pt x="37169" y="67320"/>
                    <a:pt x="37219" y="67351"/>
                    <a:pt x="37269" y="67414"/>
                  </a:cubicBezTo>
                  <a:cubicBezTo>
                    <a:pt x="37333" y="67442"/>
                    <a:pt x="37388" y="67455"/>
                    <a:pt x="37437" y="67455"/>
                  </a:cubicBezTo>
                  <a:cubicBezTo>
                    <a:pt x="37560" y="67455"/>
                    <a:pt x="37652" y="67378"/>
                    <a:pt x="37795" y="67288"/>
                  </a:cubicBezTo>
                  <a:lnTo>
                    <a:pt x="38021" y="67288"/>
                  </a:lnTo>
                  <a:cubicBezTo>
                    <a:pt x="38077" y="67331"/>
                    <a:pt x="38130" y="67346"/>
                    <a:pt x="38180" y="67346"/>
                  </a:cubicBezTo>
                  <a:cubicBezTo>
                    <a:pt x="38335" y="67346"/>
                    <a:pt x="38464" y="67193"/>
                    <a:pt x="38592" y="67193"/>
                  </a:cubicBezTo>
                  <a:cubicBezTo>
                    <a:pt x="38643" y="67193"/>
                    <a:pt x="38695" y="67218"/>
                    <a:pt x="38748" y="67288"/>
                  </a:cubicBezTo>
                  <a:lnTo>
                    <a:pt x="38848" y="67288"/>
                  </a:lnTo>
                  <a:cubicBezTo>
                    <a:pt x="38848" y="66988"/>
                    <a:pt x="39149" y="66988"/>
                    <a:pt x="39274" y="66988"/>
                  </a:cubicBezTo>
                  <a:cubicBezTo>
                    <a:pt x="39362" y="67017"/>
                    <a:pt x="39442" y="67029"/>
                    <a:pt x="39518" y="67029"/>
                  </a:cubicBezTo>
                  <a:cubicBezTo>
                    <a:pt x="39703" y="67029"/>
                    <a:pt x="39871" y="66958"/>
                    <a:pt x="40101" y="66887"/>
                  </a:cubicBezTo>
                  <a:lnTo>
                    <a:pt x="40302" y="66887"/>
                  </a:lnTo>
                  <a:cubicBezTo>
                    <a:pt x="40402" y="66887"/>
                    <a:pt x="40527" y="66787"/>
                    <a:pt x="40627" y="66787"/>
                  </a:cubicBezTo>
                  <a:cubicBezTo>
                    <a:pt x="40694" y="66787"/>
                    <a:pt x="40761" y="66832"/>
                    <a:pt x="40858" y="66832"/>
                  </a:cubicBezTo>
                  <a:cubicBezTo>
                    <a:pt x="40906" y="66832"/>
                    <a:pt x="40962" y="66821"/>
                    <a:pt x="41028" y="66787"/>
                  </a:cubicBezTo>
                  <a:cubicBezTo>
                    <a:pt x="41455" y="66787"/>
                    <a:pt x="41780" y="66562"/>
                    <a:pt x="42181" y="66461"/>
                  </a:cubicBezTo>
                  <a:cubicBezTo>
                    <a:pt x="42282" y="66461"/>
                    <a:pt x="42507" y="66361"/>
                    <a:pt x="42507" y="66361"/>
                  </a:cubicBezTo>
                  <a:cubicBezTo>
                    <a:pt x="42607" y="66411"/>
                    <a:pt x="42683" y="66436"/>
                    <a:pt x="42745" y="66436"/>
                  </a:cubicBezTo>
                  <a:cubicBezTo>
                    <a:pt x="42808" y="66436"/>
                    <a:pt x="42858" y="66411"/>
                    <a:pt x="42908" y="66361"/>
                  </a:cubicBezTo>
                  <a:cubicBezTo>
                    <a:pt x="43134" y="66361"/>
                    <a:pt x="43234" y="66361"/>
                    <a:pt x="43334" y="66261"/>
                  </a:cubicBezTo>
                  <a:cubicBezTo>
                    <a:pt x="43475" y="66191"/>
                    <a:pt x="43578" y="66108"/>
                    <a:pt x="43662" y="66108"/>
                  </a:cubicBezTo>
                  <a:cubicBezTo>
                    <a:pt x="43698" y="66108"/>
                    <a:pt x="43730" y="66123"/>
                    <a:pt x="43760" y="66161"/>
                  </a:cubicBezTo>
                  <a:cubicBezTo>
                    <a:pt x="43787" y="66174"/>
                    <a:pt x="43812" y="66180"/>
                    <a:pt x="43835" y="66180"/>
                  </a:cubicBezTo>
                  <a:cubicBezTo>
                    <a:pt x="43988" y="66180"/>
                    <a:pt x="44074" y="65935"/>
                    <a:pt x="44161" y="65935"/>
                  </a:cubicBezTo>
                  <a:cubicBezTo>
                    <a:pt x="44587" y="65835"/>
                    <a:pt x="45013" y="65634"/>
                    <a:pt x="45414" y="65534"/>
                  </a:cubicBezTo>
                  <a:cubicBezTo>
                    <a:pt x="45540" y="65534"/>
                    <a:pt x="45740" y="65534"/>
                    <a:pt x="45840" y="65409"/>
                  </a:cubicBezTo>
                  <a:cubicBezTo>
                    <a:pt x="46367" y="65108"/>
                    <a:pt x="46993" y="65108"/>
                    <a:pt x="47419" y="64682"/>
                  </a:cubicBezTo>
                  <a:cubicBezTo>
                    <a:pt x="47820" y="64682"/>
                    <a:pt x="48146" y="64381"/>
                    <a:pt x="48547" y="64281"/>
                  </a:cubicBezTo>
                  <a:cubicBezTo>
                    <a:pt x="48773" y="64156"/>
                    <a:pt x="48973" y="64055"/>
                    <a:pt x="49174" y="63955"/>
                  </a:cubicBezTo>
                  <a:cubicBezTo>
                    <a:pt x="49800" y="63654"/>
                    <a:pt x="50427" y="63329"/>
                    <a:pt x="50953" y="63028"/>
                  </a:cubicBezTo>
                  <a:cubicBezTo>
                    <a:pt x="51054" y="62903"/>
                    <a:pt x="51054" y="62903"/>
                    <a:pt x="51179" y="62802"/>
                  </a:cubicBezTo>
                  <a:cubicBezTo>
                    <a:pt x="51179" y="62602"/>
                    <a:pt x="51179" y="62602"/>
                    <a:pt x="51379" y="62602"/>
                  </a:cubicBezTo>
                  <a:lnTo>
                    <a:pt x="51480" y="62602"/>
                  </a:lnTo>
                  <a:cubicBezTo>
                    <a:pt x="51680" y="62276"/>
                    <a:pt x="52206" y="62401"/>
                    <a:pt x="52432" y="61975"/>
                  </a:cubicBezTo>
                  <a:cubicBezTo>
                    <a:pt x="52432" y="61875"/>
                    <a:pt x="52633" y="61875"/>
                    <a:pt x="52733" y="61775"/>
                  </a:cubicBezTo>
                  <a:cubicBezTo>
                    <a:pt x="52833" y="61775"/>
                    <a:pt x="52933" y="61775"/>
                    <a:pt x="53159" y="61649"/>
                  </a:cubicBezTo>
                  <a:cubicBezTo>
                    <a:pt x="53259" y="61649"/>
                    <a:pt x="53059" y="61549"/>
                    <a:pt x="53259" y="61449"/>
                  </a:cubicBezTo>
                  <a:cubicBezTo>
                    <a:pt x="53685" y="61248"/>
                    <a:pt x="54086" y="61023"/>
                    <a:pt x="54412" y="60722"/>
                  </a:cubicBezTo>
                  <a:cubicBezTo>
                    <a:pt x="54713" y="60396"/>
                    <a:pt x="55039" y="60296"/>
                    <a:pt x="55239" y="59995"/>
                  </a:cubicBezTo>
                  <a:cubicBezTo>
                    <a:pt x="55239" y="59895"/>
                    <a:pt x="55239" y="59895"/>
                    <a:pt x="55339" y="59895"/>
                  </a:cubicBezTo>
                  <a:cubicBezTo>
                    <a:pt x="55866" y="59469"/>
                    <a:pt x="56392" y="59043"/>
                    <a:pt x="56918" y="58742"/>
                  </a:cubicBezTo>
                  <a:cubicBezTo>
                    <a:pt x="56918" y="58642"/>
                    <a:pt x="57019" y="58642"/>
                    <a:pt x="57019" y="58517"/>
                  </a:cubicBezTo>
                  <a:cubicBezTo>
                    <a:pt x="57119" y="58416"/>
                    <a:pt x="57219" y="58316"/>
                    <a:pt x="57219" y="58316"/>
                  </a:cubicBezTo>
                  <a:cubicBezTo>
                    <a:pt x="57319" y="58116"/>
                    <a:pt x="57545" y="58015"/>
                    <a:pt x="57745" y="58015"/>
                  </a:cubicBezTo>
                  <a:cubicBezTo>
                    <a:pt x="58071" y="57790"/>
                    <a:pt x="58171" y="57389"/>
                    <a:pt x="58472" y="57063"/>
                  </a:cubicBezTo>
                  <a:cubicBezTo>
                    <a:pt x="58898" y="56862"/>
                    <a:pt x="59199" y="56436"/>
                    <a:pt x="59525" y="56136"/>
                  </a:cubicBezTo>
                  <a:cubicBezTo>
                    <a:pt x="59625" y="56010"/>
                    <a:pt x="59826" y="55910"/>
                    <a:pt x="59625" y="55709"/>
                  </a:cubicBezTo>
                  <a:lnTo>
                    <a:pt x="59625" y="55609"/>
                  </a:lnTo>
                  <a:cubicBezTo>
                    <a:pt x="60051" y="55609"/>
                    <a:pt x="60051" y="55283"/>
                    <a:pt x="60151" y="54983"/>
                  </a:cubicBezTo>
                  <a:lnTo>
                    <a:pt x="60252" y="54882"/>
                  </a:lnTo>
                  <a:cubicBezTo>
                    <a:pt x="60286" y="54893"/>
                    <a:pt x="60317" y="54898"/>
                    <a:pt x="60344" y="54898"/>
                  </a:cubicBezTo>
                  <a:cubicBezTo>
                    <a:pt x="60580" y="54898"/>
                    <a:pt x="60599" y="54557"/>
                    <a:pt x="60778" y="54557"/>
                  </a:cubicBezTo>
                  <a:cubicBezTo>
                    <a:pt x="60778" y="54256"/>
                    <a:pt x="61204" y="54256"/>
                    <a:pt x="61204" y="54030"/>
                  </a:cubicBezTo>
                  <a:cubicBezTo>
                    <a:pt x="61404" y="53504"/>
                    <a:pt x="61931" y="53303"/>
                    <a:pt x="62031" y="52777"/>
                  </a:cubicBezTo>
                  <a:cubicBezTo>
                    <a:pt x="62332" y="52577"/>
                    <a:pt x="62232" y="52151"/>
                    <a:pt x="62658" y="52050"/>
                  </a:cubicBezTo>
                  <a:cubicBezTo>
                    <a:pt x="62557" y="51750"/>
                    <a:pt x="62958" y="51624"/>
                    <a:pt x="62958" y="51424"/>
                  </a:cubicBezTo>
                  <a:cubicBezTo>
                    <a:pt x="62958" y="51123"/>
                    <a:pt x="63184" y="50998"/>
                    <a:pt x="63384" y="50797"/>
                  </a:cubicBezTo>
                  <a:lnTo>
                    <a:pt x="63384" y="50697"/>
                  </a:lnTo>
                  <a:cubicBezTo>
                    <a:pt x="63384" y="50496"/>
                    <a:pt x="63485" y="50371"/>
                    <a:pt x="63710" y="50171"/>
                  </a:cubicBezTo>
                  <a:cubicBezTo>
                    <a:pt x="63710" y="50171"/>
                    <a:pt x="63811" y="50070"/>
                    <a:pt x="63811" y="49970"/>
                  </a:cubicBezTo>
                  <a:cubicBezTo>
                    <a:pt x="63911" y="49644"/>
                    <a:pt x="64111" y="49344"/>
                    <a:pt x="64212" y="49018"/>
                  </a:cubicBezTo>
                  <a:cubicBezTo>
                    <a:pt x="64437" y="48617"/>
                    <a:pt x="64738" y="48291"/>
                    <a:pt x="64738" y="47865"/>
                  </a:cubicBezTo>
                  <a:cubicBezTo>
                    <a:pt x="64738" y="47765"/>
                    <a:pt x="64838" y="47664"/>
                    <a:pt x="64963" y="47464"/>
                  </a:cubicBezTo>
                  <a:cubicBezTo>
                    <a:pt x="65064" y="47364"/>
                    <a:pt x="65064" y="47238"/>
                    <a:pt x="65164" y="47138"/>
                  </a:cubicBezTo>
                  <a:cubicBezTo>
                    <a:pt x="65164" y="47038"/>
                    <a:pt x="65264" y="46837"/>
                    <a:pt x="65264" y="46737"/>
                  </a:cubicBezTo>
                  <a:cubicBezTo>
                    <a:pt x="65364" y="46612"/>
                    <a:pt x="65465" y="46511"/>
                    <a:pt x="65364" y="46411"/>
                  </a:cubicBezTo>
                  <a:cubicBezTo>
                    <a:pt x="65364" y="46211"/>
                    <a:pt x="65590" y="45985"/>
                    <a:pt x="65690" y="45785"/>
                  </a:cubicBezTo>
                  <a:cubicBezTo>
                    <a:pt x="65690" y="45684"/>
                    <a:pt x="65790" y="45584"/>
                    <a:pt x="65790" y="45359"/>
                  </a:cubicBezTo>
                  <a:cubicBezTo>
                    <a:pt x="65991" y="45058"/>
                    <a:pt x="66091" y="44732"/>
                    <a:pt x="66217" y="44331"/>
                  </a:cubicBezTo>
                  <a:cubicBezTo>
                    <a:pt x="66317" y="44005"/>
                    <a:pt x="66317" y="43704"/>
                    <a:pt x="66417" y="43379"/>
                  </a:cubicBezTo>
                  <a:cubicBezTo>
                    <a:pt x="66517" y="43178"/>
                    <a:pt x="66517" y="43078"/>
                    <a:pt x="66618" y="42852"/>
                  </a:cubicBezTo>
                  <a:cubicBezTo>
                    <a:pt x="66618" y="42652"/>
                    <a:pt x="66618" y="42451"/>
                    <a:pt x="66718" y="42226"/>
                  </a:cubicBezTo>
                  <a:cubicBezTo>
                    <a:pt x="66718" y="42025"/>
                    <a:pt x="66943" y="41825"/>
                    <a:pt x="66943" y="41599"/>
                  </a:cubicBezTo>
                  <a:cubicBezTo>
                    <a:pt x="66943" y="41399"/>
                    <a:pt x="67144" y="41198"/>
                    <a:pt x="67044" y="41098"/>
                  </a:cubicBezTo>
                  <a:cubicBezTo>
                    <a:pt x="66943" y="40772"/>
                    <a:pt x="67144" y="40672"/>
                    <a:pt x="67144" y="40471"/>
                  </a:cubicBezTo>
                  <a:cubicBezTo>
                    <a:pt x="67244" y="39719"/>
                    <a:pt x="67470" y="39093"/>
                    <a:pt x="67470" y="38366"/>
                  </a:cubicBezTo>
                  <a:lnTo>
                    <a:pt x="67470" y="38266"/>
                  </a:lnTo>
                  <a:cubicBezTo>
                    <a:pt x="67670" y="38065"/>
                    <a:pt x="67670" y="37965"/>
                    <a:pt x="67570" y="37739"/>
                  </a:cubicBezTo>
                  <a:cubicBezTo>
                    <a:pt x="67570" y="37439"/>
                    <a:pt x="67670" y="37113"/>
                    <a:pt x="67670" y="36812"/>
                  </a:cubicBezTo>
                  <a:cubicBezTo>
                    <a:pt x="67770" y="36085"/>
                    <a:pt x="67670" y="35233"/>
                    <a:pt x="67770" y="34506"/>
                  </a:cubicBezTo>
                  <a:cubicBezTo>
                    <a:pt x="67871" y="34080"/>
                    <a:pt x="67770" y="33679"/>
                    <a:pt x="67871" y="33353"/>
                  </a:cubicBezTo>
                  <a:cubicBezTo>
                    <a:pt x="67871" y="32727"/>
                    <a:pt x="67770" y="32100"/>
                    <a:pt x="67871" y="31474"/>
                  </a:cubicBezTo>
                  <a:cubicBezTo>
                    <a:pt x="67971" y="30847"/>
                    <a:pt x="67770" y="30221"/>
                    <a:pt x="67670" y="29494"/>
                  </a:cubicBezTo>
                  <a:lnTo>
                    <a:pt x="67670" y="28566"/>
                  </a:lnTo>
                  <a:lnTo>
                    <a:pt x="67670" y="28341"/>
                  </a:lnTo>
                  <a:cubicBezTo>
                    <a:pt x="67470" y="27940"/>
                    <a:pt x="67570" y="27514"/>
                    <a:pt x="67344" y="27088"/>
                  </a:cubicBezTo>
                  <a:lnTo>
                    <a:pt x="67344" y="26887"/>
                  </a:lnTo>
                  <a:cubicBezTo>
                    <a:pt x="67244" y="26160"/>
                    <a:pt x="67044" y="25434"/>
                    <a:pt x="66943" y="24807"/>
                  </a:cubicBezTo>
                  <a:cubicBezTo>
                    <a:pt x="66843" y="24481"/>
                    <a:pt x="66943" y="24055"/>
                    <a:pt x="66618" y="23754"/>
                  </a:cubicBezTo>
                  <a:cubicBezTo>
                    <a:pt x="66718" y="23554"/>
                    <a:pt x="66618" y="23328"/>
                    <a:pt x="66517" y="23128"/>
                  </a:cubicBezTo>
                  <a:cubicBezTo>
                    <a:pt x="66317" y="22401"/>
                    <a:pt x="66091" y="21674"/>
                    <a:pt x="65790" y="21048"/>
                  </a:cubicBezTo>
                  <a:cubicBezTo>
                    <a:pt x="65364" y="20421"/>
                    <a:pt x="65164" y="19795"/>
                    <a:pt x="64738" y="19168"/>
                  </a:cubicBezTo>
                  <a:cubicBezTo>
                    <a:pt x="64638" y="18541"/>
                    <a:pt x="64011" y="18115"/>
                    <a:pt x="63911" y="17489"/>
                  </a:cubicBezTo>
                  <a:cubicBezTo>
                    <a:pt x="63911" y="17388"/>
                    <a:pt x="63811" y="17388"/>
                    <a:pt x="63811" y="17288"/>
                  </a:cubicBezTo>
                  <a:cubicBezTo>
                    <a:pt x="63710" y="17288"/>
                    <a:pt x="63710" y="17163"/>
                    <a:pt x="63585" y="17063"/>
                  </a:cubicBezTo>
                  <a:cubicBezTo>
                    <a:pt x="63384" y="16762"/>
                    <a:pt x="63284" y="16236"/>
                    <a:pt x="62858" y="16035"/>
                  </a:cubicBezTo>
                  <a:lnTo>
                    <a:pt x="62758" y="16035"/>
                  </a:lnTo>
                  <a:cubicBezTo>
                    <a:pt x="62758" y="15709"/>
                    <a:pt x="62557" y="15509"/>
                    <a:pt x="62457" y="15283"/>
                  </a:cubicBezTo>
                  <a:cubicBezTo>
                    <a:pt x="62131" y="14782"/>
                    <a:pt x="61831" y="14356"/>
                    <a:pt x="61404" y="13930"/>
                  </a:cubicBezTo>
                  <a:cubicBezTo>
                    <a:pt x="61304" y="13729"/>
                    <a:pt x="61204" y="13629"/>
                    <a:pt x="61079" y="13529"/>
                  </a:cubicBezTo>
                  <a:cubicBezTo>
                    <a:pt x="60878" y="13203"/>
                    <a:pt x="60452" y="13002"/>
                    <a:pt x="60352" y="12677"/>
                  </a:cubicBezTo>
                  <a:cubicBezTo>
                    <a:pt x="60151" y="12150"/>
                    <a:pt x="59625" y="11950"/>
                    <a:pt x="59425" y="11524"/>
                  </a:cubicBezTo>
                  <a:cubicBezTo>
                    <a:pt x="58998" y="11123"/>
                    <a:pt x="58572" y="10697"/>
                    <a:pt x="58171" y="10271"/>
                  </a:cubicBezTo>
                  <a:cubicBezTo>
                    <a:pt x="57745" y="9769"/>
                    <a:pt x="57319" y="9343"/>
                    <a:pt x="56818" y="8917"/>
                  </a:cubicBezTo>
                  <a:cubicBezTo>
                    <a:pt x="56693" y="8817"/>
                    <a:pt x="56492" y="8616"/>
                    <a:pt x="56292" y="8516"/>
                  </a:cubicBezTo>
                  <a:cubicBezTo>
                    <a:pt x="55966" y="8190"/>
                    <a:pt x="55565" y="7890"/>
                    <a:pt x="55239" y="7564"/>
                  </a:cubicBezTo>
                  <a:cubicBezTo>
                    <a:pt x="54938" y="7363"/>
                    <a:pt x="54612" y="7263"/>
                    <a:pt x="54512" y="6937"/>
                  </a:cubicBezTo>
                  <a:cubicBezTo>
                    <a:pt x="54412" y="6937"/>
                    <a:pt x="54412" y="6837"/>
                    <a:pt x="54312" y="6837"/>
                  </a:cubicBezTo>
                  <a:cubicBezTo>
                    <a:pt x="53986" y="6411"/>
                    <a:pt x="53359" y="6311"/>
                    <a:pt x="53059" y="5885"/>
                  </a:cubicBezTo>
                  <a:cubicBezTo>
                    <a:pt x="52933" y="5784"/>
                    <a:pt x="52833" y="5784"/>
                    <a:pt x="52733" y="5684"/>
                  </a:cubicBezTo>
                  <a:cubicBezTo>
                    <a:pt x="52633" y="5684"/>
                    <a:pt x="52633" y="5684"/>
                    <a:pt x="52432" y="5484"/>
                  </a:cubicBezTo>
                  <a:cubicBezTo>
                    <a:pt x="52432" y="5484"/>
                    <a:pt x="52376" y="5439"/>
                    <a:pt x="52339" y="5439"/>
                  </a:cubicBezTo>
                  <a:cubicBezTo>
                    <a:pt x="52321" y="5439"/>
                    <a:pt x="52307" y="5450"/>
                    <a:pt x="52307" y="5484"/>
                  </a:cubicBezTo>
                  <a:cubicBezTo>
                    <a:pt x="52248" y="5513"/>
                    <a:pt x="52198" y="5525"/>
                    <a:pt x="52156" y="5525"/>
                  </a:cubicBezTo>
                  <a:cubicBezTo>
                    <a:pt x="52056" y="5525"/>
                    <a:pt x="52006" y="5454"/>
                    <a:pt x="52006" y="5383"/>
                  </a:cubicBezTo>
                  <a:cubicBezTo>
                    <a:pt x="51906" y="5258"/>
                    <a:pt x="51906" y="5158"/>
                    <a:pt x="51805" y="5058"/>
                  </a:cubicBezTo>
                  <a:cubicBezTo>
                    <a:pt x="51480" y="5058"/>
                    <a:pt x="51279" y="4857"/>
                    <a:pt x="51054" y="4757"/>
                  </a:cubicBezTo>
                  <a:cubicBezTo>
                    <a:pt x="50953" y="4632"/>
                    <a:pt x="50953" y="4632"/>
                    <a:pt x="50853" y="4632"/>
                  </a:cubicBezTo>
                  <a:lnTo>
                    <a:pt x="50427" y="4431"/>
                  </a:lnTo>
                  <a:cubicBezTo>
                    <a:pt x="50347" y="4431"/>
                    <a:pt x="50267" y="4303"/>
                    <a:pt x="50186" y="4303"/>
                  </a:cubicBezTo>
                  <a:cubicBezTo>
                    <a:pt x="50166" y="4303"/>
                    <a:pt x="50146" y="4311"/>
                    <a:pt x="50126" y="4331"/>
                  </a:cubicBezTo>
                  <a:cubicBezTo>
                    <a:pt x="50105" y="4341"/>
                    <a:pt x="50087" y="4346"/>
                    <a:pt x="50071" y="4346"/>
                  </a:cubicBezTo>
                  <a:cubicBezTo>
                    <a:pt x="49962" y="4346"/>
                    <a:pt x="49989" y="4107"/>
                    <a:pt x="49873" y="4107"/>
                  </a:cubicBezTo>
                  <a:cubicBezTo>
                    <a:pt x="49854" y="4107"/>
                    <a:pt x="49830" y="4114"/>
                    <a:pt x="49800" y="4130"/>
                  </a:cubicBezTo>
                  <a:lnTo>
                    <a:pt x="49700" y="4005"/>
                  </a:lnTo>
                  <a:cubicBezTo>
                    <a:pt x="49658" y="4031"/>
                    <a:pt x="49621" y="4042"/>
                    <a:pt x="49587" y="4042"/>
                  </a:cubicBezTo>
                  <a:cubicBezTo>
                    <a:pt x="49458" y="4042"/>
                    <a:pt x="49379" y="3884"/>
                    <a:pt x="49299" y="3804"/>
                  </a:cubicBezTo>
                  <a:cubicBezTo>
                    <a:pt x="48973" y="3504"/>
                    <a:pt x="48547" y="3278"/>
                    <a:pt x="48046" y="3178"/>
                  </a:cubicBezTo>
                  <a:cubicBezTo>
                    <a:pt x="47946" y="3178"/>
                    <a:pt x="47797" y="3050"/>
                    <a:pt x="47639" y="3050"/>
                  </a:cubicBezTo>
                  <a:cubicBezTo>
                    <a:pt x="47600" y="3050"/>
                    <a:pt x="47560" y="3058"/>
                    <a:pt x="47520" y="3078"/>
                  </a:cubicBezTo>
                  <a:cubicBezTo>
                    <a:pt x="47520" y="3078"/>
                    <a:pt x="47419" y="2877"/>
                    <a:pt x="47294" y="2752"/>
                  </a:cubicBezTo>
                  <a:lnTo>
                    <a:pt x="47094" y="2752"/>
                  </a:lnTo>
                  <a:cubicBezTo>
                    <a:pt x="46893" y="2652"/>
                    <a:pt x="46793" y="2451"/>
                    <a:pt x="46567" y="2451"/>
                  </a:cubicBezTo>
                  <a:cubicBezTo>
                    <a:pt x="46367" y="2451"/>
                    <a:pt x="46267" y="2451"/>
                    <a:pt x="46041" y="2351"/>
                  </a:cubicBezTo>
                  <a:cubicBezTo>
                    <a:pt x="46024" y="2384"/>
                    <a:pt x="46010" y="2397"/>
                    <a:pt x="45998" y="2397"/>
                  </a:cubicBezTo>
                  <a:cubicBezTo>
                    <a:pt x="45949" y="2397"/>
                    <a:pt x="45921" y="2193"/>
                    <a:pt x="45832" y="2193"/>
                  </a:cubicBezTo>
                  <a:cubicBezTo>
                    <a:pt x="45807" y="2193"/>
                    <a:pt x="45777" y="2209"/>
                    <a:pt x="45740" y="2251"/>
                  </a:cubicBezTo>
                  <a:cubicBezTo>
                    <a:pt x="45540" y="1925"/>
                    <a:pt x="45214" y="1925"/>
                    <a:pt x="44913" y="1925"/>
                  </a:cubicBezTo>
                  <a:cubicBezTo>
                    <a:pt x="44876" y="1954"/>
                    <a:pt x="44833" y="1966"/>
                    <a:pt x="44788" y="1966"/>
                  </a:cubicBezTo>
                  <a:cubicBezTo>
                    <a:pt x="44679" y="1966"/>
                    <a:pt x="44558" y="1895"/>
                    <a:pt x="44487" y="1824"/>
                  </a:cubicBezTo>
                  <a:cubicBezTo>
                    <a:pt x="44413" y="1750"/>
                    <a:pt x="44336" y="1731"/>
                    <a:pt x="44267" y="1731"/>
                  </a:cubicBezTo>
                  <a:cubicBezTo>
                    <a:pt x="44193" y="1731"/>
                    <a:pt x="44129" y="1754"/>
                    <a:pt x="44093" y="1754"/>
                  </a:cubicBezTo>
                  <a:cubicBezTo>
                    <a:pt x="44073" y="1754"/>
                    <a:pt x="44061" y="1747"/>
                    <a:pt x="44061" y="1724"/>
                  </a:cubicBezTo>
                  <a:cubicBezTo>
                    <a:pt x="44025" y="1642"/>
                    <a:pt x="43988" y="1620"/>
                    <a:pt x="43951" y="1620"/>
                  </a:cubicBezTo>
                  <a:cubicBezTo>
                    <a:pt x="43908" y="1620"/>
                    <a:pt x="43865" y="1651"/>
                    <a:pt x="43821" y="1651"/>
                  </a:cubicBezTo>
                  <a:cubicBezTo>
                    <a:pt x="43801" y="1651"/>
                    <a:pt x="43781" y="1644"/>
                    <a:pt x="43760" y="1624"/>
                  </a:cubicBezTo>
                  <a:cubicBezTo>
                    <a:pt x="43660" y="1624"/>
                    <a:pt x="43660" y="1398"/>
                    <a:pt x="43535" y="1398"/>
                  </a:cubicBezTo>
                  <a:cubicBezTo>
                    <a:pt x="43434" y="1298"/>
                    <a:pt x="43334" y="1298"/>
                    <a:pt x="43134" y="1298"/>
                  </a:cubicBezTo>
                  <a:cubicBezTo>
                    <a:pt x="42908" y="1198"/>
                    <a:pt x="42607" y="1298"/>
                    <a:pt x="42407" y="1098"/>
                  </a:cubicBezTo>
                  <a:cubicBezTo>
                    <a:pt x="42356" y="1075"/>
                    <a:pt x="42301" y="1068"/>
                    <a:pt x="42245" y="1068"/>
                  </a:cubicBezTo>
                  <a:cubicBezTo>
                    <a:pt x="42146" y="1068"/>
                    <a:pt x="42045" y="1091"/>
                    <a:pt x="41960" y="1091"/>
                  </a:cubicBezTo>
                  <a:cubicBezTo>
                    <a:pt x="41882" y="1091"/>
                    <a:pt x="41817" y="1071"/>
                    <a:pt x="41780" y="997"/>
                  </a:cubicBezTo>
                  <a:cubicBezTo>
                    <a:pt x="41660" y="824"/>
                    <a:pt x="41548" y="800"/>
                    <a:pt x="41438" y="800"/>
                  </a:cubicBezTo>
                  <a:cubicBezTo>
                    <a:pt x="41395" y="800"/>
                    <a:pt x="41352" y="804"/>
                    <a:pt x="41310" y="804"/>
                  </a:cubicBezTo>
                  <a:cubicBezTo>
                    <a:pt x="41257" y="804"/>
                    <a:pt x="41206" y="798"/>
                    <a:pt x="41154" y="772"/>
                  </a:cubicBezTo>
                  <a:cubicBezTo>
                    <a:pt x="40860" y="703"/>
                    <a:pt x="40566" y="586"/>
                    <a:pt x="40239" y="586"/>
                  </a:cubicBezTo>
                  <a:cubicBezTo>
                    <a:pt x="40092" y="586"/>
                    <a:pt x="39939" y="609"/>
                    <a:pt x="39775" y="672"/>
                  </a:cubicBezTo>
                  <a:cubicBezTo>
                    <a:pt x="39775" y="672"/>
                    <a:pt x="39775" y="571"/>
                    <a:pt x="39675" y="571"/>
                  </a:cubicBezTo>
                  <a:cubicBezTo>
                    <a:pt x="39274" y="471"/>
                    <a:pt x="38748" y="471"/>
                    <a:pt x="38221" y="371"/>
                  </a:cubicBezTo>
                  <a:cubicBezTo>
                    <a:pt x="38021" y="371"/>
                    <a:pt x="37795" y="371"/>
                    <a:pt x="37695" y="246"/>
                  </a:cubicBezTo>
                  <a:cubicBezTo>
                    <a:pt x="37495" y="145"/>
                    <a:pt x="37394" y="145"/>
                    <a:pt x="37269" y="145"/>
                  </a:cubicBezTo>
                  <a:cubicBezTo>
                    <a:pt x="37236" y="179"/>
                    <a:pt x="37191" y="190"/>
                    <a:pt x="37143" y="190"/>
                  </a:cubicBezTo>
                  <a:cubicBezTo>
                    <a:pt x="37046" y="190"/>
                    <a:pt x="36935" y="145"/>
                    <a:pt x="36868" y="145"/>
                  </a:cubicBezTo>
                  <a:cubicBezTo>
                    <a:pt x="36718" y="145"/>
                    <a:pt x="36578" y="12"/>
                    <a:pt x="36413" y="12"/>
                  </a:cubicBezTo>
                  <a:cubicBezTo>
                    <a:pt x="36331" y="12"/>
                    <a:pt x="36241" y="45"/>
                    <a:pt x="36141" y="145"/>
                  </a:cubicBezTo>
                  <a:cubicBezTo>
                    <a:pt x="35978" y="95"/>
                    <a:pt x="35822" y="95"/>
                    <a:pt x="35665" y="95"/>
                  </a:cubicBezTo>
                  <a:cubicBezTo>
                    <a:pt x="35508" y="95"/>
                    <a:pt x="35352" y="95"/>
                    <a:pt x="35189" y="45"/>
                  </a:cubicBezTo>
                  <a:cubicBezTo>
                    <a:pt x="35089" y="12"/>
                    <a:pt x="34986" y="0"/>
                    <a:pt x="34885" y="0"/>
                  </a:cubicBezTo>
                  <a:cubicBezTo>
                    <a:pt x="34685" y="0"/>
                    <a:pt x="34495" y="45"/>
                    <a:pt x="34362" y="45"/>
                  </a:cubicBezTo>
                  <a:cubicBezTo>
                    <a:pt x="34287" y="12"/>
                    <a:pt x="34214" y="0"/>
                    <a:pt x="34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7"/>
            <p:cNvSpPr/>
            <p:nvPr/>
          </p:nvSpPr>
          <p:spPr>
            <a:xfrm>
              <a:off x="1125011" y="1286360"/>
              <a:ext cx="761791" cy="1015667"/>
            </a:xfrm>
            <a:custGeom>
              <a:rect b="b" l="l" r="r" t="t"/>
              <a:pathLst>
                <a:path extrusionOk="0" h="31165" w="23375">
                  <a:moveTo>
                    <a:pt x="17800" y="10846"/>
                  </a:moveTo>
                  <a:cubicBezTo>
                    <a:pt x="17804" y="10847"/>
                    <a:pt x="17810" y="10847"/>
                    <a:pt x="17816" y="10849"/>
                  </a:cubicBezTo>
                  <a:cubicBezTo>
                    <a:pt x="17830" y="10848"/>
                    <a:pt x="17844" y="10847"/>
                    <a:pt x="17858" y="10847"/>
                  </a:cubicBezTo>
                  <a:cubicBezTo>
                    <a:pt x="17927" y="10847"/>
                    <a:pt x="17995" y="10859"/>
                    <a:pt x="18060" y="10883"/>
                  </a:cubicBezTo>
                  <a:cubicBezTo>
                    <a:pt x="18231" y="11033"/>
                    <a:pt x="18380" y="11306"/>
                    <a:pt x="18467" y="11504"/>
                  </a:cubicBezTo>
                  <a:cubicBezTo>
                    <a:pt x="18537" y="11885"/>
                    <a:pt x="18498" y="12333"/>
                    <a:pt x="18480" y="12571"/>
                  </a:cubicBezTo>
                  <a:cubicBezTo>
                    <a:pt x="18453" y="12931"/>
                    <a:pt x="18388" y="13277"/>
                    <a:pt x="18236" y="13577"/>
                  </a:cubicBezTo>
                  <a:cubicBezTo>
                    <a:pt x="18094" y="13732"/>
                    <a:pt x="17920" y="13865"/>
                    <a:pt x="17713" y="13996"/>
                  </a:cubicBezTo>
                  <a:cubicBezTo>
                    <a:pt x="17716" y="13537"/>
                    <a:pt x="17716" y="10965"/>
                    <a:pt x="17800" y="10846"/>
                  </a:cubicBezTo>
                  <a:close/>
                  <a:moveTo>
                    <a:pt x="4134" y="11258"/>
                  </a:moveTo>
                  <a:cubicBezTo>
                    <a:pt x="4163" y="11258"/>
                    <a:pt x="4193" y="11259"/>
                    <a:pt x="4224" y="11263"/>
                  </a:cubicBezTo>
                  <a:cubicBezTo>
                    <a:pt x="4231" y="11263"/>
                    <a:pt x="4238" y="11261"/>
                    <a:pt x="4246" y="11260"/>
                  </a:cubicBezTo>
                  <a:cubicBezTo>
                    <a:pt x="4256" y="11338"/>
                    <a:pt x="4334" y="12293"/>
                    <a:pt x="4338" y="12427"/>
                  </a:cubicBezTo>
                  <a:cubicBezTo>
                    <a:pt x="4341" y="12427"/>
                    <a:pt x="4454" y="13489"/>
                    <a:pt x="4536" y="14018"/>
                  </a:cubicBezTo>
                  <a:cubicBezTo>
                    <a:pt x="4343" y="13972"/>
                    <a:pt x="4180" y="13933"/>
                    <a:pt x="4036" y="13818"/>
                  </a:cubicBezTo>
                  <a:cubicBezTo>
                    <a:pt x="3957" y="13741"/>
                    <a:pt x="3886" y="13656"/>
                    <a:pt x="3822" y="13565"/>
                  </a:cubicBezTo>
                  <a:cubicBezTo>
                    <a:pt x="3700" y="13361"/>
                    <a:pt x="3625" y="13096"/>
                    <a:pt x="3576" y="12867"/>
                  </a:cubicBezTo>
                  <a:cubicBezTo>
                    <a:pt x="3537" y="12683"/>
                    <a:pt x="3514" y="12495"/>
                    <a:pt x="3505" y="12305"/>
                  </a:cubicBezTo>
                  <a:cubicBezTo>
                    <a:pt x="3379" y="11615"/>
                    <a:pt x="3701" y="11258"/>
                    <a:pt x="4134" y="11258"/>
                  </a:cubicBezTo>
                  <a:close/>
                  <a:moveTo>
                    <a:pt x="12774" y="5280"/>
                  </a:moveTo>
                  <a:cubicBezTo>
                    <a:pt x="12983" y="5999"/>
                    <a:pt x="13060" y="6734"/>
                    <a:pt x="13149" y="7489"/>
                  </a:cubicBezTo>
                  <a:cubicBezTo>
                    <a:pt x="13190" y="7836"/>
                    <a:pt x="13145" y="8570"/>
                    <a:pt x="13438" y="8794"/>
                  </a:cubicBezTo>
                  <a:cubicBezTo>
                    <a:pt x="13561" y="8888"/>
                    <a:pt x="13723" y="8912"/>
                    <a:pt x="13891" y="8912"/>
                  </a:cubicBezTo>
                  <a:cubicBezTo>
                    <a:pt x="14072" y="8912"/>
                    <a:pt x="14258" y="8885"/>
                    <a:pt x="14411" y="8885"/>
                  </a:cubicBezTo>
                  <a:cubicBezTo>
                    <a:pt x="14424" y="8885"/>
                    <a:pt x="14436" y="8885"/>
                    <a:pt x="14449" y="8885"/>
                  </a:cubicBezTo>
                  <a:cubicBezTo>
                    <a:pt x="15460" y="8921"/>
                    <a:pt x="17166" y="9603"/>
                    <a:pt x="17186" y="9953"/>
                  </a:cubicBezTo>
                  <a:cubicBezTo>
                    <a:pt x="17219" y="10479"/>
                    <a:pt x="17221" y="11008"/>
                    <a:pt x="17239" y="11535"/>
                  </a:cubicBezTo>
                  <a:cubicBezTo>
                    <a:pt x="17239" y="11536"/>
                    <a:pt x="17239" y="11538"/>
                    <a:pt x="17239" y="11539"/>
                  </a:cubicBezTo>
                  <a:cubicBezTo>
                    <a:pt x="17252" y="12617"/>
                    <a:pt x="17264" y="13722"/>
                    <a:pt x="17262" y="14229"/>
                  </a:cubicBezTo>
                  <a:cubicBezTo>
                    <a:pt x="17256" y="15696"/>
                    <a:pt x="17131" y="16980"/>
                    <a:pt x="16275" y="18219"/>
                  </a:cubicBezTo>
                  <a:cubicBezTo>
                    <a:pt x="15558" y="19258"/>
                    <a:pt x="14601" y="20166"/>
                    <a:pt x="13581" y="20904"/>
                  </a:cubicBezTo>
                  <a:cubicBezTo>
                    <a:pt x="13133" y="21229"/>
                    <a:pt x="12664" y="21523"/>
                    <a:pt x="12179" y="21787"/>
                  </a:cubicBezTo>
                  <a:cubicBezTo>
                    <a:pt x="11839" y="21972"/>
                    <a:pt x="11308" y="22202"/>
                    <a:pt x="10890" y="22202"/>
                  </a:cubicBezTo>
                  <a:cubicBezTo>
                    <a:pt x="10843" y="22202"/>
                    <a:pt x="10798" y="22199"/>
                    <a:pt x="10754" y="22193"/>
                  </a:cubicBezTo>
                  <a:cubicBezTo>
                    <a:pt x="10486" y="22155"/>
                    <a:pt x="10060" y="21838"/>
                    <a:pt x="9831" y="21696"/>
                  </a:cubicBezTo>
                  <a:cubicBezTo>
                    <a:pt x="8719" y="21013"/>
                    <a:pt x="7321" y="20389"/>
                    <a:pt x="6549" y="19302"/>
                  </a:cubicBezTo>
                  <a:cubicBezTo>
                    <a:pt x="5621" y="17998"/>
                    <a:pt x="5240" y="15853"/>
                    <a:pt x="5233" y="15819"/>
                  </a:cubicBezTo>
                  <a:cubicBezTo>
                    <a:pt x="4965" y="14715"/>
                    <a:pt x="4722" y="12436"/>
                    <a:pt x="4722" y="12401"/>
                  </a:cubicBezTo>
                  <a:cubicBezTo>
                    <a:pt x="4724" y="12249"/>
                    <a:pt x="4710" y="12007"/>
                    <a:pt x="4685" y="11715"/>
                  </a:cubicBezTo>
                  <a:cubicBezTo>
                    <a:pt x="4743" y="11678"/>
                    <a:pt x="4599" y="10506"/>
                    <a:pt x="4593" y="9988"/>
                  </a:cubicBezTo>
                  <a:cubicBezTo>
                    <a:pt x="4588" y="9661"/>
                    <a:pt x="4596" y="9615"/>
                    <a:pt x="4923" y="9482"/>
                  </a:cubicBezTo>
                  <a:cubicBezTo>
                    <a:pt x="5127" y="9403"/>
                    <a:pt x="5336" y="9338"/>
                    <a:pt x="5548" y="9286"/>
                  </a:cubicBezTo>
                  <a:cubicBezTo>
                    <a:pt x="5577" y="9280"/>
                    <a:pt x="5604" y="9265"/>
                    <a:pt x="5626" y="9244"/>
                  </a:cubicBezTo>
                  <a:cubicBezTo>
                    <a:pt x="6637" y="8954"/>
                    <a:pt x="7665" y="8805"/>
                    <a:pt x="8718" y="8765"/>
                  </a:cubicBezTo>
                  <a:cubicBezTo>
                    <a:pt x="8977" y="8754"/>
                    <a:pt x="9235" y="8750"/>
                    <a:pt x="9494" y="8750"/>
                  </a:cubicBezTo>
                  <a:cubicBezTo>
                    <a:pt x="9729" y="8750"/>
                    <a:pt x="9963" y="8754"/>
                    <a:pt x="10197" y="8759"/>
                  </a:cubicBezTo>
                  <a:cubicBezTo>
                    <a:pt x="10477" y="8765"/>
                    <a:pt x="10850" y="8836"/>
                    <a:pt x="11178" y="8836"/>
                  </a:cubicBezTo>
                  <a:cubicBezTo>
                    <a:pt x="11310" y="8836"/>
                    <a:pt x="11434" y="8824"/>
                    <a:pt x="11542" y="8793"/>
                  </a:cubicBezTo>
                  <a:cubicBezTo>
                    <a:pt x="11967" y="8668"/>
                    <a:pt x="11981" y="8293"/>
                    <a:pt x="12085" y="7900"/>
                  </a:cubicBezTo>
                  <a:lnTo>
                    <a:pt x="12774" y="5280"/>
                  </a:lnTo>
                  <a:close/>
                  <a:moveTo>
                    <a:pt x="12335" y="381"/>
                  </a:moveTo>
                  <a:cubicBezTo>
                    <a:pt x="12344" y="391"/>
                    <a:pt x="12831" y="594"/>
                    <a:pt x="12916" y="604"/>
                  </a:cubicBezTo>
                  <a:cubicBezTo>
                    <a:pt x="18059" y="1232"/>
                    <a:pt x="19498" y="7001"/>
                    <a:pt x="19911" y="11292"/>
                  </a:cubicBezTo>
                  <a:cubicBezTo>
                    <a:pt x="20152" y="13804"/>
                    <a:pt x="20262" y="16325"/>
                    <a:pt x="20295" y="18847"/>
                  </a:cubicBezTo>
                  <a:cubicBezTo>
                    <a:pt x="20311" y="20112"/>
                    <a:pt x="20308" y="21376"/>
                    <a:pt x="20290" y="22641"/>
                  </a:cubicBezTo>
                  <a:cubicBezTo>
                    <a:pt x="20281" y="23216"/>
                    <a:pt x="20359" y="23883"/>
                    <a:pt x="20254" y="24447"/>
                  </a:cubicBezTo>
                  <a:cubicBezTo>
                    <a:pt x="20213" y="24676"/>
                    <a:pt x="20068" y="25213"/>
                    <a:pt x="19837" y="25213"/>
                  </a:cubicBezTo>
                  <a:cubicBezTo>
                    <a:pt x="19735" y="25213"/>
                    <a:pt x="19618" y="25109"/>
                    <a:pt x="19485" y="24830"/>
                  </a:cubicBezTo>
                  <a:cubicBezTo>
                    <a:pt x="19410" y="24673"/>
                    <a:pt x="19424" y="24391"/>
                    <a:pt x="19428" y="24169"/>
                  </a:cubicBezTo>
                  <a:cubicBezTo>
                    <a:pt x="19479" y="24130"/>
                    <a:pt x="19233" y="23061"/>
                    <a:pt x="19081" y="22606"/>
                  </a:cubicBezTo>
                  <a:cubicBezTo>
                    <a:pt x="19053" y="22521"/>
                    <a:pt x="18982" y="22476"/>
                    <a:pt x="18908" y="22476"/>
                  </a:cubicBezTo>
                  <a:cubicBezTo>
                    <a:pt x="18863" y="22476"/>
                    <a:pt x="18818" y="22492"/>
                    <a:pt x="18779" y="22525"/>
                  </a:cubicBezTo>
                  <a:cubicBezTo>
                    <a:pt x="18543" y="22731"/>
                    <a:pt x="18546" y="22960"/>
                    <a:pt x="18490" y="23270"/>
                  </a:cubicBezTo>
                  <a:cubicBezTo>
                    <a:pt x="18409" y="23744"/>
                    <a:pt x="18328" y="24219"/>
                    <a:pt x="18243" y="24693"/>
                  </a:cubicBezTo>
                  <a:cubicBezTo>
                    <a:pt x="18197" y="24947"/>
                    <a:pt x="18196" y="25096"/>
                    <a:pt x="18005" y="25290"/>
                  </a:cubicBezTo>
                  <a:cubicBezTo>
                    <a:pt x="17786" y="25511"/>
                    <a:pt x="17600" y="25482"/>
                    <a:pt x="17310" y="25495"/>
                  </a:cubicBezTo>
                  <a:cubicBezTo>
                    <a:pt x="17005" y="25507"/>
                    <a:pt x="16698" y="25514"/>
                    <a:pt x="16393" y="25522"/>
                  </a:cubicBezTo>
                  <a:cubicBezTo>
                    <a:pt x="16366" y="25503"/>
                    <a:pt x="16334" y="25492"/>
                    <a:pt x="16301" y="25492"/>
                  </a:cubicBezTo>
                  <a:cubicBezTo>
                    <a:pt x="16298" y="25492"/>
                    <a:pt x="16294" y="25492"/>
                    <a:pt x="16290" y="25492"/>
                  </a:cubicBezTo>
                  <a:cubicBezTo>
                    <a:pt x="16115" y="25500"/>
                    <a:pt x="15940" y="25507"/>
                    <a:pt x="15765" y="25514"/>
                  </a:cubicBezTo>
                  <a:cubicBezTo>
                    <a:pt x="15740" y="25516"/>
                    <a:pt x="15714" y="25522"/>
                    <a:pt x="15690" y="25532"/>
                  </a:cubicBezTo>
                  <a:cubicBezTo>
                    <a:pt x="15509" y="23862"/>
                    <a:pt x="15239" y="20182"/>
                    <a:pt x="15196" y="20161"/>
                  </a:cubicBezTo>
                  <a:cubicBezTo>
                    <a:pt x="15232" y="20127"/>
                    <a:pt x="15263" y="20093"/>
                    <a:pt x="15297" y="20059"/>
                  </a:cubicBezTo>
                  <a:cubicBezTo>
                    <a:pt x="15298" y="20059"/>
                    <a:pt x="15298" y="20059"/>
                    <a:pt x="15298" y="20059"/>
                  </a:cubicBezTo>
                  <a:cubicBezTo>
                    <a:pt x="15351" y="20059"/>
                    <a:pt x="16117" y="19253"/>
                    <a:pt x="16457" y="18881"/>
                  </a:cubicBezTo>
                  <a:cubicBezTo>
                    <a:pt x="16732" y="18579"/>
                    <a:pt x="17218" y="17360"/>
                    <a:pt x="17285" y="17186"/>
                  </a:cubicBezTo>
                  <a:cubicBezTo>
                    <a:pt x="17504" y="16336"/>
                    <a:pt x="17637" y="15457"/>
                    <a:pt x="17774" y="14548"/>
                  </a:cubicBezTo>
                  <a:cubicBezTo>
                    <a:pt x="17776" y="14540"/>
                    <a:pt x="17780" y="14534"/>
                    <a:pt x="17782" y="14526"/>
                  </a:cubicBezTo>
                  <a:cubicBezTo>
                    <a:pt x="17812" y="14526"/>
                    <a:pt x="17841" y="14517"/>
                    <a:pt x="17867" y="14500"/>
                  </a:cubicBezTo>
                  <a:cubicBezTo>
                    <a:pt x="17981" y="14427"/>
                    <a:pt x="18194" y="14228"/>
                    <a:pt x="18301" y="14118"/>
                  </a:cubicBezTo>
                  <a:cubicBezTo>
                    <a:pt x="18325" y="14095"/>
                    <a:pt x="18348" y="14072"/>
                    <a:pt x="18368" y="14046"/>
                  </a:cubicBezTo>
                  <a:cubicBezTo>
                    <a:pt x="18499" y="13872"/>
                    <a:pt x="18602" y="13677"/>
                    <a:pt x="18672" y="13469"/>
                  </a:cubicBezTo>
                  <a:cubicBezTo>
                    <a:pt x="18805" y="13189"/>
                    <a:pt x="18891" y="12897"/>
                    <a:pt x="18915" y="12577"/>
                  </a:cubicBezTo>
                  <a:cubicBezTo>
                    <a:pt x="18974" y="11764"/>
                    <a:pt x="18598" y="10825"/>
                    <a:pt x="18586" y="10804"/>
                  </a:cubicBezTo>
                  <a:cubicBezTo>
                    <a:pt x="18425" y="10545"/>
                    <a:pt x="18098" y="10483"/>
                    <a:pt x="17879" y="10483"/>
                  </a:cubicBezTo>
                  <a:cubicBezTo>
                    <a:pt x="17777" y="10483"/>
                    <a:pt x="17699" y="10497"/>
                    <a:pt x="17672" y="10509"/>
                  </a:cubicBezTo>
                  <a:cubicBezTo>
                    <a:pt x="17633" y="10526"/>
                    <a:pt x="17603" y="10558"/>
                    <a:pt x="17590" y="10597"/>
                  </a:cubicBezTo>
                  <a:cubicBezTo>
                    <a:pt x="17582" y="10599"/>
                    <a:pt x="17575" y="10602"/>
                    <a:pt x="17569" y="10603"/>
                  </a:cubicBezTo>
                  <a:cubicBezTo>
                    <a:pt x="17566" y="10541"/>
                    <a:pt x="17596" y="9440"/>
                    <a:pt x="17502" y="9390"/>
                  </a:cubicBezTo>
                  <a:cubicBezTo>
                    <a:pt x="16981" y="9108"/>
                    <a:pt x="16451" y="8881"/>
                    <a:pt x="15878" y="8732"/>
                  </a:cubicBezTo>
                  <a:cubicBezTo>
                    <a:pt x="15306" y="8584"/>
                    <a:pt x="14243" y="8586"/>
                    <a:pt x="13708" y="8309"/>
                  </a:cubicBezTo>
                  <a:cubicBezTo>
                    <a:pt x="13545" y="8068"/>
                    <a:pt x="13480" y="7794"/>
                    <a:pt x="13511" y="7490"/>
                  </a:cubicBezTo>
                  <a:cubicBezTo>
                    <a:pt x="13471" y="7167"/>
                    <a:pt x="13441" y="6843"/>
                    <a:pt x="13399" y="6520"/>
                  </a:cubicBezTo>
                  <a:cubicBezTo>
                    <a:pt x="13315" y="5859"/>
                    <a:pt x="13178" y="5228"/>
                    <a:pt x="12925" y="4608"/>
                  </a:cubicBezTo>
                  <a:cubicBezTo>
                    <a:pt x="12892" y="4527"/>
                    <a:pt x="12811" y="4479"/>
                    <a:pt x="12735" y="4479"/>
                  </a:cubicBezTo>
                  <a:cubicBezTo>
                    <a:pt x="12665" y="4479"/>
                    <a:pt x="12600" y="4519"/>
                    <a:pt x="12576" y="4608"/>
                  </a:cubicBezTo>
                  <a:lnTo>
                    <a:pt x="11866" y="7298"/>
                  </a:lnTo>
                  <a:cubicBezTo>
                    <a:pt x="11777" y="7639"/>
                    <a:pt x="11699" y="8258"/>
                    <a:pt x="11344" y="8439"/>
                  </a:cubicBezTo>
                  <a:cubicBezTo>
                    <a:pt x="11274" y="8474"/>
                    <a:pt x="11166" y="8487"/>
                    <a:pt x="11039" y="8487"/>
                  </a:cubicBezTo>
                  <a:cubicBezTo>
                    <a:pt x="10705" y="8487"/>
                    <a:pt x="10244" y="8397"/>
                    <a:pt x="10031" y="8394"/>
                  </a:cubicBezTo>
                  <a:cubicBezTo>
                    <a:pt x="9884" y="8391"/>
                    <a:pt x="9738" y="8390"/>
                    <a:pt x="9592" y="8390"/>
                  </a:cubicBezTo>
                  <a:cubicBezTo>
                    <a:pt x="8190" y="8390"/>
                    <a:pt x="6804" y="8515"/>
                    <a:pt x="5450" y="8915"/>
                  </a:cubicBezTo>
                  <a:cubicBezTo>
                    <a:pt x="5425" y="8922"/>
                    <a:pt x="5400" y="8937"/>
                    <a:pt x="5380" y="8955"/>
                  </a:cubicBezTo>
                  <a:cubicBezTo>
                    <a:pt x="4995" y="9047"/>
                    <a:pt x="4347" y="9183"/>
                    <a:pt x="4240" y="9591"/>
                  </a:cubicBezTo>
                  <a:cubicBezTo>
                    <a:pt x="4166" y="9869"/>
                    <a:pt x="4233" y="10271"/>
                    <a:pt x="4255" y="10552"/>
                  </a:cubicBezTo>
                  <a:cubicBezTo>
                    <a:pt x="4264" y="10655"/>
                    <a:pt x="4279" y="10758"/>
                    <a:pt x="4292" y="10861"/>
                  </a:cubicBezTo>
                  <a:cubicBezTo>
                    <a:pt x="4238" y="10871"/>
                    <a:pt x="4189" y="10887"/>
                    <a:pt x="4136" y="10896"/>
                  </a:cubicBezTo>
                  <a:cubicBezTo>
                    <a:pt x="4121" y="10896"/>
                    <a:pt x="4106" y="10895"/>
                    <a:pt x="4091" y="10895"/>
                  </a:cubicBezTo>
                  <a:cubicBezTo>
                    <a:pt x="3321" y="10895"/>
                    <a:pt x="3043" y="11682"/>
                    <a:pt x="3089" y="12380"/>
                  </a:cubicBezTo>
                  <a:cubicBezTo>
                    <a:pt x="3119" y="12817"/>
                    <a:pt x="3210" y="13262"/>
                    <a:pt x="3420" y="13647"/>
                  </a:cubicBezTo>
                  <a:cubicBezTo>
                    <a:pt x="3773" y="14299"/>
                    <a:pt x="4594" y="14500"/>
                    <a:pt x="4695" y="15316"/>
                  </a:cubicBezTo>
                  <a:cubicBezTo>
                    <a:pt x="4695" y="15319"/>
                    <a:pt x="4697" y="15322"/>
                    <a:pt x="4698" y="15325"/>
                  </a:cubicBezTo>
                  <a:cubicBezTo>
                    <a:pt x="4697" y="15337"/>
                    <a:pt x="4697" y="15349"/>
                    <a:pt x="4698" y="15361"/>
                  </a:cubicBezTo>
                  <a:cubicBezTo>
                    <a:pt x="5377" y="18639"/>
                    <a:pt x="6199" y="19774"/>
                    <a:pt x="6835" y="20386"/>
                  </a:cubicBezTo>
                  <a:cubicBezTo>
                    <a:pt x="6835" y="20392"/>
                    <a:pt x="6832" y="20395"/>
                    <a:pt x="6832" y="20400"/>
                  </a:cubicBezTo>
                  <a:cubicBezTo>
                    <a:pt x="6912" y="21824"/>
                    <a:pt x="7174" y="23770"/>
                    <a:pt x="6748" y="25324"/>
                  </a:cubicBezTo>
                  <a:cubicBezTo>
                    <a:pt x="6738" y="25319"/>
                    <a:pt x="6727" y="25316"/>
                    <a:pt x="6717" y="25313"/>
                  </a:cubicBezTo>
                  <a:cubicBezTo>
                    <a:pt x="5779" y="25206"/>
                    <a:pt x="4713" y="25218"/>
                    <a:pt x="3802" y="24982"/>
                  </a:cubicBezTo>
                  <a:cubicBezTo>
                    <a:pt x="3435" y="24886"/>
                    <a:pt x="3016" y="24690"/>
                    <a:pt x="2894" y="24350"/>
                  </a:cubicBezTo>
                  <a:cubicBezTo>
                    <a:pt x="2832" y="24178"/>
                    <a:pt x="2875" y="23881"/>
                    <a:pt x="2869" y="23697"/>
                  </a:cubicBezTo>
                  <a:cubicBezTo>
                    <a:pt x="2850" y="23206"/>
                    <a:pt x="2830" y="22714"/>
                    <a:pt x="2811" y="22223"/>
                  </a:cubicBezTo>
                  <a:cubicBezTo>
                    <a:pt x="2806" y="22107"/>
                    <a:pt x="2717" y="22048"/>
                    <a:pt x="2628" y="22048"/>
                  </a:cubicBezTo>
                  <a:cubicBezTo>
                    <a:pt x="2540" y="22048"/>
                    <a:pt x="2452" y="22106"/>
                    <a:pt x="2449" y="22223"/>
                  </a:cubicBezTo>
                  <a:cubicBezTo>
                    <a:pt x="2440" y="22563"/>
                    <a:pt x="2430" y="22899"/>
                    <a:pt x="2404" y="23237"/>
                  </a:cubicBezTo>
                  <a:cubicBezTo>
                    <a:pt x="2382" y="23527"/>
                    <a:pt x="2378" y="24332"/>
                    <a:pt x="2257" y="24533"/>
                  </a:cubicBezTo>
                  <a:cubicBezTo>
                    <a:pt x="2068" y="24849"/>
                    <a:pt x="1533" y="24903"/>
                    <a:pt x="1025" y="24903"/>
                  </a:cubicBezTo>
                  <a:cubicBezTo>
                    <a:pt x="802" y="24903"/>
                    <a:pt x="584" y="24892"/>
                    <a:pt x="402" y="24889"/>
                  </a:cubicBezTo>
                  <a:cubicBezTo>
                    <a:pt x="1205" y="19809"/>
                    <a:pt x="816" y="14601"/>
                    <a:pt x="1843" y="9551"/>
                  </a:cubicBezTo>
                  <a:cubicBezTo>
                    <a:pt x="2090" y="8342"/>
                    <a:pt x="2385" y="7103"/>
                    <a:pt x="2955" y="6002"/>
                  </a:cubicBezTo>
                  <a:cubicBezTo>
                    <a:pt x="3573" y="4803"/>
                    <a:pt x="4548" y="3894"/>
                    <a:pt x="5636" y="3121"/>
                  </a:cubicBezTo>
                  <a:cubicBezTo>
                    <a:pt x="7630" y="1707"/>
                    <a:pt x="9934" y="804"/>
                    <a:pt x="12335" y="381"/>
                  </a:cubicBezTo>
                  <a:close/>
                  <a:moveTo>
                    <a:pt x="14857" y="20475"/>
                  </a:moveTo>
                  <a:lnTo>
                    <a:pt x="14857" y="20475"/>
                  </a:lnTo>
                  <a:cubicBezTo>
                    <a:pt x="14815" y="21589"/>
                    <a:pt x="14989" y="22679"/>
                    <a:pt x="15083" y="23733"/>
                  </a:cubicBezTo>
                  <a:cubicBezTo>
                    <a:pt x="15177" y="24794"/>
                    <a:pt x="15463" y="27916"/>
                    <a:pt x="16890" y="27930"/>
                  </a:cubicBezTo>
                  <a:cubicBezTo>
                    <a:pt x="16652" y="28148"/>
                    <a:pt x="16445" y="28335"/>
                    <a:pt x="16080" y="28457"/>
                  </a:cubicBezTo>
                  <a:cubicBezTo>
                    <a:pt x="15786" y="28556"/>
                    <a:pt x="15476" y="28626"/>
                    <a:pt x="15174" y="28699"/>
                  </a:cubicBezTo>
                  <a:cubicBezTo>
                    <a:pt x="14525" y="28853"/>
                    <a:pt x="13868" y="28984"/>
                    <a:pt x="13204" y="29065"/>
                  </a:cubicBezTo>
                  <a:cubicBezTo>
                    <a:pt x="12111" y="29198"/>
                    <a:pt x="11150" y="29253"/>
                    <a:pt x="10310" y="29253"/>
                  </a:cubicBezTo>
                  <a:cubicBezTo>
                    <a:pt x="6414" y="29253"/>
                    <a:pt x="5105" y="28071"/>
                    <a:pt x="5074" y="28045"/>
                  </a:cubicBezTo>
                  <a:lnTo>
                    <a:pt x="5090" y="28045"/>
                  </a:lnTo>
                  <a:cubicBezTo>
                    <a:pt x="7417" y="27338"/>
                    <a:pt x="7463" y="23657"/>
                    <a:pt x="7326" y="20586"/>
                  </a:cubicBezTo>
                  <a:lnTo>
                    <a:pt x="7326" y="20586"/>
                  </a:lnTo>
                  <a:cubicBezTo>
                    <a:pt x="8137" y="21221"/>
                    <a:pt x="9111" y="21730"/>
                    <a:pt x="9941" y="22226"/>
                  </a:cubicBezTo>
                  <a:cubicBezTo>
                    <a:pt x="10347" y="22467"/>
                    <a:pt x="10708" y="22568"/>
                    <a:pt x="11057" y="22568"/>
                  </a:cubicBezTo>
                  <a:cubicBezTo>
                    <a:pt x="11622" y="22568"/>
                    <a:pt x="12155" y="22303"/>
                    <a:pt x="12792" y="21939"/>
                  </a:cubicBezTo>
                  <a:cubicBezTo>
                    <a:pt x="13526" y="21519"/>
                    <a:pt x="14218" y="21029"/>
                    <a:pt x="14857" y="20475"/>
                  </a:cubicBezTo>
                  <a:close/>
                  <a:moveTo>
                    <a:pt x="17539" y="28026"/>
                  </a:moveTo>
                  <a:cubicBezTo>
                    <a:pt x="17801" y="28026"/>
                    <a:pt x="18003" y="28224"/>
                    <a:pt x="18223" y="28374"/>
                  </a:cubicBezTo>
                  <a:lnTo>
                    <a:pt x="18224" y="28374"/>
                  </a:lnTo>
                  <a:cubicBezTo>
                    <a:pt x="17974" y="29001"/>
                    <a:pt x="17172" y="29294"/>
                    <a:pt x="16600" y="29549"/>
                  </a:cubicBezTo>
                  <a:cubicBezTo>
                    <a:pt x="15957" y="29833"/>
                    <a:pt x="15293" y="30070"/>
                    <a:pt x="14614" y="30256"/>
                  </a:cubicBezTo>
                  <a:cubicBezTo>
                    <a:pt x="13390" y="30595"/>
                    <a:pt x="12128" y="30775"/>
                    <a:pt x="10858" y="30796"/>
                  </a:cubicBezTo>
                  <a:cubicBezTo>
                    <a:pt x="10763" y="30797"/>
                    <a:pt x="10666" y="30798"/>
                    <a:pt x="10568" y="30798"/>
                  </a:cubicBezTo>
                  <a:cubicBezTo>
                    <a:pt x="8325" y="30798"/>
                    <a:pt x="5459" y="30405"/>
                    <a:pt x="3820" y="28782"/>
                  </a:cubicBezTo>
                  <a:cubicBezTo>
                    <a:pt x="4125" y="28597"/>
                    <a:pt x="4423" y="28405"/>
                    <a:pt x="4712" y="28203"/>
                  </a:cubicBezTo>
                  <a:cubicBezTo>
                    <a:pt x="4719" y="28216"/>
                    <a:pt x="4728" y="28227"/>
                    <a:pt x="4737" y="28237"/>
                  </a:cubicBezTo>
                  <a:cubicBezTo>
                    <a:pt x="4858" y="28349"/>
                    <a:pt x="5154" y="28572"/>
                    <a:pt x="5181" y="28590"/>
                  </a:cubicBezTo>
                  <a:cubicBezTo>
                    <a:pt x="6534" y="29424"/>
                    <a:pt x="8261" y="29653"/>
                    <a:pt x="9934" y="29653"/>
                  </a:cubicBezTo>
                  <a:cubicBezTo>
                    <a:pt x="10723" y="29653"/>
                    <a:pt x="11501" y="29602"/>
                    <a:pt x="12220" y="29540"/>
                  </a:cubicBezTo>
                  <a:cubicBezTo>
                    <a:pt x="13465" y="29432"/>
                    <a:pt x="14726" y="29230"/>
                    <a:pt x="15927" y="28880"/>
                  </a:cubicBezTo>
                  <a:cubicBezTo>
                    <a:pt x="16277" y="28777"/>
                    <a:pt x="16643" y="28669"/>
                    <a:pt x="16944" y="28453"/>
                  </a:cubicBezTo>
                  <a:cubicBezTo>
                    <a:pt x="16991" y="28420"/>
                    <a:pt x="17297" y="28079"/>
                    <a:pt x="17332" y="28066"/>
                  </a:cubicBezTo>
                  <a:cubicBezTo>
                    <a:pt x="17406" y="28038"/>
                    <a:pt x="17474" y="28026"/>
                    <a:pt x="17539" y="28026"/>
                  </a:cubicBezTo>
                  <a:close/>
                  <a:moveTo>
                    <a:pt x="12416" y="1"/>
                  </a:moveTo>
                  <a:cubicBezTo>
                    <a:pt x="12404" y="1"/>
                    <a:pt x="12394" y="2"/>
                    <a:pt x="12387" y="3"/>
                  </a:cubicBezTo>
                  <a:cubicBezTo>
                    <a:pt x="9900" y="418"/>
                    <a:pt x="7518" y="1353"/>
                    <a:pt x="5453" y="2809"/>
                  </a:cubicBezTo>
                  <a:cubicBezTo>
                    <a:pt x="3525" y="4166"/>
                    <a:pt x="2394" y="5862"/>
                    <a:pt x="1799" y="8135"/>
                  </a:cubicBezTo>
                  <a:cubicBezTo>
                    <a:pt x="356" y="13649"/>
                    <a:pt x="943" y="19432"/>
                    <a:pt x="18" y="25022"/>
                  </a:cubicBezTo>
                  <a:cubicBezTo>
                    <a:pt x="1" y="25129"/>
                    <a:pt x="63" y="25251"/>
                    <a:pt x="185" y="25251"/>
                  </a:cubicBezTo>
                  <a:cubicBezTo>
                    <a:pt x="188" y="25251"/>
                    <a:pt x="191" y="25251"/>
                    <a:pt x="194" y="25251"/>
                  </a:cubicBezTo>
                  <a:cubicBezTo>
                    <a:pt x="328" y="25245"/>
                    <a:pt x="466" y="25244"/>
                    <a:pt x="607" y="25244"/>
                  </a:cubicBezTo>
                  <a:cubicBezTo>
                    <a:pt x="728" y="25244"/>
                    <a:pt x="850" y="25245"/>
                    <a:pt x="973" y="25245"/>
                  </a:cubicBezTo>
                  <a:cubicBezTo>
                    <a:pt x="1341" y="25245"/>
                    <a:pt x="1711" y="25236"/>
                    <a:pt x="2050" y="25166"/>
                  </a:cubicBezTo>
                  <a:cubicBezTo>
                    <a:pt x="2209" y="25133"/>
                    <a:pt x="2345" y="25115"/>
                    <a:pt x="2464" y="24986"/>
                  </a:cubicBezTo>
                  <a:cubicBezTo>
                    <a:pt x="2521" y="24923"/>
                    <a:pt x="2553" y="24842"/>
                    <a:pt x="2580" y="24754"/>
                  </a:cubicBezTo>
                  <a:cubicBezTo>
                    <a:pt x="2613" y="24909"/>
                    <a:pt x="2669" y="25031"/>
                    <a:pt x="2841" y="25148"/>
                  </a:cubicBezTo>
                  <a:cubicBezTo>
                    <a:pt x="3204" y="25398"/>
                    <a:pt x="3908" y="25355"/>
                    <a:pt x="4317" y="25401"/>
                  </a:cubicBezTo>
                  <a:lnTo>
                    <a:pt x="6641" y="25665"/>
                  </a:lnTo>
                  <a:cubicBezTo>
                    <a:pt x="6142" y="27387"/>
                    <a:pt x="4652" y="27732"/>
                    <a:pt x="4660" y="27811"/>
                  </a:cubicBezTo>
                  <a:cubicBezTo>
                    <a:pt x="3618" y="28240"/>
                    <a:pt x="2594" y="28871"/>
                    <a:pt x="1648" y="29529"/>
                  </a:cubicBezTo>
                  <a:cubicBezTo>
                    <a:pt x="1624" y="29758"/>
                    <a:pt x="1575" y="29985"/>
                    <a:pt x="1504" y="30204"/>
                  </a:cubicBezTo>
                  <a:cubicBezTo>
                    <a:pt x="2140" y="29755"/>
                    <a:pt x="2826" y="29371"/>
                    <a:pt x="3499" y="28974"/>
                  </a:cubicBezTo>
                  <a:cubicBezTo>
                    <a:pt x="5152" y="30683"/>
                    <a:pt x="8027" y="31165"/>
                    <a:pt x="10440" y="31165"/>
                  </a:cubicBezTo>
                  <a:cubicBezTo>
                    <a:pt x="10797" y="31165"/>
                    <a:pt x="11144" y="31154"/>
                    <a:pt x="11475" y="31135"/>
                  </a:cubicBezTo>
                  <a:cubicBezTo>
                    <a:pt x="12981" y="31052"/>
                    <a:pt x="14467" y="30747"/>
                    <a:pt x="15882" y="30227"/>
                  </a:cubicBezTo>
                  <a:cubicBezTo>
                    <a:pt x="16814" y="29882"/>
                    <a:pt x="18333" y="29453"/>
                    <a:pt x="18618" y="28370"/>
                  </a:cubicBezTo>
                  <a:cubicBezTo>
                    <a:pt x="19695" y="28760"/>
                    <a:pt x="20770" y="29147"/>
                    <a:pt x="21768" y="29732"/>
                  </a:cubicBezTo>
                  <a:cubicBezTo>
                    <a:pt x="22206" y="29989"/>
                    <a:pt x="22609" y="30302"/>
                    <a:pt x="22968" y="30662"/>
                  </a:cubicBezTo>
                  <a:lnTo>
                    <a:pt x="23223" y="30407"/>
                  </a:lnTo>
                  <a:cubicBezTo>
                    <a:pt x="23264" y="30364"/>
                    <a:pt x="23317" y="30332"/>
                    <a:pt x="23375" y="30311"/>
                  </a:cubicBezTo>
                  <a:cubicBezTo>
                    <a:pt x="23010" y="29945"/>
                    <a:pt x="22602" y="29623"/>
                    <a:pt x="22160" y="29355"/>
                  </a:cubicBezTo>
                  <a:cubicBezTo>
                    <a:pt x="20982" y="28641"/>
                    <a:pt x="19552" y="28018"/>
                    <a:pt x="18160" y="27660"/>
                  </a:cubicBezTo>
                  <a:cubicBezTo>
                    <a:pt x="17946" y="27579"/>
                    <a:pt x="17725" y="27514"/>
                    <a:pt x="17502" y="27463"/>
                  </a:cubicBezTo>
                  <a:cubicBezTo>
                    <a:pt x="17441" y="27450"/>
                    <a:pt x="17093" y="27372"/>
                    <a:pt x="16956" y="27329"/>
                  </a:cubicBezTo>
                  <a:cubicBezTo>
                    <a:pt x="15918" y="27003"/>
                    <a:pt x="15818" y="26256"/>
                    <a:pt x="15786" y="26235"/>
                  </a:cubicBezTo>
                  <a:cubicBezTo>
                    <a:pt x="15769" y="26155"/>
                    <a:pt x="15751" y="26028"/>
                    <a:pt x="15731" y="25870"/>
                  </a:cubicBezTo>
                  <a:lnTo>
                    <a:pt x="15731" y="25870"/>
                  </a:lnTo>
                  <a:cubicBezTo>
                    <a:pt x="15742" y="25873"/>
                    <a:pt x="15754" y="25875"/>
                    <a:pt x="15766" y="25876"/>
                  </a:cubicBezTo>
                  <a:lnTo>
                    <a:pt x="15811" y="25873"/>
                  </a:lnTo>
                  <a:cubicBezTo>
                    <a:pt x="15839" y="25891"/>
                    <a:pt x="15872" y="25898"/>
                    <a:pt x="15905" y="25898"/>
                  </a:cubicBezTo>
                  <a:cubicBezTo>
                    <a:pt x="16450" y="25882"/>
                    <a:pt x="17000" y="25884"/>
                    <a:pt x="17545" y="25848"/>
                  </a:cubicBezTo>
                  <a:cubicBezTo>
                    <a:pt x="17822" y="25830"/>
                    <a:pt x="18111" y="25812"/>
                    <a:pt x="18319" y="25602"/>
                  </a:cubicBezTo>
                  <a:cubicBezTo>
                    <a:pt x="18581" y="25340"/>
                    <a:pt x="18581" y="24864"/>
                    <a:pt x="18639" y="24530"/>
                  </a:cubicBezTo>
                  <a:cubicBezTo>
                    <a:pt x="18697" y="24196"/>
                    <a:pt x="18702" y="23517"/>
                    <a:pt x="18855" y="23087"/>
                  </a:cubicBezTo>
                  <a:cubicBezTo>
                    <a:pt x="18939" y="23353"/>
                    <a:pt x="19067" y="23989"/>
                    <a:pt x="19067" y="23989"/>
                  </a:cubicBezTo>
                  <a:cubicBezTo>
                    <a:pt x="19067" y="23989"/>
                    <a:pt x="19067" y="23995"/>
                    <a:pt x="19067" y="23998"/>
                  </a:cubicBezTo>
                  <a:cubicBezTo>
                    <a:pt x="19016" y="24340"/>
                    <a:pt x="19061" y="25136"/>
                    <a:pt x="19116" y="25162"/>
                  </a:cubicBezTo>
                  <a:cubicBezTo>
                    <a:pt x="19153" y="25325"/>
                    <a:pt x="19214" y="25465"/>
                    <a:pt x="19321" y="25546"/>
                  </a:cubicBezTo>
                  <a:cubicBezTo>
                    <a:pt x="19379" y="25589"/>
                    <a:pt x="19456" y="25606"/>
                    <a:pt x="19545" y="25606"/>
                  </a:cubicBezTo>
                  <a:cubicBezTo>
                    <a:pt x="19955" y="25606"/>
                    <a:pt x="20599" y="25219"/>
                    <a:pt x="20600" y="25169"/>
                  </a:cubicBezTo>
                  <a:cubicBezTo>
                    <a:pt x="20741" y="19806"/>
                    <a:pt x="20848" y="14286"/>
                    <a:pt x="19987" y="8973"/>
                  </a:cubicBezTo>
                  <a:cubicBezTo>
                    <a:pt x="19370" y="5176"/>
                    <a:pt x="17375" y="978"/>
                    <a:pt x="13219" y="287"/>
                  </a:cubicBezTo>
                  <a:cubicBezTo>
                    <a:pt x="13138" y="86"/>
                    <a:pt x="12571" y="1"/>
                    <a:pt x="1241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2" name="Google Shape;1402;p27"/>
          <p:cNvGrpSpPr/>
          <p:nvPr/>
        </p:nvGrpSpPr>
        <p:grpSpPr>
          <a:xfrm>
            <a:off x="4754375" y="3509072"/>
            <a:ext cx="1055400" cy="1247579"/>
            <a:chOff x="4754375" y="3509072"/>
            <a:chExt cx="1055400" cy="1247579"/>
          </a:xfrm>
        </p:grpSpPr>
        <p:sp>
          <p:nvSpPr>
            <p:cNvPr id="1403" name="Google Shape;1403;p27"/>
            <p:cNvSpPr/>
            <p:nvPr/>
          </p:nvSpPr>
          <p:spPr>
            <a:xfrm>
              <a:off x="5024925" y="3875166"/>
              <a:ext cx="558900" cy="5589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7"/>
            <p:cNvSpPr/>
            <p:nvPr/>
          </p:nvSpPr>
          <p:spPr>
            <a:xfrm>
              <a:off x="4958814" y="3875166"/>
              <a:ext cx="646500" cy="580414"/>
            </a:xfrm>
            <a:custGeom>
              <a:rect b="b" l="l" r="r" t="t"/>
              <a:pathLst>
                <a:path extrusionOk="0" h="9925" w="11056">
                  <a:moveTo>
                    <a:pt x="1040" y="3270"/>
                  </a:moveTo>
                  <a:lnTo>
                    <a:pt x="1109" y="3287"/>
                  </a:lnTo>
                  <a:lnTo>
                    <a:pt x="1092" y="3287"/>
                  </a:lnTo>
                  <a:cubicBezTo>
                    <a:pt x="1040" y="3669"/>
                    <a:pt x="988" y="4067"/>
                    <a:pt x="919" y="4448"/>
                  </a:cubicBezTo>
                  <a:cubicBezTo>
                    <a:pt x="901" y="4535"/>
                    <a:pt x="780" y="4604"/>
                    <a:pt x="711" y="4691"/>
                  </a:cubicBezTo>
                  <a:lnTo>
                    <a:pt x="624" y="4639"/>
                  </a:lnTo>
                  <a:cubicBezTo>
                    <a:pt x="763" y="4189"/>
                    <a:pt x="901" y="3738"/>
                    <a:pt x="1040" y="3270"/>
                  </a:cubicBezTo>
                  <a:close/>
                  <a:moveTo>
                    <a:pt x="901" y="4916"/>
                  </a:moveTo>
                  <a:cubicBezTo>
                    <a:pt x="988" y="5176"/>
                    <a:pt x="971" y="5402"/>
                    <a:pt x="659" y="5540"/>
                  </a:cubicBezTo>
                  <a:cubicBezTo>
                    <a:pt x="555" y="5107"/>
                    <a:pt x="572" y="5072"/>
                    <a:pt x="901" y="4916"/>
                  </a:cubicBezTo>
                  <a:close/>
                  <a:moveTo>
                    <a:pt x="1005" y="5679"/>
                  </a:moveTo>
                  <a:lnTo>
                    <a:pt x="1005" y="5679"/>
                  </a:lnTo>
                  <a:cubicBezTo>
                    <a:pt x="1196" y="6216"/>
                    <a:pt x="1196" y="6216"/>
                    <a:pt x="849" y="6476"/>
                  </a:cubicBezTo>
                  <a:cubicBezTo>
                    <a:pt x="624" y="6043"/>
                    <a:pt x="641" y="5921"/>
                    <a:pt x="1005" y="5679"/>
                  </a:cubicBezTo>
                  <a:close/>
                  <a:moveTo>
                    <a:pt x="1265" y="6528"/>
                  </a:moveTo>
                  <a:lnTo>
                    <a:pt x="1265" y="6528"/>
                  </a:lnTo>
                  <a:cubicBezTo>
                    <a:pt x="1508" y="6892"/>
                    <a:pt x="1508" y="6892"/>
                    <a:pt x="1161" y="7204"/>
                  </a:cubicBezTo>
                  <a:cubicBezTo>
                    <a:pt x="884" y="6892"/>
                    <a:pt x="884" y="6840"/>
                    <a:pt x="1265" y="6528"/>
                  </a:cubicBezTo>
                  <a:close/>
                  <a:moveTo>
                    <a:pt x="1612" y="7186"/>
                  </a:moveTo>
                  <a:lnTo>
                    <a:pt x="1612" y="7186"/>
                  </a:lnTo>
                  <a:cubicBezTo>
                    <a:pt x="1906" y="7516"/>
                    <a:pt x="1906" y="7516"/>
                    <a:pt x="1560" y="7879"/>
                  </a:cubicBezTo>
                  <a:cubicBezTo>
                    <a:pt x="1231" y="7533"/>
                    <a:pt x="1248" y="7481"/>
                    <a:pt x="1612" y="7186"/>
                  </a:cubicBezTo>
                  <a:close/>
                  <a:moveTo>
                    <a:pt x="2028" y="7758"/>
                  </a:moveTo>
                  <a:cubicBezTo>
                    <a:pt x="2426" y="8070"/>
                    <a:pt x="2426" y="8122"/>
                    <a:pt x="2114" y="8469"/>
                  </a:cubicBezTo>
                  <a:cubicBezTo>
                    <a:pt x="1698" y="8226"/>
                    <a:pt x="1681" y="8191"/>
                    <a:pt x="2028" y="7758"/>
                  </a:cubicBezTo>
                  <a:close/>
                  <a:moveTo>
                    <a:pt x="2599" y="8278"/>
                  </a:moveTo>
                  <a:lnTo>
                    <a:pt x="2946" y="8538"/>
                  </a:lnTo>
                  <a:lnTo>
                    <a:pt x="2617" y="8884"/>
                  </a:lnTo>
                  <a:lnTo>
                    <a:pt x="2340" y="8694"/>
                  </a:lnTo>
                  <a:lnTo>
                    <a:pt x="2599" y="8278"/>
                  </a:lnTo>
                  <a:close/>
                  <a:moveTo>
                    <a:pt x="5723" y="255"/>
                  </a:moveTo>
                  <a:cubicBezTo>
                    <a:pt x="5733" y="255"/>
                    <a:pt x="5743" y="255"/>
                    <a:pt x="5753" y="255"/>
                  </a:cubicBezTo>
                  <a:cubicBezTo>
                    <a:pt x="8335" y="272"/>
                    <a:pt x="10276" y="2144"/>
                    <a:pt x="10363" y="4691"/>
                  </a:cubicBezTo>
                  <a:cubicBezTo>
                    <a:pt x="10276" y="7273"/>
                    <a:pt x="8370" y="9144"/>
                    <a:pt x="5753" y="9144"/>
                  </a:cubicBezTo>
                  <a:cubicBezTo>
                    <a:pt x="3085" y="9144"/>
                    <a:pt x="1231" y="7169"/>
                    <a:pt x="1179" y="4708"/>
                  </a:cubicBezTo>
                  <a:cubicBezTo>
                    <a:pt x="1127" y="2138"/>
                    <a:pt x="3496" y="255"/>
                    <a:pt x="5723" y="255"/>
                  </a:cubicBezTo>
                  <a:close/>
                  <a:moveTo>
                    <a:pt x="3154" y="8694"/>
                  </a:moveTo>
                  <a:cubicBezTo>
                    <a:pt x="3622" y="8919"/>
                    <a:pt x="3639" y="8936"/>
                    <a:pt x="3362" y="9283"/>
                  </a:cubicBezTo>
                  <a:lnTo>
                    <a:pt x="2963" y="9075"/>
                  </a:lnTo>
                  <a:lnTo>
                    <a:pt x="3154" y="8694"/>
                  </a:lnTo>
                  <a:close/>
                  <a:moveTo>
                    <a:pt x="3847" y="9040"/>
                  </a:moveTo>
                  <a:lnTo>
                    <a:pt x="4471" y="9248"/>
                  </a:lnTo>
                  <a:cubicBezTo>
                    <a:pt x="4436" y="9370"/>
                    <a:pt x="4402" y="9456"/>
                    <a:pt x="4350" y="9578"/>
                  </a:cubicBezTo>
                  <a:lnTo>
                    <a:pt x="3674" y="9387"/>
                  </a:lnTo>
                  <a:cubicBezTo>
                    <a:pt x="3743" y="9248"/>
                    <a:pt x="3795" y="9162"/>
                    <a:pt x="3847" y="9040"/>
                  </a:cubicBezTo>
                  <a:close/>
                  <a:moveTo>
                    <a:pt x="6810" y="9387"/>
                  </a:moveTo>
                  <a:lnTo>
                    <a:pt x="5996" y="9595"/>
                  </a:lnTo>
                  <a:cubicBezTo>
                    <a:pt x="5996" y="9404"/>
                    <a:pt x="6117" y="9387"/>
                    <a:pt x="6810" y="9387"/>
                  </a:cubicBezTo>
                  <a:close/>
                  <a:moveTo>
                    <a:pt x="4766" y="9318"/>
                  </a:moveTo>
                  <a:lnTo>
                    <a:pt x="5129" y="9387"/>
                  </a:lnTo>
                  <a:cubicBezTo>
                    <a:pt x="5085" y="9585"/>
                    <a:pt x="5062" y="9657"/>
                    <a:pt x="4954" y="9657"/>
                  </a:cubicBezTo>
                  <a:cubicBezTo>
                    <a:pt x="4892" y="9657"/>
                    <a:pt x="4801" y="9633"/>
                    <a:pt x="4662" y="9595"/>
                  </a:cubicBezTo>
                  <a:lnTo>
                    <a:pt x="4766" y="9318"/>
                  </a:lnTo>
                  <a:close/>
                  <a:moveTo>
                    <a:pt x="5782" y="0"/>
                  </a:moveTo>
                  <a:cubicBezTo>
                    <a:pt x="4702" y="0"/>
                    <a:pt x="3620" y="352"/>
                    <a:pt x="2721" y="1069"/>
                  </a:cubicBezTo>
                  <a:cubicBezTo>
                    <a:pt x="2374" y="1329"/>
                    <a:pt x="2062" y="1607"/>
                    <a:pt x="1768" y="1901"/>
                  </a:cubicBezTo>
                  <a:cubicBezTo>
                    <a:pt x="381" y="3339"/>
                    <a:pt x="0" y="5038"/>
                    <a:pt x="676" y="6892"/>
                  </a:cubicBezTo>
                  <a:cubicBezTo>
                    <a:pt x="1347" y="8733"/>
                    <a:pt x="3197" y="9924"/>
                    <a:pt x="5580" y="9924"/>
                  </a:cubicBezTo>
                  <a:cubicBezTo>
                    <a:pt x="5597" y="9924"/>
                    <a:pt x="5615" y="9924"/>
                    <a:pt x="5632" y="9924"/>
                  </a:cubicBezTo>
                  <a:cubicBezTo>
                    <a:pt x="6498" y="9855"/>
                    <a:pt x="7330" y="9560"/>
                    <a:pt x="8023" y="9040"/>
                  </a:cubicBezTo>
                  <a:cubicBezTo>
                    <a:pt x="8474" y="8694"/>
                    <a:pt x="8924" y="8330"/>
                    <a:pt x="9323" y="7914"/>
                  </a:cubicBezTo>
                  <a:cubicBezTo>
                    <a:pt x="11056" y="6129"/>
                    <a:pt x="11056" y="3270"/>
                    <a:pt x="9323" y="1485"/>
                  </a:cubicBezTo>
                  <a:cubicBezTo>
                    <a:pt x="8360" y="504"/>
                    <a:pt x="7073" y="0"/>
                    <a:pt x="5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7"/>
            <p:cNvSpPr txBox="1"/>
            <p:nvPr/>
          </p:nvSpPr>
          <p:spPr>
            <a:xfrm>
              <a:off x="4754375" y="3509072"/>
              <a:ext cx="10554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6" name="Google Shape;1406;p27"/>
            <p:cNvSpPr txBox="1"/>
            <p:nvPr/>
          </p:nvSpPr>
          <p:spPr>
            <a:xfrm>
              <a:off x="4754375" y="4512451"/>
              <a:ext cx="1055400" cy="2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75%</a:t>
              </a:r>
              <a:endPara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407" name="Google Shape;1407;p27"/>
          <p:cNvGrpSpPr/>
          <p:nvPr/>
        </p:nvGrpSpPr>
        <p:grpSpPr>
          <a:xfrm>
            <a:off x="5768150" y="3509081"/>
            <a:ext cx="1055400" cy="1247578"/>
            <a:chOff x="5768150" y="3509081"/>
            <a:chExt cx="1055400" cy="1247578"/>
          </a:xfrm>
        </p:grpSpPr>
        <p:sp>
          <p:nvSpPr>
            <p:cNvPr id="1408" name="Google Shape;1408;p27"/>
            <p:cNvSpPr/>
            <p:nvPr/>
          </p:nvSpPr>
          <p:spPr>
            <a:xfrm>
              <a:off x="6013703" y="3875164"/>
              <a:ext cx="558900" cy="558900"/>
            </a:xfrm>
            <a:prstGeom prst="pie">
              <a:avLst>
                <a:gd fmla="val 2800177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7"/>
            <p:cNvSpPr/>
            <p:nvPr/>
          </p:nvSpPr>
          <p:spPr>
            <a:xfrm>
              <a:off x="5969887" y="3875164"/>
              <a:ext cx="646500" cy="580364"/>
            </a:xfrm>
            <a:custGeom>
              <a:rect b="b" l="l" r="r" t="t"/>
              <a:pathLst>
                <a:path extrusionOk="0" h="9925" w="11056">
                  <a:moveTo>
                    <a:pt x="1040" y="3270"/>
                  </a:moveTo>
                  <a:lnTo>
                    <a:pt x="1109" y="3287"/>
                  </a:lnTo>
                  <a:lnTo>
                    <a:pt x="1092" y="3287"/>
                  </a:lnTo>
                  <a:cubicBezTo>
                    <a:pt x="1040" y="3669"/>
                    <a:pt x="988" y="4067"/>
                    <a:pt x="919" y="4448"/>
                  </a:cubicBezTo>
                  <a:cubicBezTo>
                    <a:pt x="901" y="4535"/>
                    <a:pt x="780" y="4604"/>
                    <a:pt x="711" y="4691"/>
                  </a:cubicBezTo>
                  <a:lnTo>
                    <a:pt x="624" y="4639"/>
                  </a:lnTo>
                  <a:cubicBezTo>
                    <a:pt x="763" y="4189"/>
                    <a:pt x="901" y="3738"/>
                    <a:pt x="1040" y="3270"/>
                  </a:cubicBezTo>
                  <a:close/>
                  <a:moveTo>
                    <a:pt x="901" y="4916"/>
                  </a:moveTo>
                  <a:cubicBezTo>
                    <a:pt x="988" y="5176"/>
                    <a:pt x="971" y="5402"/>
                    <a:pt x="659" y="5540"/>
                  </a:cubicBezTo>
                  <a:cubicBezTo>
                    <a:pt x="555" y="5107"/>
                    <a:pt x="572" y="5072"/>
                    <a:pt x="901" y="4916"/>
                  </a:cubicBezTo>
                  <a:close/>
                  <a:moveTo>
                    <a:pt x="1005" y="5679"/>
                  </a:moveTo>
                  <a:lnTo>
                    <a:pt x="1005" y="5679"/>
                  </a:lnTo>
                  <a:cubicBezTo>
                    <a:pt x="1196" y="6216"/>
                    <a:pt x="1196" y="6216"/>
                    <a:pt x="849" y="6476"/>
                  </a:cubicBezTo>
                  <a:cubicBezTo>
                    <a:pt x="624" y="6043"/>
                    <a:pt x="641" y="5921"/>
                    <a:pt x="1005" y="5679"/>
                  </a:cubicBezTo>
                  <a:close/>
                  <a:moveTo>
                    <a:pt x="1265" y="6528"/>
                  </a:moveTo>
                  <a:lnTo>
                    <a:pt x="1265" y="6528"/>
                  </a:lnTo>
                  <a:cubicBezTo>
                    <a:pt x="1508" y="6892"/>
                    <a:pt x="1508" y="6892"/>
                    <a:pt x="1161" y="7204"/>
                  </a:cubicBezTo>
                  <a:cubicBezTo>
                    <a:pt x="884" y="6892"/>
                    <a:pt x="884" y="6840"/>
                    <a:pt x="1265" y="6528"/>
                  </a:cubicBezTo>
                  <a:close/>
                  <a:moveTo>
                    <a:pt x="1612" y="7186"/>
                  </a:moveTo>
                  <a:lnTo>
                    <a:pt x="1612" y="7186"/>
                  </a:lnTo>
                  <a:cubicBezTo>
                    <a:pt x="1906" y="7516"/>
                    <a:pt x="1906" y="7516"/>
                    <a:pt x="1560" y="7879"/>
                  </a:cubicBezTo>
                  <a:cubicBezTo>
                    <a:pt x="1231" y="7533"/>
                    <a:pt x="1248" y="7481"/>
                    <a:pt x="1612" y="7186"/>
                  </a:cubicBezTo>
                  <a:close/>
                  <a:moveTo>
                    <a:pt x="2028" y="7758"/>
                  </a:moveTo>
                  <a:cubicBezTo>
                    <a:pt x="2426" y="8070"/>
                    <a:pt x="2426" y="8122"/>
                    <a:pt x="2114" y="8469"/>
                  </a:cubicBezTo>
                  <a:cubicBezTo>
                    <a:pt x="1698" y="8226"/>
                    <a:pt x="1681" y="8191"/>
                    <a:pt x="2028" y="7758"/>
                  </a:cubicBezTo>
                  <a:close/>
                  <a:moveTo>
                    <a:pt x="2599" y="8278"/>
                  </a:moveTo>
                  <a:lnTo>
                    <a:pt x="2946" y="8538"/>
                  </a:lnTo>
                  <a:lnTo>
                    <a:pt x="2617" y="8884"/>
                  </a:lnTo>
                  <a:lnTo>
                    <a:pt x="2340" y="8694"/>
                  </a:lnTo>
                  <a:lnTo>
                    <a:pt x="2599" y="8278"/>
                  </a:lnTo>
                  <a:close/>
                  <a:moveTo>
                    <a:pt x="5723" y="255"/>
                  </a:moveTo>
                  <a:cubicBezTo>
                    <a:pt x="5733" y="255"/>
                    <a:pt x="5743" y="255"/>
                    <a:pt x="5753" y="255"/>
                  </a:cubicBezTo>
                  <a:cubicBezTo>
                    <a:pt x="8335" y="272"/>
                    <a:pt x="10276" y="2144"/>
                    <a:pt x="10363" y="4691"/>
                  </a:cubicBezTo>
                  <a:cubicBezTo>
                    <a:pt x="10276" y="7273"/>
                    <a:pt x="8370" y="9144"/>
                    <a:pt x="5753" y="9144"/>
                  </a:cubicBezTo>
                  <a:cubicBezTo>
                    <a:pt x="3085" y="9144"/>
                    <a:pt x="1231" y="7169"/>
                    <a:pt x="1179" y="4708"/>
                  </a:cubicBezTo>
                  <a:cubicBezTo>
                    <a:pt x="1127" y="2138"/>
                    <a:pt x="3496" y="255"/>
                    <a:pt x="5723" y="255"/>
                  </a:cubicBezTo>
                  <a:close/>
                  <a:moveTo>
                    <a:pt x="3154" y="8694"/>
                  </a:moveTo>
                  <a:cubicBezTo>
                    <a:pt x="3622" y="8919"/>
                    <a:pt x="3639" y="8936"/>
                    <a:pt x="3362" y="9283"/>
                  </a:cubicBezTo>
                  <a:lnTo>
                    <a:pt x="2963" y="9075"/>
                  </a:lnTo>
                  <a:lnTo>
                    <a:pt x="3154" y="8694"/>
                  </a:lnTo>
                  <a:close/>
                  <a:moveTo>
                    <a:pt x="3847" y="9040"/>
                  </a:moveTo>
                  <a:lnTo>
                    <a:pt x="4471" y="9248"/>
                  </a:lnTo>
                  <a:cubicBezTo>
                    <a:pt x="4436" y="9370"/>
                    <a:pt x="4402" y="9456"/>
                    <a:pt x="4350" y="9578"/>
                  </a:cubicBezTo>
                  <a:lnTo>
                    <a:pt x="3674" y="9387"/>
                  </a:lnTo>
                  <a:cubicBezTo>
                    <a:pt x="3743" y="9248"/>
                    <a:pt x="3795" y="9162"/>
                    <a:pt x="3847" y="9040"/>
                  </a:cubicBezTo>
                  <a:close/>
                  <a:moveTo>
                    <a:pt x="6810" y="9387"/>
                  </a:moveTo>
                  <a:lnTo>
                    <a:pt x="5996" y="9595"/>
                  </a:lnTo>
                  <a:cubicBezTo>
                    <a:pt x="5996" y="9404"/>
                    <a:pt x="6117" y="9387"/>
                    <a:pt x="6810" y="9387"/>
                  </a:cubicBezTo>
                  <a:close/>
                  <a:moveTo>
                    <a:pt x="4766" y="9318"/>
                  </a:moveTo>
                  <a:lnTo>
                    <a:pt x="5129" y="9387"/>
                  </a:lnTo>
                  <a:cubicBezTo>
                    <a:pt x="5085" y="9585"/>
                    <a:pt x="5062" y="9657"/>
                    <a:pt x="4954" y="9657"/>
                  </a:cubicBezTo>
                  <a:cubicBezTo>
                    <a:pt x="4892" y="9657"/>
                    <a:pt x="4801" y="9633"/>
                    <a:pt x="4662" y="9595"/>
                  </a:cubicBezTo>
                  <a:lnTo>
                    <a:pt x="4766" y="9318"/>
                  </a:lnTo>
                  <a:close/>
                  <a:moveTo>
                    <a:pt x="5782" y="0"/>
                  </a:moveTo>
                  <a:cubicBezTo>
                    <a:pt x="4702" y="0"/>
                    <a:pt x="3620" y="352"/>
                    <a:pt x="2721" y="1069"/>
                  </a:cubicBezTo>
                  <a:cubicBezTo>
                    <a:pt x="2374" y="1329"/>
                    <a:pt x="2062" y="1607"/>
                    <a:pt x="1768" y="1901"/>
                  </a:cubicBezTo>
                  <a:cubicBezTo>
                    <a:pt x="381" y="3339"/>
                    <a:pt x="0" y="5038"/>
                    <a:pt x="676" y="6892"/>
                  </a:cubicBezTo>
                  <a:cubicBezTo>
                    <a:pt x="1347" y="8733"/>
                    <a:pt x="3197" y="9924"/>
                    <a:pt x="5580" y="9924"/>
                  </a:cubicBezTo>
                  <a:cubicBezTo>
                    <a:pt x="5597" y="9924"/>
                    <a:pt x="5615" y="9924"/>
                    <a:pt x="5632" y="9924"/>
                  </a:cubicBezTo>
                  <a:cubicBezTo>
                    <a:pt x="6498" y="9855"/>
                    <a:pt x="7330" y="9560"/>
                    <a:pt x="8023" y="9040"/>
                  </a:cubicBezTo>
                  <a:cubicBezTo>
                    <a:pt x="8474" y="8694"/>
                    <a:pt x="8924" y="8330"/>
                    <a:pt x="9323" y="7914"/>
                  </a:cubicBezTo>
                  <a:cubicBezTo>
                    <a:pt x="11056" y="6129"/>
                    <a:pt x="11056" y="3270"/>
                    <a:pt x="9323" y="1485"/>
                  </a:cubicBezTo>
                  <a:cubicBezTo>
                    <a:pt x="8360" y="504"/>
                    <a:pt x="7073" y="0"/>
                    <a:pt x="5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7"/>
            <p:cNvSpPr txBox="1"/>
            <p:nvPr/>
          </p:nvSpPr>
          <p:spPr>
            <a:xfrm>
              <a:off x="5768150" y="3509081"/>
              <a:ext cx="10554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1" name="Google Shape;1411;p27"/>
            <p:cNvSpPr txBox="1"/>
            <p:nvPr/>
          </p:nvSpPr>
          <p:spPr>
            <a:xfrm>
              <a:off x="5768150" y="4512459"/>
              <a:ext cx="1055400" cy="2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60</a:t>
              </a:r>
              <a:r>
                <a:rPr b="1" lang="en-GB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12" name="Google Shape;1412;p27"/>
          <p:cNvGrpSpPr/>
          <p:nvPr/>
        </p:nvGrpSpPr>
        <p:grpSpPr>
          <a:xfrm>
            <a:off x="6776500" y="3509081"/>
            <a:ext cx="1055400" cy="1247578"/>
            <a:chOff x="6776500" y="3509081"/>
            <a:chExt cx="1055400" cy="1247578"/>
          </a:xfrm>
        </p:grpSpPr>
        <p:sp>
          <p:nvSpPr>
            <p:cNvPr id="1413" name="Google Shape;1413;p27"/>
            <p:cNvSpPr/>
            <p:nvPr/>
          </p:nvSpPr>
          <p:spPr>
            <a:xfrm>
              <a:off x="7024766" y="3875143"/>
              <a:ext cx="558900" cy="558900"/>
            </a:xfrm>
            <a:prstGeom prst="pie">
              <a:avLst>
                <a:gd fmla="val 6299534" name="adj1"/>
                <a:gd fmla="val 1620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7"/>
            <p:cNvSpPr/>
            <p:nvPr/>
          </p:nvSpPr>
          <p:spPr>
            <a:xfrm>
              <a:off x="6980950" y="3875143"/>
              <a:ext cx="646500" cy="580414"/>
            </a:xfrm>
            <a:custGeom>
              <a:rect b="b" l="l" r="r" t="t"/>
              <a:pathLst>
                <a:path extrusionOk="0" h="9925" w="11056">
                  <a:moveTo>
                    <a:pt x="1040" y="3270"/>
                  </a:moveTo>
                  <a:lnTo>
                    <a:pt x="1109" y="3287"/>
                  </a:lnTo>
                  <a:lnTo>
                    <a:pt x="1092" y="3287"/>
                  </a:lnTo>
                  <a:cubicBezTo>
                    <a:pt x="1040" y="3669"/>
                    <a:pt x="988" y="4067"/>
                    <a:pt x="919" y="4448"/>
                  </a:cubicBezTo>
                  <a:cubicBezTo>
                    <a:pt x="901" y="4535"/>
                    <a:pt x="780" y="4604"/>
                    <a:pt x="711" y="4691"/>
                  </a:cubicBezTo>
                  <a:lnTo>
                    <a:pt x="624" y="4639"/>
                  </a:lnTo>
                  <a:cubicBezTo>
                    <a:pt x="763" y="4189"/>
                    <a:pt x="901" y="3738"/>
                    <a:pt x="1040" y="3270"/>
                  </a:cubicBezTo>
                  <a:close/>
                  <a:moveTo>
                    <a:pt x="901" y="4916"/>
                  </a:moveTo>
                  <a:cubicBezTo>
                    <a:pt x="988" y="5176"/>
                    <a:pt x="971" y="5402"/>
                    <a:pt x="659" y="5540"/>
                  </a:cubicBezTo>
                  <a:cubicBezTo>
                    <a:pt x="555" y="5107"/>
                    <a:pt x="572" y="5072"/>
                    <a:pt x="901" y="4916"/>
                  </a:cubicBezTo>
                  <a:close/>
                  <a:moveTo>
                    <a:pt x="1005" y="5679"/>
                  </a:moveTo>
                  <a:lnTo>
                    <a:pt x="1005" y="5679"/>
                  </a:lnTo>
                  <a:cubicBezTo>
                    <a:pt x="1196" y="6216"/>
                    <a:pt x="1196" y="6216"/>
                    <a:pt x="849" y="6476"/>
                  </a:cubicBezTo>
                  <a:cubicBezTo>
                    <a:pt x="624" y="6043"/>
                    <a:pt x="641" y="5921"/>
                    <a:pt x="1005" y="5679"/>
                  </a:cubicBezTo>
                  <a:close/>
                  <a:moveTo>
                    <a:pt x="1265" y="6528"/>
                  </a:moveTo>
                  <a:lnTo>
                    <a:pt x="1265" y="6528"/>
                  </a:lnTo>
                  <a:cubicBezTo>
                    <a:pt x="1508" y="6892"/>
                    <a:pt x="1508" y="6892"/>
                    <a:pt x="1161" y="7204"/>
                  </a:cubicBezTo>
                  <a:cubicBezTo>
                    <a:pt x="884" y="6892"/>
                    <a:pt x="884" y="6840"/>
                    <a:pt x="1265" y="6528"/>
                  </a:cubicBezTo>
                  <a:close/>
                  <a:moveTo>
                    <a:pt x="1612" y="7186"/>
                  </a:moveTo>
                  <a:lnTo>
                    <a:pt x="1612" y="7186"/>
                  </a:lnTo>
                  <a:cubicBezTo>
                    <a:pt x="1906" y="7516"/>
                    <a:pt x="1906" y="7516"/>
                    <a:pt x="1560" y="7879"/>
                  </a:cubicBezTo>
                  <a:cubicBezTo>
                    <a:pt x="1231" y="7533"/>
                    <a:pt x="1248" y="7481"/>
                    <a:pt x="1612" y="7186"/>
                  </a:cubicBezTo>
                  <a:close/>
                  <a:moveTo>
                    <a:pt x="2028" y="7758"/>
                  </a:moveTo>
                  <a:cubicBezTo>
                    <a:pt x="2426" y="8070"/>
                    <a:pt x="2426" y="8122"/>
                    <a:pt x="2114" y="8469"/>
                  </a:cubicBezTo>
                  <a:cubicBezTo>
                    <a:pt x="1698" y="8226"/>
                    <a:pt x="1681" y="8191"/>
                    <a:pt x="2028" y="7758"/>
                  </a:cubicBezTo>
                  <a:close/>
                  <a:moveTo>
                    <a:pt x="2599" y="8278"/>
                  </a:moveTo>
                  <a:lnTo>
                    <a:pt x="2946" y="8538"/>
                  </a:lnTo>
                  <a:lnTo>
                    <a:pt x="2617" y="8884"/>
                  </a:lnTo>
                  <a:lnTo>
                    <a:pt x="2340" y="8694"/>
                  </a:lnTo>
                  <a:lnTo>
                    <a:pt x="2599" y="8278"/>
                  </a:lnTo>
                  <a:close/>
                  <a:moveTo>
                    <a:pt x="5723" y="255"/>
                  </a:moveTo>
                  <a:cubicBezTo>
                    <a:pt x="5733" y="255"/>
                    <a:pt x="5743" y="255"/>
                    <a:pt x="5753" y="255"/>
                  </a:cubicBezTo>
                  <a:cubicBezTo>
                    <a:pt x="8335" y="272"/>
                    <a:pt x="10276" y="2144"/>
                    <a:pt x="10363" y="4691"/>
                  </a:cubicBezTo>
                  <a:cubicBezTo>
                    <a:pt x="10276" y="7273"/>
                    <a:pt x="8370" y="9144"/>
                    <a:pt x="5753" y="9144"/>
                  </a:cubicBezTo>
                  <a:cubicBezTo>
                    <a:pt x="3085" y="9144"/>
                    <a:pt x="1231" y="7169"/>
                    <a:pt x="1179" y="4708"/>
                  </a:cubicBezTo>
                  <a:cubicBezTo>
                    <a:pt x="1127" y="2138"/>
                    <a:pt x="3496" y="255"/>
                    <a:pt x="5723" y="255"/>
                  </a:cubicBezTo>
                  <a:close/>
                  <a:moveTo>
                    <a:pt x="3154" y="8694"/>
                  </a:moveTo>
                  <a:cubicBezTo>
                    <a:pt x="3622" y="8919"/>
                    <a:pt x="3639" y="8936"/>
                    <a:pt x="3362" y="9283"/>
                  </a:cubicBezTo>
                  <a:lnTo>
                    <a:pt x="2963" y="9075"/>
                  </a:lnTo>
                  <a:lnTo>
                    <a:pt x="3154" y="8694"/>
                  </a:lnTo>
                  <a:close/>
                  <a:moveTo>
                    <a:pt x="3847" y="9040"/>
                  </a:moveTo>
                  <a:lnTo>
                    <a:pt x="4471" y="9248"/>
                  </a:lnTo>
                  <a:cubicBezTo>
                    <a:pt x="4436" y="9370"/>
                    <a:pt x="4402" y="9456"/>
                    <a:pt x="4350" y="9578"/>
                  </a:cubicBezTo>
                  <a:lnTo>
                    <a:pt x="3674" y="9387"/>
                  </a:lnTo>
                  <a:cubicBezTo>
                    <a:pt x="3743" y="9248"/>
                    <a:pt x="3795" y="9162"/>
                    <a:pt x="3847" y="9040"/>
                  </a:cubicBezTo>
                  <a:close/>
                  <a:moveTo>
                    <a:pt x="6810" y="9387"/>
                  </a:moveTo>
                  <a:lnTo>
                    <a:pt x="5996" y="9595"/>
                  </a:lnTo>
                  <a:cubicBezTo>
                    <a:pt x="5996" y="9404"/>
                    <a:pt x="6117" y="9387"/>
                    <a:pt x="6810" y="9387"/>
                  </a:cubicBezTo>
                  <a:close/>
                  <a:moveTo>
                    <a:pt x="4766" y="9318"/>
                  </a:moveTo>
                  <a:lnTo>
                    <a:pt x="5129" y="9387"/>
                  </a:lnTo>
                  <a:cubicBezTo>
                    <a:pt x="5085" y="9585"/>
                    <a:pt x="5062" y="9657"/>
                    <a:pt x="4954" y="9657"/>
                  </a:cubicBezTo>
                  <a:cubicBezTo>
                    <a:pt x="4892" y="9657"/>
                    <a:pt x="4801" y="9633"/>
                    <a:pt x="4662" y="9595"/>
                  </a:cubicBezTo>
                  <a:lnTo>
                    <a:pt x="4766" y="9318"/>
                  </a:lnTo>
                  <a:close/>
                  <a:moveTo>
                    <a:pt x="5782" y="0"/>
                  </a:moveTo>
                  <a:cubicBezTo>
                    <a:pt x="4702" y="0"/>
                    <a:pt x="3620" y="352"/>
                    <a:pt x="2721" y="1069"/>
                  </a:cubicBezTo>
                  <a:cubicBezTo>
                    <a:pt x="2374" y="1329"/>
                    <a:pt x="2062" y="1607"/>
                    <a:pt x="1768" y="1901"/>
                  </a:cubicBezTo>
                  <a:cubicBezTo>
                    <a:pt x="381" y="3339"/>
                    <a:pt x="0" y="5038"/>
                    <a:pt x="676" y="6892"/>
                  </a:cubicBezTo>
                  <a:cubicBezTo>
                    <a:pt x="1347" y="8733"/>
                    <a:pt x="3197" y="9924"/>
                    <a:pt x="5580" y="9924"/>
                  </a:cubicBezTo>
                  <a:cubicBezTo>
                    <a:pt x="5597" y="9924"/>
                    <a:pt x="5615" y="9924"/>
                    <a:pt x="5632" y="9924"/>
                  </a:cubicBezTo>
                  <a:cubicBezTo>
                    <a:pt x="6498" y="9855"/>
                    <a:pt x="7330" y="9560"/>
                    <a:pt x="8023" y="9040"/>
                  </a:cubicBezTo>
                  <a:cubicBezTo>
                    <a:pt x="8474" y="8694"/>
                    <a:pt x="8924" y="8330"/>
                    <a:pt x="9323" y="7914"/>
                  </a:cubicBezTo>
                  <a:cubicBezTo>
                    <a:pt x="11056" y="6129"/>
                    <a:pt x="11056" y="3270"/>
                    <a:pt x="9323" y="1485"/>
                  </a:cubicBezTo>
                  <a:cubicBezTo>
                    <a:pt x="8360" y="504"/>
                    <a:pt x="7073" y="0"/>
                    <a:pt x="5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7"/>
            <p:cNvSpPr txBox="1"/>
            <p:nvPr/>
          </p:nvSpPr>
          <p:spPr>
            <a:xfrm>
              <a:off x="6776500" y="3509081"/>
              <a:ext cx="10554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6" name="Google Shape;1416;p27"/>
            <p:cNvSpPr txBox="1"/>
            <p:nvPr/>
          </p:nvSpPr>
          <p:spPr>
            <a:xfrm>
              <a:off x="6776500" y="4512459"/>
              <a:ext cx="1055400" cy="2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4</a:t>
              </a:r>
              <a:r>
                <a:rPr b="1" lang="en-GB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5%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17" name="Google Shape;1417;p27"/>
          <p:cNvGrpSpPr/>
          <p:nvPr/>
        </p:nvGrpSpPr>
        <p:grpSpPr>
          <a:xfrm>
            <a:off x="7787575" y="3509081"/>
            <a:ext cx="1055400" cy="1247578"/>
            <a:chOff x="7787575" y="3509081"/>
            <a:chExt cx="1055400" cy="1247578"/>
          </a:xfrm>
        </p:grpSpPr>
        <p:sp>
          <p:nvSpPr>
            <p:cNvPr id="1418" name="Google Shape;1418;p27"/>
            <p:cNvSpPr/>
            <p:nvPr/>
          </p:nvSpPr>
          <p:spPr>
            <a:xfrm>
              <a:off x="8035830" y="3877529"/>
              <a:ext cx="558900" cy="558900"/>
            </a:xfrm>
            <a:prstGeom prst="pie">
              <a:avLst>
                <a:gd fmla="val 19334257" name="adj1"/>
                <a:gd fmla="val 1620000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7"/>
            <p:cNvSpPr/>
            <p:nvPr/>
          </p:nvSpPr>
          <p:spPr>
            <a:xfrm>
              <a:off x="7992013" y="3877529"/>
              <a:ext cx="646500" cy="580389"/>
            </a:xfrm>
            <a:custGeom>
              <a:rect b="b" l="l" r="r" t="t"/>
              <a:pathLst>
                <a:path extrusionOk="0" h="9925" w="11056">
                  <a:moveTo>
                    <a:pt x="1040" y="3270"/>
                  </a:moveTo>
                  <a:lnTo>
                    <a:pt x="1109" y="3287"/>
                  </a:lnTo>
                  <a:lnTo>
                    <a:pt x="1092" y="3287"/>
                  </a:lnTo>
                  <a:cubicBezTo>
                    <a:pt x="1040" y="3669"/>
                    <a:pt x="988" y="4067"/>
                    <a:pt x="919" y="4448"/>
                  </a:cubicBezTo>
                  <a:cubicBezTo>
                    <a:pt x="901" y="4535"/>
                    <a:pt x="780" y="4604"/>
                    <a:pt x="711" y="4691"/>
                  </a:cubicBezTo>
                  <a:lnTo>
                    <a:pt x="624" y="4639"/>
                  </a:lnTo>
                  <a:cubicBezTo>
                    <a:pt x="763" y="4189"/>
                    <a:pt x="901" y="3738"/>
                    <a:pt x="1040" y="3270"/>
                  </a:cubicBezTo>
                  <a:close/>
                  <a:moveTo>
                    <a:pt x="901" y="4916"/>
                  </a:moveTo>
                  <a:cubicBezTo>
                    <a:pt x="988" y="5176"/>
                    <a:pt x="971" y="5402"/>
                    <a:pt x="659" y="5540"/>
                  </a:cubicBezTo>
                  <a:cubicBezTo>
                    <a:pt x="555" y="5107"/>
                    <a:pt x="572" y="5072"/>
                    <a:pt x="901" y="4916"/>
                  </a:cubicBezTo>
                  <a:close/>
                  <a:moveTo>
                    <a:pt x="1005" y="5679"/>
                  </a:moveTo>
                  <a:lnTo>
                    <a:pt x="1005" y="5679"/>
                  </a:lnTo>
                  <a:cubicBezTo>
                    <a:pt x="1196" y="6216"/>
                    <a:pt x="1196" y="6216"/>
                    <a:pt x="849" y="6476"/>
                  </a:cubicBezTo>
                  <a:cubicBezTo>
                    <a:pt x="624" y="6043"/>
                    <a:pt x="641" y="5921"/>
                    <a:pt x="1005" y="5679"/>
                  </a:cubicBezTo>
                  <a:close/>
                  <a:moveTo>
                    <a:pt x="1265" y="6528"/>
                  </a:moveTo>
                  <a:lnTo>
                    <a:pt x="1265" y="6528"/>
                  </a:lnTo>
                  <a:cubicBezTo>
                    <a:pt x="1508" y="6892"/>
                    <a:pt x="1508" y="6892"/>
                    <a:pt x="1161" y="7204"/>
                  </a:cubicBezTo>
                  <a:cubicBezTo>
                    <a:pt x="884" y="6892"/>
                    <a:pt x="884" y="6840"/>
                    <a:pt x="1265" y="6528"/>
                  </a:cubicBezTo>
                  <a:close/>
                  <a:moveTo>
                    <a:pt x="1612" y="7186"/>
                  </a:moveTo>
                  <a:lnTo>
                    <a:pt x="1612" y="7186"/>
                  </a:lnTo>
                  <a:cubicBezTo>
                    <a:pt x="1906" y="7516"/>
                    <a:pt x="1906" y="7516"/>
                    <a:pt x="1560" y="7879"/>
                  </a:cubicBezTo>
                  <a:cubicBezTo>
                    <a:pt x="1231" y="7533"/>
                    <a:pt x="1248" y="7481"/>
                    <a:pt x="1612" y="7186"/>
                  </a:cubicBezTo>
                  <a:close/>
                  <a:moveTo>
                    <a:pt x="2028" y="7758"/>
                  </a:moveTo>
                  <a:cubicBezTo>
                    <a:pt x="2426" y="8070"/>
                    <a:pt x="2426" y="8122"/>
                    <a:pt x="2114" y="8469"/>
                  </a:cubicBezTo>
                  <a:cubicBezTo>
                    <a:pt x="1698" y="8226"/>
                    <a:pt x="1681" y="8191"/>
                    <a:pt x="2028" y="7758"/>
                  </a:cubicBezTo>
                  <a:close/>
                  <a:moveTo>
                    <a:pt x="2599" y="8278"/>
                  </a:moveTo>
                  <a:lnTo>
                    <a:pt x="2946" y="8538"/>
                  </a:lnTo>
                  <a:lnTo>
                    <a:pt x="2617" y="8884"/>
                  </a:lnTo>
                  <a:lnTo>
                    <a:pt x="2340" y="8694"/>
                  </a:lnTo>
                  <a:lnTo>
                    <a:pt x="2599" y="8278"/>
                  </a:lnTo>
                  <a:close/>
                  <a:moveTo>
                    <a:pt x="5723" y="255"/>
                  </a:moveTo>
                  <a:cubicBezTo>
                    <a:pt x="5733" y="255"/>
                    <a:pt x="5743" y="255"/>
                    <a:pt x="5753" y="255"/>
                  </a:cubicBezTo>
                  <a:cubicBezTo>
                    <a:pt x="8335" y="272"/>
                    <a:pt x="10276" y="2144"/>
                    <a:pt x="10363" y="4691"/>
                  </a:cubicBezTo>
                  <a:cubicBezTo>
                    <a:pt x="10276" y="7273"/>
                    <a:pt x="8370" y="9144"/>
                    <a:pt x="5753" y="9144"/>
                  </a:cubicBezTo>
                  <a:cubicBezTo>
                    <a:pt x="3085" y="9144"/>
                    <a:pt x="1231" y="7169"/>
                    <a:pt x="1179" y="4708"/>
                  </a:cubicBezTo>
                  <a:cubicBezTo>
                    <a:pt x="1127" y="2138"/>
                    <a:pt x="3496" y="255"/>
                    <a:pt x="5723" y="255"/>
                  </a:cubicBezTo>
                  <a:close/>
                  <a:moveTo>
                    <a:pt x="3154" y="8694"/>
                  </a:moveTo>
                  <a:cubicBezTo>
                    <a:pt x="3622" y="8919"/>
                    <a:pt x="3639" y="8936"/>
                    <a:pt x="3362" y="9283"/>
                  </a:cubicBezTo>
                  <a:lnTo>
                    <a:pt x="2963" y="9075"/>
                  </a:lnTo>
                  <a:lnTo>
                    <a:pt x="3154" y="8694"/>
                  </a:lnTo>
                  <a:close/>
                  <a:moveTo>
                    <a:pt x="3847" y="9040"/>
                  </a:moveTo>
                  <a:lnTo>
                    <a:pt x="4471" y="9248"/>
                  </a:lnTo>
                  <a:cubicBezTo>
                    <a:pt x="4436" y="9370"/>
                    <a:pt x="4402" y="9456"/>
                    <a:pt x="4350" y="9578"/>
                  </a:cubicBezTo>
                  <a:lnTo>
                    <a:pt x="3674" y="9387"/>
                  </a:lnTo>
                  <a:cubicBezTo>
                    <a:pt x="3743" y="9248"/>
                    <a:pt x="3795" y="9162"/>
                    <a:pt x="3847" y="9040"/>
                  </a:cubicBezTo>
                  <a:close/>
                  <a:moveTo>
                    <a:pt x="6810" y="9387"/>
                  </a:moveTo>
                  <a:lnTo>
                    <a:pt x="5996" y="9595"/>
                  </a:lnTo>
                  <a:cubicBezTo>
                    <a:pt x="5996" y="9404"/>
                    <a:pt x="6117" y="9387"/>
                    <a:pt x="6810" y="9387"/>
                  </a:cubicBezTo>
                  <a:close/>
                  <a:moveTo>
                    <a:pt x="4766" y="9318"/>
                  </a:moveTo>
                  <a:lnTo>
                    <a:pt x="5129" y="9387"/>
                  </a:lnTo>
                  <a:cubicBezTo>
                    <a:pt x="5085" y="9585"/>
                    <a:pt x="5062" y="9657"/>
                    <a:pt x="4954" y="9657"/>
                  </a:cubicBezTo>
                  <a:cubicBezTo>
                    <a:pt x="4892" y="9657"/>
                    <a:pt x="4801" y="9633"/>
                    <a:pt x="4662" y="9595"/>
                  </a:cubicBezTo>
                  <a:lnTo>
                    <a:pt x="4766" y="9318"/>
                  </a:lnTo>
                  <a:close/>
                  <a:moveTo>
                    <a:pt x="5782" y="0"/>
                  </a:moveTo>
                  <a:cubicBezTo>
                    <a:pt x="4702" y="0"/>
                    <a:pt x="3620" y="352"/>
                    <a:pt x="2721" y="1069"/>
                  </a:cubicBezTo>
                  <a:cubicBezTo>
                    <a:pt x="2374" y="1329"/>
                    <a:pt x="2062" y="1607"/>
                    <a:pt x="1768" y="1901"/>
                  </a:cubicBezTo>
                  <a:cubicBezTo>
                    <a:pt x="381" y="3339"/>
                    <a:pt x="0" y="5038"/>
                    <a:pt x="676" y="6892"/>
                  </a:cubicBezTo>
                  <a:cubicBezTo>
                    <a:pt x="1347" y="8733"/>
                    <a:pt x="3197" y="9924"/>
                    <a:pt x="5580" y="9924"/>
                  </a:cubicBezTo>
                  <a:cubicBezTo>
                    <a:pt x="5597" y="9924"/>
                    <a:pt x="5615" y="9924"/>
                    <a:pt x="5632" y="9924"/>
                  </a:cubicBezTo>
                  <a:cubicBezTo>
                    <a:pt x="6498" y="9855"/>
                    <a:pt x="7330" y="9560"/>
                    <a:pt x="8023" y="9040"/>
                  </a:cubicBezTo>
                  <a:cubicBezTo>
                    <a:pt x="8474" y="8694"/>
                    <a:pt x="8924" y="8330"/>
                    <a:pt x="9323" y="7914"/>
                  </a:cubicBezTo>
                  <a:cubicBezTo>
                    <a:pt x="11056" y="6129"/>
                    <a:pt x="11056" y="3270"/>
                    <a:pt x="9323" y="1485"/>
                  </a:cubicBezTo>
                  <a:cubicBezTo>
                    <a:pt x="8360" y="504"/>
                    <a:pt x="7073" y="0"/>
                    <a:pt x="5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7"/>
            <p:cNvSpPr txBox="1"/>
            <p:nvPr/>
          </p:nvSpPr>
          <p:spPr>
            <a:xfrm>
              <a:off x="7787575" y="3509081"/>
              <a:ext cx="10554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1" name="Google Shape;1421;p27"/>
            <p:cNvSpPr txBox="1"/>
            <p:nvPr/>
          </p:nvSpPr>
          <p:spPr>
            <a:xfrm>
              <a:off x="7787575" y="4512459"/>
              <a:ext cx="1055400" cy="2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8</a:t>
              </a:r>
              <a:r>
                <a:rPr b="1" lang="en-GB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5%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28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1427" name="Google Shape;1427;p28"/>
          <p:cNvGrpSpPr/>
          <p:nvPr/>
        </p:nvGrpSpPr>
        <p:grpSpPr>
          <a:xfrm>
            <a:off x="5674136" y="1448401"/>
            <a:ext cx="3080531" cy="1407701"/>
            <a:chOff x="5674136" y="1448401"/>
            <a:chExt cx="3080531" cy="1407701"/>
          </a:xfrm>
        </p:grpSpPr>
        <p:sp>
          <p:nvSpPr>
            <p:cNvPr id="1428" name="Google Shape;1428;p28"/>
            <p:cNvSpPr/>
            <p:nvPr/>
          </p:nvSpPr>
          <p:spPr>
            <a:xfrm flipH="1">
              <a:off x="6065878" y="1448401"/>
              <a:ext cx="2688789" cy="1407643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9" name="Google Shape;1429;p28"/>
            <p:cNvGrpSpPr/>
            <p:nvPr/>
          </p:nvGrpSpPr>
          <p:grpSpPr>
            <a:xfrm>
              <a:off x="5674136" y="2017914"/>
              <a:ext cx="888029" cy="838188"/>
              <a:chOff x="4854897" y="1971100"/>
              <a:chExt cx="937828" cy="885191"/>
            </a:xfrm>
          </p:grpSpPr>
          <p:sp>
            <p:nvSpPr>
              <p:cNvPr id="1430" name="Google Shape;1430;p28"/>
              <p:cNvSpPr/>
              <p:nvPr/>
            </p:nvSpPr>
            <p:spPr>
              <a:xfrm>
                <a:off x="4883263" y="1985075"/>
                <a:ext cx="881075" cy="857250"/>
              </a:xfrm>
              <a:custGeom>
                <a:rect b="b" l="l" r="r" t="t"/>
                <a:pathLst>
                  <a:path extrusionOk="0" h="34290" w="35243">
                    <a:moveTo>
                      <a:pt x="3810" y="5143"/>
                    </a:moveTo>
                    <a:lnTo>
                      <a:pt x="9240" y="1143"/>
                    </a:lnTo>
                    <a:lnTo>
                      <a:pt x="18479" y="0"/>
                    </a:lnTo>
                    <a:lnTo>
                      <a:pt x="28766" y="4000"/>
                    </a:lnTo>
                    <a:lnTo>
                      <a:pt x="34862" y="12668"/>
                    </a:lnTo>
                    <a:lnTo>
                      <a:pt x="35243" y="22765"/>
                    </a:lnTo>
                    <a:lnTo>
                      <a:pt x="31147" y="29051"/>
                    </a:lnTo>
                    <a:lnTo>
                      <a:pt x="27432" y="31718"/>
                    </a:lnTo>
                    <a:lnTo>
                      <a:pt x="17050" y="34290"/>
                    </a:lnTo>
                    <a:lnTo>
                      <a:pt x="8097" y="32671"/>
                    </a:lnTo>
                    <a:lnTo>
                      <a:pt x="2763" y="27718"/>
                    </a:lnTo>
                    <a:lnTo>
                      <a:pt x="0" y="19240"/>
                    </a:lnTo>
                    <a:lnTo>
                      <a:pt x="191" y="13906"/>
                    </a:lnTo>
                    <a:lnTo>
                      <a:pt x="1715" y="742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31" name="Google Shape;1431;p28"/>
              <p:cNvSpPr/>
              <p:nvPr/>
            </p:nvSpPr>
            <p:spPr>
              <a:xfrm>
                <a:off x="4854897" y="1971100"/>
                <a:ext cx="937828" cy="885191"/>
              </a:xfrm>
              <a:custGeom>
                <a:rect b="b" l="l" r="r" t="t"/>
                <a:pathLst>
                  <a:path extrusionOk="0" h="9922" w="10512">
                    <a:moveTo>
                      <a:pt x="4476" y="451"/>
                    </a:moveTo>
                    <a:lnTo>
                      <a:pt x="5031" y="486"/>
                    </a:lnTo>
                    <a:lnTo>
                      <a:pt x="5655" y="590"/>
                    </a:lnTo>
                    <a:lnTo>
                      <a:pt x="6071" y="694"/>
                    </a:lnTo>
                    <a:lnTo>
                      <a:pt x="6453" y="833"/>
                    </a:lnTo>
                    <a:lnTo>
                      <a:pt x="6834" y="972"/>
                    </a:lnTo>
                    <a:lnTo>
                      <a:pt x="7181" y="1110"/>
                    </a:lnTo>
                    <a:lnTo>
                      <a:pt x="7528" y="1284"/>
                    </a:lnTo>
                    <a:lnTo>
                      <a:pt x="7806" y="1492"/>
                    </a:lnTo>
                    <a:lnTo>
                      <a:pt x="8118" y="1700"/>
                    </a:lnTo>
                    <a:lnTo>
                      <a:pt x="8395" y="1908"/>
                    </a:lnTo>
                    <a:lnTo>
                      <a:pt x="8673" y="2220"/>
                    </a:lnTo>
                    <a:lnTo>
                      <a:pt x="8950" y="2533"/>
                    </a:lnTo>
                    <a:lnTo>
                      <a:pt x="9158" y="2845"/>
                    </a:lnTo>
                    <a:lnTo>
                      <a:pt x="9367" y="3157"/>
                    </a:lnTo>
                    <a:lnTo>
                      <a:pt x="9505" y="3504"/>
                    </a:lnTo>
                    <a:lnTo>
                      <a:pt x="9609" y="3851"/>
                    </a:lnTo>
                    <a:lnTo>
                      <a:pt x="9679" y="4198"/>
                    </a:lnTo>
                    <a:lnTo>
                      <a:pt x="9748" y="4579"/>
                    </a:lnTo>
                    <a:lnTo>
                      <a:pt x="9783" y="5273"/>
                    </a:lnTo>
                    <a:lnTo>
                      <a:pt x="9818" y="5620"/>
                    </a:lnTo>
                    <a:lnTo>
                      <a:pt x="9818" y="5897"/>
                    </a:lnTo>
                    <a:lnTo>
                      <a:pt x="9748" y="6244"/>
                    </a:lnTo>
                    <a:lnTo>
                      <a:pt x="9679" y="6556"/>
                    </a:lnTo>
                    <a:lnTo>
                      <a:pt x="9505" y="7077"/>
                    </a:lnTo>
                    <a:lnTo>
                      <a:pt x="9401" y="7319"/>
                    </a:lnTo>
                    <a:lnTo>
                      <a:pt x="9263" y="7562"/>
                    </a:lnTo>
                    <a:lnTo>
                      <a:pt x="9020" y="7840"/>
                    </a:lnTo>
                    <a:lnTo>
                      <a:pt x="8812" y="8117"/>
                    </a:lnTo>
                    <a:lnTo>
                      <a:pt x="8569" y="8360"/>
                    </a:lnTo>
                    <a:lnTo>
                      <a:pt x="8326" y="8568"/>
                    </a:lnTo>
                    <a:lnTo>
                      <a:pt x="8048" y="8742"/>
                    </a:lnTo>
                    <a:lnTo>
                      <a:pt x="7806" y="8915"/>
                    </a:lnTo>
                    <a:lnTo>
                      <a:pt x="7528" y="9019"/>
                    </a:lnTo>
                    <a:lnTo>
                      <a:pt x="7216" y="9123"/>
                    </a:lnTo>
                    <a:lnTo>
                      <a:pt x="6869" y="9227"/>
                    </a:lnTo>
                    <a:lnTo>
                      <a:pt x="6453" y="9331"/>
                    </a:lnTo>
                    <a:lnTo>
                      <a:pt x="5690" y="9435"/>
                    </a:lnTo>
                    <a:lnTo>
                      <a:pt x="5204" y="9505"/>
                    </a:lnTo>
                    <a:lnTo>
                      <a:pt x="4892" y="9539"/>
                    </a:lnTo>
                    <a:lnTo>
                      <a:pt x="4545" y="9574"/>
                    </a:lnTo>
                    <a:lnTo>
                      <a:pt x="4129" y="9539"/>
                    </a:lnTo>
                    <a:lnTo>
                      <a:pt x="3712" y="9470"/>
                    </a:lnTo>
                    <a:lnTo>
                      <a:pt x="3262" y="9366"/>
                    </a:lnTo>
                    <a:lnTo>
                      <a:pt x="2845" y="9193"/>
                    </a:lnTo>
                    <a:lnTo>
                      <a:pt x="2568" y="9054"/>
                    </a:lnTo>
                    <a:lnTo>
                      <a:pt x="2325" y="8915"/>
                    </a:lnTo>
                    <a:lnTo>
                      <a:pt x="2082" y="8742"/>
                    </a:lnTo>
                    <a:lnTo>
                      <a:pt x="1839" y="8568"/>
                    </a:lnTo>
                    <a:lnTo>
                      <a:pt x="1458" y="8117"/>
                    </a:lnTo>
                    <a:lnTo>
                      <a:pt x="1042" y="7632"/>
                    </a:lnTo>
                    <a:lnTo>
                      <a:pt x="937" y="7458"/>
                    </a:lnTo>
                    <a:lnTo>
                      <a:pt x="833" y="7285"/>
                    </a:lnTo>
                    <a:lnTo>
                      <a:pt x="695" y="6903"/>
                    </a:lnTo>
                    <a:lnTo>
                      <a:pt x="591" y="6487"/>
                    </a:lnTo>
                    <a:lnTo>
                      <a:pt x="521" y="6071"/>
                    </a:lnTo>
                    <a:lnTo>
                      <a:pt x="487" y="5238"/>
                    </a:lnTo>
                    <a:lnTo>
                      <a:pt x="521" y="4440"/>
                    </a:lnTo>
                    <a:lnTo>
                      <a:pt x="660" y="3608"/>
                    </a:lnTo>
                    <a:lnTo>
                      <a:pt x="833" y="2810"/>
                    </a:lnTo>
                    <a:lnTo>
                      <a:pt x="903" y="2567"/>
                    </a:lnTo>
                    <a:lnTo>
                      <a:pt x="1007" y="2359"/>
                    </a:lnTo>
                    <a:lnTo>
                      <a:pt x="1146" y="2151"/>
                    </a:lnTo>
                    <a:lnTo>
                      <a:pt x="1284" y="1943"/>
                    </a:lnTo>
                    <a:lnTo>
                      <a:pt x="1423" y="1769"/>
                    </a:lnTo>
                    <a:lnTo>
                      <a:pt x="1631" y="1596"/>
                    </a:lnTo>
                    <a:lnTo>
                      <a:pt x="2082" y="1214"/>
                    </a:lnTo>
                    <a:lnTo>
                      <a:pt x="2360" y="1041"/>
                    </a:lnTo>
                    <a:lnTo>
                      <a:pt x="2637" y="867"/>
                    </a:lnTo>
                    <a:lnTo>
                      <a:pt x="2915" y="729"/>
                    </a:lnTo>
                    <a:lnTo>
                      <a:pt x="3227" y="625"/>
                    </a:lnTo>
                    <a:lnTo>
                      <a:pt x="3504" y="555"/>
                    </a:lnTo>
                    <a:lnTo>
                      <a:pt x="3817" y="486"/>
                    </a:lnTo>
                    <a:lnTo>
                      <a:pt x="4129" y="451"/>
                    </a:lnTo>
                    <a:close/>
                    <a:moveTo>
                      <a:pt x="4857" y="0"/>
                    </a:moveTo>
                    <a:lnTo>
                      <a:pt x="4267" y="35"/>
                    </a:lnTo>
                    <a:lnTo>
                      <a:pt x="3678" y="104"/>
                    </a:lnTo>
                    <a:lnTo>
                      <a:pt x="3227" y="174"/>
                    </a:lnTo>
                    <a:lnTo>
                      <a:pt x="2776" y="312"/>
                    </a:lnTo>
                    <a:lnTo>
                      <a:pt x="2568" y="417"/>
                    </a:lnTo>
                    <a:lnTo>
                      <a:pt x="2360" y="555"/>
                    </a:lnTo>
                    <a:lnTo>
                      <a:pt x="2152" y="694"/>
                    </a:lnTo>
                    <a:lnTo>
                      <a:pt x="1943" y="867"/>
                    </a:lnTo>
                    <a:lnTo>
                      <a:pt x="1805" y="1006"/>
                    </a:lnTo>
                    <a:lnTo>
                      <a:pt x="1631" y="1145"/>
                    </a:lnTo>
                    <a:lnTo>
                      <a:pt x="1527" y="1214"/>
                    </a:lnTo>
                    <a:lnTo>
                      <a:pt x="1076" y="1596"/>
                    </a:lnTo>
                    <a:lnTo>
                      <a:pt x="903" y="1804"/>
                    </a:lnTo>
                    <a:lnTo>
                      <a:pt x="729" y="1978"/>
                    </a:lnTo>
                    <a:lnTo>
                      <a:pt x="591" y="2220"/>
                    </a:lnTo>
                    <a:lnTo>
                      <a:pt x="487" y="2428"/>
                    </a:lnTo>
                    <a:lnTo>
                      <a:pt x="382" y="2671"/>
                    </a:lnTo>
                    <a:lnTo>
                      <a:pt x="313" y="2879"/>
                    </a:lnTo>
                    <a:lnTo>
                      <a:pt x="174" y="3400"/>
                    </a:lnTo>
                    <a:lnTo>
                      <a:pt x="70" y="3920"/>
                    </a:lnTo>
                    <a:lnTo>
                      <a:pt x="36" y="4440"/>
                    </a:lnTo>
                    <a:lnTo>
                      <a:pt x="1" y="4926"/>
                    </a:lnTo>
                    <a:lnTo>
                      <a:pt x="36" y="5446"/>
                    </a:lnTo>
                    <a:lnTo>
                      <a:pt x="105" y="5932"/>
                    </a:lnTo>
                    <a:lnTo>
                      <a:pt x="174" y="6418"/>
                    </a:lnTo>
                    <a:lnTo>
                      <a:pt x="313" y="6903"/>
                    </a:lnTo>
                    <a:lnTo>
                      <a:pt x="348" y="7111"/>
                    </a:lnTo>
                    <a:lnTo>
                      <a:pt x="382" y="7250"/>
                    </a:lnTo>
                    <a:lnTo>
                      <a:pt x="417" y="7389"/>
                    </a:lnTo>
                    <a:lnTo>
                      <a:pt x="937" y="8117"/>
                    </a:lnTo>
                    <a:lnTo>
                      <a:pt x="1423" y="8811"/>
                    </a:lnTo>
                    <a:lnTo>
                      <a:pt x="1666" y="9089"/>
                    </a:lnTo>
                    <a:lnTo>
                      <a:pt x="1805" y="9193"/>
                    </a:lnTo>
                    <a:lnTo>
                      <a:pt x="1978" y="9297"/>
                    </a:lnTo>
                    <a:lnTo>
                      <a:pt x="2152" y="9366"/>
                    </a:lnTo>
                    <a:lnTo>
                      <a:pt x="2672" y="9574"/>
                    </a:lnTo>
                    <a:lnTo>
                      <a:pt x="3192" y="9748"/>
                    </a:lnTo>
                    <a:lnTo>
                      <a:pt x="3747" y="9852"/>
                    </a:lnTo>
                    <a:lnTo>
                      <a:pt x="4025" y="9886"/>
                    </a:lnTo>
                    <a:lnTo>
                      <a:pt x="4302" y="9921"/>
                    </a:lnTo>
                    <a:lnTo>
                      <a:pt x="4510" y="9921"/>
                    </a:lnTo>
                    <a:lnTo>
                      <a:pt x="4892" y="9886"/>
                    </a:lnTo>
                    <a:lnTo>
                      <a:pt x="5516" y="9852"/>
                    </a:lnTo>
                    <a:lnTo>
                      <a:pt x="6141" y="9748"/>
                    </a:lnTo>
                    <a:lnTo>
                      <a:pt x="6730" y="9609"/>
                    </a:lnTo>
                    <a:lnTo>
                      <a:pt x="7216" y="9470"/>
                    </a:lnTo>
                    <a:lnTo>
                      <a:pt x="7702" y="9331"/>
                    </a:lnTo>
                    <a:lnTo>
                      <a:pt x="8118" y="9158"/>
                    </a:lnTo>
                    <a:lnTo>
                      <a:pt x="8291" y="9054"/>
                    </a:lnTo>
                    <a:lnTo>
                      <a:pt x="8430" y="8950"/>
                    </a:lnTo>
                    <a:lnTo>
                      <a:pt x="8708" y="8707"/>
                    </a:lnTo>
                    <a:lnTo>
                      <a:pt x="8950" y="8534"/>
                    </a:lnTo>
                    <a:lnTo>
                      <a:pt x="9228" y="8325"/>
                    </a:lnTo>
                    <a:lnTo>
                      <a:pt x="9401" y="8221"/>
                    </a:lnTo>
                    <a:lnTo>
                      <a:pt x="9540" y="8083"/>
                    </a:lnTo>
                    <a:lnTo>
                      <a:pt x="9644" y="7944"/>
                    </a:lnTo>
                    <a:lnTo>
                      <a:pt x="9748" y="7805"/>
                    </a:lnTo>
                    <a:lnTo>
                      <a:pt x="9922" y="7493"/>
                    </a:lnTo>
                    <a:lnTo>
                      <a:pt x="10095" y="7146"/>
                    </a:lnTo>
                    <a:lnTo>
                      <a:pt x="10164" y="6903"/>
                    </a:lnTo>
                    <a:lnTo>
                      <a:pt x="10303" y="6591"/>
                    </a:lnTo>
                    <a:lnTo>
                      <a:pt x="10373" y="6279"/>
                    </a:lnTo>
                    <a:lnTo>
                      <a:pt x="10442" y="5585"/>
                    </a:lnTo>
                    <a:lnTo>
                      <a:pt x="10511" y="5030"/>
                    </a:lnTo>
                    <a:lnTo>
                      <a:pt x="10442" y="4995"/>
                    </a:lnTo>
                    <a:lnTo>
                      <a:pt x="10407" y="4648"/>
                    </a:lnTo>
                    <a:lnTo>
                      <a:pt x="10338" y="3955"/>
                    </a:lnTo>
                    <a:lnTo>
                      <a:pt x="10234" y="3504"/>
                    </a:lnTo>
                    <a:lnTo>
                      <a:pt x="10130" y="3122"/>
                    </a:lnTo>
                    <a:lnTo>
                      <a:pt x="9956" y="2775"/>
                    </a:lnTo>
                    <a:lnTo>
                      <a:pt x="9748" y="2463"/>
                    </a:lnTo>
                    <a:lnTo>
                      <a:pt x="9540" y="2186"/>
                    </a:lnTo>
                    <a:lnTo>
                      <a:pt x="9332" y="1943"/>
                    </a:lnTo>
                    <a:lnTo>
                      <a:pt x="8881" y="1492"/>
                    </a:lnTo>
                    <a:lnTo>
                      <a:pt x="8395" y="1145"/>
                    </a:lnTo>
                    <a:lnTo>
                      <a:pt x="7944" y="833"/>
                    </a:lnTo>
                    <a:lnTo>
                      <a:pt x="7563" y="625"/>
                    </a:lnTo>
                    <a:lnTo>
                      <a:pt x="7216" y="451"/>
                    </a:lnTo>
                    <a:lnTo>
                      <a:pt x="6834" y="312"/>
                    </a:lnTo>
                    <a:lnTo>
                      <a:pt x="6488" y="208"/>
                    </a:lnTo>
                    <a:lnTo>
                      <a:pt x="6106" y="104"/>
                    </a:lnTo>
                    <a:lnTo>
                      <a:pt x="5690" y="70"/>
                    </a:lnTo>
                    <a:lnTo>
                      <a:pt x="5273" y="35"/>
                    </a:lnTo>
                    <a:lnTo>
                      <a:pt x="48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32" name="Google Shape;1432;p28"/>
            <p:cNvSpPr/>
            <p:nvPr/>
          </p:nvSpPr>
          <p:spPr>
            <a:xfrm>
              <a:off x="6648650" y="2047300"/>
              <a:ext cx="18765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0000" spcFirstLastPara="1" rIns="274300" wrap="square" tIns="9142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mostly of hydrogen and also helium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3" name="Google Shape;1433;p28"/>
            <p:cNvSpPr txBox="1"/>
            <p:nvPr/>
          </p:nvSpPr>
          <p:spPr>
            <a:xfrm>
              <a:off x="6585214" y="1613444"/>
              <a:ext cx="19398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Goals</a:t>
              </a:r>
              <a:endParaRPr sz="18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34" name="Google Shape;1434;p28"/>
            <p:cNvSpPr/>
            <p:nvPr/>
          </p:nvSpPr>
          <p:spPr>
            <a:xfrm flipH="1">
              <a:off x="5722992" y="2088800"/>
              <a:ext cx="707195" cy="698075"/>
            </a:xfrm>
            <a:custGeom>
              <a:rect b="b" l="l" r="r" t="t"/>
              <a:pathLst>
                <a:path extrusionOk="0" h="24909" w="24910">
                  <a:moveTo>
                    <a:pt x="11253" y="0"/>
                  </a:moveTo>
                  <a:cubicBezTo>
                    <a:pt x="8051" y="0"/>
                    <a:pt x="4944" y="1193"/>
                    <a:pt x="2866" y="3881"/>
                  </a:cubicBezTo>
                  <a:cubicBezTo>
                    <a:pt x="690" y="6637"/>
                    <a:pt x="1" y="10301"/>
                    <a:pt x="221" y="13883"/>
                  </a:cubicBezTo>
                  <a:cubicBezTo>
                    <a:pt x="442" y="16501"/>
                    <a:pt x="1131" y="19146"/>
                    <a:pt x="2756" y="21103"/>
                  </a:cubicBezTo>
                  <a:cubicBezTo>
                    <a:pt x="4823" y="23638"/>
                    <a:pt x="8019" y="24905"/>
                    <a:pt x="11133" y="24905"/>
                  </a:cubicBezTo>
                  <a:cubicBezTo>
                    <a:pt x="11238" y="24908"/>
                    <a:pt x="11343" y="24909"/>
                    <a:pt x="11449" y="24909"/>
                  </a:cubicBezTo>
                  <a:cubicBezTo>
                    <a:pt x="15691" y="24909"/>
                    <a:pt x="19788" y="22752"/>
                    <a:pt x="22154" y="19256"/>
                  </a:cubicBezTo>
                  <a:cubicBezTo>
                    <a:pt x="24552" y="15592"/>
                    <a:pt x="24910" y="10770"/>
                    <a:pt x="23064" y="6857"/>
                  </a:cubicBezTo>
                  <a:cubicBezTo>
                    <a:pt x="20942" y="2614"/>
                    <a:pt x="15994" y="0"/>
                    <a:pt x="11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5859676" y="2411018"/>
              <a:ext cx="433818" cy="205356"/>
            </a:xfrm>
            <a:custGeom>
              <a:rect b="b" l="l" r="r" t="t"/>
              <a:pathLst>
                <a:path extrusionOk="0" h="5608" w="11847">
                  <a:moveTo>
                    <a:pt x="3530" y="3466"/>
                  </a:moveTo>
                  <a:lnTo>
                    <a:pt x="3530" y="4883"/>
                  </a:lnTo>
                  <a:lnTo>
                    <a:pt x="757" y="4883"/>
                  </a:lnTo>
                  <a:lnTo>
                    <a:pt x="757" y="3466"/>
                  </a:lnTo>
                  <a:close/>
                  <a:moveTo>
                    <a:pt x="7688" y="725"/>
                  </a:moveTo>
                  <a:lnTo>
                    <a:pt x="7688" y="4883"/>
                  </a:lnTo>
                  <a:lnTo>
                    <a:pt x="4223" y="4883"/>
                  </a:lnTo>
                  <a:lnTo>
                    <a:pt x="4223" y="725"/>
                  </a:lnTo>
                  <a:close/>
                  <a:moveTo>
                    <a:pt x="11185" y="2111"/>
                  </a:moveTo>
                  <a:lnTo>
                    <a:pt x="11185" y="4883"/>
                  </a:lnTo>
                  <a:lnTo>
                    <a:pt x="8381" y="4883"/>
                  </a:lnTo>
                  <a:lnTo>
                    <a:pt x="8381" y="2111"/>
                  </a:lnTo>
                  <a:close/>
                  <a:moveTo>
                    <a:pt x="3845" y="0"/>
                  </a:moveTo>
                  <a:cubicBezTo>
                    <a:pt x="3656" y="0"/>
                    <a:pt x="3498" y="158"/>
                    <a:pt x="3498" y="378"/>
                  </a:cubicBezTo>
                  <a:lnTo>
                    <a:pt x="3498" y="2804"/>
                  </a:lnTo>
                  <a:lnTo>
                    <a:pt x="348" y="2804"/>
                  </a:lnTo>
                  <a:cubicBezTo>
                    <a:pt x="158" y="2804"/>
                    <a:pt x="1" y="2962"/>
                    <a:pt x="1" y="3151"/>
                  </a:cubicBezTo>
                  <a:lnTo>
                    <a:pt x="1" y="5261"/>
                  </a:lnTo>
                  <a:cubicBezTo>
                    <a:pt x="1" y="5450"/>
                    <a:pt x="158" y="5608"/>
                    <a:pt x="348" y="5608"/>
                  </a:cubicBezTo>
                  <a:lnTo>
                    <a:pt x="11500" y="5608"/>
                  </a:lnTo>
                  <a:cubicBezTo>
                    <a:pt x="11689" y="5608"/>
                    <a:pt x="11847" y="5450"/>
                    <a:pt x="11847" y="5261"/>
                  </a:cubicBezTo>
                  <a:lnTo>
                    <a:pt x="11847" y="1733"/>
                  </a:lnTo>
                  <a:cubicBezTo>
                    <a:pt x="11847" y="1544"/>
                    <a:pt x="11689" y="1386"/>
                    <a:pt x="11532" y="1386"/>
                  </a:cubicBezTo>
                  <a:lnTo>
                    <a:pt x="8381" y="1386"/>
                  </a:lnTo>
                  <a:lnTo>
                    <a:pt x="8381" y="378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5988905" y="2183726"/>
              <a:ext cx="178844" cy="203086"/>
            </a:xfrm>
            <a:custGeom>
              <a:rect b="b" l="l" r="r" t="t"/>
              <a:pathLst>
                <a:path extrusionOk="0" h="5546" w="4884">
                  <a:moveTo>
                    <a:pt x="2426" y="662"/>
                  </a:moveTo>
                  <a:cubicBezTo>
                    <a:pt x="2804" y="662"/>
                    <a:pt x="3120" y="977"/>
                    <a:pt x="3120" y="1387"/>
                  </a:cubicBezTo>
                  <a:cubicBezTo>
                    <a:pt x="3120" y="1765"/>
                    <a:pt x="2804" y="2080"/>
                    <a:pt x="2426" y="2080"/>
                  </a:cubicBezTo>
                  <a:cubicBezTo>
                    <a:pt x="2017" y="2080"/>
                    <a:pt x="1702" y="1765"/>
                    <a:pt x="1702" y="1387"/>
                  </a:cubicBezTo>
                  <a:cubicBezTo>
                    <a:pt x="1702" y="977"/>
                    <a:pt x="2017" y="662"/>
                    <a:pt x="2426" y="662"/>
                  </a:cubicBezTo>
                  <a:close/>
                  <a:moveTo>
                    <a:pt x="2426" y="2742"/>
                  </a:moveTo>
                  <a:cubicBezTo>
                    <a:pt x="3340" y="2742"/>
                    <a:pt x="4128" y="3529"/>
                    <a:pt x="4128" y="4474"/>
                  </a:cubicBezTo>
                  <a:lnTo>
                    <a:pt x="4128" y="4852"/>
                  </a:lnTo>
                  <a:lnTo>
                    <a:pt x="694" y="4852"/>
                  </a:lnTo>
                  <a:lnTo>
                    <a:pt x="694" y="4474"/>
                  </a:lnTo>
                  <a:cubicBezTo>
                    <a:pt x="694" y="3498"/>
                    <a:pt x="1481" y="2742"/>
                    <a:pt x="2426" y="2742"/>
                  </a:cubicBezTo>
                  <a:close/>
                  <a:moveTo>
                    <a:pt x="2489" y="1"/>
                  </a:moveTo>
                  <a:cubicBezTo>
                    <a:pt x="1733" y="1"/>
                    <a:pt x="1103" y="631"/>
                    <a:pt x="1103" y="1387"/>
                  </a:cubicBezTo>
                  <a:cubicBezTo>
                    <a:pt x="1103" y="1733"/>
                    <a:pt x="1229" y="2049"/>
                    <a:pt x="1450" y="2269"/>
                  </a:cubicBezTo>
                  <a:cubicBezTo>
                    <a:pt x="568" y="2679"/>
                    <a:pt x="1" y="3498"/>
                    <a:pt x="1" y="4474"/>
                  </a:cubicBezTo>
                  <a:lnTo>
                    <a:pt x="1" y="5199"/>
                  </a:lnTo>
                  <a:cubicBezTo>
                    <a:pt x="1" y="5388"/>
                    <a:pt x="158" y="5546"/>
                    <a:pt x="379" y="5546"/>
                  </a:cubicBezTo>
                  <a:lnTo>
                    <a:pt x="4537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48" y="2679"/>
                    <a:pt x="3529" y="2269"/>
                  </a:cubicBezTo>
                  <a:cubicBezTo>
                    <a:pt x="3750" y="2049"/>
                    <a:pt x="3876" y="1733"/>
                    <a:pt x="3876" y="1387"/>
                  </a:cubicBezTo>
                  <a:cubicBezTo>
                    <a:pt x="3876" y="631"/>
                    <a:pt x="3246" y="1"/>
                    <a:pt x="24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6038523" y="2462284"/>
              <a:ext cx="77338" cy="102202"/>
            </a:xfrm>
            <a:custGeom>
              <a:rect b="b" l="l" r="r" t="t"/>
              <a:pathLst>
                <a:path extrusionOk="0" h="2791" w="2112">
                  <a:moveTo>
                    <a:pt x="1095" y="0"/>
                  </a:moveTo>
                  <a:cubicBezTo>
                    <a:pt x="1001" y="0"/>
                    <a:pt x="903" y="28"/>
                    <a:pt x="819" y="112"/>
                  </a:cubicBezTo>
                  <a:lnTo>
                    <a:pt x="126" y="805"/>
                  </a:lnTo>
                  <a:cubicBezTo>
                    <a:pt x="0" y="931"/>
                    <a:pt x="0" y="1184"/>
                    <a:pt x="126" y="1278"/>
                  </a:cubicBezTo>
                  <a:cubicBezTo>
                    <a:pt x="205" y="1341"/>
                    <a:pt x="292" y="1373"/>
                    <a:pt x="378" y="1373"/>
                  </a:cubicBezTo>
                  <a:cubicBezTo>
                    <a:pt x="465" y="1373"/>
                    <a:pt x="552" y="1341"/>
                    <a:pt x="630" y="1278"/>
                  </a:cubicBezTo>
                  <a:lnTo>
                    <a:pt x="756" y="1184"/>
                  </a:lnTo>
                  <a:lnTo>
                    <a:pt x="756" y="2066"/>
                  </a:lnTo>
                  <a:lnTo>
                    <a:pt x="378" y="2066"/>
                  </a:lnTo>
                  <a:cubicBezTo>
                    <a:pt x="189" y="2066"/>
                    <a:pt x="32" y="2223"/>
                    <a:pt x="32" y="2444"/>
                  </a:cubicBezTo>
                  <a:cubicBezTo>
                    <a:pt x="32" y="2633"/>
                    <a:pt x="189" y="2790"/>
                    <a:pt x="378" y="2790"/>
                  </a:cubicBezTo>
                  <a:lnTo>
                    <a:pt x="1765" y="2790"/>
                  </a:lnTo>
                  <a:cubicBezTo>
                    <a:pt x="1954" y="2790"/>
                    <a:pt x="2111" y="2633"/>
                    <a:pt x="2111" y="2444"/>
                  </a:cubicBezTo>
                  <a:cubicBezTo>
                    <a:pt x="2111" y="2223"/>
                    <a:pt x="1954" y="2066"/>
                    <a:pt x="1765" y="2066"/>
                  </a:cubicBezTo>
                  <a:lnTo>
                    <a:pt x="1418" y="2066"/>
                  </a:lnTo>
                  <a:lnTo>
                    <a:pt x="1418" y="333"/>
                  </a:lnTo>
                  <a:cubicBezTo>
                    <a:pt x="1418" y="175"/>
                    <a:pt x="1323" y="81"/>
                    <a:pt x="1229" y="18"/>
                  </a:cubicBezTo>
                  <a:cubicBezTo>
                    <a:pt x="1187" y="7"/>
                    <a:pt x="1141" y="0"/>
                    <a:pt x="10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8" name="Google Shape;1438;p28"/>
          <p:cNvGrpSpPr/>
          <p:nvPr/>
        </p:nvGrpSpPr>
        <p:grpSpPr>
          <a:xfrm>
            <a:off x="381162" y="3187053"/>
            <a:ext cx="3126798" cy="1544740"/>
            <a:chOff x="381162" y="3187053"/>
            <a:chExt cx="3126798" cy="1544740"/>
          </a:xfrm>
        </p:grpSpPr>
        <p:sp>
          <p:nvSpPr>
            <p:cNvPr id="1439" name="Google Shape;1439;p28"/>
            <p:cNvSpPr/>
            <p:nvPr/>
          </p:nvSpPr>
          <p:spPr>
            <a:xfrm rot="10799776">
              <a:off x="381162" y="3187140"/>
              <a:ext cx="2641206" cy="1544568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 flipH="1">
              <a:off x="588550" y="3825800"/>
              <a:ext cx="19398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274300" spcFirstLastPara="1" rIns="27430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planet Mars is a cold place full of iron oxide dust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1" name="Google Shape;1441;p28"/>
            <p:cNvSpPr txBox="1"/>
            <p:nvPr/>
          </p:nvSpPr>
          <p:spPr>
            <a:xfrm flipH="1">
              <a:off x="588610" y="3391928"/>
              <a:ext cx="19398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Personality</a:t>
              </a:r>
              <a:endParaRPr sz="18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442" name="Google Shape;1442;p28"/>
            <p:cNvGrpSpPr/>
            <p:nvPr/>
          </p:nvGrpSpPr>
          <p:grpSpPr>
            <a:xfrm>
              <a:off x="2593109" y="3351927"/>
              <a:ext cx="914851" cy="863504"/>
              <a:chOff x="3382792" y="3317550"/>
              <a:chExt cx="937828" cy="885191"/>
            </a:xfrm>
          </p:grpSpPr>
          <p:sp>
            <p:nvSpPr>
              <p:cNvPr id="1443" name="Google Shape;1443;p28"/>
              <p:cNvSpPr/>
              <p:nvPr/>
            </p:nvSpPr>
            <p:spPr>
              <a:xfrm>
                <a:off x="3403100" y="3336175"/>
                <a:ext cx="881075" cy="857250"/>
              </a:xfrm>
              <a:custGeom>
                <a:rect b="b" l="l" r="r" t="t"/>
                <a:pathLst>
                  <a:path extrusionOk="0" h="34290" w="35243">
                    <a:moveTo>
                      <a:pt x="3810" y="5143"/>
                    </a:moveTo>
                    <a:lnTo>
                      <a:pt x="9240" y="1143"/>
                    </a:lnTo>
                    <a:lnTo>
                      <a:pt x="18479" y="0"/>
                    </a:lnTo>
                    <a:lnTo>
                      <a:pt x="28766" y="4000"/>
                    </a:lnTo>
                    <a:lnTo>
                      <a:pt x="34862" y="12668"/>
                    </a:lnTo>
                    <a:lnTo>
                      <a:pt x="35243" y="22765"/>
                    </a:lnTo>
                    <a:lnTo>
                      <a:pt x="31147" y="29051"/>
                    </a:lnTo>
                    <a:lnTo>
                      <a:pt x="27432" y="31718"/>
                    </a:lnTo>
                    <a:lnTo>
                      <a:pt x="17050" y="34290"/>
                    </a:lnTo>
                    <a:lnTo>
                      <a:pt x="8097" y="32671"/>
                    </a:lnTo>
                    <a:lnTo>
                      <a:pt x="2763" y="27718"/>
                    </a:lnTo>
                    <a:lnTo>
                      <a:pt x="0" y="19240"/>
                    </a:lnTo>
                    <a:lnTo>
                      <a:pt x="191" y="13906"/>
                    </a:lnTo>
                    <a:lnTo>
                      <a:pt x="1715" y="742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44" name="Google Shape;1444;p28"/>
              <p:cNvSpPr/>
              <p:nvPr/>
            </p:nvSpPr>
            <p:spPr>
              <a:xfrm>
                <a:off x="3382792" y="3317550"/>
                <a:ext cx="937828" cy="885191"/>
              </a:xfrm>
              <a:custGeom>
                <a:rect b="b" l="l" r="r" t="t"/>
                <a:pathLst>
                  <a:path extrusionOk="0" h="9922" w="10512">
                    <a:moveTo>
                      <a:pt x="4476" y="451"/>
                    </a:moveTo>
                    <a:lnTo>
                      <a:pt x="5031" y="486"/>
                    </a:lnTo>
                    <a:lnTo>
                      <a:pt x="5655" y="590"/>
                    </a:lnTo>
                    <a:lnTo>
                      <a:pt x="6071" y="694"/>
                    </a:lnTo>
                    <a:lnTo>
                      <a:pt x="6453" y="833"/>
                    </a:lnTo>
                    <a:lnTo>
                      <a:pt x="6834" y="972"/>
                    </a:lnTo>
                    <a:lnTo>
                      <a:pt x="7181" y="1110"/>
                    </a:lnTo>
                    <a:lnTo>
                      <a:pt x="7528" y="1284"/>
                    </a:lnTo>
                    <a:lnTo>
                      <a:pt x="7806" y="1492"/>
                    </a:lnTo>
                    <a:lnTo>
                      <a:pt x="8118" y="1700"/>
                    </a:lnTo>
                    <a:lnTo>
                      <a:pt x="8395" y="1908"/>
                    </a:lnTo>
                    <a:lnTo>
                      <a:pt x="8673" y="2220"/>
                    </a:lnTo>
                    <a:lnTo>
                      <a:pt x="8950" y="2533"/>
                    </a:lnTo>
                    <a:lnTo>
                      <a:pt x="9158" y="2845"/>
                    </a:lnTo>
                    <a:lnTo>
                      <a:pt x="9367" y="3157"/>
                    </a:lnTo>
                    <a:lnTo>
                      <a:pt x="9505" y="3504"/>
                    </a:lnTo>
                    <a:lnTo>
                      <a:pt x="9609" y="3851"/>
                    </a:lnTo>
                    <a:lnTo>
                      <a:pt x="9679" y="4198"/>
                    </a:lnTo>
                    <a:lnTo>
                      <a:pt x="9748" y="4579"/>
                    </a:lnTo>
                    <a:lnTo>
                      <a:pt x="9783" y="5273"/>
                    </a:lnTo>
                    <a:lnTo>
                      <a:pt x="9818" y="5620"/>
                    </a:lnTo>
                    <a:lnTo>
                      <a:pt x="9818" y="5897"/>
                    </a:lnTo>
                    <a:lnTo>
                      <a:pt x="9748" y="6244"/>
                    </a:lnTo>
                    <a:lnTo>
                      <a:pt x="9679" y="6556"/>
                    </a:lnTo>
                    <a:lnTo>
                      <a:pt x="9505" y="7077"/>
                    </a:lnTo>
                    <a:lnTo>
                      <a:pt x="9401" y="7319"/>
                    </a:lnTo>
                    <a:lnTo>
                      <a:pt x="9263" y="7562"/>
                    </a:lnTo>
                    <a:lnTo>
                      <a:pt x="9020" y="7840"/>
                    </a:lnTo>
                    <a:lnTo>
                      <a:pt x="8812" y="8117"/>
                    </a:lnTo>
                    <a:lnTo>
                      <a:pt x="8569" y="8360"/>
                    </a:lnTo>
                    <a:lnTo>
                      <a:pt x="8326" y="8568"/>
                    </a:lnTo>
                    <a:lnTo>
                      <a:pt x="8048" y="8742"/>
                    </a:lnTo>
                    <a:lnTo>
                      <a:pt x="7806" y="8915"/>
                    </a:lnTo>
                    <a:lnTo>
                      <a:pt x="7528" y="9019"/>
                    </a:lnTo>
                    <a:lnTo>
                      <a:pt x="7216" y="9123"/>
                    </a:lnTo>
                    <a:lnTo>
                      <a:pt x="6869" y="9227"/>
                    </a:lnTo>
                    <a:lnTo>
                      <a:pt x="6453" y="9331"/>
                    </a:lnTo>
                    <a:lnTo>
                      <a:pt x="5690" y="9435"/>
                    </a:lnTo>
                    <a:lnTo>
                      <a:pt x="5204" y="9505"/>
                    </a:lnTo>
                    <a:lnTo>
                      <a:pt x="4892" y="9539"/>
                    </a:lnTo>
                    <a:lnTo>
                      <a:pt x="4545" y="9574"/>
                    </a:lnTo>
                    <a:lnTo>
                      <a:pt x="4129" y="9539"/>
                    </a:lnTo>
                    <a:lnTo>
                      <a:pt x="3712" y="9470"/>
                    </a:lnTo>
                    <a:lnTo>
                      <a:pt x="3262" y="9366"/>
                    </a:lnTo>
                    <a:lnTo>
                      <a:pt x="2845" y="9193"/>
                    </a:lnTo>
                    <a:lnTo>
                      <a:pt x="2568" y="9054"/>
                    </a:lnTo>
                    <a:lnTo>
                      <a:pt x="2325" y="8915"/>
                    </a:lnTo>
                    <a:lnTo>
                      <a:pt x="2082" y="8742"/>
                    </a:lnTo>
                    <a:lnTo>
                      <a:pt x="1839" y="8568"/>
                    </a:lnTo>
                    <a:lnTo>
                      <a:pt x="1458" y="8117"/>
                    </a:lnTo>
                    <a:lnTo>
                      <a:pt x="1042" y="7632"/>
                    </a:lnTo>
                    <a:lnTo>
                      <a:pt x="937" y="7458"/>
                    </a:lnTo>
                    <a:lnTo>
                      <a:pt x="833" y="7285"/>
                    </a:lnTo>
                    <a:lnTo>
                      <a:pt x="695" y="6903"/>
                    </a:lnTo>
                    <a:lnTo>
                      <a:pt x="591" y="6487"/>
                    </a:lnTo>
                    <a:lnTo>
                      <a:pt x="521" y="6071"/>
                    </a:lnTo>
                    <a:lnTo>
                      <a:pt x="487" y="5238"/>
                    </a:lnTo>
                    <a:lnTo>
                      <a:pt x="521" y="4440"/>
                    </a:lnTo>
                    <a:lnTo>
                      <a:pt x="660" y="3608"/>
                    </a:lnTo>
                    <a:lnTo>
                      <a:pt x="833" y="2810"/>
                    </a:lnTo>
                    <a:lnTo>
                      <a:pt x="903" y="2567"/>
                    </a:lnTo>
                    <a:lnTo>
                      <a:pt x="1007" y="2359"/>
                    </a:lnTo>
                    <a:lnTo>
                      <a:pt x="1146" y="2151"/>
                    </a:lnTo>
                    <a:lnTo>
                      <a:pt x="1284" y="1943"/>
                    </a:lnTo>
                    <a:lnTo>
                      <a:pt x="1423" y="1769"/>
                    </a:lnTo>
                    <a:lnTo>
                      <a:pt x="1631" y="1596"/>
                    </a:lnTo>
                    <a:lnTo>
                      <a:pt x="2082" y="1214"/>
                    </a:lnTo>
                    <a:lnTo>
                      <a:pt x="2360" y="1041"/>
                    </a:lnTo>
                    <a:lnTo>
                      <a:pt x="2637" y="867"/>
                    </a:lnTo>
                    <a:lnTo>
                      <a:pt x="2915" y="729"/>
                    </a:lnTo>
                    <a:lnTo>
                      <a:pt x="3227" y="625"/>
                    </a:lnTo>
                    <a:lnTo>
                      <a:pt x="3504" y="555"/>
                    </a:lnTo>
                    <a:lnTo>
                      <a:pt x="3817" y="486"/>
                    </a:lnTo>
                    <a:lnTo>
                      <a:pt x="4129" y="451"/>
                    </a:lnTo>
                    <a:close/>
                    <a:moveTo>
                      <a:pt x="4857" y="0"/>
                    </a:moveTo>
                    <a:lnTo>
                      <a:pt x="4267" y="35"/>
                    </a:lnTo>
                    <a:lnTo>
                      <a:pt x="3678" y="104"/>
                    </a:lnTo>
                    <a:lnTo>
                      <a:pt x="3227" y="174"/>
                    </a:lnTo>
                    <a:lnTo>
                      <a:pt x="2776" y="312"/>
                    </a:lnTo>
                    <a:lnTo>
                      <a:pt x="2568" y="417"/>
                    </a:lnTo>
                    <a:lnTo>
                      <a:pt x="2360" y="555"/>
                    </a:lnTo>
                    <a:lnTo>
                      <a:pt x="2152" y="694"/>
                    </a:lnTo>
                    <a:lnTo>
                      <a:pt x="1943" y="867"/>
                    </a:lnTo>
                    <a:lnTo>
                      <a:pt x="1805" y="1006"/>
                    </a:lnTo>
                    <a:lnTo>
                      <a:pt x="1631" y="1145"/>
                    </a:lnTo>
                    <a:lnTo>
                      <a:pt x="1527" y="1214"/>
                    </a:lnTo>
                    <a:lnTo>
                      <a:pt x="1076" y="1596"/>
                    </a:lnTo>
                    <a:lnTo>
                      <a:pt x="903" y="1804"/>
                    </a:lnTo>
                    <a:lnTo>
                      <a:pt x="729" y="1978"/>
                    </a:lnTo>
                    <a:lnTo>
                      <a:pt x="591" y="2220"/>
                    </a:lnTo>
                    <a:lnTo>
                      <a:pt x="487" y="2428"/>
                    </a:lnTo>
                    <a:lnTo>
                      <a:pt x="382" y="2671"/>
                    </a:lnTo>
                    <a:lnTo>
                      <a:pt x="313" y="2879"/>
                    </a:lnTo>
                    <a:lnTo>
                      <a:pt x="174" y="3400"/>
                    </a:lnTo>
                    <a:lnTo>
                      <a:pt x="70" y="3920"/>
                    </a:lnTo>
                    <a:lnTo>
                      <a:pt x="36" y="4440"/>
                    </a:lnTo>
                    <a:lnTo>
                      <a:pt x="1" y="4926"/>
                    </a:lnTo>
                    <a:lnTo>
                      <a:pt x="36" y="5446"/>
                    </a:lnTo>
                    <a:lnTo>
                      <a:pt x="105" y="5932"/>
                    </a:lnTo>
                    <a:lnTo>
                      <a:pt x="174" y="6418"/>
                    </a:lnTo>
                    <a:lnTo>
                      <a:pt x="313" y="6903"/>
                    </a:lnTo>
                    <a:lnTo>
                      <a:pt x="348" y="7111"/>
                    </a:lnTo>
                    <a:lnTo>
                      <a:pt x="382" y="7250"/>
                    </a:lnTo>
                    <a:lnTo>
                      <a:pt x="417" y="7389"/>
                    </a:lnTo>
                    <a:lnTo>
                      <a:pt x="937" y="8117"/>
                    </a:lnTo>
                    <a:lnTo>
                      <a:pt x="1423" y="8811"/>
                    </a:lnTo>
                    <a:lnTo>
                      <a:pt x="1666" y="9089"/>
                    </a:lnTo>
                    <a:lnTo>
                      <a:pt x="1805" y="9193"/>
                    </a:lnTo>
                    <a:lnTo>
                      <a:pt x="1978" y="9297"/>
                    </a:lnTo>
                    <a:lnTo>
                      <a:pt x="2152" y="9366"/>
                    </a:lnTo>
                    <a:lnTo>
                      <a:pt x="2672" y="9574"/>
                    </a:lnTo>
                    <a:lnTo>
                      <a:pt x="3192" y="9748"/>
                    </a:lnTo>
                    <a:lnTo>
                      <a:pt x="3747" y="9852"/>
                    </a:lnTo>
                    <a:lnTo>
                      <a:pt x="4025" y="9886"/>
                    </a:lnTo>
                    <a:lnTo>
                      <a:pt x="4302" y="9921"/>
                    </a:lnTo>
                    <a:lnTo>
                      <a:pt x="4510" y="9921"/>
                    </a:lnTo>
                    <a:lnTo>
                      <a:pt x="4892" y="9886"/>
                    </a:lnTo>
                    <a:lnTo>
                      <a:pt x="5516" y="9852"/>
                    </a:lnTo>
                    <a:lnTo>
                      <a:pt x="6141" y="9748"/>
                    </a:lnTo>
                    <a:lnTo>
                      <a:pt x="6730" y="9609"/>
                    </a:lnTo>
                    <a:lnTo>
                      <a:pt x="7216" y="9470"/>
                    </a:lnTo>
                    <a:lnTo>
                      <a:pt x="7702" y="9331"/>
                    </a:lnTo>
                    <a:lnTo>
                      <a:pt x="8118" y="9158"/>
                    </a:lnTo>
                    <a:lnTo>
                      <a:pt x="8291" y="9054"/>
                    </a:lnTo>
                    <a:lnTo>
                      <a:pt x="8430" y="8950"/>
                    </a:lnTo>
                    <a:lnTo>
                      <a:pt x="8708" y="8707"/>
                    </a:lnTo>
                    <a:lnTo>
                      <a:pt x="8950" y="8534"/>
                    </a:lnTo>
                    <a:lnTo>
                      <a:pt x="9228" y="8325"/>
                    </a:lnTo>
                    <a:lnTo>
                      <a:pt x="9401" y="8221"/>
                    </a:lnTo>
                    <a:lnTo>
                      <a:pt x="9540" y="8083"/>
                    </a:lnTo>
                    <a:lnTo>
                      <a:pt x="9644" y="7944"/>
                    </a:lnTo>
                    <a:lnTo>
                      <a:pt x="9748" y="7805"/>
                    </a:lnTo>
                    <a:lnTo>
                      <a:pt x="9922" y="7493"/>
                    </a:lnTo>
                    <a:lnTo>
                      <a:pt x="10095" y="7146"/>
                    </a:lnTo>
                    <a:lnTo>
                      <a:pt x="10164" y="6903"/>
                    </a:lnTo>
                    <a:lnTo>
                      <a:pt x="10303" y="6591"/>
                    </a:lnTo>
                    <a:lnTo>
                      <a:pt x="10373" y="6279"/>
                    </a:lnTo>
                    <a:lnTo>
                      <a:pt x="10442" y="5585"/>
                    </a:lnTo>
                    <a:lnTo>
                      <a:pt x="10511" y="5030"/>
                    </a:lnTo>
                    <a:lnTo>
                      <a:pt x="10442" y="4995"/>
                    </a:lnTo>
                    <a:lnTo>
                      <a:pt x="10407" y="4648"/>
                    </a:lnTo>
                    <a:lnTo>
                      <a:pt x="10338" y="3955"/>
                    </a:lnTo>
                    <a:lnTo>
                      <a:pt x="10234" y="3504"/>
                    </a:lnTo>
                    <a:lnTo>
                      <a:pt x="10130" y="3122"/>
                    </a:lnTo>
                    <a:lnTo>
                      <a:pt x="9956" y="2775"/>
                    </a:lnTo>
                    <a:lnTo>
                      <a:pt x="9748" y="2463"/>
                    </a:lnTo>
                    <a:lnTo>
                      <a:pt x="9540" y="2186"/>
                    </a:lnTo>
                    <a:lnTo>
                      <a:pt x="9332" y="1943"/>
                    </a:lnTo>
                    <a:lnTo>
                      <a:pt x="8881" y="1492"/>
                    </a:lnTo>
                    <a:lnTo>
                      <a:pt x="8395" y="1145"/>
                    </a:lnTo>
                    <a:lnTo>
                      <a:pt x="7944" y="833"/>
                    </a:lnTo>
                    <a:lnTo>
                      <a:pt x="7563" y="625"/>
                    </a:lnTo>
                    <a:lnTo>
                      <a:pt x="7216" y="451"/>
                    </a:lnTo>
                    <a:lnTo>
                      <a:pt x="6834" y="312"/>
                    </a:lnTo>
                    <a:lnTo>
                      <a:pt x="6488" y="208"/>
                    </a:lnTo>
                    <a:lnTo>
                      <a:pt x="6106" y="104"/>
                    </a:lnTo>
                    <a:lnTo>
                      <a:pt x="5690" y="70"/>
                    </a:lnTo>
                    <a:lnTo>
                      <a:pt x="5273" y="35"/>
                    </a:lnTo>
                    <a:lnTo>
                      <a:pt x="485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45" name="Google Shape;1445;p28"/>
            <p:cNvSpPr/>
            <p:nvPr/>
          </p:nvSpPr>
          <p:spPr>
            <a:xfrm>
              <a:off x="2668515" y="3401650"/>
              <a:ext cx="764052" cy="764021"/>
            </a:xfrm>
            <a:custGeom>
              <a:rect b="b" l="l" r="r" t="t"/>
              <a:pathLst>
                <a:path extrusionOk="0" h="24909" w="24910">
                  <a:moveTo>
                    <a:pt x="11253" y="0"/>
                  </a:moveTo>
                  <a:cubicBezTo>
                    <a:pt x="8051" y="0"/>
                    <a:pt x="4944" y="1193"/>
                    <a:pt x="2866" y="3881"/>
                  </a:cubicBezTo>
                  <a:cubicBezTo>
                    <a:pt x="690" y="6637"/>
                    <a:pt x="1" y="10301"/>
                    <a:pt x="221" y="13883"/>
                  </a:cubicBezTo>
                  <a:cubicBezTo>
                    <a:pt x="442" y="16501"/>
                    <a:pt x="1131" y="19146"/>
                    <a:pt x="2756" y="21103"/>
                  </a:cubicBezTo>
                  <a:cubicBezTo>
                    <a:pt x="4823" y="23638"/>
                    <a:pt x="8019" y="24905"/>
                    <a:pt x="11133" y="24905"/>
                  </a:cubicBezTo>
                  <a:cubicBezTo>
                    <a:pt x="11238" y="24908"/>
                    <a:pt x="11343" y="24909"/>
                    <a:pt x="11449" y="24909"/>
                  </a:cubicBezTo>
                  <a:cubicBezTo>
                    <a:pt x="15691" y="24909"/>
                    <a:pt x="19788" y="22752"/>
                    <a:pt x="22154" y="19256"/>
                  </a:cubicBezTo>
                  <a:cubicBezTo>
                    <a:pt x="24552" y="15592"/>
                    <a:pt x="24910" y="10770"/>
                    <a:pt x="23064" y="6857"/>
                  </a:cubicBezTo>
                  <a:cubicBezTo>
                    <a:pt x="20942" y="2614"/>
                    <a:pt x="15994" y="0"/>
                    <a:pt x="112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2800012" y="3590037"/>
              <a:ext cx="433821" cy="430022"/>
            </a:xfrm>
            <a:custGeom>
              <a:rect b="b" l="l" r="r" t="t"/>
              <a:pathLst>
                <a:path extrusionOk="0" h="11775" w="11878">
                  <a:moveTo>
                    <a:pt x="7306" y="663"/>
                  </a:moveTo>
                  <a:cubicBezTo>
                    <a:pt x="7389" y="663"/>
                    <a:pt x="7475" y="671"/>
                    <a:pt x="7562" y="685"/>
                  </a:cubicBezTo>
                  <a:cubicBezTo>
                    <a:pt x="7814" y="780"/>
                    <a:pt x="8034" y="937"/>
                    <a:pt x="8192" y="1126"/>
                  </a:cubicBezTo>
                  <a:cubicBezTo>
                    <a:pt x="7908" y="1189"/>
                    <a:pt x="7656" y="1347"/>
                    <a:pt x="7467" y="1567"/>
                  </a:cubicBezTo>
                  <a:cubicBezTo>
                    <a:pt x="7341" y="1662"/>
                    <a:pt x="7341" y="1914"/>
                    <a:pt x="7467" y="2008"/>
                  </a:cubicBezTo>
                  <a:cubicBezTo>
                    <a:pt x="7530" y="2071"/>
                    <a:pt x="7617" y="2103"/>
                    <a:pt x="7703" y="2103"/>
                  </a:cubicBezTo>
                  <a:cubicBezTo>
                    <a:pt x="7790" y="2103"/>
                    <a:pt x="7877" y="2071"/>
                    <a:pt x="7940" y="2008"/>
                  </a:cubicBezTo>
                  <a:cubicBezTo>
                    <a:pt x="8129" y="1819"/>
                    <a:pt x="8412" y="1693"/>
                    <a:pt x="8696" y="1693"/>
                  </a:cubicBezTo>
                  <a:cubicBezTo>
                    <a:pt x="8979" y="1693"/>
                    <a:pt x="9231" y="1819"/>
                    <a:pt x="9452" y="2008"/>
                  </a:cubicBezTo>
                  <a:cubicBezTo>
                    <a:pt x="9767" y="2355"/>
                    <a:pt x="9830" y="2764"/>
                    <a:pt x="9673" y="3174"/>
                  </a:cubicBezTo>
                  <a:cubicBezTo>
                    <a:pt x="9389" y="3237"/>
                    <a:pt x="9137" y="3395"/>
                    <a:pt x="8885" y="3584"/>
                  </a:cubicBezTo>
                  <a:cubicBezTo>
                    <a:pt x="8759" y="3710"/>
                    <a:pt x="8759" y="3962"/>
                    <a:pt x="8885" y="4056"/>
                  </a:cubicBezTo>
                  <a:cubicBezTo>
                    <a:pt x="8948" y="4119"/>
                    <a:pt x="9035" y="4151"/>
                    <a:pt x="9121" y="4151"/>
                  </a:cubicBezTo>
                  <a:cubicBezTo>
                    <a:pt x="9208" y="4151"/>
                    <a:pt x="9294" y="4119"/>
                    <a:pt x="9358" y="4056"/>
                  </a:cubicBezTo>
                  <a:cubicBezTo>
                    <a:pt x="9547" y="3867"/>
                    <a:pt x="9830" y="3741"/>
                    <a:pt x="10114" y="3741"/>
                  </a:cubicBezTo>
                  <a:cubicBezTo>
                    <a:pt x="10397" y="3741"/>
                    <a:pt x="10649" y="3867"/>
                    <a:pt x="10870" y="4056"/>
                  </a:cubicBezTo>
                  <a:cubicBezTo>
                    <a:pt x="11059" y="4277"/>
                    <a:pt x="11185" y="4529"/>
                    <a:pt x="11185" y="4812"/>
                  </a:cubicBezTo>
                  <a:cubicBezTo>
                    <a:pt x="11185" y="5096"/>
                    <a:pt x="11059" y="5379"/>
                    <a:pt x="10870" y="5568"/>
                  </a:cubicBezTo>
                  <a:cubicBezTo>
                    <a:pt x="10649" y="5757"/>
                    <a:pt x="10397" y="5883"/>
                    <a:pt x="10114" y="5883"/>
                  </a:cubicBezTo>
                  <a:cubicBezTo>
                    <a:pt x="9925" y="5883"/>
                    <a:pt x="9767" y="6041"/>
                    <a:pt x="9767" y="6230"/>
                  </a:cubicBezTo>
                  <a:cubicBezTo>
                    <a:pt x="9767" y="6451"/>
                    <a:pt x="9925" y="6608"/>
                    <a:pt x="10114" y="6608"/>
                  </a:cubicBezTo>
                  <a:cubicBezTo>
                    <a:pt x="10429" y="6608"/>
                    <a:pt x="10712" y="6514"/>
                    <a:pt x="10964" y="6356"/>
                  </a:cubicBezTo>
                  <a:cubicBezTo>
                    <a:pt x="11090" y="6514"/>
                    <a:pt x="11122" y="6703"/>
                    <a:pt x="11122" y="6955"/>
                  </a:cubicBezTo>
                  <a:cubicBezTo>
                    <a:pt x="11122" y="7270"/>
                    <a:pt x="11027" y="7553"/>
                    <a:pt x="10807" y="7742"/>
                  </a:cubicBezTo>
                  <a:cubicBezTo>
                    <a:pt x="10618" y="7931"/>
                    <a:pt x="10366" y="8057"/>
                    <a:pt x="10082" y="8057"/>
                  </a:cubicBezTo>
                  <a:cubicBezTo>
                    <a:pt x="9799" y="8057"/>
                    <a:pt x="9515" y="7931"/>
                    <a:pt x="9326" y="7742"/>
                  </a:cubicBezTo>
                  <a:cubicBezTo>
                    <a:pt x="9137" y="7553"/>
                    <a:pt x="9011" y="7270"/>
                    <a:pt x="9011" y="6986"/>
                  </a:cubicBezTo>
                  <a:cubicBezTo>
                    <a:pt x="9011" y="6703"/>
                    <a:pt x="9137" y="6419"/>
                    <a:pt x="9326" y="6230"/>
                  </a:cubicBezTo>
                  <a:cubicBezTo>
                    <a:pt x="9452" y="6104"/>
                    <a:pt x="9452" y="5883"/>
                    <a:pt x="9326" y="5757"/>
                  </a:cubicBezTo>
                  <a:cubicBezTo>
                    <a:pt x="9263" y="5694"/>
                    <a:pt x="9176" y="5663"/>
                    <a:pt x="9090" y="5663"/>
                  </a:cubicBezTo>
                  <a:cubicBezTo>
                    <a:pt x="9003" y="5663"/>
                    <a:pt x="8916" y="5694"/>
                    <a:pt x="8853" y="5757"/>
                  </a:cubicBezTo>
                  <a:cubicBezTo>
                    <a:pt x="8538" y="6072"/>
                    <a:pt x="8349" y="6514"/>
                    <a:pt x="8349" y="6986"/>
                  </a:cubicBezTo>
                  <a:cubicBezTo>
                    <a:pt x="8349" y="7112"/>
                    <a:pt x="8349" y="7207"/>
                    <a:pt x="8381" y="7333"/>
                  </a:cubicBezTo>
                  <a:cubicBezTo>
                    <a:pt x="7562" y="7459"/>
                    <a:pt x="6932" y="8215"/>
                    <a:pt x="6932" y="9034"/>
                  </a:cubicBezTo>
                  <a:cubicBezTo>
                    <a:pt x="6932" y="9223"/>
                    <a:pt x="7089" y="9381"/>
                    <a:pt x="7278" y="9381"/>
                  </a:cubicBezTo>
                  <a:cubicBezTo>
                    <a:pt x="7467" y="9381"/>
                    <a:pt x="7625" y="9223"/>
                    <a:pt x="7625" y="9034"/>
                  </a:cubicBezTo>
                  <a:cubicBezTo>
                    <a:pt x="7625" y="8435"/>
                    <a:pt x="8097" y="8026"/>
                    <a:pt x="8664" y="8026"/>
                  </a:cubicBezTo>
                  <a:lnTo>
                    <a:pt x="8696" y="8026"/>
                  </a:lnTo>
                  <a:cubicBezTo>
                    <a:pt x="8727" y="8089"/>
                    <a:pt x="8822" y="8120"/>
                    <a:pt x="8853" y="8215"/>
                  </a:cubicBezTo>
                  <a:cubicBezTo>
                    <a:pt x="9074" y="8435"/>
                    <a:pt x="9326" y="8561"/>
                    <a:pt x="9641" y="8656"/>
                  </a:cubicBezTo>
                  <a:cubicBezTo>
                    <a:pt x="9673" y="8750"/>
                    <a:pt x="9704" y="8908"/>
                    <a:pt x="9704" y="9034"/>
                  </a:cubicBezTo>
                  <a:cubicBezTo>
                    <a:pt x="9704" y="9507"/>
                    <a:pt x="9452" y="9853"/>
                    <a:pt x="9011" y="10011"/>
                  </a:cubicBezTo>
                  <a:cubicBezTo>
                    <a:pt x="8979" y="9853"/>
                    <a:pt x="8853" y="9759"/>
                    <a:pt x="8664" y="9759"/>
                  </a:cubicBezTo>
                  <a:cubicBezTo>
                    <a:pt x="8444" y="9759"/>
                    <a:pt x="8286" y="9916"/>
                    <a:pt x="8286" y="10105"/>
                  </a:cubicBezTo>
                  <a:cubicBezTo>
                    <a:pt x="8286" y="10704"/>
                    <a:pt x="7814" y="11113"/>
                    <a:pt x="7278" y="11113"/>
                  </a:cubicBezTo>
                  <a:cubicBezTo>
                    <a:pt x="6711" y="11113"/>
                    <a:pt x="6239" y="10641"/>
                    <a:pt x="6239" y="10105"/>
                  </a:cubicBezTo>
                  <a:lnTo>
                    <a:pt x="6239" y="6640"/>
                  </a:lnTo>
                  <a:cubicBezTo>
                    <a:pt x="6522" y="6860"/>
                    <a:pt x="6932" y="6986"/>
                    <a:pt x="7278" y="6986"/>
                  </a:cubicBezTo>
                  <a:cubicBezTo>
                    <a:pt x="7467" y="6986"/>
                    <a:pt x="7625" y="6829"/>
                    <a:pt x="7625" y="6640"/>
                  </a:cubicBezTo>
                  <a:cubicBezTo>
                    <a:pt x="7625" y="6451"/>
                    <a:pt x="7467" y="6293"/>
                    <a:pt x="7278" y="6293"/>
                  </a:cubicBezTo>
                  <a:cubicBezTo>
                    <a:pt x="6680" y="6293"/>
                    <a:pt x="6239" y="5820"/>
                    <a:pt x="6239" y="5253"/>
                  </a:cubicBezTo>
                  <a:lnTo>
                    <a:pt x="6239" y="1788"/>
                  </a:lnTo>
                  <a:lnTo>
                    <a:pt x="6239" y="1756"/>
                  </a:lnTo>
                  <a:lnTo>
                    <a:pt x="6239" y="1725"/>
                  </a:lnTo>
                  <a:cubicBezTo>
                    <a:pt x="6239" y="1441"/>
                    <a:pt x="6365" y="1158"/>
                    <a:pt x="6554" y="969"/>
                  </a:cubicBezTo>
                  <a:cubicBezTo>
                    <a:pt x="6772" y="750"/>
                    <a:pt x="7027" y="663"/>
                    <a:pt x="7306" y="663"/>
                  </a:cubicBezTo>
                  <a:close/>
                  <a:moveTo>
                    <a:pt x="4492" y="726"/>
                  </a:moveTo>
                  <a:cubicBezTo>
                    <a:pt x="4756" y="726"/>
                    <a:pt x="5012" y="813"/>
                    <a:pt x="5230" y="1032"/>
                  </a:cubicBezTo>
                  <a:cubicBezTo>
                    <a:pt x="5419" y="1221"/>
                    <a:pt x="5545" y="1504"/>
                    <a:pt x="5545" y="1788"/>
                  </a:cubicBezTo>
                  <a:lnTo>
                    <a:pt x="5545" y="1819"/>
                  </a:lnTo>
                  <a:lnTo>
                    <a:pt x="5545" y="5285"/>
                  </a:lnTo>
                  <a:cubicBezTo>
                    <a:pt x="5545" y="5883"/>
                    <a:pt x="5073" y="6325"/>
                    <a:pt x="4506" y="6325"/>
                  </a:cubicBezTo>
                  <a:cubicBezTo>
                    <a:pt x="4317" y="6325"/>
                    <a:pt x="4159" y="6482"/>
                    <a:pt x="4159" y="6671"/>
                  </a:cubicBezTo>
                  <a:cubicBezTo>
                    <a:pt x="4159" y="6860"/>
                    <a:pt x="4317" y="7018"/>
                    <a:pt x="4506" y="7018"/>
                  </a:cubicBezTo>
                  <a:cubicBezTo>
                    <a:pt x="4915" y="7018"/>
                    <a:pt x="5262" y="6892"/>
                    <a:pt x="5545" y="6671"/>
                  </a:cubicBezTo>
                  <a:lnTo>
                    <a:pt x="5545" y="10105"/>
                  </a:lnTo>
                  <a:lnTo>
                    <a:pt x="5545" y="10137"/>
                  </a:lnTo>
                  <a:cubicBezTo>
                    <a:pt x="5545" y="10704"/>
                    <a:pt x="5073" y="11176"/>
                    <a:pt x="4506" y="11176"/>
                  </a:cubicBezTo>
                  <a:cubicBezTo>
                    <a:pt x="3939" y="11176"/>
                    <a:pt x="3498" y="10704"/>
                    <a:pt x="3498" y="10137"/>
                  </a:cubicBezTo>
                  <a:cubicBezTo>
                    <a:pt x="3498" y="9948"/>
                    <a:pt x="3340" y="9790"/>
                    <a:pt x="3151" y="9790"/>
                  </a:cubicBezTo>
                  <a:cubicBezTo>
                    <a:pt x="2994" y="9790"/>
                    <a:pt x="2836" y="9916"/>
                    <a:pt x="2773" y="10074"/>
                  </a:cubicBezTo>
                  <a:cubicBezTo>
                    <a:pt x="2395" y="9916"/>
                    <a:pt x="2080" y="9538"/>
                    <a:pt x="2080" y="9065"/>
                  </a:cubicBezTo>
                  <a:cubicBezTo>
                    <a:pt x="2080" y="8908"/>
                    <a:pt x="2111" y="8813"/>
                    <a:pt x="2143" y="8687"/>
                  </a:cubicBezTo>
                  <a:cubicBezTo>
                    <a:pt x="2426" y="8593"/>
                    <a:pt x="2710" y="8435"/>
                    <a:pt x="2930" y="8246"/>
                  </a:cubicBezTo>
                  <a:cubicBezTo>
                    <a:pt x="2994" y="8215"/>
                    <a:pt x="3057" y="8120"/>
                    <a:pt x="3088" y="8057"/>
                  </a:cubicBezTo>
                  <a:lnTo>
                    <a:pt x="3151" y="8057"/>
                  </a:lnTo>
                  <a:cubicBezTo>
                    <a:pt x="3718" y="8057"/>
                    <a:pt x="4159" y="8530"/>
                    <a:pt x="4159" y="9065"/>
                  </a:cubicBezTo>
                  <a:cubicBezTo>
                    <a:pt x="4159" y="9286"/>
                    <a:pt x="4317" y="9444"/>
                    <a:pt x="4506" y="9444"/>
                  </a:cubicBezTo>
                  <a:cubicBezTo>
                    <a:pt x="4726" y="9444"/>
                    <a:pt x="4884" y="9286"/>
                    <a:pt x="4884" y="9065"/>
                  </a:cubicBezTo>
                  <a:cubicBezTo>
                    <a:pt x="4884" y="8215"/>
                    <a:pt x="4254" y="7490"/>
                    <a:pt x="3403" y="7396"/>
                  </a:cubicBezTo>
                  <a:cubicBezTo>
                    <a:pt x="3466" y="7270"/>
                    <a:pt x="3466" y="7144"/>
                    <a:pt x="3466" y="7018"/>
                  </a:cubicBezTo>
                  <a:cubicBezTo>
                    <a:pt x="3466" y="6545"/>
                    <a:pt x="3246" y="6104"/>
                    <a:pt x="2930" y="5820"/>
                  </a:cubicBezTo>
                  <a:cubicBezTo>
                    <a:pt x="2883" y="5757"/>
                    <a:pt x="2797" y="5726"/>
                    <a:pt x="2706" y="5726"/>
                  </a:cubicBezTo>
                  <a:cubicBezTo>
                    <a:pt x="2615" y="5726"/>
                    <a:pt x="2521" y="5757"/>
                    <a:pt x="2458" y="5820"/>
                  </a:cubicBezTo>
                  <a:cubicBezTo>
                    <a:pt x="2363" y="5915"/>
                    <a:pt x="2363" y="6167"/>
                    <a:pt x="2458" y="6262"/>
                  </a:cubicBezTo>
                  <a:cubicBezTo>
                    <a:pt x="2678" y="6482"/>
                    <a:pt x="2773" y="6734"/>
                    <a:pt x="2773" y="7018"/>
                  </a:cubicBezTo>
                  <a:cubicBezTo>
                    <a:pt x="2773" y="7301"/>
                    <a:pt x="2678" y="7585"/>
                    <a:pt x="2458" y="7774"/>
                  </a:cubicBezTo>
                  <a:cubicBezTo>
                    <a:pt x="2269" y="7963"/>
                    <a:pt x="1985" y="8089"/>
                    <a:pt x="1733" y="8089"/>
                  </a:cubicBezTo>
                  <a:cubicBezTo>
                    <a:pt x="1450" y="8089"/>
                    <a:pt x="1166" y="7963"/>
                    <a:pt x="977" y="7774"/>
                  </a:cubicBezTo>
                  <a:cubicBezTo>
                    <a:pt x="788" y="7585"/>
                    <a:pt x="662" y="7301"/>
                    <a:pt x="662" y="7018"/>
                  </a:cubicBezTo>
                  <a:cubicBezTo>
                    <a:pt x="662" y="6829"/>
                    <a:pt x="725" y="6640"/>
                    <a:pt x="820" y="6419"/>
                  </a:cubicBezTo>
                  <a:cubicBezTo>
                    <a:pt x="1103" y="6608"/>
                    <a:pt x="1355" y="6671"/>
                    <a:pt x="1670" y="6671"/>
                  </a:cubicBezTo>
                  <a:cubicBezTo>
                    <a:pt x="1891" y="6671"/>
                    <a:pt x="2048" y="6514"/>
                    <a:pt x="2048" y="6325"/>
                  </a:cubicBezTo>
                  <a:cubicBezTo>
                    <a:pt x="2048" y="6104"/>
                    <a:pt x="1891" y="5946"/>
                    <a:pt x="1670" y="5946"/>
                  </a:cubicBezTo>
                  <a:cubicBezTo>
                    <a:pt x="1418" y="5946"/>
                    <a:pt x="1135" y="5852"/>
                    <a:pt x="946" y="5631"/>
                  </a:cubicBezTo>
                  <a:cubicBezTo>
                    <a:pt x="725" y="5442"/>
                    <a:pt x="631" y="5159"/>
                    <a:pt x="631" y="4907"/>
                  </a:cubicBezTo>
                  <a:cubicBezTo>
                    <a:pt x="631" y="4623"/>
                    <a:pt x="725" y="4340"/>
                    <a:pt x="946" y="4151"/>
                  </a:cubicBezTo>
                  <a:cubicBezTo>
                    <a:pt x="1135" y="3962"/>
                    <a:pt x="1418" y="3836"/>
                    <a:pt x="1670" y="3836"/>
                  </a:cubicBezTo>
                  <a:cubicBezTo>
                    <a:pt x="1954" y="3836"/>
                    <a:pt x="2237" y="3962"/>
                    <a:pt x="2426" y="4151"/>
                  </a:cubicBezTo>
                  <a:cubicBezTo>
                    <a:pt x="2489" y="4214"/>
                    <a:pt x="2576" y="4245"/>
                    <a:pt x="2663" y="4245"/>
                  </a:cubicBezTo>
                  <a:cubicBezTo>
                    <a:pt x="2749" y="4245"/>
                    <a:pt x="2836" y="4214"/>
                    <a:pt x="2899" y="4151"/>
                  </a:cubicBezTo>
                  <a:cubicBezTo>
                    <a:pt x="3025" y="4025"/>
                    <a:pt x="3025" y="3804"/>
                    <a:pt x="2899" y="3678"/>
                  </a:cubicBezTo>
                  <a:cubicBezTo>
                    <a:pt x="2678" y="3426"/>
                    <a:pt x="2426" y="3332"/>
                    <a:pt x="2111" y="3237"/>
                  </a:cubicBezTo>
                  <a:cubicBezTo>
                    <a:pt x="1954" y="2859"/>
                    <a:pt x="2048" y="2418"/>
                    <a:pt x="2363" y="2103"/>
                  </a:cubicBezTo>
                  <a:cubicBezTo>
                    <a:pt x="2552" y="1914"/>
                    <a:pt x="2836" y="1788"/>
                    <a:pt x="3088" y="1788"/>
                  </a:cubicBezTo>
                  <a:cubicBezTo>
                    <a:pt x="3372" y="1788"/>
                    <a:pt x="3655" y="1914"/>
                    <a:pt x="3844" y="2103"/>
                  </a:cubicBezTo>
                  <a:cubicBezTo>
                    <a:pt x="3907" y="2166"/>
                    <a:pt x="3994" y="2197"/>
                    <a:pt x="4080" y="2197"/>
                  </a:cubicBezTo>
                  <a:cubicBezTo>
                    <a:pt x="4167" y="2197"/>
                    <a:pt x="4254" y="2166"/>
                    <a:pt x="4317" y="2103"/>
                  </a:cubicBezTo>
                  <a:cubicBezTo>
                    <a:pt x="4443" y="1977"/>
                    <a:pt x="4443" y="1756"/>
                    <a:pt x="4317" y="1630"/>
                  </a:cubicBezTo>
                  <a:cubicBezTo>
                    <a:pt x="4128" y="1441"/>
                    <a:pt x="3876" y="1284"/>
                    <a:pt x="3624" y="1189"/>
                  </a:cubicBezTo>
                  <a:cubicBezTo>
                    <a:pt x="3781" y="969"/>
                    <a:pt x="3970" y="811"/>
                    <a:pt x="4254" y="748"/>
                  </a:cubicBezTo>
                  <a:cubicBezTo>
                    <a:pt x="4333" y="734"/>
                    <a:pt x="4413" y="726"/>
                    <a:pt x="4492" y="726"/>
                  </a:cubicBezTo>
                  <a:close/>
                  <a:moveTo>
                    <a:pt x="7254" y="0"/>
                  </a:moveTo>
                  <a:cubicBezTo>
                    <a:pt x="6817" y="0"/>
                    <a:pt x="6387" y="190"/>
                    <a:pt x="6049" y="528"/>
                  </a:cubicBezTo>
                  <a:cubicBezTo>
                    <a:pt x="6018" y="559"/>
                    <a:pt x="5923" y="654"/>
                    <a:pt x="5892" y="717"/>
                  </a:cubicBezTo>
                  <a:cubicBezTo>
                    <a:pt x="5860" y="654"/>
                    <a:pt x="5766" y="622"/>
                    <a:pt x="5734" y="528"/>
                  </a:cubicBezTo>
                  <a:cubicBezTo>
                    <a:pt x="5391" y="185"/>
                    <a:pt x="4972" y="13"/>
                    <a:pt x="4521" y="13"/>
                  </a:cubicBezTo>
                  <a:cubicBezTo>
                    <a:pt x="4392" y="13"/>
                    <a:pt x="4261" y="27"/>
                    <a:pt x="4128" y="55"/>
                  </a:cubicBezTo>
                  <a:cubicBezTo>
                    <a:pt x="3561" y="181"/>
                    <a:pt x="3151" y="559"/>
                    <a:pt x="2899" y="1126"/>
                  </a:cubicBezTo>
                  <a:cubicBezTo>
                    <a:pt x="2552" y="1158"/>
                    <a:pt x="2206" y="1347"/>
                    <a:pt x="1922" y="1599"/>
                  </a:cubicBezTo>
                  <a:cubicBezTo>
                    <a:pt x="1481" y="2040"/>
                    <a:pt x="1324" y="2607"/>
                    <a:pt x="1450" y="3206"/>
                  </a:cubicBezTo>
                  <a:cubicBezTo>
                    <a:pt x="1103" y="3237"/>
                    <a:pt x="788" y="3458"/>
                    <a:pt x="505" y="3678"/>
                  </a:cubicBezTo>
                  <a:cubicBezTo>
                    <a:pt x="190" y="3993"/>
                    <a:pt x="1" y="4434"/>
                    <a:pt x="1" y="4907"/>
                  </a:cubicBezTo>
                  <a:cubicBezTo>
                    <a:pt x="1" y="5285"/>
                    <a:pt x="127" y="5663"/>
                    <a:pt x="347" y="5915"/>
                  </a:cubicBezTo>
                  <a:cubicBezTo>
                    <a:pt x="127" y="6230"/>
                    <a:pt x="1" y="6608"/>
                    <a:pt x="1" y="6955"/>
                  </a:cubicBezTo>
                  <a:cubicBezTo>
                    <a:pt x="1" y="7427"/>
                    <a:pt x="190" y="7868"/>
                    <a:pt x="505" y="8183"/>
                  </a:cubicBezTo>
                  <a:cubicBezTo>
                    <a:pt x="788" y="8435"/>
                    <a:pt x="1103" y="8593"/>
                    <a:pt x="1450" y="8624"/>
                  </a:cubicBezTo>
                  <a:cubicBezTo>
                    <a:pt x="1418" y="8750"/>
                    <a:pt x="1418" y="8876"/>
                    <a:pt x="1418" y="9002"/>
                  </a:cubicBezTo>
                  <a:cubicBezTo>
                    <a:pt x="1418" y="9916"/>
                    <a:pt x="2080" y="10609"/>
                    <a:pt x="2962" y="10735"/>
                  </a:cubicBezTo>
                  <a:cubicBezTo>
                    <a:pt x="3214" y="11365"/>
                    <a:pt x="3813" y="11775"/>
                    <a:pt x="4569" y="11775"/>
                  </a:cubicBezTo>
                  <a:cubicBezTo>
                    <a:pt x="5104" y="11775"/>
                    <a:pt x="5640" y="11523"/>
                    <a:pt x="5955" y="11082"/>
                  </a:cubicBezTo>
                  <a:cubicBezTo>
                    <a:pt x="6270" y="11523"/>
                    <a:pt x="6774" y="11775"/>
                    <a:pt x="7310" y="11775"/>
                  </a:cubicBezTo>
                  <a:cubicBezTo>
                    <a:pt x="8034" y="11775"/>
                    <a:pt x="8664" y="11365"/>
                    <a:pt x="8948" y="10735"/>
                  </a:cubicBezTo>
                  <a:cubicBezTo>
                    <a:pt x="9799" y="10609"/>
                    <a:pt x="10460" y="9916"/>
                    <a:pt x="10460" y="9002"/>
                  </a:cubicBezTo>
                  <a:cubicBezTo>
                    <a:pt x="10460" y="8876"/>
                    <a:pt x="10460" y="8750"/>
                    <a:pt x="10429" y="8624"/>
                  </a:cubicBezTo>
                  <a:cubicBezTo>
                    <a:pt x="10775" y="8593"/>
                    <a:pt x="11090" y="8404"/>
                    <a:pt x="11374" y="8183"/>
                  </a:cubicBezTo>
                  <a:cubicBezTo>
                    <a:pt x="11689" y="7837"/>
                    <a:pt x="11878" y="7427"/>
                    <a:pt x="11878" y="6955"/>
                  </a:cubicBezTo>
                  <a:cubicBezTo>
                    <a:pt x="11878" y="6545"/>
                    <a:pt x="11783" y="6199"/>
                    <a:pt x="11531" y="5915"/>
                  </a:cubicBezTo>
                  <a:cubicBezTo>
                    <a:pt x="11689" y="5663"/>
                    <a:pt x="11815" y="5285"/>
                    <a:pt x="11815" y="4907"/>
                  </a:cubicBezTo>
                  <a:cubicBezTo>
                    <a:pt x="11815" y="4434"/>
                    <a:pt x="11594" y="3993"/>
                    <a:pt x="11279" y="3678"/>
                  </a:cubicBezTo>
                  <a:cubicBezTo>
                    <a:pt x="11027" y="3395"/>
                    <a:pt x="10712" y="3237"/>
                    <a:pt x="10334" y="3206"/>
                  </a:cubicBezTo>
                  <a:cubicBezTo>
                    <a:pt x="10460" y="2670"/>
                    <a:pt x="10303" y="2040"/>
                    <a:pt x="9862" y="1599"/>
                  </a:cubicBezTo>
                  <a:cubicBezTo>
                    <a:pt x="9610" y="1315"/>
                    <a:pt x="9231" y="1158"/>
                    <a:pt x="8885" y="1126"/>
                  </a:cubicBezTo>
                  <a:cubicBezTo>
                    <a:pt x="8664" y="559"/>
                    <a:pt x="8223" y="181"/>
                    <a:pt x="7656" y="55"/>
                  </a:cubicBezTo>
                  <a:cubicBezTo>
                    <a:pt x="7523" y="18"/>
                    <a:pt x="7388" y="0"/>
                    <a:pt x="7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3054316" y="3695584"/>
              <a:ext cx="40285" cy="96668"/>
            </a:xfrm>
            <a:custGeom>
              <a:rect b="b" l="l" r="r" t="t"/>
              <a:pathLst>
                <a:path extrusionOk="0" h="2647" w="1103">
                  <a:moveTo>
                    <a:pt x="740" y="1"/>
                  </a:moveTo>
                  <a:cubicBezTo>
                    <a:pt x="654" y="1"/>
                    <a:pt x="567" y="32"/>
                    <a:pt x="504" y="95"/>
                  </a:cubicBezTo>
                  <a:cubicBezTo>
                    <a:pt x="189" y="410"/>
                    <a:pt x="0" y="820"/>
                    <a:pt x="0" y="1292"/>
                  </a:cubicBezTo>
                  <a:cubicBezTo>
                    <a:pt x="0" y="1765"/>
                    <a:pt x="189" y="2206"/>
                    <a:pt x="504" y="2521"/>
                  </a:cubicBezTo>
                  <a:cubicBezTo>
                    <a:pt x="599" y="2584"/>
                    <a:pt x="662" y="2647"/>
                    <a:pt x="756" y="2647"/>
                  </a:cubicBezTo>
                  <a:cubicBezTo>
                    <a:pt x="819" y="2647"/>
                    <a:pt x="945" y="2615"/>
                    <a:pt x="977" y="2521"/>
                  </a:cubicBezTo>
                  <a:cubicBezTo>
                    <a:pt x="1103" y="2395"/>
                    <a:pt x="1103" y="2174"/>
                    <a:pt x="977" y="2048"/>
                  </a:cubicBezTo>
                  <a:cubicBezTo>
                    <a:pt x="788" y="1859"/>
                    <a:pt x="662" y="1576"/>
                    <a:pt x="662" y="1292"/>
                  </a:cubicBezTo>
                  <a:cubicBezTo>
                    <a:pt x="662" y="1040"/>
                    <a:pt x="788" y="757"/>
                    <a:pt x="977" y="536"/>
                  </a:cubicBezTo>
                  <a:cubicBezTo>
                    <a:pt x="1103" y="442"/>
                    <a:pt x="1103" y="253"/>
                    <a:pt x="977" y="95"/>
                  </a:cubicBezTo>
                  <a:cubicBezTo>
                    <a:pt x="914" y="32"/>
                    <a:pt x="827" y="1"/>
                    <a:pt x="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2935802" y="3696753"/>
              <a:ext cx="40285" cy="96668"/>
            </a:xfrm>
            <a:custGeom>
              <a:rect b="b" l="l" r="r" t="t"/>
              <a:pathLst>
                <a:path extrusionOk="0" h="2647" w="1103">
                  <a:moveTo>
                    <a:pt x="362" y="0"/>
                  </a:moveTo>
                  <a:cubicBezTo>
                    <a:pt x="276" y="0"/>
                    <a:pt x="189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cubicBezTo>
                    <a:pt x="315" y="756"/>
                    <a:pt x="441" y="1040"/>
                    <a:pt x="441" y="1323"/>
                  </a:cubicBezTo>
                  <a:cubicBezTo>
                    <a:pt x="441" y="1575"/>
                    <a:pt x="315" y="1859"/>
                    <a:pt x="126" y="2048"/>
                  </a:cubicBezTo>
                  <a:cubicBezTo>
                    <a:pt x="0" y="2174"/>
                    <a:pt x="0" y="2426"/>
                    <a:pt x="126" y="2520"/>
                  </a:cubicBezTo>
                  <a:cubicBezTo>
                    <a:pt x="221" y="2615"/>
                    <a:pt x="284" y="2646"/>
                    <a:pt x="378" y="2646"/>
                  </a:cubicBezTo>
                  <a:cubicBezTo>
                    <a:pt x="441" y="2646"/>
                    <a:pt x="567" y="2615"/>
                    <a:pt x="599" y="2520"/>
                  </a:cubicBezTo>
                  <a:cubicBezTo>
                    <a:pt x="977" y="2174"/>
                    <a:pt x="1103" y="1733"/>
                    <a:pt x="1103" y="1323"/>
                  </a:cubicBezTo>
                  <a:cubicBezTo>
                    <a:pt x="1103" y="851"/>
                    <a:pt x="914" y="410"/>
                    <a:pt x="599" y="95"/>
                  </a:cubicBezTo>
                  <a:cubicBezTo>
                    <a:pt x="536" y="32"/>
                    <a:pt x="449" y="0"/>
                    <a:pt x="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9" name="Google Shape;1449;p28"/>
          <p:cNvGrpSpPr/>
          <p:nvPr/>
        </p:nvGrpSpPr>
        <p:grpSpPr>
          <a:xfrm>
            <a:off x="381149" y="1432808"/>
            <a:ext cx="3124316" cy="1423457"/>
            <a:chOff x="381149" y="1432808"/>
            <a:chExt cx="3124316" cy="1423457"/>
          </a:xfrm>
        </p:grpSpPr>
        <p:sp>
          <p:nvSpPr>
            <p:cNvPr id="1450" name="Google Shape;1450;p28"/>
            <p:cNvSpPr/>
            <p:nvPr/>
          </p:nvSpPr>
          <p:spPr>
            <a:xfrm>
              <a:off x="381149" y="1432808"/>
              <a:ext cx="2718960" cy="1423363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588550" y="2047300"/>
              <a:ext cx="19398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270000" spcFirstLastPara="1" rIns="27430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also the smallest 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2" name="Google Shape;1452;p28"/>
            <p:cNvSpPr txBox="1"/>
            <p:nvPr/>
          </p:nvSpPr>
          <p:spPr>
            <a:xfrm>
              <a:off x="588597" y="1613444"/>
              <a:ext cx="19398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Bio</a:t>
              </a:r>
              <a:endParaRPr sz="18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49428" y="2022867"/>
              <a:ext cx="948500" cy="829937"/>
            </a:xfrm>
            <a:custGeom>
              <a:rect b="b" l="l" r="r" t="t"/>
              <a:pathLst>
                <a:path extrusionOk="0" h="34671" w="39624">
                  <a:moveTo>
                    <a:pt x="3619" y="8573"/>
                  </a:moveTo>
                  <a:lnTo>
                    <a:pt x="8382" y="4191"/>
                  </a:lnTo>
                  <a:lnTo>
                    <a:pt x="13906" y="1334"/>
                  </a:lnTo>
                  <a:lnTo>
                    <a:pt x="21145" y="0"/>
                  </a:lnTo>
                  <a:lnTo>
                    <a:pt x="28575" y="1715"/>
                  </a:lnTo>
                  <a:lnTo>
                    <a:pt x="34861" y="5715"/>
                  </a:lnTo>
                  <a:lnTo>
                    <a:pt x="38481" y="10287"/>
                  </a:lnTo>
                  <a:lnTo>
                    <a:pt x="39624" y="15240"/>
                  </a:lnTo>
                  <a:lnTo>
                    <a:pt x="37528" y="21527"/>
                  </a:lnTo>
                  <a:lnTo>
                    <a:pt x="33147" y="26289"/>
                  </a:lnTo>
                  <a:lnTo>
                    <a:pt x="28575" y="30099"/>
                  </a:lnTo>
                  <a:lnTo>
                    <a:pt x="21907" y="33528"/>
                  </a:lnTo>
                  <a:lnTo>
                    <a:pt x="14859" y="34671"/>
                  </a:lnTo>
                  <a:lnTo>
                    <a:pt x="7620" y="31052"/>
                  </a:lnTo>
                  <a:lnTo>
                    <a:pt x="1524" y="25527"/>
                  </a:lnTo>
                  <a:lnTo>
                    <a:pt x="0" y="19050"/>
                  </a:lnTo>
                  <a:lnTo>
                    <a:pt x="571" y="127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54" name="Google Shape;1454;p28"/>
            <p:cNvSpPr/>
            <p:nvPr/>
          </p:nvSpPr>
          <p:spPr>
            <a:xfrm>
              <a:off x="2528354" y="2008695"/>
              <a:ext cx="977111" cy="847569"/>
            </a:xfrm>
            <a:custGeom>
              <a:rect b="b" l="l" r="r" t="t"/>
              <a:pathLst>
                <a:path extrusionOk="0" h="8395" w="9679">
                  <a:moveTo>
                    <a:pt x="5169" y="347"/>
                  </a:moveTo>
                  <a:lnTo>
                    <a:pt x="5516" y="382"/>
                  </a:lnTo>
                  <a:lnTo>
                    <a:pt x="6036" y="451"/>
                  </a:lnTo>
                  <a:lnTo>
                    <a:pt x="6522" y="555"/>
                  </a:lnTo>
                  <a:lnTo>
                    <a:pt x="6972" y="729"/>
                  </a:lnTo>
                  <a:lnTo>
                    <a:pt x="7423" y="937"/>
                  </a:lnTo>
                  <a:lnTo>
                    <a:pt x="7840" y="1180"/>
                  </a:lnTo>
                  <a:lnTo>
                    <a:pt x="8221" y="1492"/>
                  </a:lnTo>
                  <a:lnTo>
                    <a:pt x="8568" y="1839"/>
                  </a:lnTo>
                  <a:lnTo>
                    <a:pt x="8880" y="2220"/>
                  </a:lnTo>
                  <a:lnTo>
                    <a:pt x="9088" y="2602"/>
                  </a:lnTo>
                  <a:lnTo>
                    <a:pt x="9227" y="2983"/>
                  </a:lnTo>
                  <a:lnTo>
                    <a:pt x="9297" y="3330"/>
                  </a:lnTo>
                  <a:lnTo>
                    <a:pt x="9262" y="3712"/>
                  </a:lnTo>
                  <a:lnTo>
                    <a:pt x="9227" y="4059"/>
                  </a:lnTo>
                  <a:lnTo>
                    <a:pt x="9088" y="4406"/>
                  </a:lnTo>
                  <a:lnTo>
                    <a:pt x="8950" y="4752"/>
                  </a:lnTo>
                  <a:lnTo>
                    <a:pt x="8776" y="5065"/>
                  </a:lnTo>
                  <a:lnTo>
                    <a:pt x="8603" y="5377"/>
                  </a:lnTo>
                  <a:lnTo>
                    <a:pt x="8395" y="5654"/>
                  </a:lnTo>
                  <a:lnTo>
                    <a:pt x="8187" y="5897"/>
                  </a:lnTo>
                  <a:lnTo>
                    <a:pt x="7978" y="6140"/>
                  </a:lnTo>
                  <a:lnTo>
                    <a:pt x="7736" y="6383"/>
                  </a:lnTo>
                  <a:lnTo>
                    <a:pt x="7493" y="6556"/>
                  </a:lnTo>
                  <a:lnTo>
                    <a:pt x="7250" y="6764"/>
                  </a:lnTo>
                  <a:lnTo>
                    <a:pt x="6972" y="6903"/>
                  </a:lnTo>
                  <a:lnTo>
                    <a:pt x="6452" y="7181"/>
                  </a:lnTo>
                  <a:lnTo>
                    <a:pt x="6071" y="7423"/>
                  </a:lnTo>
                  <a:lnTo>
                    <a:pt x="5654" y="7632"/>
                  </a:lnTo>
                  <a:lnTo>
                    <a:pt x="5273" y="7805"/>
                  </a:lnTo>
                  <a:lnTo>
                    <a:pt x="4891" y="7909"/>
                  </a:lnTo>
                  <a:lnTo>
                    <a:pt x="4510" y="7978"/>
                  </a:lnTo>
                  <a:lnTo>
                    <a:pt x="4128" y="8013"/>
                  </a:lnTo>
                  <a:lnTo>
                    <a:pt x="3851" y="7978"/>
                  </a:lnTo>
                  <a:lnTo>
                    <a:pt x="3538" y="7944"/>
                  </a:lnTo>
                  <a:lnTo>
                    <a:pt x="3261" y="7874"/>
                  </a:lnTo>
                  <a:lnTo>
                    <a:pt x="2949" y="7770"/>
                  </a:lnTo>
                  <a:lnTo>
                    <a:pt x="2671" y="7666"/>
                  </a:lnTo>
                  <a:lnTo>
                    <a:pt x="2359" y="7528"/>
                  </a:lnTo>
                  <a:lnTo>
                    <a:pt x="2081" y="7319"/>
                  </a:lnTo>
                  <a:lnTo>
                    <a:pt x="1769" y="7111"/>
                  </a:lnTo>
                  <a:lnTo>
                    <a:pt x="1492" y="6903"/>
                  </a:lnTo>
                  <a:lnTo>
                    <a:pt x="1249" y="6660"/>
                  </a:lnTo>
                  <a:lnTo>
                    <a:pt x="1041" y="6418"/>
                  </a:lnTo>
                  <a:lnTo>
                    <a:pt x="833" y="6175"/>
                  </a:lnTo>
                  <a:lnTo>
                    <a:pt x="694" y="5932"/>
                  </a:lnTo>
                  <a:lnTo>
                    <a:pt x="590" y="5689"/>
                  </a:lnTo>
                  <a:lnTo>
                    <a:pt x="486" y="5412"/>
                  </a:lnTo>
                  <a:lnTo>
                    <a:pt x="416" y="5134"/>
                  </a:lnTo>
                  <a:lnTo>
                    <a:pt x="382" y="4648"/>
                  </a:lnTo>
                  <a:lnTo>
                    <a:pt x="382" y="4440"/>
                  </a:lnTo>
                  <a:lnTo>
                    <a:pt x="382" y="3955"/>
                  </a:lnTo>
                  <a:lnTo>
                    <a:pt x="451" y="3469"/>
                  </a:lnTo>
                  <a:lnTo>
                    <a:pt x="590" y="3087"/>
                  </a:lnTo>
                  <a:lnTo>
                    <a:pt x="694" y="2914"/>
                  </a:lnTo>
                  <a:lnTo>
                    <a:pt x="798" y="2741"/>
                  </a:lnTo>
                  <a:lnTo>
                    <a:pt x="1249" y="2186"/>
                  </a:lnTo>
                  <a:lnTo>
                    <a:pt x="1735" y="1665"/>
                  </a:lnTo>
                  <a:lnTo>
                    <a:pt x="1977" y="1457"/>
                  </a:lnTo>
                  <a:lnTo>
                    <a:pt x="2220" y="1284"/>
                  </a:lnTo>
                  <a:lnTo>
                    <a:pt x="2498" y="1110"/>
                  </a:lnTo>
                  <a:lnTo>
                    <a:pt x="2810" y="937"/>
                  </a:lnTo>
                  <a:lnTo>
                    <a:pt x="3434" y="694"/>
                  </a:lnTo>
                  <a:lnTo>
                    <a:pt x="4024" y="486"/>
                  </a:lnTo>
                  <a:lnTo>
                    <a:pt x="4614" y="382"/>
                  </a:lnTo>
                  <a:lnTo>
                    <a:pt x="5169" y="347"/>
                  </a:lnTo>
                  <a:close/>
                  <a:moveTo>
                    <a:pt x="5412" y="0"/>
                  </a:moveTo>
                  <a:lnTo>
                    <a:pt x="4579" y="70"/>
                  </a:lnTo>
                  <a:lnTo>
                    <a:pt x="3851" y="208"/>
                  </a:lnTo>
                  <a:lnTo>
                    <a:pt x="3157" y="382"/>
                  </a:lnTo>
                  <a:lnTo>
                    <a:pt x="2532" y="590"/>
                  </a:lnTo>
                  <a:lnTo>
                    <a:pt x="2290" y="729"/>
                  </a:lnTo>
                  <a:lnTo>
                    <a:pt x="2047" y="833"/>
                  </a:lnTo>
                  <a:lnTo>
                    <a:pt x="1839" y="1006"/>
                  </a:lnTo>
                  <a:lnTo>
                    <a:pt x="1631" y="1180"/>
                  </a:lnTo>
                  <a:lnTo>
                    <a:pt x="1249" y="1596"/>
                  </a:lnTo>
                  <a:lnTo>
                    <a:pt x="902" y="2012"/>
                  </a:lnTo>
                  <a:lnTo>
                    <a:pt x="625" y="2324"/>
                  </a:lnTo>
                  <a:lnTo>
                    <a:pt x="382" y="2706"/>
                  </a:lnTo>
                  <a:lnTo>
                    <a:pt x="174" y="3053"/>
                  </a:lnTo>
                  <a:lnTo>
                    <a:pt x="70" y="3434"/>
                  </a:lnTo>
                  <a:lnTo>
                    <a:pt x="35" y="3816"/>
                  </a:lnTo>
                  <a:lnTo>
                    <a:pt x="70" y="3955"/>
                  </a:lnTo>
                  <a:lnTo>
                    <a:pt x="35" y="4267"/>
                  </a:lnTo>
                  <a:lnTo>
                    <a:pt x="35" y="4544"/>
                  </a:lnTo>
                  <a:lnTo>
                    <a:pt x="0" y="4822"/>
                  </a:lnTo>
                  <a:lnTo>
                    <a:pt x="35" y="5065"/>
                  </a:lnTo>
                  <a:lnTo>
                    <a:pt x="70" y="5342"/>
                  </a:lnTo>
                  <a:lnTo>
                    <a:pt x="139" y="5585"/>
                  </a:lnTo>
                  <a:lnTo>
                    <a:pt x="243" y="5828"/>
                  </a:lnTo>
                  <a:lnTo>
                    <a:pt x="382" y="6071"/>
                  </a:lnTo>
                  <a:lnTo>
                    <a:pt x="521" y="6279"/>
                  </a:lnTo>
                  <a:lnTo>
                    <a:pt x="694" y="6556"/>
                  </a:lnTo>
                  <a:lnTo>
                    <a:pt x="937" y="6799"/>
                  </a:lnTo>
                  <a:lnTo>
                    <a:pt x="1145" y="7042"/>
                  </a:lnTo>
                  <a:lnTo>
                    <a:pt x="1422" y="7250"/>
                  </a:lnTo>
                  <a:lnTo>
                    <a:pt x="1665" y="7458"/>
                  </a:lnTo>
                  <a:lnTo>
                    <a:pt x="1943" y="7632"/>
                  </a:lnTo>
                  <a:lnTo>
                    <a:pt x="2255" y="7805"/>
                  </a:lnTo>
                  <a:lnTo>
                    <a:pt x="2567" y="7978"/>
                  </a:lnTo>
                  <a:lnTo>
                    <a:pt x="2949" y="8117"/>
                  </a:lnTo>
                  <a:lnTo>
                    <a:pt x="3330" y="8256"/>
                  </a:lnTo>
                  <a:lnTo>
                    <a:pt x="3781" y="8360"/>
                  </a:lnTo>
                  <a:lnTo>
                    <a:pt x="4232" y="8395"/>
                  </a:lnTo>
                  <a:lnTo>
                    <a:pt x="4648" y="8360"/>
                  </a:lnTo>
                  <a:lnTo>
                    <a:pt x="5030" y="8291"/>
                  </a:lnTo>
                  <a:lnTo>
                    <a:pt x="5758" y="8013"/>
                  </a:lnTo>
                  <a:lnTo>
                    <a:pt x="6417" y="7736"/>
                  </a:lnTo>
                  <a:lnTo>
                    <a:pt x="6903" y="7458"/>
                  </a:lnTo>
                  <a:lnTo>
                    <a:pt x="7389" y="7181"/>
                  </a:lnTo>
                  <a:lnTo>
                    <a:pt x="7805" y="6834"/>
                  </a:lnTo>
                  <a:lnTo>
                    <a:pt x="8221" y="6487"/>
                  </a:lnTo>
                  <a:lnTo>
                    <a:pt x="8568" y="6071"/>
                  </a:lnTo>
                  <a:lnTo>
                    <a:pt x="8880" y="5654"/>
                  </a:lnTo>
                  <a:lnTo>
                    <a:pt x="9192" y="5169"/>
                  </a:lnTo>
                  <a:lnTo>
                    <a:pt x="9435" y="4683"/>
                  </a:lnTo>
                  <a:lnTo>
                    <a:pt x="9574" y="4232"/>
                  </a:lnTo>
                  <a:lnTo>
                    <a:pt x="9678" y="3781"/>
                  </a:lnTo>
                  <a:lnTo>
                    <a:pt x="9678" y="3365"/>
                  </a:lnTo>
                  <a:lnTo>
                    <a:pt x="9609" y="2949"/>
                  </a:lnTo>
                  <a:lnTo>
                    <a:pt x="9574" y="2706"/>
                  </a:lnTo>
                  <a:lnTo>
                    <a:pt x="9470" y="2498"/>
                  </a:lnTo>
                  <a:lnTo>
                    <a:pt x="9366" y="2255"/>
                  </a:lnTo>
                  <a:lnTo>
                    <a:pt x="9227" y="2047"/>
                  </a:lnTo>
                  <a:lnTo>
                    <a:pt x="9054" y="1839"/>
                  </a:lnTo>
                  <a:lnTo>
                    <a:pt x="8880" y="1631"/>
                  </a:lnTo>
                  <a:lnTo>
                    <a:pt x="8429" y="1180"/>
                  </a:lnTo>
                  <a:lnTo>
                    <a:pt x="8117" y="972"/>
                  </a:lnTo>
                  <a:lnTo>
                    <a:pt x="7805" y="729"/>
                  </a:lnTo>
                  <a:lnTo>
                    <a:pt x="7458" y="555"/>
                  </a:lnTo>
                  <a:lnTo>
                    <a:pt x="7077" y="382"/>
                  </a:lnTo>
                  <a:lnTo>
                    <a:pt x="6695" y="243"/>
                  </a:lnTo>
                  <a:lnTo>
                    <a:pt x="6279" y="139"/>
                  </a:lnTo>
                  <a:lnTo>
                    <a:pt x="5862" y="70"/>
                  </a:lnTo>
                  <a:lnTo>
                    <a:pt x="54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 rot="-709283">
              <a:off x="2639531" y="2088812"/>
              <a:ext cx="786716" cy="673505"/>
            </a:xfrm>
            <a:custGeom>
              <a:rect b="b" l="l" r="r" t="t"/>
              <a:pathLst>
                <a:path extrusionOk="0" h="24909" w="24910">
                  <a:moveTo>
                    <a:pt x="11253" y="0"/>
                  </a:moveTo>
                  <a:cubicBezTo>
                    <a:pt x="8051" y="0"/>
                    <a:pt x="4944" y="1193"/>
                    <a:pt x="2866" y="3881"/>
                  </a:cubicBezTo>
                  <a:cubicBezTo>
                    <a:pt x="690" y="6637"/>
                    <a:pt x="1" y="10301"/>
                    <a:pt x="221" y="13883"/>
                  </a:cubicBezTo>
                  <a:cubicBezTo>
                    <a:pt x="442" y="16501"/>
                    <a:pt x="1131" y="19146"/>
                    <a:pt x="2756" y="21103"/>
                  </a:cubicBezTo>
                  <a:cubicBezTo>
                    <a:pt x="4823" y="23638"/>
                    <a:pt x="8019" y="24905"/>
                    <a:pt x="11133" y="24905"/>
                  </a:cubicBezTo>
                  <a:cubicBezTo>
                    <a:pt x="11238" y="24908"/>
                    <a:pt x="11343" y="24909"/>
                    <a:pt x="11449" y="24909"/>
                  </a:cubicBezTo>
                  <a:cubicBezTo>
                    <a:pt x="15691" y="24909"/>
                    <a:pt x="19788" y="22752"/>
                    <a:pt x="22154" y="19256"/>
                  </a:cubicBezTo>
                  <a:cubicBezTo>
                    <a:pt x="24552" y="15592"/>
                    <a:pt x="24910" y="10770"/>
                    <a:pt x="23064" y="6857"/>
                  </a:cubicBezTo>
                  <a:cubicBezTo>
                    <a:pt x="20942" y="2614"/>
                    <a:pt x="15994" y="0"/>
                    <a:pt x="11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829576" y="2207134"/>
              <a:ext cx="374683" cy="461412"/>
            </a:xfrm>
            <a:custGeom>
              <a:rect b="b" l="l" r="r" t="t"/>
              <a:pathLst>
                <a:path extrusionOk="0" h="19324" w="15693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3083889" y="2587396"/>
              <a:ext cx="54103" cy="27077"/>
            </a:xfrm>
            <a:custGeom>
              <a:rect b="b" l="l" r="r" t="t"/>
              <a:pathLst>
                <a:path extrusionOk="0" h="1134" w="2266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58" name="Google Shape;1458;p28"/>
          <p:cNvGrpSpPr/>
          <p:nvPr/>
        </p:nvGrpSpPr>
        <p:grpSpPr>
          <a:xfrm>
            <a:off x="5620472" y="3245972"/>
            <a:ext cx="3142371" cy="1459699"/>
            <a:chOff x="5620472" y="3245972"/>
            <a:chExt cx="3142371" cy="1459699"/>
          </a:xfrm>
        </p:grpSpPr>
        <p:sp>
          <p:nvSpPr>
            <p:cNvPr id="1459" name="Google Shape;1459;p28"/>
            <p:cNvSpPr/>
            <p:nvPr/>
          </p:nvSpPr>
          <p:spPr>
            <a:xfrm rot="10800000">
              <a:off x="6138015" y="3245972"/>
              <a:ext cx="2624828" cy="1459699"/>
            </a:xfrm>
            <a:custGeom>
              <a:rect b="b" l="l" r="r" t="t"/>
              <a:pathLst>
                <a:path extrusionOk="0" h="34360" w="68961">
                  <a:moveTo>
                    <a:pt x="29793" y="627"/>
                  </a:moveTo>
                  <a:cubicBezTo>
                    <a:pt x="31042" y="627"/>
                    <a:pt x="32291" y="656"/>
                    <a:pt x="33536" y="708"/>
                  </a:cubicBezTo>
                  <a:cubicBezTo>
                    <a:pt x="39019" y="872"/>
                    <a:pt x="44666" y="1385"/>
                    <a:pt x="50149" y="2248"/>
                  </a:cubicBezTo>
                  <a:cubicBezTo>
                    <a:pt x="55612" y="3193"/>
                    <a:pt x="61444" y="4897"/>
                    <a:pt x="65120" y="9600"/>
                  </a:cubicBezTo>
                  <a:cubicBezTo>
                    <a:pt x="68960" y="14570"/>
                    <a:pt x="68550" y="20977"/>
                    <a:pt x="64340" y="25597"/>
                  </a:cubicBezTo>
                  <a:cubicBezTo>
                    <a:pt x="60417" y="30054"/>
                    <a:pt x="54421" y="31512"/>
                    <a:pt x="48855" y="32456"/>
                  </a:cubicBezTo>
                  <a:cubicBezTo>
                    <a:pt x="43610" y="33353"/>
                    <a:pt x="38244" y="33806"/>
                    <a:pt x="32898" y="33806"/>
                  </a:cubicBezTo>
                  <a:cubicBezTo>
                    <a:pt x="31630" y="33806"/>
                    <a:pt x="30364" y="33781"/>
                    <a:pt x="29100" y="33730"/>
                  </a:cubicBezTo>
                  <a:cubicBezTo>
                    <a:pt x="23699" y="33483"/>
                    <a:pt x="18134" y="33052"/>
                    <a:pt x="12917" y="31245"/>
                  </a:cubicBezTo>
                  <a:cubicBezTo>
                    <a:pt x="7619" y="29376"/>
                    <a:pt x="2485" y="25782"/>
                    <a:pt x="1109" y="19786"/>
                  </a:cubicBezTo>
                  <a:cubicBezTo>
                    <a:pt x="0" y="15432"/>
                    <a:pt x="1027" y="10627"/>
                    <a:pt x="3594" y="7115"/>
                  </a:cubicBezTo>
                  <a:cubicBezTo>
                    <a:pt x="11507" y="2147"/>
                    <a:pt x="20660" y="627"/>
                    <a:pt x="29793" y="627"/>
                  </a:cubicBezTo>
                  <a:close/>
                  <a:moveTo>
                    <a:pt x="30015" y="1"/>
                  </a:moveTo>
                  <a:cubicBezTo>
                    <a:pt x="21187" y="1"/>
                    <a:pt x="12367" y="1344"/>
                    <a:pt x="4621" y="5760"/>
                  </a:cubicBezTo>
                  <a:cubicBezTo>
                    <a:pt x="5134" y="5246"/>
                    <a:pt x="5730" y="4733"/>
                    <a:pt x="6325" y="4219"/>
                  </a:cubicBezTo>
                  <a:cubicBezTo>
                    <a:pt x="6486" y="4148"/>
                    <a:pt x="6367" y="3937"/>
                    <a:pt x="6226" y="3937"/>
                  </a:cubicBezTo>
                  <a:cubicBezTo>
                    <a:pt x="6204" y="3937"/>
                    <a:pt x="6182" y="3942"/>
                    <a:pt x="6161" y="3952"/>
                  </a:cubicBezTo>
                  <a:cubicBezTo>
                    <a:pt x="5216" y="4651"/>
                    <a:pt x="4374" y="5493"/>
                    <a:pt x="3676" y="6355"/>
                  </a:cubicBezTo>
                  <a:cubicBezTo>
                    <a:pt x="3081" y="6704"/>
                    <a:pt x="2485" y="7115"/>
                    <a:pt x="1890" y="7464"/>
                  </a:cubicBezTo>
                  <a:cubicBezTo>
                    <a:pt x="1675" y="7679"/>
                    <a:pt x="1805" y="8052"/>
                    <a:pt x="1993" y="8052"/>
                  </a:cubicBezTo>
                  <a:cubicBezTo>
                    <a:pt x="2038" y="8052"/>
                    <a:pt x="2088" y="8030"/>
                    <a:pt x="2136" y="7977"/>
                  </a:cubicBezTo>
                  <a:cubicBezTo>
                    <a:pt x="2403" y="7895"/>
                    <a:pt x="2567" y="7731"/>
                    <a:pt x="2731" y="7628"/>
                  </a:cubicBezTo>
                  <a:lnTo>
                    <a:pt x="2731" y="7628"/>
                  </a:lnTo>
                  <a:cubicBezTo>
                    <a:pt x="1109" y="10031"/>
                    <a:pt x="267" y="12947"/>
                    <a:pt x="164" y="15945"/>
                  </a:cubicBezTo>
                  <a:cubicBezTo>
                    <a:pt x="82" y="20895"/>
                    <a:pt x="2403" y="25351"/>
                    <a:pt x="6161" y="28267"/>
                  </a:cubicBezTo>
                  <a:cubicBezTo>
                    <a:pt x="10350" y="31594"/>
                    <a:pt x="15751" y="32888"/>
                    <a:pt x="20803" y="33565"/>
                  </a:cubicBezTo>
                  <a:cubicBezTo>
                    <a:pt x="24877" y="34101"/>
                    <a:pt x="28950" y="34359"/>
                    <a:pt x="33024" y="34359"/>
                  </a:cubicBezTo>
                  <a:cubicBezTo>
                    <a:pt x="36138" y="34359"/>
                    <a:pt x="39252" y="34208"/>
                    <a:pt x="42366" y="33915"/>
                  </a:cubicBezTo>
                  <a:cubicBezTo>
                    <a:pt x="48609" y="33216"/>
                    <a:pt x="55530" y="32456"/>
                    <a:pt x="61013" y="29027"/>
                  </a:cubicBezTo>
                  <a:cubicBezTo>
                    <a:pt x="65366" y="26378"/>
                    <a:pt x="68960" y="21490"/>
                    <a:pt x="68365" y="16028"/>
                  </a:cubicBezTo>
                  <a:cubicBezTo>
                    <a:pt x="67851" y="10811"/>
                    <a:pt x="63826" y="6602"/>
                    <a:pt x="59473" y="4384"/>
                  </a:cubicBezTo>
                  <a:cubicBezTo>
                    <a:pt x="53907" y="1652"/>
                    <a:pt x="47500" y="1221"/>
                    <a:pt x="41504" y="626"/>
                  </a:cubicBezTo>
                  <a:cubicBezTo>
                    <a:pt x="37732" y="257"/>
                    <a:pt x="33873" y="1"/>
                    <a:pt x="30015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0" name="Google Shape;1460;p28"/>
            <p:cNvGrpSpPr/>
            <p:nvPr/>
          </p:nvGrpSpPr>
          <p:grpSpPr>
            <a:xfrm>
              <a:off x="5622589" y="3383058"/>
              <a:ext cx="973029" cy="844028"/>
              <a:chOff x="4813571" y="3318624"/>
              <a:chExt cx="1020481" cy="885190"/>
            </a:xfrm>
          </p:grpSpPr>
          <p:sp>
            <p:nvSpPr>
              <p:cNvPr id="1461" name="Google Shape;1461;p28"/>
              <p:cNvSpPr/>
              <p:nvPr/>
            </p:nvSpPr>
            <p:spPr>
              <a:xfrm>
                <a:off x="4828513" y="3336175"/>
                <a:ext cx="990600" cy="866775"/>
              </a:xfrm>
              <a:custGeom>
                <a:rect b="b" l="l" r="r" t="t"/>
                <a:pathLst>
                  <a:path extrusionOk="0" h="34671" w="39624">
                    <a:moveTo>
                      <a:pt x="3619" y="8573"/>
                    </a:moveTo>
                    <a:lnTo>
                      <a:pt x="8382" y="4191"/>
                    </a:lnTo>
                    <a:lnTo>
                      <a:pt x="13906" y="1334"/>
                    </a:lnTo>
                    <a:lnTo>
                      <a:pt x="21145" y="0"/>
                    </a:lnTo>
                    <a:lnTo>
                      <a:pt x="28575" y="1715"/>
                    </a:lnTo>
                    <a:lnTo>
                      <a:pt x="34861" y="5715"/>
                    </a:lnTo>
                    <a:lnTo>
                      <a:pt x="38481" y="10287"/>
                    </a:lnTo>
                    <a:lnTo>
                      <a:pt x="39624" y="15240"/>
                    </a:lnTo>
                    <a:lnTo>
                      <a:pt x="37528" y="21527"/>
                    </a:lnTo>
                    <a:lnTo>
                      <a:pt x="33147" y="26289"/>
                    </a:lnTo>
                    <a:lnTo>
                      <a:pt x="28575" y="30099"/>
                    </a:lnTo>
                    <a:lnTo>
                      <a:pt x="21907" y="33528"/>
                    </a:lnTo>
                    <a:lnTo>
                      <a:pt x="14859" y="34671"/>
                    </a:lnTo>
                    <a:lnTo>
                      <a:pt x="7620" y="31052"/>
                    </a:lnTo>
                    <a:lnTo>
                      <a:pt x="1524" y="25527"/>
                    </a:lnTo>
                    <a:lnTo>
                      <a:pt x="0" y="19050"/>
                    </a:lnTo>
                    <a:lnTo>
                      <a:pt x="571" y="1276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62" name="Google Shape;1462;p28"/>
              <p:cNvSpPr/>
              <p:nvPr/>
            </p:nvSpPr>
            <p:spPr>
              <a:xfrm>
                <a:off x="4813571" y="3318624"/>
                <a:ext cx="1020481" cy="885190"/>
              </a:xfrm>
              <a:custGeom>
                <a:rect b="b" l="l" r="r" t="t"/>
                <a:pathLst>
                  <a:path extrusionOk="0" h="8395" w="9679">
                    <a:moveTo>
                      <a:pt x="5169" y="347"/>
                    </a:moveTo>
                    <a:lnTo>
                      <a:pt x="5516" y="382"/>
                    </a:lnTo>
                    <a:lnTo>
                      <a:pt x="6036" y="451"/>
                    </a:lnTo>
                    <a:lnTo>
                      <a:pt x="6522" y="555"/>
                    </a:lnTo>
                    <a:lnTo>
                      <a:pt x="6972" y="729"/>
                    </a:lnTo>
                    <a:lnTo>
                      <a:pt x="7423" y="937"/>
                    </a:lnTo>
                    <a:lnTo>
                      <a:pt x="7840" y="1180"/>
                    </a:lnTo>
                    <a:lnTo>
                      <a:pt x="8221" y="1492"/>
                    </a:lnTo>
                    <a:lnTo>
                      <a:pt x="8568" y="1839"/>
                    </a:lnTo>
                    <a:lnTo>
                      <a:pt x="8880" y="2220"/>
                    </a:lnTo>
                    <a:lnTo>
                      <a:pt x="9088" y="2602"/>
                    </a:lnTo>
                    <a:lnTo>
                      <a:pt x="9227" y="2983"/>
                    </a:lnTo>
                    <a:lnTo>
                      <a:pt x="9297" y="3330"/>
                    </a:lnTo>
                    <a:lnTo>
                      <a:pt x="9262" y="3712"/>
                    </a:lnTo>
                    <a:lnTo>
                      <a:pt x="9227" y="4059"/>
                    </a:lnTo>
                    <a:lnTo>
                      <a:pt x="9088" y="4406"/>
                    </a:lnTo>
                    <a:lnTo>
                      <a:pt x="8950" y="4752"/>
                    </a:lnTo>
                    <a:lnTo>
                      <a:pt x="8776" y="5065"/>
                    </a:lnTo>
                    <a:lnTo>
                      <a:pt x="8603" y="5377"/>
                    </a:lnTo>
                    <a:lnTo>
                      <a:pt x="8395" y="5654"/>
                    </a:lnTo>
                    <a:lnTo>
                      <a:pt x="8187" y="5897"/>
                    </a:lnTo>
                    <a:lnTo>
                      <a:pt x="7978" y="6140"/>
                    </a:lnTo>
                    <a:lnTo>
                      <a:pt x="7736" y="6383"/>
                    </a:lnTo>
                    <a:lnTo>
                      <a:pt x="7493" y="6556"/>
                    </a:lnTo>
                    <a:lnTo>
                      <a:pt x="7250" y="6764"/>
                    </a:lnTo>
                    <a:lnTo>
                      <a:pt x="6972" y="6903"/>
                    </a:lnTo>
                    <a:lnTo>
                      <a:pt x="6452" y="7181"/>
                    </a:lnTo>
                    <a:lnTo>
                      <a:pt x="6071" y="7423"/>
                    </a:lnTo>
                    <a:lnTo>
                      <a:pt x="5654" y="7632"/>
                    </a:lnTo>
                    <a:lnTo>
                      <a:pt x="5273" y="7805"/>
                    </a:lnTo>
                    <a:lnTo>
                      <a:pt x="4891" y="7909"/>
                    </a:lnTo>
                    <a:lnTo>
                      <a:pt x="4510" y="7978"/>
                    </a:lnTo>
                    <a:lnTo>
                      <a:pt x="4128" y="8013"/>
                    </a:lnTo>
                    <a:lnTo>
                      <a:pt x="3851" y="7978"/>
                    </a:lnTo>
                    <a:lnTo>
                      <a:pt x="3538" y="7944"/>
                    </a:lnTo>
                    <a:lnTo>
                      <a:pt x="3261" y="7874"/>
                    </a:lnTo>
                    <a:lnTo>
                      <a:pt x="2949" y="7770"/>
                    </a:lnTo>
                    <a:lnTo>
                      <a:pt x="2671" y="7666"/>
                    </a:lnTo>
                    <a:lnTo>
                      <a:pt x="2359" y="7528"/>
                    </a:lnTo>
                    <a:lnTo>
                      <a:pt x="2081" y="7319"/>
                    </a:lnTo>
                    <a:lnTo>
                      <a:pt x="1769" y="7111"/>
                    </a:lnTo>
                    <a:lnTo>
                      <a:pt x="1492" y="6903"/>
                    </a:lnTo>
                    <a:lnTo>
                      <a:pt x="1249" y="6660"/>
                    </a:lnTo>
                    <a:lnTo>
                      <a:pt x="1041" y="6418"/>
                    </a:lnTo>
                    <a:lnTo>
                      <a:pt x="833" y="6175"/>
                    </a:lnTo>
                    <a:lnTo>
                      <a:pt x="694" y="5932"/>
                    </a:lnTo>
                    <a:lnTo>
                      <a:pt x="590" y="5689"/>
                    </a:lnTo>
                    <a:lnTo>
                      <a:pt x="486" y="5412"/>
                    </a:lnTo>
                    <a:lnTo>
                      <a:pt x="416" y="5134"/>
                    </a:lnTo>
                    <a:lnTo>
                      <a:pt x="382" y="4648"/>
                    </a:lnTo>
                    <a:lnTo>
                      <a:pt x="382" y="4440"/>
                    </a:lnTo>
                    <a:lnTo>
                      <a:pt x="382" y="3955"/>
                    </a:lnTo>
                    <a:lnTo>
                      <a:pt x="451" y="3469"/>
                    </a:lnTo>
                    <a:lnTo>
                      <a:pt x="590" y="3087"/>
                    </a:lnTo>
                    <a:lnTo>
                      <a:pt x="694" y="2914"/>
                    </a:lnTo>
                    <a:lnTo>
                      <a:pt x="798" y="2741"/>
                    </a:lnTo>
                    <a:lnTo>
                      <a:pt x="1249" y="2186"/>
                    </a:lnTo>
                    <a:lnTo>
                      <a:pt x="1735" y="1665"/>
                    </a:lnTo>
                    <a:lnTo>
                      <a:pt x="1977" y="1457"/>
                    </a:lnTo>
                    <a:lnTo>
                      <a:pt x="2220" y="1284"/>
                    </a:lnTo>
                    <a:lnTo>
                      <a:pt x="2498" y="1110"/>
                    </a:lnTo>
                    <a:lnTo>
                      <a:pt x="2810" y="937"/>
                    </a:lnTo>
                    <a:lnTo>
                      <a:pt x="3434" y="694"/>
                    </a:lnTo>
                    <a:lnTo>
                      <a:pt x="4024" y="486"/>
                    </a:lnTo>
                    <a:lnTo>
                      <a:pt x="4614" y="382"/>
                    </a:lnTo>
                    <a:lnTo>
                      <a:pt x="5169" y="347"/>
                    </a:lnTo>
                    <a:close/>
                    <a:moveTo>
                      <a:pt x="5412" y="0"/>
                    </a:moveTo>
                    <a:lnTo>
                      <a:pt x="4579" y="70"/>
                    </a:lnTo>
                    <a:lnTo>
                      <a:pt x="3851" y="208"/>
                    </a:lnTo>
                    <a:lnTo>
                      <a:pt x="3157" y="382"/>
                    </a:lnTo>
                    <a:lnTo>
                      <a:pt x="2532" y="590"/>
                    </a:lnTo>
                    <a:lnTo>
                      <a:pt x="2290" y="729"/>
                    </a:lnTo>
                    <a:lnTo>
                      <a:pt x="2047" y="833"/>
                    </a:lnTo>
                    <a:lnTo>
                      <a:pt x="1839" y="1006"/>
                    </a:lnTo>
                    <a:lnTo>
                      <a:pt x="1631" y="1180"/>
                    </a:lnTo>
                    <a:lnTo>
                      <a:pt x="1249" y="1596"/>
                    </a:lnTo>
                    <a:lnTo>
                      <a:pt x="902" y="2012"/>
                    </a:lnTo>
                    <a:lnTo>
                      <a:pt x="625" y="2324"/>
                    </a:lnTo>
                    <a:lnTo>
                      <a:pt x="382" y="2706"/>
                    </a:lnTo>
                    <a:lnTo>
                      <a:pt x="174" y="3053"/>
                    </a:lnTo>
                    <a:lnTo>
                      <a:pt x="70" y="3434"/>
                    </a:lnTo>
                    <a:lnTo>
                      <a:pt x="35" y="3816"/>
                    </a:lnTo>
                    <a:lnTo>
                      <a:pt x="70" y="3955"/>
                    </a:lnTo>
                    <a:lnTo>
                      <a:pt x="35" y="4267"/>
                    </a:lnTo>
                    <a:lnTo>
                      <a:pt x="35" y="4544"/>
                    </a:lnTo>
                    <a:lnTo>
                      <a:pt x="0" y="4822"/>
                    </a:lnTo>
                    <a:lnTo>
                      <a:pt x="35" y="5065"/>
                    </a:lnTo>
                    <a:lnTo>
                      <a:pt x="70" y="5342"/>
                    </a:lnTo>
                    <a:lnTo>
                      <a:pt x="139" y="5585"/>
                    </a:lnTo>
                    <a:lnTo>
                      <a:pt x="243" y="5828"/>
                    </a:lnTo>
                    <a:lnTo>
                      <a:pt x="382" y="6071"/>
                    </a:lnTo>
                    <a:lnTo>
                      <a:pt x="521" y="6279"/>
                    </a:lnTo>
                    <a:lnTo>
                      <a:pt x="694" y="6556"/>
                    </a:lnTo>
                    <a:lnTo>
                      <a:pt x="937" y="6799"/>
                    </a:lnTo>
                    <a:lnTo>
                      <a:pt x="1145" y="7042"/>
                    </a:lnTo>
                    <a:lnTo>
                      <a:pt x="1422" y="7250"/>
                    </a:lnTo>
                    <a:lnTo>
                      <a:pt x="1665" y="7458"/>
                    </a:lnTo>
                    <a:lnTo>
                      <a:pt x="1943" y="7632"/>
                    </a:lnTo>
                    <a:lnTo>
                      <a:pt x="2255" y="7805"/>
                    </a:lnTo>
                    <a:lnTo>
                      <a:pt x="2567" y="7978"/>
                    </a:lnTo>
                    <a:lnTo>
                      <a:pt x="2949" y="8117"/>
                    </a:lnTo>
                    <a:lnTo>
                      <a:pt x="3330" y="8256"/>
                    </a:lnTo>
                    <a:lnTo>
                      <a:pt x="3781" y="8360"/>
                    </a:lnTo>
                    <a:lnTo>
                      <a:pt x="4232" y="8395"/>
                    </a:lnTo>
                    <a:lnTo>
                      <a:pt x="4648" y="8360"/>
                    </a:lnTo>
                    <a:lnTo>
                      <a:pt x="5030" y="8291"/>
                    </a:lnTo>
                    <a:lnTo>
                      <a:pt x="5758" y="8013"/>
                    </a:lnTo>
                    <a:lnTo>
                      <a:pt x="6417" y="7736"/>
                    </a:lnTo>
                    <a:lnTo>
                      <a:pt x="6903" y="7458"/>
                    </a:lnTo>
                    <a:lnTo>
                      <a:pt x="7389" y="7181"/>
                    </a:lnTo>
                    <a:lnTo>
                      <a:pt x="7805" y="6834"/>
                    </a:lnTo>
                    <a:lnTo>
                      <a:pt x="8221" y="6487"/>
                    </a:lnTo>
                    <a:lnTo>
                      <a:pt x="8568" y="6071"/>
                    </a:lnTo>
                    <a:lnTo>
                      <a:pt x="8880" y="5654"/>
                    </a:lnTo>
                    <a:lnTo>
                      <a:pt x="9192" y="5169"/>
                    </a:lnTo>
                    <a:lnTo>
                      <a:pt x="9435" y="4683"/>
                    </a:lnTo>
                    <a:lnTo>
                      <a:pt x="9574" y="4232"/>
                    </a:lnTo>
                    <a:lnTo>
                      <a:pt x="9678" y="3781"/>
                    </a:lnTo>
                    <a:lnTo>
                      <a:pt x="9678" y="3365"/>
                    </a:lnTo>
                    <a:lnTo>
                      <a:pt x="9609" y="2949"/>
                    </a:lnTo>
                    <a:lnTo>
                      <a:pt x="9574" y="2706"/>
                    </a:lnTo>
                    <a:lnTo>
                      <a:pt x="9470" y="2498"/>
                    </a:lnTo>
                    <a:lnTo>
                      <a:pt x="9366" y="2255"/>
                    </a:lnTo>
                    <a:lnTo>
                      <a:pt x="9227" y="2047"/>
                    </a:lnTo>
                    <a:lnTo>
                      <a:pt x="9054" y="1839"/>
                    </a:lnTo>
                    <a:lnTo>
                      <a:pt x="8880" y="1631"/>
                    </a:lnTo>
                    <a:lnTo>
                      <a:pt x="8429" y="1180"/>
                    </a:lnTo>
                    <a:lnTo>
                      <a:pt x="8117" y="972"/>
                    </a:lnTo>
                    <a:lnTo>
                      <a:pt x="7805" y="729"/>
                    </a:lnTo>
                    <a:lnTo>
                      <a:pt x="7458" y="555"/>
                    </a:lnTo>
                    <a:lnTo>
                      <a:pt x="7077" y="382"/>
                    </a:lnTo>
                    <a:lnTo>
                      <a:pt x="6695" y="243"/>
                    </a:lnTo>
                    <a:lnTo>
                      <a:pt x="6279" y="139"/>
                    </a:lnTo>
                    <a:lnTo>
                      <a:pt x="5862" y="70"/>
                    </a:lnTo>
                    <a:lnTo>
                      <a:pt x="54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63" name="Google Shape;1463;p28"/>
            <p:cNvSpPr/>
            <p:nvPr/>
          </p:nvSpPr>
          <p:spPr>
            <a:xfrm flipH="1">
              <a:off x="6644225" y="3825800"/>
              <a:ext cx="18765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274300" spcFirstLastPara="1" rIns="274300" wrap="square" tIns="9142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object in the whole Solar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4" name="Google Shape;1464;p28"/>
            <p:cNvSpPr txBox="1"/>
            <p:nvPr/>
          </p:nvSpPr>
          <p:spPr>
            <a:xfrm flipH="1">
              <a:off x="6581678" y="3391931"/>
              <a:ext cx="19398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Frustrations</a:t>
              </a:r>
              <a:endParaRPr sz="18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65" name="Google Shape;1465;p28"/>
            <p:cNvSpPr/>
            <p:nvPr/>
          </p:nvSpPr>
          <p:spPr>
            <a:xfrm flipH="1" rot="4478498">
              <a:off x="5740569" y="3396881"/>
              <a:ext cx="687985" cy="773585"/>
            </a:xfrm>
            <a:custGeom>
              <a:rect b="b" l="l" r="r" t="t"/>
              <a:pathLst>
                <a:path extrusionOk="0" h="24909" w="24910">
                  <a:moveTo>
                    <a:pt x="11253" y="0"/>
                  </a:moveTo>
                  <a:cubicBezTo>
                    <a:pt x="8051" y="0"/>
                    <a:pt x="4944" y="1193"/>
                    <a:pt x="2866" y="3881"/>
                  </a:cubicBezTo>
                  <a:cubicBezTo>
                    <a:pt x="690" y="6637"/>
                    <a:pt x="1" y="10301"/>
                    <a:pt x="221" y="13883"/>
                  </a:cubicBezTo>
                  <a:cubicBezTo>
                    <a:pt x="442" y="16501"/>
                    <a:pt x="1131" y="19146"/>
                    <a:pt x="2756" y="21103"/>
                  </a:cubicBezTo>
                  <a:cubicBezTo>
                    <a:pt x="4823" y="23638"/>
                    <a:pt x="8019" y="24905"/>
                    <a:pt x="11133" y="24905"/>
                  </a:cubicBezTo>
                  <a:cubicBezTo>
                    <a:pt x="11238" y="24908"/>
                    <a:pt x="11343" y="24909"/>
                    <a:pt x="11449" y="24909"/>
                  </a:cubicBezTo>
                  <a:cubicBezTo>
                    <a:pt x="15691" y="24909"/>
                    <a:pt x="19788" y="22752"/>
                    <a:pt x="22154" y="19256"/>
                  </a:cubicBezTo>
                  <a:cubicBezTo>
                    <a:pt x="24552" y="15592"/>
                    <a:pt x="24910" y="10770"/>
                    <a:pt x="23064" y="6857"/>
                  </a:cubicBezTo>
                  <a:cubicBezTo>
                    <a:pt x="20942" y="2614"/>
                    <a:pt x="15994" y="0"/>
                    <a:pt x="112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6003801" y="3694681"/>
              <a:ext cx="79261" cy="76320"/>
            </a:xfrm>
            <a:custGeom>
              <a:rect b="b" l="l" r="r" t="t"/>
              <a:pathLst>
                <a:path extrusionOk="0" h="3400" w="3531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5901236" y="3566775"/>
              <a:ext cx="433814" cy="433792"/>
            </a:xfrm>
            <a:custGeom>
              <a:rect b="b" l="l" r="r" t="t"/>
              <a:pathLst>
                <a:path extrusionOk="0" h="19325" w="19326">
                  <a:moveTo>
                    <a:pt x="9663" y="1132"/>
                  </a:moveTo>
                  <a:cubicBezTo>
                    <a:pt x="14367" y="1132"/>
                    <a:pt x="18193" y="4958"/>
                    <a:pt x="18193" y="9662"/>
                  </a:cubicBezTo>
                  <a:cubicBezTo>
                    <a:pt x="18193" y="14367"/>
                    <a:pt x="14367" y="18192"/>
                    <a:pt x="9663" y="18192"/>
                  </a:cubicBezTo>
                  <a:cubicBezTo>
                    <a:pt x="4959" y="18192"/>
                    <a:pt x="1133" y="14367"/>
                    <a:pt x="1133" y="9662"/>
                  </a:cubicBezTo>
                  <a:cubicBezTo>
                    <a:pt x="1133" y="4958"/>
                    <a:pt x="4959" y="1132"/>
                    <a:pt x="9663" y="1132"/>
                  </a:cubicBezTo>
                  <a:close/>
                  <a:moveTo>
                    <a:pt x="9663" y="0"/>
                  </a:moveTo>
                  <a:cubicBezTo>
                    <a:pt x="7094" y="0"/>
                    <a:pt x="4669" y="1009"/>
                    <a:pt x="2839" y="2838"/>
                  </a:cubicBezTo>
                  <a:cubicBezTo>
                    <a:pt x="1009" y="4668"/>
                    <a:pt x="1" y="7093"/>
                    <a:pt x="1" y="9662"/>
                  </a:cubicBezTo>
                  <a:cubicBezTo>
                    <a:pt x="1" y="12232"/>
                    <a:pt x="1009" y="14657"/>
                    <a:pt x="2839" y="16486"/>
                  </a:cubicBezTo>
                  <a:cubicBezTo>
                    <a:pt x="4669" y="18316"/>
                    <a:pt x="7094" y="19325"/>
                    <a:pt x="9663" y="19325"/>
                  </a:cubicBezTo>
                  <a:cubicBezTo>
                    <a:pt x="12233" y="19325"/>
                    <a:pt x="14657" y="18316"/>
                    <a:pt x="16487" y="16486"/>
                  </a:cubicBezTo>
                  <a:cubicBezTo>
                    <a:pt x="18317" y="14657"/>
                    <a:pt x="19325" y="12232"/>
                    <a:pt x="19325" y="9662"/>
                  </a:cubicBezTo>
                  <a:cubicBezTo>
                    <a:pt x="19325" y="7093"/>
                    <a:pt x="18317" y="4668"/>
                    <a:pt x="16487" y="2838"/>
                  </a:cubicBezTo>
                  <a:cubicBezTo>
                    <a:pt x="14657" y="1009"/>
                    <a:pt x="12233" y="0"/>
                    <a:pt x="96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6153260" y="3694726"/>
              <a:ext cx="79306" cy="76276"/>
            </a:xfrm>
            <a:custGeom>
              <a:rect b="b" l="l" r="r" t="t"/>
              <a:pathLst>
                <a:path extrusionOk="0" h="3398" w="3533">
                  <a:moveTo>
                    <a:pt x="1829" y="1130"/>
                  </a:moveTo>
                  <a:cubicBezTo>
                    <a:pt x="2121" y="1130"/>
                    <a:pt x="2401" y="1356"/>
                    <a:pt x="2401" y="1698"/>
                  </a:cubicBezTo>
                  <a:cubicBezTo>
                    <a:pt x="2401" y="2012"/>
                    <a:pt x="2147" y="2265"/>
                    <a:pt x="1833" y="2265"/>
                  </a:cubicBezTo>
                  <a:cubicBezTo>
                    <a:pt x="1329" y="2265"/>
                    <a:pt x="1075" y="1656"/>
                    <a:pt x="1431" y="1296"/>
                  </a:cubicBezTo>
                  <a:cubicBezTo>
                    <a:pt x="1547" y="1181"/>
                    <a:pt x="1690" y="1130"/>
                    <a:pt x="1829" y="1130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0" y="1683"/>
                    <a:pt x="145" y="2413"/>
                    <a:pt x="631" y="2900"/>
                  </a:cubicBezTo>
                  <a:cubicBezTo>
                    <a:pt x="956" y="3225"/>
                    <a:pt x="1391" y="3397"/>
                    <a:pt x="1833" y="3397"/>
                  </a:cubicBezTo>
                  <a:cubicBezTo>
                    <a:pt x="2052" y="3397"/>
                    <a:pt x="2272" y="3355"/>
                    <a:pt x="2482" y="3268"/>
                  </a:cubicBezTo>
                  <a:cubicBezTo>
                    <a:pt x="3116" y="3005"/>
                    <a:pt x="3533" y="2386"/>
                    <a:pt x="3533" y="1698"/>
                  </a:cubicBezTo>
                  <a:cubicBezTo>
                    <a:pt x="3530" y="759"/>
                    <a:pt x="2772" y="1"/>
                    <a:pt x="18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6005619" y="3796414"/>
              <a:ext cx="225056" cy="101663"/>
            </a:xfrm>
            <a:custGeom>
              <a:rect b="b" l="l" r="r" t="t"/>
              <a:pathLst>
                <a:path extrusionOk="0" h="4529" w="10026">
                  <a:moveTo>
                    <a:pt x="5006" y="0"/>
                  </a:moveTo>
                  <a:cubicBezTo>
                    <a:pt x="2684" y="0"/>
                    <a:pt x="659" y="1572"/>
                    <a:pt x="79" y="3820"/>
                  </a:cubicBezTo>
                  <a:cubicBezTo>
                    <a:pt x="1" y="4125"/>
                    <a:pt x="182" y="4433"/>
                    <a:pt x="487" y="4511"/>
                  </a:cubicBezTo>
                  <a:cubicBezTo>
                    <a:pt x="533" y="4523"/>
                    <a:pt x="580" y="4528"/>
                    <a:pt x="625" y="4528"/>
                  </a:cubicBezTo>
                  <a:cubicBezTo>
                    <a:pt x="878" y="4528"/>
                    <a:pt x="1109" y="4359"/>
                    <a:pt x="1175" y="4103"/>
                  </a:cubicBezTo>
                  <a:cubicBezTo>
                    <a:pt x="1625" y="2352"/>
                    <a:pt x="3205" y="1126"/>
                    <a:pt x="5013" y="1126"/>
                  </a:cubicBezTo>
                  <a:cubicBezTo>
                    <a:pt x="6822" y="1126"/>
                    <a:pt x="8401" y="2352"/>
                    <a:pt x="8851" y="4103"/>
                  </a:cubicBezTo>
                  <a:cubicBezTo>
                    <a:pt x="8917" y="4359"/>
                    <a:pt x="9148" y="4528"/>
                    <a:pt x="9401" y="4528"/>
                  </a:cubicBezTo>
                  <a:cubicBezTo>
                    <a:pt x="9447" y="4528"/>
                    <a:pt x="9493" y="4523"/>
                    <a:pt x="9539" y="4511"/>
                  </a:cubicBezTo>
                  <a:cubicBezTo>
                    <a:pt x="9844" y="4433"/>
                    <a:pt x="10025" y="4125"/>
                    <a:pt x="9947" y="3820"/>
                  </a:cubicBezTo>
                  <a:cubicBezTo>
                    <a:pt x="9368" y="1572"/>
                    <a:pt x="7342" y="0"/>
                    <a:pt x="5020" y="0"/>
                  </a:cubicBezTo>
                  <a:cubicBezTo>
                    <a:pt x="5018" y="0"/>
                    <a:pt x="5015" y="0"/>
                    <a:pt x="5013" y="0"/>
                  </a:cubicBezTo>
                  <a:cubicBezTo>
                    <a:pt x="5011" y="0"/>
                    <a:pt x="5009" y="0"/>
                    <a:pt x="50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70" name="Google Shape;1470;p28"/>
          <p:cNvGrpSpPr/>
          <p:nvPr/>
        </p:nvGrpSpPr>
        <p:grpSpPr>
          <a:xfrm>
            <a:off x="3726450" y="1777300"/>
            <a:ext cx="1691100" cy="2604500"/>
            <a:chOff x="3726450" y="1777300"/>
            <a:chExt cx="1691100" cy="2604500"/>
          </a:xfrm>
        </p:grpSpPr>
        <p:sp>
          <p:nvSpPr>
            <p:cNvPr id="1471" name="Google Shape;1471;p28"/>
            <p:cNvSpPr txBox="1"/>
            <p:nvPr/>
          </p:nvSpPr>
          <p:spPr>
            <a:xfrm>
              <a:off x="3726450" y="3520925"/>
              <a:ext cx="16911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Name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72" name="Google Shape;1472;p28"/>
            <p:cNvSpPr txBox="1"/>
            <p:nvPr/>
          </p:nvSpPr>
          <p:spPr>
            <a:xfrm>
              <a:off x="3732576" y="3950100"/>
              <a:ext cx="1679100" cy="4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924275" y="1777300"/>
              <a:ext cx="1269853" cy="1588955"/>
            </a:xfrm>
            <a:custGeom>
              <a:rect b="b" l="l" r="r" t="t"/>
              <a:pathLst>
                <a:path extrusionOk="0" h="23030" w="18405">
                  <a:moveTo>
                    <a:pt x="10079" y="310"/>
                  </a:moveTo>
                  <a:cubicBezTo>
                    <a:pt x="10397" y="310"/>
                    <a:pt x="10712" y="330"/>
                    <a:pt x="11011" y="368"/>
                  </a:cubicBezTo>
                  <a:cubicBezTo>
                    <a:pt x="12638" y="575"/>
                    <a:pt x="13708" y="1712"/>
                    <a:pt x="13868" y="3410"/>
                  </a:cubicBezTo>
                  <a:cubicBezTo>
                    <a:pt x="13888" y="3609"/>
                    <a:pt x="13895" y="3808"/>
                    <a:pt x="13902" y="4023"/>
                  </a:cubicBezTo>
                  <a:cubicBezTo>
                    <a:pt x="13907" y="4111"/>
                    <a:pt x="13911" y="4207"/>
                    <a:pt x="13914" y="4306"/>
                  </a:cubicBezTo>
                  <a:cubicBezTo>
                    <a:pt x="13566" y="4395"/>
                    <a:pt x="13221" y="4440"/>
                    <a:pt x="12884" y="4440"/>
                  </a:cubicBezTo>
                  <a:cubicBezTo>
                    <a:pt x="12141" y="4440"/>
                    <a:pt x="11428" y="4226"/>
                    <a:pt x="10712" y="3785"/>
                  </a:cubicBezTo>
                  <a:cubicBezTo>
                    <a:pt x="10286" y="3525"/>
                    <a:pt x="10118" y="3069"/>
                    <a:pt x="9949" y="2628"/>
                  </a:cubicBezTo>
                  <a:lnTo>
                    <a:pt x="9911" y="2521"/>
                  </a:lnTo>
                  <a:cubicBezTo>
                    <a:pt x="9872" y="2425"/>
                    <a:pt x="9838" y="2326"/>
                    <a:pt x="9796" y="2203"/>
                  </a:cubicBezTo>
                  <a:lnTo>
                    <a:pt x="9692" y="1905"/>
                  </a:lnTo>
                  <a:lnTo>
                    <a:pt x="9635" y="1974"/>
                  </a:lnTo>
                  <a:cubicBezTo>
                    <a:pt x="9581" y="2031"/>
                    <a:pt x="9540" y="2077"/>
                    <a:pt x="9497" y="2119"/>
                  </a:cubicBezTo>
                  <a:cubicBezTo>
                    <a:pt x="9420" y="2199"/>
                    <a:pt x="9367" y="2257"/>
                    <a:pt x="9333" y="2329"/>
                  </a:cubicBezTo>
                  <a:cubicBezTo>
                    <a:pt x="9244" y="2510"/>
                    <a:pt x="9183" y="2701"/>
                    <a:pt x="9121" y="2885"/>
                  </a:cubicBezTo>
                  <a:lnTo>
                    <a:pt x="9114" y="2904"/>
                  </a:lnTo>
                  <a:cubicBezTo>
                    <a:pt x="8799" y="3854"/>
                    <a:pt x="8037" y="4203"/>
                    <a:pt x="7451" y="4326"/>
                  </a:cubicBezTo>
                  <a:cubicBezTo>
                    <a:pt x="6812" y="4463"/>
                    <a:pt x="6138" y="4506"/>
                    <a:pt x="5486" y="4548"/>
                  </a:cubicBezTo>
                  <a:cubicBezTo>
                    <a:pt x="5259" y="4563"/>
                    <a:pt x="5034" y="4578"/>
                    <a:pt x="4808" y="4598"/>
                  </a:cubicBezTo>
                  <a:lnTo>
                    <a:pt x="4766" y="4598"/>
                  </a:lnTo>
                  <a:cubicBezTo>
                    <a:pt x="4677" y="4598"/>
                    <a:pt x="4582" y="4575"/>
                    <a:pt x="4494" y="4555"/>
                  </a:cubicBezTo>
                  <a:cubicBezTo>
                    <a:pt x="4451" y="4543"/>
                    <a:pt x="4414" y="4536"/>
                    <a:pt x="4375" y="4529"/>
                  </a:cubicBezTo>
                  <a:cubicBezTo>
                    <a:pt x="4253" y="4214"/>
                    <a:pt x="4333" y="3938"/>
                    <a:pt x="4440" y="3636"/>
                  </a:cubicBezTo>
                  <a:cubicBezTo>
                    <a:pt x="4777" y="2682"/>
                    <a:pt x="5183" y="2054"/>
                    <a:pt x="5758" y="1590"/>
                  </a:cubicBezTo>
                  <a:cubicBezTo>
                    <a:pt x="6520" y="977"/>
                    <a:pt x="7428" y="602"/>
                    <a:pt x="8528" y="437"/>
                  </a:cubicBezTo>
                  <a:cubicBezTo>
                    <a:pt x="9098" y="353"/>
                    <a:pt x="9604" y="310"/>
                    <a:pt x="10079" y="310"/>
                  </a:cubicBezTo>
                  <a:close/>
                  <a:moveTo>
                    <a:pt x="3854" y="7812"/>
                  </a:moveTo>
                  <a:lnTo>
                    <a:pt x="3866" y="7862"/>
                  </a:lnTo>
                  <a:cubicBezTo>
                    <a:pt x="4041" y="7866"/>
                    <a:pt x="4118" y="7961"/>
                    <a:pt x="4122" y="8187"/>
                  </a:cubicBezTo>
                  <a:cubicBezTo>
                    <a:pt x="4129" y="8440"/>
                    <a:pt x="4129" y="8693"/>
                    <a:pt x="4129" y="8962"/>
                  </a:cubicBezTo>
                  <a:cubicBezTo>
                    <a:pt x="4126" y="9057"/>
                    <a:pt x="4126" y="9156"/>
                    <a:pt x="4126" y="9256"/>
                  </a:cubicBezTo>
                  <a:cubicBezTo>
                    <a:pt x="3673" y="9206"/>
                    <a:pt x="3586" y="9103"/>
                    <a:pt x="3544" y="8827"/>
                  </a:cubicBezTo>
                  <a:cubicBezTo>
                    <a:pt x="3512" y="8624"/>
                    <a:pt x="3505" y="8425"/>
                    <a:pt x="3512" y="8230"/>
                  </a:cubicBezTo>
                  <a:cubicBezTo>
                    <a:pt x="3524" y="7984"/>
                    <a:pt x="3636" y="7862"/>
                    <a:pt x="3854" y="7862"/>
                  </a:cubicBezTo>
                  <a:lnTo>
                    <a:pt x="3854" y="7812"/>
                  </a:lnTo>
                  <a:close/>
                  <a:moveTo>
                    <a:pt x="9570" y="2923"/>
                  </a:moveTo>
                  <a:lnTo>
                    <a:pt x="9597" y="2950"/>
                  </a:lnTo>
                  <a:cubicBezTo>
                    <a:pt x="9632" y="2989"/>
                    <a:pt x="9669" y="3031"/>
                    <a:pt x="9681" y="3072"/>
                  </a:cubicBezTo>
                  <a:cubicBezTo>
                    <a:pt x="9918" y="3785"/>
                    <a:pt x="10466" y="4237"/>
                    <a:pt x="11405" y="4506"/>
                  </a:cubicBezTo>
                  <a:cubicBezTo>
                    <a:pt x="11957" y="4658"/>
                    <a:pt x="12546" y="4709"/>
                    <a:pt x="13117" y="4759"/>
                  </a:cubicBezTo>
                  <a:lnTo>
                    <a:pt x="13351" y="4778"/>
                  </a:lnTo>
                  <a:cubicBezTo>
                    <a:pt x="13711" y="4808"/>
                    <a:pt x="13711" y="4808"/>
                    <a:pt x="13765" y="5180"/>
                  </a:cubicBezTo>
                  <a:cubicBezTo>
                    <a:pt x="13815" y="5521"/>
                    <a:pt x="13849" y="5866"/>
                    <a:pt x="13884" y="6230"/>
                  </a:cubicBezTo>
                  <a:cubicBezTo>
                    <a:pt x="13902" y="6398"/>
                    <a:pt x="13918" y="6571"/>
                    <a:pt x="13937" y="6750"/>
                  </a:cubicBezTo>
                  <a:lnTo>
                    <a:pt x="13941" y="6781"/>
                  </a:lnTo>
                  <a:lnTo>
                    <a:pt x="13971" y="6792"/>
                  </a:lnTo>
                  <a:cubicBezTo>
                    <a:pt x="14022" y="6812"/>
                    <a:pt x="14079" y="6831"/>
                    <a:pt x="14141" y="6854"/>
                  </a:cubicBezTo>
                  <a:cubicBezTo>
                    <a:pt x="14275" y="6907"/>
                    <a:pt x="14424" y="6965"/>
                    <a:pt x="14581" y="7015"/>
                  </a:cubicBezTo>
                  <a:cubicBezTo>
                    <a:pt x="14914" y="7123"/>
                    <a:pt x="15182" y="7413"/>
                    <a:pt x="15301" y="7789"/>
                  </a:cubicBezTo>
                  <a:cubicBezTo>
                    <a:pt x="15412" y="8161"/>
                    <a:pt x="15355" y="8539"/>
                    <a:pt x="15144" y="8812"/>
                  </a:cubicBezTo>
                  <a:cubicBezTo>
                    <a:pt x="14987" y="9015"/>
                    <a:pt x="14784" y="9118"/>
                    <a:pt x="14546" y="9118"/>
                  </a:cubicBezTo>
                  <a:cubicBezTo>
                    <a:pt x="14485" y="9118"/>
                    <a:pt x="14424" y="9114"/>
                    <a:pt x="14358" y="9099"/>
                  </a:cubicBezTo>
                  <a:cubicBezTo>
                    <a:pt x="14210" y="9068"/>
                    <a:pt x="14063" y="9034"/>
                    <a:pt x="13902" y="8996"/>
                  </a:cubicBezTo>
                  <a:lnTo>
                    <a:pt x="13616" y="8930"/>
                  </a:lnTo>
                  <a:lnTo>
                    <a:pt x="13612" y="8988"/>
                  </a:lnTo>
                  <a:cubicBezTo>
                    <a:pt x="13589" y="9191"/>
                    <a:pt x="13573" y="9386"/>
                    <a:pt x="13554" y="9578"/>
                  </a:cubicBezTo>
                  <a:cubicBezTo>
                    <a:pt x="13520" y="9984"/>
                    <a:pt x="13485" y="10371"/>
                    <a:pt x="13420" y="10750"/>
                  </a:cubicBezTo>
                  <a:cubicBezTo>
                    <a:pt x="13225" y="11892"/>
                    <a:pt x="12703" y="12823"/>
                    <a:pt x="11865" y="13520"/>
                  </a:cubicBezTo>
                  <a:cubicBezTo>
                    <a:pt x="11704" y="13658"/>
                    <a:pt x="11497" y="13761"/>
                    <a:pt x="11301" y="13812"/>
                  </a:cubicBezTo>
                  <a:cubicBezTo>
                    <a:pt x="10796" y="13941"/>
                    <a:pt x="10275" y="14003"/>
                    <a:pt x="9712" y="14003"/>
                  </a:cubicBezTo>
                  <a:cubicBezTo>
                    <a:pt x="9084" y="14003"/>
                    <a:pt x="8421" y="13927"/>
                    <a:pt x="7627" y="13766"/>
                  </a:cubicBezTo>
                  <a:cubicBezTo>
                    <a:pt x="6930" y="13623"/>
                    <a:pt x="6424" y="13152"/>
                    <a:pt x="5931" y="12696"/>
                  </a:cubicBezTo>
                  <a:cubicBezTo>
                    <a:pt x="5865" y="12631"/>
                    <a:pt x="5796" y="12570"/>
                    <a:pt x="5727" y="12505"/>
                  </a:cubicBezTo>
                  <a:cubicBezTo>
                    <a:pt x="4846" y="11704"/>
                    <a:pt x="4643" y="10601"/>
                    <a:pt x="4563" y="9628"/>
                  </a:cubicBezTo>
                  <a:cubicBezTo>
                    <a:pt x="4532" y="9279"/>
                    <a:pt x="4497" y="8930"/>
                    <a:pt x="4460" y="8582"/>
                  </a:cubicBezTo>
                  <a:cubicBezTo>
                    <a:pt x="4417" y="8198"/>
                    <a:pt x="4379" y="7800"/>
                    <a:pt x="4348" y="7413"/>
                  </a:cubicBezTo>
                  <a:cubicBezTo>
                    <a:pt x="4302" y="6835"/>
                    <a:pt x="4267" y="6253"/>
                    <a:pt x="4237" y="5685"/>
                  </a:cubicBezTo>
                  <a:cubicBezTo>
                    <a:pt x="4225" y="5445"/>
                    <a:pt x="4210" y="5199"/>
                    <a:pt x="4195" y="4957"/>
                  </a:cubicBezTo>
                  <a:cubicBezTo>
                    <a:pt x="4218" y="4950"/>
                    <a:pt x="4233" y="4939"/>
                    <a:pt x="4253" y="4927"/>
                  </a:cubicBezTo>
                  <a:cubicBezTo>
                    <a:pt x="4287" y="4908"/>
                    <a:pt x="4313" y="4893"/>
                    <a:pt x="4333" y="4893"/>
                  </a:cubicBezTo>
                  <a:cubicBezTo>
                    <a:pt x="4589" y="4874"/>
                    <a:pt x="4842" y="4862"/>
                    <a:pt x="5099" y="4847"/>
                  </a:cubicBezTo>
                  <a:cubicBezTo>
                    <a:pt x="5613" y="4819"/>
                    <a:pt x="6145" y="4789"/>
                    <a:pt x="6666" y="4736"/>
                  </a:cubicBezTo>
                  <a:cubicBezTo>
                    <a:pt x="7057" y="4697"/>
                    <a:pt x="7474" y="4605"/>
                    <a:pt x="7976" y="4452"/>
                  </a:cubicBezTo>
                  <a:cubicBezTo>
                    <a:pt x="8647" y="4249"/>
                    <a:pt x="9118" y="3827"/>
                    <a:pt x="9382" y="3203"/>
                  </a:cubicBezTo>
                  <a:cubicBezTo>
                    <a:pt x="9413" y="3130"/>
                    <a:pt x="9455" y="3061"/>
                    <a:pt x="9497" y="2992"/>
                  </a:cubicBezTo>
                  <a:lnTo>
                    <a:pt x="9535" y="2934"/>
                  </a:lnTo>
                  <a:cubicBezTo>
                    <a:pt x="9535" y="2934"/>
                    <a:pt x="9563" y="2927"/>
                    <a:pt x="9570" y="2923"/>
                  </a:cubicBezTo>
                  <a:close/>
                  <a:moveTo>
                    <a:pt x="6179" y="13448"/>
                  </a:moveTo>
                  <a:lnTo>
                    <a:pt x="6179" y="13448"/>
                  </a:lnTo>
                  <a:cubicBezTo>
                    <a:pt x="6271" y="13501"/>
                    <a:pt x="6363" y="13551"/>
                    <a:pt x="6455" y="13605"/>
                  </a:cubicBezTo>
                  <a:cubicBezTo>
                    <a:pt x="6727" y="13761"/>
                    <a:pt x="6983" y="13907"/>
                    <a:pt x="7264" y="14010"/>
                  </a:cubicBezTo>
                  <a:cubicBezTo>
                    <a:pt x="7535" y="14114"/>
                    <a:pt x="7834" y="14171"/>
                    <a:pt x="8118" y="14225"/>
                  </a:cubicBezTo>
                  <a:cubicBezTo>
                    <a:pt x="8221" y="14244"/>
                    <a:pt x="8325" y="14263"/>
                    <a:pt x="8428" y="14286"/>
                  </a:cubicBezTo>
                  <a:cubicBezTo>
                    <a:pt x="8202" y="14616"/>
                    <a:pt x="7777" y="14846"/>
                    <a:pt x="7386" y="14846"/>
                  </a:cubicBezTo>
                  <a:cubicBezTo>
                    <a:pt x="7310" y="14846"/>
                    <a:pt x="7236" y="14838"/>
                    <a:pt x="7172" y="14819"/>
                  </a:cubicBezTo>
                  <a:cubicBezTo>
                    <a:pt x="6605" y="14666"/>
                    <a:pt x="6221" y="14134"/>
                    <a:pt x="6179" y="13448"/>
                  </a:cubicBezTo>
                  <a:close/>
                  <a:moveTo>
                    <a:pt x="11711" y="14099"/>
                  </a:moveTo>
                  <a:lnTo>
                    <a:pt x="11711" y="14099"/>
                  </a:lnTo>
                  <a:cubicBezTo>
                    <a:pt x="11585" y="14658"/>
                    <a:pt x="11264" y="14953"/>
                    <a:pt x="10773" y="14953"/>
                  </a:cubicBezTo>
                  <a:cubicBezTo>
                    <a:pt x="10658" y="14953"/>
                    <a:pt x="10532" y="14938"/>
                    <a:pt x="10401" y="14903"/>
                  </a:cubicBezTo>
                  <a:cubicBezTo>
                    <a:pt x="10068" y="14823"/>
                    <a:pt x="9692" y="14735"/>
                    <a:pt x="9405" y="14371"/>
                  </a:cubicBezTo>
                  <a:lnTo>
                    <a:pt x="11711" y="14099"/>
                  </a:lnTo>
                  <a:close/>
                  <a:moveTo>
                    <a:pt x="4907" y="12141"/>
                  </a:moveTo>
                  <a:cubicBezTo>
                    <a:pt x="5340" y="12558"/>
                    <a:pt x="5701" y="12961"/>
                    <a:pt x="5761" y="13612"/>
                  </a:cubicBezTo>
                  <a:cubicBezTo>
                    <a:pt x="5834" y="14363"/>
                    <a:pt x="6532" y="15163"/>
                    <a:pt x="7448" y="15163"/>
                  </a:cubicBezTo>
                  <a:cubicBezTo>
                    <a:pt x="7719" y="15163"/>
                    <a:pt x="7991" y="15094"/>
                    <a:pt x="8248" y="14953"/>
                  </a:cubicBezTo>
                  <a:cubicBezTo>
                    <a:pt x="8344" y="14899"/>
                    <a:pt x="8440" y="14853"/>
                    <a:pt x="8555" y="14804"/>
                  </a:cubicBezTo>
                  <a:cubicBezTo>
                    <a:pt x="8593" y="14785"/>
                    <a:pt x="8635" y="14762"/>
                    <a:pt x="8681" y="14742"/>
                  </a:cubicBezTo>
                  <a:cubicBezTo>
                    <a:pt x="8684" y="14765"/>
                    <a:pt x="8693" y="14792"/>
                    <a:pt x="8696" y="14815"/>
                  </a:cubicBezTo>
                  <a:cubicBezTo>
                    <a:pt x="8716" y="14899"/>
                    <a:pt x="8730" y="14972"/>
                    <a:pt x="8730" y="15045"/>
                  </a:cubicBezTo>
                  <a:lnTo>
                    <a:pt x="8730" y="15359"/>
                  </a:lnTo>
                  <a:cubicBezTo>
                    <a:pt x="8735" y="17359"/>
                    <a:pt x="8735" y="19424"/>
                    <a:pt x="8727" y="21454"/>
                  </a:cubicBezTo>
                  <a:cubicBezTo>
                    <a:pt x="8723" y="21673"/>
                    <a:pt x="8689" y="21895"/>
                    <a:pt x="8654" y="22128"/>
                  </a:cubicBezTo>
                  <a:cubicBezTo>
                    <a:pt x="8638" y="22232"/>
                    <a:pt x="8624" y="22335"/>
                    <a:pt x="8608" y="22446"/>
                  </a:cubicBezTo>
                  <a:cubicBezTo>
                    <a:pt x="8555" y="22446"/>
                    <a:pt x="8325" y="22450"/>
                    <a:pt x="8263" y="22450"/>
                  </a:cubicBezTo>
                  <a:cubicBezTo>
                    <a:pt x="8191" y="22450"/>
                    <a:pt x="8118" y="22450"/>
                    <a:pt x="8045" y="22446"/>
                  </a:cubicBezTo>
                  <a:cubicBezTo>
                    <a:pt x="6371" y="22378"/>
                    <a:pt x="4712" y="22018"/>
                    <a:pt x="2969" y="21343"/>
                  </a:cubicBezTo>
                  <a:cubicBezTo>
                    <a:pt x="2359" y="21110"/>
                    <a:pt x="1800" y="20749"/>
                    <a:pt x="1379" y="20459"/>
                  </a:cubicBezTo>
                  <a:cubicBezTo>
                    <a:pt x="819" y="20075"/>
                    <a:pt x="529" y="19516"/>
                    <a:pt x="513" y="18795"/>
                  </a:cubicBezTo>
                  <a:cubicBezTo>
                    <a:pt x="490" y="17324"/>
                    <a:pt x="862" y="15907"/>
                    <a:pt x="1643" y="14455"/>
                  </a:cubicBezTo>
                  <a:cubicBezTo>
                    <a:pt x="2041" y="13720"/>
                    <a:pt x="2708" y="13114"/>
                    <a:pt x="3570" y="12704"/>
                  </a:cubicBezTo>
                  <a:cubicBezTo>
                    <a:pt x="3877" y="12558"/>
                    <a:pt x="4198" y="12428"/>
                    <a:pt x="4513" y="12302"/>
                  </a:cubicBezTo>
                  <a:cubicBezTo>
                    <a:pt x="4643" y="12249"/>
                    <a:pt x="4777" y="12194"/>
                    <a:pt x="4907" y="12141"/>
                  </a:cubicBezTo>
                  <a:close/>
                  <a:moveTo>
                    <a:pt x="13278" y="12459"/>
                  </a:moveTo>
                  <a:cubicBezTo>
                    <a:pt x="14072" y="12681"/>
                    <a:pt x="14738" y="13164"/>
                    <a:pt x="15409" y="13681"/>
                  </a:cubicBezTo>
                  <a:cubicBezTo>
                    <a:pt x="15451" y="13715"/>
                    <a:pt x="15493" y="13754"/>
                    <a:pt x="15531" y="13800"/>
                  </a:cubicBezTo>
                  <a:cubicBezTo>
                    <a:pt x="15585" y="13849"/>
                    <a:pt x="15635" y="13904"/>
                    <a:pt x="15695" y="13945"/>
                  </a:cubicBezTo>
                  <a:cubicBezTo>
                    <a:pt x="16370" y="14397"/>
                    <a:pt x="16887" y="15034"/>
                    <a:pt x="17373" y="16007"/>
                  </a:cubicBezTo>
                  <a:cubicBezTo>
                    <a:pt x="17818" y="16899"/>
                    <a:pt x="17898" y="17807"/>
                    <a:pt x="17619" y="18772"/>
                  </a:cubicBezTo>
                  <a:cubicBezTo>
                    <a:pt x="17511" y="19156"/>
                    <a:pt x="17366" y="19550"/>
                    <a:pt x="17167" y="20022"/>
                  </a:cubicBezTo>
                  <a:cubicBezTo>
                    <a:pt x="16734" y="21044"/>
                    <a:pt x="15902" y="21742"/>
                    <a:pt x="14689" y="22102"/>
                  </a:cubicBezTo>
                  <a:cubicBezTo>
                    <a:pt x="14022" y="22301"/>
                    <a:pt x="13313" y="22400"/>
                    <a:pt x="12627" y="22501"/>
                  </a:cubicBezTo>
                  <a:lnTo>
                    <a:pt x="12351" y="22542"/>
                  </a:lnTo>
                  <a:cubicBezTo>
                    <a:pt x="11880" y="22611"/>
                    <a:pt x="11397" y="22646"/>
                    <a:pt x="10914" y="22646"/>
                  </a:cubicBezTo>
                  <a:lnTo>
                    <a:pt x="10808" y="22646"/>
                  </a:lnTo>
                  <a:cubicBezTo>
                    <a:pt x="10431" y="22642"/>
                    <a:pt x="10056" y="22604"/>
                    <a:pt x="9658" y="22565"/>
                  </a:cubicBezTo>
                  <a:cubicBezTo>
                    <a:pt x="9489" y="22550"/>
                    <a:pt x="9317" y="22535"/>
                    <a:pt x="9141" y="22519"/>
                  </a:cubicBezTo>
                  <a:lnTo>
                    <a:pt x="9141" y="14754"/>
                  </a:lnTo>
                  <a:cubicBezTo>
                    <a:pt x="9186" y="14777"/>
                    <a:pt x="9229" y="14800"/>
                    <a:pt x="9271" y="14819"/>
                  </a:cubicBezTo>
                  <a:cubicBezTo>
                    <a:pt x="9390" y="14880"/>
                    <a:pt x="9494" y="14933"/>
                    <a:pt x="9589" y="14991"/>
                  </a:cubicBezTo>
                  <a:cubicBezTo>
                    <a:pt x="9926" y="15186"/>
                    <a:pt x="10298" y="15287"/>
                    <a:pt x="10730" y="15298"/>
                  </a:cubicBezTo>
                  <a:lnTo>
                    <a:pt x="10769" y="15298"/>
                  </a:lnTo>
                  <a:cubicBezTo>
                    <a:pt x="11298" y="15298"/>
                    <a:pt x="11715" y="15045"/>
                    <a:pt x="12007" y="14543"/>
                  </a:cubicBezTo>
                  <a:cubicBezTo>
                    <a:pt x="12118" y="14348"/>
                    <a:pt x="12194" y="14125"/>
                    <a:pt x="12263" y="13915"/>
                  </a:cubicBezTo>
                  <a:cubicBezTo>
                    <a:pt x="12298" y="13812"/>
                    <a:pt x="12332" y="13712"/>
                    <a:pt x="12371" y="13612"/>
                  </a:cubicBezTo>
                  <a:lnTo>
                    <a:pt x="12390" y="13559"/>
                  </a:lnTo>
                  <a:cubicBezTo>
                    <a:pt x="12413" y="13494"/>
                    <a:pt x="12436" y="13428"/>
                    <a:pt x="12477" y="13382"/>
                  </a:cubicBezTo>
                  <a:cubicBezTo>
                    <a:pt x="12666" y="13160"/>
                    <a:pt x="12857" y="12942"/>
                    <a:pt x="13060" y="12712"/>
                  </a:cubicBezTo>
                  <a:lnTo>
                    <a:pt x="13278" y="12459"/>
                  </a:lnTo>
                  <a:close/>
                  <a:moveTo>
                    <a:pt x="10286" y="0"/>
                  </a:moveTo>
                  <a:cubicBezTo>
                    <a:pt x="9259" y="0"/>
                    <a:pt x="8309" y="135"/>
                    <a:pt x="7390" y="410"/>
                  </a:cubicBezTo>
                  <a:cubicBezTo>
                    <a:pt x="5977" y="835"/>
                    <a:pt x="4984" y="1624"/>
                    <a:pt x="4356" y="2819"/>
                  </a:cubicBezTo>
                  <a:cubicBezTo>
                    <a:pt x="3926" y="3640"/>
                    <a:pt x="3765" y="4437"/>
                    <a:pt x="3866" y="5261"/>
                  </a:cubicBezTo>
                  <a:cubicBezTo>
                    <a:pt x="3931" y="5781"/>
                    <a:pt x="3942" y="6313"/>
                    <a:pt x="3954" y="6827"/>
                  </a:cubicBezTo>
                  <a:cubicBezTo>
                    <a:pt x="3957" y="7042"/>
                    <a:pt x="3965" y="7261"/>
                    <a:pt x="3972" y="7471"/>
                  </a:cubicBezTo>
                  <a:cubicBezTo>
                    <a:pt x="3164" y="7712"/>
                    <a:pt x="3149" y="7747"/>
                    <a:pt x="3153" y="8562"/>
                  </a:cubicBezTo>
                  <a:cubicBezTo>
                    <a:pt x="3153" y="9329"/>
                    <a:pt x="3260" y="9452"/>
                    <a:pt x="4172" y="9720"/>
                  </a:cubicBezTo>
                  <a:lnTo>
                    <a:pt x="4662" y="11816"/>
                  </a:lnTo>
                  <a:cubicBezTo>
                    <a:pt x="4620" y="11830"/>
                    <a:pt x="4578" y="11850"/>
                    <a:pt x="4536" y="11865"/>
                  </a:cubicBezTo>
                  <a:cubicBezTo>
                    <a:pt x="4409" y="11919"/>
                    <a:pt x="4276" y="11973"/>
                    <a:pt x="4149" y="12030"/>
                  </a:cubicBezTo>
                  <a:cubicBezTo>
                    <a:pt x="4023" y="12091"/>
                    <a:pt x="3892" y="12145"/>
                    <a:pt x="3762" y="12203"/>
                  </a:cubicBezTo>
                  <a:cubicBezTo>
                    <a:pt x="3448" y="12332"/>
                    <a:pt x="3122" y="12470"/>
                    <a:pt x="2846" y="12666"/>
                  </a:cubicBezTo>
                  <a:cubicBezTo>
                    <a:pt x="2061" y="13221"/>
                    <a:pt x="1425" y="13980"/>
                    <a:pt x="954" y="14922"/>
                  </a:cubicBezTo>
                  <a:cubicBezTo>
                    <a:pt x="835" y="15156"/>
                    <a:pt x="754" y="15416"/>
                    <a:pt x="678" y="15665"/>
                  </a:cubicBezTo>
                  <a:lnTo>
                    <a:pt x="632" y="15815"/>
                  </a:lnTo>
                  <a:cubicBezTo>
                    <a:pt x="360" y="16666"/>
                    <a:pt x="76" y="17547"/>
                    <a:pt x="46" y="18485"/>
                  </a:cubicBezTo>
                  <a:cubicBezTo>
                    <a:pt x="0" y="19784"/>
                    <a:pt x="593" y="20738"/>
                    <a:pt x="1811" y="21316"/>
                  </a:cubicBezTo>
                  <a:cubicBezTo>
                    <a:pt x="1923" y="21370"/>
                    <a:pt x="2041" y="21416"/>
                    <a:pt x="2156" y="21462"/>
                  </a:cubicBezTo>
                  <a:cubicBezTo>
                    <a:pt x="2299" y="21516"/>
                    <a:pt x="2444" y="21573"/>
                    <a:pt x="2575" y="21646"/>
                  </a:cubicBezTo>
                  <a:cubicBezTo>
                    <a:pt x="3489" y="22133"/>
                    <a:pt x="4474" y="22340"/>
                    <a:pt x="5402" y="22489"/>
                  </a:cubicBezTo>
                  <a:cubicBezTo>
                    <a:pt x="6493" y="22665"/>
                    <a:pt x="7612" y="22768"/>
                    <a:pt x="8696" y="22864"/>
                  </a:cubicBezTo>
                  <a:lnTo>
                    <a:pt x="9172" y="22910"/>
                  </a:lnTo>
                  <a:cubicBezTo>
                    <a:pt x="9792" y="22968"/>
                    <a:pt x="10436" y="23029"/>
                    <a:pt x="11068" y="23029"/>
                  </a:cubicBezTo>
                  <a:cubicBezTo>
                    <a:pt x="11195" y="23029"/>
                    <a:pt x="11321" y="23025"/>
                    <a:pt x="11447" y="23021"/>
                  </a:cubicBezTo>
                  <a:cubicBezTo>
                    <a:pt x="12362" y="22983"/>
                    <a:pt x="13274" y="22869"/>
                    <a:pt x="14160" y="22680"/>
                  </a:cubicBezTo>
                  <a:cubicBezTo>
                    <a:pt x="15619" y="22370"/>
                    <a:pt x="16653" y="21723"/>
                    <a:pt x="17320" y="20708"/>
                  </a:cubicBezTo>
                  <a:cubicBezTo>
                    <a:pt x="18121" y="19485"/>
                    <a:pt x="18404" y="18279"/>
                    <a:pt x="18178" y="17025"/>
                  </a:cubicBezTo>
                  <a:cubicBezTo>
                    <a:pt x="18117" y="16666"/>
                    <a:pt x="17967" y="16313"/>
                    <a:pt x="17826" y="15976"/>
                  </a:cubicBezTo>
                  <a:cubicBezTo>
                    <a:pt x="17769" y="15838"/>
                    <a:pt x="17711" y="15700"/>
                    <a:pt x="17658" y="15559"/>
                  </a:cubicBezTo>
                  <a:cubicBezTo>
                    <a:pt x="17431" y="14965"/>
                    <a:pt x="17041" y="14463"/>
                    <a:pt x="16462" y="14019"/>
                  </a:cubicBezTo>
                  <a:cubicBezTo>
                    <a:pt x="16270" y="13872"/>
                    <a:pt x="16071" y="13712"/>
                    <a:pt x="15815" y="13497"/>
                  </a:cubicBezTo>
                  <a:cubicBezTo>
                    <a:pt x="15198" y="12980"/>
                    <a:pt x="14454" y="12509"/>
                    <a:pt x="13485" y="12014"/>
                  </a:cubicBezTo>
                  <a:lnTo>
                    <a:pt x="14026" y="9432"/>
                  </a:lnTo>
                  <a:lnTo>
                    <a:pt x="14079" y="9436"/>
                  </a:lnTo>
                  <a:cubicBezTo>
                    <a:pt x="14155" y="9444"/>
                    <a:pt x="14244" y="9452"/>
                    <a:pt x="14332" y="9455"/>
                  </a:cubicBezTo>
                  <a:lnTo>
                    <a:pt x="14390" y="9455"/>
                  </a:lnTo>
                  <a:cubicBezTo>
                    <a:pt x="14788" y="9455"/>
                    <a:pt x="15133" y="9321"/>
                    <a:pt x="15389" y="9072"/>
                  </a:cubicBezTo>
                  <a:cubicBezTo>
                    <a:pt x="15750" y="8720"/>
                    <a:pt x="15833" y="8241"/>
                    <a:pt x="15649" y="7609"/>
                  </a:cubicBezTo>
                  <a:cubicBezTo>
                    <a:pt x="15508" y="7111"/>
                    <a:pt x="15205" y="6808"/>
                    <a:pt x="14758" y="6716"/>
                  </a:cubicBezTo>
                  <a:cubicBezTo>
                    <a:pt x="14351" y="6635"/>
                    <a:pt x="14313" y="6555"/>
                    <a:pt x="14290" y="6176"/>
                  </a:cubicBezTo>
                  <a:cubicBezTo>
                    <a:pt x="14275" y="5912"/>
                    <a:pt x="14256" y="5647"/>
                    <a:pt x="14236" y="5379"/>
                  </a:cubicBezTo>
                  <a:cubicBezTo>
                    <a:pt x="14224" y="5261"/>
                    <a:pt x="14217" y="5137"/>
                    <a:pt x="14206" y="5015"/>
                  </a:cubicBezTo>
                  <a:cubicBezTo>
                    <a:pt x="14206" y="4988"/>
                    <a:pt x="14201" y="4966"/>
                    <a:pt x="14198" y="4939"/>
                  </a:cubicBezTo>
                  <a:cubicBezTo>
                    <a:pt x="14190" y="4893"/>
                    <a:pt x="14183" y="4847"/>
                    <a:pt x="14194" y="4819"/>
                  </a:cubicBezTo>
                  <a:cubicBezTo>
                    <a:pt x="14355" y="4448"/>
                    <a:pt x="14328" y="4065"/>
                    <a:pt x="14298" y="3693"/>
                  </a:cubicBezTo>
                  <a:cubicBezTo>
                    <a:pt x="14293" y="3601"/>
                    <a:pt x="14286" y="3509"/>
                    <a:pt x="14282" y="3422"/>
                  </a:cubicBezTo>
                  <a:cubicBezTo>
                    <a:pt x="14213" y="1820"/>
                    <a:pt x="13057" y="138"/>
                    <a:pt x="10988" y="20"/>
                  </a:cubicBezTo>
                  <a:cubicBezTo>
                    <a:pt x="10750" y="8"/>
                    <a:pt x="10516" y="0"/>
                    <a:pt x="10286" y="0"/>
                  </a:cubicBez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4455259" y="2310147"/>
              <a:ext cx="172901" cy="166899"/>
            </a:xfrm>
            <a:custGeom>
              <a:rect b="b" l="l" r="r" t="t"/>
              <a:pathLst>
                <a:path extrusionOk="0" h="2419" w="2506">
                  <a:moveTo>
                    <a:pt x="2261" y="1"/>
                  </a:moveTo>
                  <a:lnTo>
                    <a:pt x="2073" y="47"/>
                  </a:lnTo>
                  <a:lnTo>
                    <a:pt x="2073" y="89"/>
                  </a:lnTo>
                  <a:cubicBezTo>
                    <a:pt x="2073" y="143"/>
                    <a:pt x="2073" y="200"/>
                    <a:pt x="2077" y="254"/>
                  </a:cubicBezTo>
                  <a:cubicBezTo>
                    <a:pt x="2081" y="376"/>
                    <a:pt x="2084" y="491"/>
                    <a:pt x="2069" y="602"/>
                  </a:cubicBezTo>
                  <a:cubicBezTo>
                    <a:pt x="2023" y="908"/>
                    <a:pt x="1962" y="1269"/>
                    <a:pt x="1867" y="1617"/>
                  </a:cubicBezTo>
                  <a:cubicBezTo>
                    <a:pt x="1789" y="1912"/>
                    <a:pt x="1579" y="2089"/>
                    <a:pt x="1276" y="2112"/>
                  </a:cubicBezTo>
                  <a:cubicBezTo>
                    <a:pt x="1264" y="2116"/>
                    <a:pt x="1253" y="2116"/>
                    <a:pt x="1241" y="2116"/>
                  </a:cubicBezTo>
                  <a:cubicBezTo>
                    <a:pt x="1000" y="2116"/>
                    <a:pt x="675" y="1886"/>
                    <a:pt x="594" y="1579"/>
                  </a:cubicBezTo>
                  <a:cubicBezTo>
                    <a:pt x="537" y="1345"/>
                    <a:pt x="506" y="1096"/>
                    <a:pt x="475" y="859"/>
                  </a:cubicBezTo>
                  <a:cubicBezTo>
                    <a:pt x="456" y="717"/>
                    <a:pt x="437" y="579"/>
                    <a:pt x="414" y="438"/>
                  </a:cubicBezTo>
                  <a:cubicBezTo>
                    <a:pt x="403" y="360"/>
                    <a:pt x="372" y="288"/>
                    <a:pt x="345" y="219"/>
                  </a:cubicBezTo>
                  <a:cubicBezTo>
                    <a:pt x="334" y="188"/>
                    <a:pt x="322" y="162"/>
                    <a:pt x="311" y="131"/>
                  </a:cubicBezTo>
                  <a:lnTo>
                    <a:pt x="295" y="89"/>
                  </a:lnTo>
                  <a:lnTo>
                    <a:pt x="0" y="146"/>
                  </a:lnTo>
                  <a:lnTo>
                    <a:pt x="5" y="196"/>
                  </a:lnTo>
                  <a:cubicBezTo>
                    <a:pt x="19" y="323"/>
                    <a:pt x="31" y="449"/>
                    <a:pt x="42" y="579"/>
                  </a:cubicBezTo>
                  <a:cubicBezTo>
                    <a:pt x="69" y="862"/>
                    <a:pt x="100" y="1154"/>
                    <a:pt x="143" y="1441"/>
                  </a:cubicBezTo>
                  <a:cubicBezTo>
                    <a:pt x="226" y="1992"/>
                    <a:pt x="556" y="2337"/>
                    <a:pt x="1066" y="2411"/>
                  </a:cubicBezTo>
                  <a:cubicBezTo>
                    <a:pt x="1100" y="2415"/>
                    <a:pt x="1138" y="2418"/>
                    <a:pt x="1177" y="2418"/>
                  </a:cubicBezTo>
                  <a:cubicBezTo>
                    <a:pt x="1571" y="2418"/>
                    <a:pt x="1993" y="2142"/>
                    <a:pt x="2199" y="1752"/>
                  </a:cubicBezTo>
                  <a:cubicBezTo>
                    <a:pt x="2426" y="1330"/>
                    <a:pt x="2506" y="859"/>
                    <a:pt x="2449" y="268"/>
                  </a:cubicBezTo>
                  <a:cubicBezTo>
                    <a:pt x="2445" y="196"/>
                    <a:pt x="2391" y="143"/>
                    <a:pt x="2337" y="89"/>
                  </a:cubicBezTo>
                  <a:cubicBezTo>
                    <a:pt x="2318" y="70"/>
                    <a:pt x="2295" y="47"/>
                    <a:pt x="2280" y="28"/>
                  </a:cubicBezTo>
                  <a:lnTo>
                    <a:pt x="2261" y="1"/>
                  </a:ln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4478994" y="2578743"/>
              <a:ext cx="167175" cy="50504"/>
            </a:xfrm>
            <a:custGeom>
              <a:rect b="b" l="l" r="r" t="t"/>
              <a:pathLst>
                <a:path extrusionOk="0" h="732" w="2423">
                  <a:moveTo>
                    <a:pt x="2423" y="0"/>
                  </a:moveTo>
                  <a:lnTo>
                    <a:pt x="2331" y="30"/>
                  </a:lnTo>
                  <a:cubicBezTo>
                    <a:pt x="2231" y="73"/>
                    <a:pt x="2128" y="119"/>
                    <a:pt x="2028" y="165"/>
                  </a:cubicBezTo>
                  <a:cubicBezTo>
                    <a:pt x="1806" y="265"/>
                    <a:pt x="1576" y="368"/>
                    <a:pt x="1342" y="394"/>
                  </a:cubicBezTo>
                  <a:cubicBezTo>
                    <a:pt x="1288" y="403"/>
                    <a:pt x="1235" y="406"/>
                    <a:pt x="1181" y="406"/>
                  </a:cubicBezTo>
                  <a:cubicBezTo>
                    <a:pt x="998" y="406"/>
                    <a:pt x="798" y="371"/>
                    <a:pt x="587" y="337"/>
                  </a:cubicBezTo>
                  <a:cubicBezTo>
                    <a:pt x="457" y="314"/>
                    <a:pt x="315" y="292"/>
                    <a:pt x="170" y="276"/>
                  </a:cubicBezTo>
                  <a:lnTo>
                    <a:pt x="1" y="257"/>
                  </a:lnTo>
                  <a:lnTo>
                    <a:pt x="128" y="368"/>
                  </a:lnTo>
                  <a:cubicBezTo>
                    <a:pt x="411" y="613"/>
                    <a:pt x="718" y="732"/>
                    <a:pt x="1067" y="732"/>
                  </a:cubicBezTo>
                  <a:cubicBezTo>
                    <a:pt x="1311" y="732"/>
                    <a:pt x="1553" y="674"/>
                    <a:pt x="1783" y="610"/>
                  </a:cubicBezTo>
                  <a:cubicBezTo>
                    <a:pt x="2212" y="490"/>
                    <a:pt x="2338" y="383"/>
                    <a:pt x="2403" y="92"/>
                  </a:cubicBezTo>
                  <a:lnTo>
                    <a:pt x="2423" y="0"/>
                  </a:ln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4332072" y="2217997"/>
              <a:ext cx="38913" cy="51125"/>
            </a:xfrm>
            <a:custGeom>
              <a:rect b="b" l="l" r="r" t="t"/>
              <a:pathLst>
                <a:path extrusionOk="0" h="741" w="564">
                  <a:moveTo>
                    <a:pt x="307" y="1"/>
                  </a:moveTo>
                  <a:cubicBezTo>
                    <a:pt x="211" y="1"/>
                    <a:pt x="131" y="39"/>
                    <a:pt x="77" y="105"/>
                  </a:cubicBezTo>
                  <a:cubicBezTo>
                    <a:pt x="24" y="174"/>
                    <a:pt x="1" y="261"/>
                    <a:pt x="20" y="361"/>
                  </a:cubicBezTo>
                  <a:cubicBezTo>
                    <a:pt x="35" y="426"/>
                    <a:pt x="85" y="480"/>
                    <a:pt x="154" y="549"/>
                  </a:cubicBezTo>
                  <a:cubicBezTo>
                    <a:pt x="188" y="583"/>
                    <a:pt x="231" y="625"/>
                    <a:pt x="277" y="679"/>
                  </a:cubicBezTo>
                  <a:lnTo>
                    <a:pt x="326" y="740"/>
                  </a:lnTo>
                  <a:lnTo>
                    <a:pt x="361" y="667"/>
                  </a:lnTo>
                  <a:cubicBezTo>
                    <a:pt x="391" y="610"/>
                    <a:pt x="418" y="560"/>
                    <a:pt x="445" y="510"/>
                  </a:cubicBezTo>
                  <a:cubicBezTo>
                    <a:pt x="503" y="407"/>
                    <a:pt x="545" y="323"/>
                    <a:pt x="560" y="231"/>
                  </a:cubicBezTo>
                  <a:cubicBezTo>
                    <a:pt x="563" y="197"/>
                    <a:pt x="545" y="158"/>
                    <a:pt x="510" y="116"/>
                  </a:cubicBezTo>
                  <a:cubicBezTo>
                    <a:pt x="471" y="77"/>
                    <a:pt x="384" y="1"/>
                    <a:pt x="307" y="1"/>
                  </a:cubicBez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4694918" y="2225283"/>
              <a:ext cx="44157" cy="36567"/>
            </a:xfrm>
            <a:custGeom>
              <a:rect b="b" l="l" r="r" t="t"/>
              <a:pathLst>
                <a:path extrusionOk="0" h="530" w="640">
                  <a:moveTo>
                    <a:pt x="357" y="1"/>
                  </a:moveTo>
                  <a:cubicBezTo>
                    <a:pt x="261" y="1"/>
                    <a:pt x="166" y="55"/>
                    <a:pt x="39" y="135"/>
                  </a:cubicBezTo>
                  <a:lnTo>
                    <a:pt x="1" y="162"/>
                  </a:lnTo>
                  <a:lnTo>
                    <a:pt x="19" y="200"/>
                  </a:lnTo>
                  <a:cubicBezTo>
                    <a:pt x="85" y="354"/>
                    <a:pt x="180" y="529"/>
                    <a:pt x="357" y="529"/>
                  </a:cubicBezTo>
                  <a:cubicBezTo>
                    <a:pt x="410" y="529"/>
                    <a:pt x="468" y="515"/>
                    <a:pt x="530" y="480"/>
                  </a:cubicBezTo>
                  <a:cubicBezTo>
                    <a:pt x="606" y="434"/>
                    <a:pt x="640" y="250"/>
                    <a:pt x="594" y="174"/>
                  </a:cubicBezTo>
                  <a:cubicBezTo>
                    <a:pt x="533" y="59"/>
                    <a:pt x="452" y="1"/>
                    <a:pt x="357" y="1"/>
                  </a:cubicBez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4573930" y="3235574"/>
              <a:ext cx="73618" cy="69547"/>
            </a:xfrm>
            <a:custGeom>
              <a:rect b="b" l="l" r="r" t="t"/>
              <a:pathLst>
                <a:path extrusionOk="0" h="1008" w="1067">
                  <a:moveTo>
                    <a:pt x="614" y="410"/>
                  </a:moveTo>
                  <a:cubicBezTo>
                    <a:pt x="629" y="410"/>
                    <a:pt x="637" y="414"/>
                    <a:pt x="637" y="414"/>
                  </a:cubicBezTo>
                  <a:cubicBezTo>
                    <a:pt x="683" y="441"/>
                    <a:pt x="709" y="468"/>
                    <a:pt x="713" y="499"/>
                  </a:cubicBezTo>
                  <a:cubicBezTo>
                    <a:pt x="725" y="548"/>
                    <a:pt x="675" y="621"/>
                    <a:pt x="617" y="698"/>
                  </a:cubicBezTo>
                  <a:cubicBezTo>
                    <a:pt x="533" y="652"/>
                    <a:pt x="483" y="610"/>
                    <a:pt x="472" y="568"/>
                  </a:cubicBezTo>
                  <a:cubicBezTo>
                    <a:pt x="464" y="533"/>
                    <a:pt x="476" y="491"/>
                    <a:pt x="510" y="441"/>
                  </a:cubicBezTo>
                  <a:cubicBezTo>
                    <a:pt x="518" y="430"/>
                    <a:pt x="568" y="410"/>
                    <a:pt x="614" y="410"/>
                  </a:cubicBezTo>
                  <a:close/>
                  <a:moveTo>
                    <a:pt x="564" y="0"/>
                  </a:moveTo>
                  <a:cubicBezTo>
                    <a:pt x="357" y="0"/>
                    <a:pt x="35" y="276"/>
                    <a:pt x="12" y="479"/>
                  </a:cubicBezTo>
                  <a:cubicBezTo>
                    <a:pt x="0" y="579"/>
                    <a:pt x="46" y="698"/>
                    <a:pt x="142" y="805"/>
                  </a:cubicBezTo>
                  <a:cubicBezTo>
                    <a:pt x="250" y="928"/>
                    <a:pt x="395" y="1004"/>
                    <a:pt x="522" y="1008"/>
                  </a:cubicBezTo>
                  <a:lnTo>
                    <a:pt x="525" y="1008"/>
                  </a:lnTo>
                  <a:cubicBezTo>
                    <a:pt x="759" y="1008"/>
                    <a:pt x="1035" y="739"/>
                    <a:pt x="1050" y="499"/>
                  </a:cubicBezTo>
                  <a:cubicBezTo>
                    <a:pt x="1066" y="280"/>
                    <a:pt x="821" y="23"/>
                    <a:pt x="583" y="4"/>
                  </a:cubicBezTo>
                  <a:lnTo>
                    <a:pt x="564" y="0"/>
                  </a:ln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4580278" y="3078818"/>
              <a:ext cx="74584" cy="69547"/>
            </a:xfrm>
            <a:custGeom>
              <a:rect b="b" l="l" r="r" t="t"/>
              <a:pathLst>
                <a:path extrusionOk="0" h="1008" w="1081">
                  <a:moveTo>
                    <a:pt x="686" y="449"/>
                  </a:moveTo>
                  <a:cubicBezTo>
                    <a:pt x="732" y="491"/>
                    <a:pt x="755" y="534"/>
                    <a:pt x="755" y="575"/>
                  </a:cubicBezTo>
                  <a:cubicBezTo>
                    <a:pt x="752" y="633"/>
                    <a:pt x="709" y="694"/>
                    <a:pt x="625" y="763"/>
                  </a:cubicBezTo>
                  <a:cubicBezTo>
                    <a:pt x="525" y="744"/>
                    <a:pt x="460" y="705"/>
                    <a:pt x="437" y="659"/>
                  </a:cubicBezTo>
                  <a:cubicBezTo>
                    <a:pt x="418" y="621"/>
                    <a:pt x="422" y="571"/>
                    <a:pt x="453" y="511"/>
                  </a:cubicBezTo>
                  <a:cubicBezTo>
                    <a:pt x="468" y="488"/>
                    <a:pt x="575" y="449"/>
                    <a:pt x="656" y="449"/>
                  </a:cubicBezTo>
                  <a:close/>
                  <a:moveTo>
                    <a:pt x="583" y="0"/>
                  </a:moveTo>
                  <a:cubicBezTo>
                    <a:pt x="445" y="0"/>
                    <a:pt x="292" y="77"/>
                    <a:pt x="173" y="203"/>
                  </a:cubicBezTo>
                  <a:cubicBezTo>
                    <a:pt x="62" y="327"/>
                    <a:pt x="0" y="465"/>
                    <a:pt x="12" y="587"/>
                  </a:cubicBezTo>
                  <a:cubicBezTo>
                    <a:pt x="32" y="836"/>
                    <a:pt x="238" y="1008"/>
                    <a:pt x="522" y="1008"/>
                  </a:cubicBezTo>
                  <a:lnTo>
                    <a:pt x="525" y="1008"/>
                  </a:lnTo>
                  <a:cubicBezTo>
                    <a:pt x="817" y="1008"/>
                    <a:pt x="1066" y="797"/>
                    <a:pt x="1077" y="541"/>
                  </a:cubicBezTo>
                  <a:cubicBezTo>
                    <a:pt x="1081" y="419"/>
                    <a:pt x="1027" y="276"/>
                    <a:pt x="923" y="169"/>
                  </a:cubicBezTo>
                  <a:cubicBezTo>
                    <a:pt x="828" y="65"/>
                    <a:pt x="709" y="5"/>
                    <a:pt x="583" y="0"/>
                  </a:cubicBez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4587936" y="2901708"/>
              <a:ext cx="64855" cy="65131"/>
            </a:xfrm>
            <a:custGeom>
              <a:rect b="b" l="l" r="r" t="t"/>
              <a:pathLst>
                <a:path extrusionOk="0" h="944" w="940">
                  <a:moveTo>
                    <a:pt x="552" y="369"/>
                  </a:moveTo>
                  <a:cubicBezTo>
                    <a:pt x="606" y="411"/>
                    <a:pt x="633" y="457"/>
                    <a:pt x="633" y="495"/>
                  </a:cubicBezTo>
                  <a:cubicBezTo>
                    <a:pt x="633" y="544"/>
                    <a:pt x="595" y="602"/>
                    <a:pt x="518" y="671"/>
                  </a:cubicBezTo>
                  <a:cubicBezTo>
                    <a:pt x="449" y="645"/>
                    <a:pt x="365" y="606"/>
                    <a:pt x="349" y="553"/>
                  </a:cubicBezTo>
                  <a:cubicBezTo>
                    <a:pt x="338" y="518"/>
                    <a:pt x="353" y="468"/>
                    <a:pt x="391" y="411"/>
                  </a:cubicBezTo>
                  <a:cubicBezTo>
                    <a:pt x="403" y="395"/>
                    <a:pt x="472" y="369"/>
                    <a:pt x="529" y="369"/>
                  </a:cubicBezTo>
                  <a:close/>
                  <a:moveTo>
                    <a:pt x="426" y="1"/>
                  </a:moveTo>
                  <a:cubicBezTo>
                    <a:pt x="158" y="1"/>
                    <a:pt x="31" y="131"/>
                    <a:pt x="16" y="426"/>
                  </a:cubicBezTo>
                  <a:cubicBezTo>
                    <a:pt x="1" y="705"/>
                    <a:pt x="173" y="924"/>
                    <a:pt x="426" y="943"/>
                  </a:cubicBezTo>
                  <a:lnTo>
                    <a:pt x="453" y="943"/>
                  </a:lnTo>
                  <a:cubicBezTo>
                    <a:pt x="572" y="943"/>
                    <a:pt x="694" y="886"/>
                    <a:pt x="789" y="786"/>
                  </a:cubicBezTo>
                  <a:cubicBezTo>
                    <a:pt x="886" y="682"/>
                    <a:pt x="939" y="553"/>
                    <a:pt x="932" y="426"/>
                  </a:cubicBezTo>
                  <a:cubicBezTo>
                    <a:pt x="916" y="166"/>
                    <a:pt x="763" y="20"/>
                    <a:pt x="487" y="1"/>
                  </a:cubicBez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4263040" y="2036030"/>
              <a:ext cx="176972" cy="46848"/>
            </a:xfrm>
            <a:custGeom>
              <a:rect b="b" l="l" r="r" t="t"/>
              <a:pathLst>
                <a:path extrusionOk="0" h="679" w="2565">
                  <a:moveTo>
                    <a:pt x="2564" y="1"/>
                  </a:moveTo>
                  <a:lnTo>
                    <a:pt x="1" y="461"/>
                  </a:lnTo>
                  <a:lnTo>
                    <a:pt x="13" y="645"/>
                  </a:lnTo>
                  <a:lnTo>
                    <a:pt x="59" y="648"/>
                  </a:lnTo>
                  <a:cubicBezTo>
                    <a:pt x="89" y="652"/>
                    <a:pt x="120" y="660"/>
                    <a:pt x="151" y="664"/>
                  </a:cubicBezTo>
                  <a:cubicBezTo>
                    <a:pt x="201" y="671"/>
                    <a:pt x="258" y="679"/>
                    <a:pt x="312" y="679"/>
                  </a:cubicBezTo>
                  <a:cubicBezTo>
                    <a:pt x="331" y="679"/>
                    <a:pt x="346" y="679"/>
                    <a:pt x="365" y="675"/>
                  </a:cubicBezTo>
                  <a:cubicBezTo>
                    <a:pt x="909" y="606"/>
                    <a:pt x="1442" y="530"/>
                    <a:pt x="1947" y="453"/>
                  </a:cubicBezTo>
                  <a:cubicBezTo>
                    <a:pt x="2131" y="422"/>
                    <a:pt x="2273" y="384"/>
                    <a:pt x="2384" y="323"/>
                  </a:cubicBezTo>
                  <a:cubicBezTo>
                    <a:pt x="2450" y="292"/>
                    <a:pt x="2476" y="211"/>
                    <a:pt x="2495" y="146"/>
                  </a:cubicBezTo>
                  <a:cubicBezTo>
                    <a:pt x="2503" y="127"/>
                    <a:pt x="2510" y="108"/>
                    <a:pt x="2518" y="93"/>
                  </a:cubicBezTo>
                  <a:lnTo>
                    <a:pt x="2564" y="1"/>
                  </a:ln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4663831" y="1957031"/>
              <a:ext cx="124260" cy="76446"/>
            </a:xfrm>
            <a:custGeom>
              <a:rect b="b" l="l" r="r" t="t"/>
              <a:pathLst>
                <a:path extrusionOk="0" h="1108" w="1801">
                  <a:moveTo>
                    <a:pt x="0" y="0"/>
                  </a:moveTo>
                  <a:lnTo>
                    <a:pt x="46" y="85"/>
                  </a:lnTo>
                  <a:cubicBezTo>
                    <a:pt x="418" y="762"/>
                    <a:pt x="923" y="1107"/>
                    <a:pt x="1548" y="1107"/>
                  </a:cubicBezTo>
                  <a:cubicBezTo>
                    <a:pt x="1606" y="1107"/>
                    <a:pt x="1663" y="1104"/>
                    <a:pt x="1724" y="1100"/>
                  </a:cubicBezTo>
                  <a:lnTo>
                    <a:pt x="1801" y="1093"/>
                  </a:lnTo>
                  <a:lnTo>
                    <a:pt x="1767" y="1024"/>
                  </a:lnTo>
                  <a:cubicBezTo>
                    <a:pt x="1652" y="797"/>
                    <a:pt x="1448" y="762"/>
                    <a:pt x="1268" y="732"/>
                  </a:cubicBezTo>
                  <a:cubicBezTo>
                    <a:pt x="1134" y="705"/>
                    <a:pt x="1004" y="686"/>
                    <a:pt x="912" y="591"/>
                  </a:cubicBezTo>
                  <a:cubicBezTo>
                    <a:pt x="870" y="548"/>
                    <a:pt x="831" y="502"/>
                    <a:pt x="789" y="453"/>
                  </a:cubicBezTo>
                  <a:cubicBezTo>
                    <a:pt x="625" y="260"/>
                    <a:pt x="433" y="43"/>
                    <a:pt x="96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4455811" y="1983732"/>
              <a:ext cx="47400" cy="38913"/>
            </a:xfrm>
            <a:custGeom>
              <a:rect b="b" l="l" r="r" t="t"/>
              <a:pathLst>
                <a:path extrusionOk="0" h="564" w="687">
                  <a:moveTo>
                    <a:pt x="513" y="0"/>
                  </a:moveTo>
                  <a:lnTo>
                    <a:pt x="0" y="536"/>
                  </a:lnTo>
                  <a:lnTo>
                    <a:pt x="96" y="552"/>
                  </a:lnTo>
                  <a:cubicBezTo>
                    <a:pt x="153" y="559"/>
                    <a:pt x="204" y="563"/>
                    <a:pt x="249" y="563"/>
                  </a:cubicBezTo>
                  <a:cubicBezTo>
                    <a:pt x="552" y="563"/>
                    <a:pt x="621" y="368"/>
                    <a:pt x="674" y="204"/>
                  </a:cubicBezTo>
                  <a:lnTo>
                    <a:pt x="686" y="172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29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sp>
        <p:nvSpPr>
          <p:cNvPr id="1489" name="Google Shape;1489;p29"/>
          <p:cNvSpPr/>
          <p:nvPr/>
        </p:nvSpPr>
        <p:spPr>
          <a:xfrm>
            <a:off x="3382375" y="1179682"/>
            <a:ext cx="96063" cy="49125"/>
          </a:xfrm>
          <a:custGeom>
            <a:rect b="b" l="l" r="r" t="t"/>
            <a:pathLst>
              <a:path extrusionOk="0" h="319" w="702">
                <a:moveTo>
                  <a:pt x="391" y="1"/>
                </a:moveTo>
                <a:cubicBezTo>
                  <a:pt x="253" y="1"/>
                  <a:pt x="132" y="69"/>
                  <a:pt x="53" y="180"/>
                </a:cubicBezTo>
                <a:cubicBezTo>
                  <a:pt x="1" y="252"/>
                  <a:pt x="74" y="319"/>
                  <a:pt x="145" y="319"/>
                </a:cubicBezTo>
                <a:cubicBezTo>
                  <a:pt x="159" y="319"/>
                  <a:pt x="172" y="316"/>
                  <a:pt x="184" y="311"/>
                </a:cubicBezTo>
                <a:cubicBezTo>
                  <a:pt x="266" y="274"/>
                  <a:pt x="349" y="238"/>
                  <a:pt x="435" y="209"/>
                </a:cubicBezTo>
                <a:cubicBezTo>
                  <a:pt x="514" y="184"/>
                  <a:pt x="605" y="199"/>
                  <a:pt x="678" y="167"/>
                </a:cubicBezTo>
                <a:cubicBezTo>
                  <a:pt x="695" y="161"/>
                  <a:pt x="701" y="146"/>
                  <a:pt x="695" y="128"/>
                </a:cubicBezTo>
                <a:cubicBezTo>
                  <a:pt x="649" y="32"/>
                  <a:pt x="487" y="1"/>
                  <a:pt x="39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0" name="Google Shape;1490;p29"/>
          <p:cNvGrpSpPr/>
          <p:nvPr/>
        </p:nvGrpSpPr>
        <p:grpSpPr>
          <a:xfrm>
            <a:off x="3228975" y="1178450"/>
            <a:ext cx="2496275" cy="1587857"/>
            <a:chOff x="3228975" y="1178450"/>
            <a:chExt cx="2496275" cy="1587857"/>
          </a:xfrm>
        </p:grpSpPr>
        <p:sp>
          <p:nvSpPr>
            <p:cNvPr id="1491" name="Google Shape;1491;p29"/>
            <p:cNvSpPr/>
            <p:nvPr/>
          </p:nvSpPr>
          <p:spPr>
            <a:xfrm>
              <a:off x="3430680" y="1178450"/>
              <a:ext cx="2271722" cy="1416152"/>
            </a:xfrm>
            <a:custGeom>
              <a:rect b="b" l="l" r="r" t="t"/>
              <a:pathLst>
                <a:path extrusionOk="0" h="9196" w="16601">
                  <a:moveTo>
                    <a:pt x="16301" y="298"/>
                  </a:moveTo>
                  <a:lnTo>
                    <a:pt x="16301" y="8895"/>
                  </a:lnTo>
                  <a:lnTo>
                    <a:pt x="298" y="8895"/>
                  </a:lnTo>
                  <a:lnTo>
                    <a:pt x="298" y="298"/>
                  </a:lnTo>
                  <a:close/>
                  <a:moveTo>
                    <a:pt x="148" y="0"/>
                  </a:moveTo>
                  <a:cubicBezTo>
                    <a:pt x="67" y="0"/>
                    <a:pt x="0" y="67"/>
                    <a:pt x="0" y="148"/>
                  </a:cubicBezTo>
                  <a:lnTo>
                    <a:pt x="0" y="9045"/>
                  </a:lnTo>
                  <a:cubicBezTo>
                    <a:pt x="0" y="9127"/>
                    <a:pt x="67" y="9196"/>
                    <a:pt x="148" y="9196"/>
                  </a:cubicBezTo>
                  <a:lnTo>
                    <a:pt x="16451" y="9196"/>
                  </a:lnTo>
                  <a:cubicBezTo>
                    <a:pt x="16532" y="9196"/>
                    <a:pt x="16601" y="9127"/>
                    <a:pt x="16599" y="9045"/>
                  </a:cubicBezTo>
                  <a:lnTo>
                    <a:pt x="16599" y="148"/>
                  </a:lnTo>
                  <a:cubicBezTo>
                    <a:pt x="16599" y="67"/>
                    <a:pt x="16532" y="0"/>
                    <a:pt x="164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9"/>
            <p:cNvSpPr/>
            <p:nvPr/>
          </p:nvSpPr>
          <p:spPr>
            <a:xfrm>
              <a:off x="3240470" y="1350155"/>
              <a:ext cx="2271722" cy="1416152"/>
            </a:xfrm>
            <a:custGeom>
              <a:rect b="b" l="l" r="r" t="t"/>
              <a:pathLst>
                <a:path extrusionOk="0" h="9196" w="16601">
                  <a:moveTo>
                    <a:pt x="150" y="0"/>
                  </a:moveTo>
                  <a:cubicBezTo>
                    <a:pt x="67" y="0"/>
                    <a:pt x="0" y="67"/>
                    <a:pt x="0" y="148"/>
                  </a:cubicBezTo>
                  <a:lnTo>
                    <a:pt x="0" y="9045"/>
                  </a:lnTo>
                  <a:cubicBezTo>
                    <a:pt x="0" y="9129"/>
                    <a:pt x="67" y="9196"/>
                    <a:pt x="150" y="9196"/>
                  </a:cubicBezTo>
                  <a:lnTo>
                    <a:pt x="16450" y="9196"/>
                  </a:lnTo>
                  <a:cubicBezTo>
                    <a:pt x="16534" y="9196"/>
                    <a:pt x="16600" y="9129"/>
                    <a:pt x="16600" y="9045"/>
                  </a:cubicBezTo>
                  <a:lnTo>
                    <a:pt x="16600" y="8822"/>
                  </a:lnTo>
                  <a:cubicBezTo>
                    <a:pt x="16500" y="8831"/>
                    <a:pt x="16302" y="8895"/>
                    <a:pt x="16302" y="8895"/>
                  </a:cubicBezTo>
                  <a:lnTo>
                    <a:pt x="298" y="8895"/>
                  </a:lnTo>
                  <a:lnTo>
                    <a:pt x="298" y="500"/>
                  </a:lnTo>
                  <a:cubicBezTo>
                    <a:pt x="290" y="463"/>
                    <a:pt x="286" y="425"/>
                    <a:pt x="286" y="384"/>
                  </a:cubicBezTo>
                  <a:cubicBezTo>
                    <a:pt x="284" y="254"/>
                    <a:pt x="284" y="127"/>
                    <a:pt x="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9"/>
            <p:cNvSpPr/>
            <p:nvPr/>
          </p:nvSpPr>
          <p:spPr>
            <a:xfrm>
              <a:off x="3232259" y="1189384"/>
              <a:ext cx="223327" cy="194960"/>
            </a:xfrm>
            <a:custGeom>
              <a:rect b="b" l="l" r="r" t="t"/>
              <a:pathLst>
                <a:path extrusionOk="0" h="1266" w="1632">
                  <a:moveTo>
                    <a:pt x="1430" y="0"/>
                  </a:moveTo>
                  <a:cubicBezTo>
                    <a:pt x="1258" y="0"/>
                    <a:pt x="1120" y="136"/>
                    <a:pt x="952" y="269"/>
                  </a:cubicBezTo>
                  <a:cubicBezTo>
                    <a:pt x="654" y="502"/>
                    <a:pt x="333" y="744"/>
                    <a:pt x="79" y="1028"/>
                  </a:cubicBezTo>
                  <a:cubicBezTo>
                    <a:pt x="1" y="1114"/>
                    <a:pt x="72" y="1265"/>
                    <a:pt x="173" y="1265"/>
                  </a:cubicBezTo>
                  <a:cubicBezTo>
                    <a:pt x="196" y="1265"/>
                    <a:pt x="219" y="1258"/>
                    <a:pt x="244" y="1240"/>
                  </a:cubicBezTo>
                  <a:cubicBezTo>
                    <a:pt x="477" y="1065"/>
                    <a:pt x="687" y="859"/>
                    <a:pt x="913" y="673"/>
                  </a:cubicBezTo>
                  <a:cubicBezTo>
                    <a:pt x="1150" y="477"/>
                    <a:pt x="1427" y="304"/>
                    <a:pt x="1627" y="71"/>
                  </a:cubicBezTo>
                  <a:cubicBezTo>
                    <a:pt x="1632" y="67"/>
                    <a:pt x="1632" y="60"/>
                    <a:pt x="1627" y="56"/>
                  </a:cubicBezTo>
                  <a:cubicBezTo>
                    <a:pt x="1555" y="17"/>
                    <a:pt x="1491" y="0"/>
                    <a:pt x="14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9"/>
            <p:cNvSpPr/>
            <p:nvPr/>
          </p:nvSpPr>
          <p:spPr>
            <a:xfrm>
              <a:off x="5472228" y="2519441"/>
              <a:ext cx="253022" cy="243931"/>
            </a:xfrm>
            <a:custGeom>
              <a:rect b="b" l="l" r="r" t="t"/>
              <a:pathLst>
                <a:path extrusionOk="0" h="1584" w="1849">
                  <a:moveTo>
                    <a:pt x="1531" y="1"/>
                  </a:moveTo>
                  <a:cubicBezTo>
                    <a:pt x="1475" y="1"/>
                    <a:pt x="1417" y="57"/>
                    <a:pt x="1438" y="119"/>
                  </a:cubicBezTo>
                  <a:cubicBezTo>
                    <a:pt x="1529" y="435"/>
                    <a:pt x="965" y="717"/>
                    <a:pt x="750" y="877"/>
                  </a:cubicBezTo>
                  <a:cubicBezTo>
                    <a:pt x="529" y="1044"/>
                    <a:pt x="260" y="1194"/>
                    <a:pt x="68" y="1390"/>
                  </a:cubicBezTo>
                  <a:cubicBezTo>
                    <a:pt x="1" y="1458"/>
                    <a:pt x="46" y="1584"/>
                    <a:pt x="143" y="1584"/>
                  </a:cubicBezTo>
                  <a:cubicBezTo>
                    <a:pt x="145" y="1584"/>
                    <a:pt x="146" y="1584"/>
                    <a:pt x="148" y="1584"/>
                  </a:cubicBezTo>
                  <a:cubicBezTo>
                    <a:pt x="346" y="1578"/>
                    <a:pt x="475" y="1446"/>
                    <a:pt x="625" y="1330"/>
                  </a:cubicBezTo>
                  <a:cubicBezTo>
                    <a:pt x="850" y="1157"/>
                    <a:pt x="1077" y="984"/>
                    <a:pt x="1302" y="806"/>
                  </a:cubicBezTo>
                  <a:cubicBezTo>
                    <a:pt x="1536" y="623"/>
                    <a:pt x="1848" y="327"/>
                    <a:pt x="1590" y="29"/>
                  </a:cubicBezTo>
                  <a:cubicBezTo>
                    <a:pt x="1574" y="9"/>
                    <a:pt x="1552" y="1"/>
                    <a:pt x="15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9"/>
            <p:cNvSpPr/>
            <p:nvPr/>
          </p:nvSpPr>
          <p:spPr>
            <a:xfrm>
              <a:off x="3268933" y="1258374"/>
              <a:ext cx="182685" cy="159848"/>
            </a:xfrm>
            <a:custGeom>
              <a:rect b="b" l="l" r="r" t="t"/>
              <a:pathLst>
                <a:path extrusionOk="0" h="1038" w="1335">
                  <a:moveTo>
                    <a:pt x="1268" y="1"/>
                  </a:moveTo>
                  <a:cubicBezTo>
                    <a:pt x="1261" y="1"/>
                    <a:pt x="1253" y="3"/>
                    <a:pt x="1245" y="6"/>
                  </a:cubicBezTo>
                  <a:cubicBezTo>
                    <a:pt x="1013" y="115"/>
                    <a:pt x="843" y="332"/>
                    <a:pt x="636" y="477"/>
                  </a:cubicBezTo>
                  <a:cubicBezTo>
                    <a:pt x="440" y="617"/>
                    <a:pt x="226" y="728"/>
                    <a:pt x="57" y="901"/>
                  </a:cubicBezTo>
                  <a:cubicBezTo>
                    <a:pt x="0" y="959"/>
                    <a:pt x="54" y="1037"/>
                    <a:pt x="117" y="1037"/>
                  </a:cubicBezTo>
                  <a:cubicBezTo>
                    <a:pt x="135" y="1037"/>
                    <a:pt x="154" y="1031"/>
                    <a:pt x="171" y="1015"/>
                  </a:cubicBezTo>
                  <a:cubicBezTo>
                    <a:pt x="353" y="846"/>
                    <a:pt x="561" y="723"/>
                    <a:pt x="753" y="571"/>
                  </a:cubicBezTo>
                  <a:cubicBezTo>
                    <a:pt x="947" y="423"/>
                    <a:pt x="1126" y="246"/>
                    <a:pt x="1305" y="81"/>
                  </a:cubicBezTo>
                  <a:lnTo>
                    <a:pt x="1303" y="81"/>
                  </a:lnTo>
                  <a:cubicBezTo>
                    <a:pt x="1335" y="52"/>
                    <a:pt x="1309" y="1"/>
                    <a:pt x="12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9"/>
            <p:cNvSpPr/>
            <p:nvPr/>
          </p:nvSpPr>
          <p:spPr>
            <a:xfrm>
              <a:off x="3272354" y="1320742"/>
              <a:ext cx="176253" cy="164622"/>
            </a:xfrm>
            <a:custGeom>
              <a:rect b="b" l="l" r="r" t="t"/>
              <a:pathLst>
                <a:path extrusionOk="0" h="1069" w="1288">
                  <a:moveTo>
                    <a:pt x="1228" y="0"/>
                  </a:moveTo>
                  <a:cubicBezTo>
                    <a:pt x="1221" y="0"/>
                    <a:pt x="1214" y="2"/>
                    <a:pt x="1207" y="6"/>
                  </a:cubicBezTo>
                  <a:cubicBezTo>
                    <a:pt x="928" y="154"/>
                    <a:pt x="674" y="375"/>
                    <a:pt x="409" y="552"/>
                  </a:cubicBezTo>
                  <a:cubicBezTo>
                    <a:pt x="263" y="650"/>
                    <a:pt x="17" y="785"/>
                    <a:pt x="5" y="983"/>
                  </a:cubicBezTo>
                  <a:cubicBezTo>
                    <a:pt x="1" y="1034"/>
                    <a:pt x="50" y="1068"/>
                    <a:pt x="96" y="1068"/>
                  </a:cubicBezTo>
                  <a:cubicBezTo>
                    <a:pt x="123" y="1068"/>
                    <a:pt x="150" y="1056"/>
                    <a:pt x="163" y="1027"/>
                  </a:cubicBezTo>
                  <a:cubicBezTo>
                    <a:pt x="253" y="825"/>
                    <a:pt x="472" y="710"/>
                    <a:pt x="645" y="587"/>
                  </a:cubicBezTo>
                  <a:cubicBezTo>
                    <a:pt x="851" y="437"/>
                    <a:pt x="1099" y="277"/>
                    <a:pt x="1259" y="75"/>
                  </a:cubicBezTo>
                  <a:cubicBezTo>
                    <a:pt x="1288" y="52"/>
                    <a:pt x="1264" y="0"/>
                    <a:pt x="12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9"/>
            <p:cNvSpPr/>
            <p:nvPr/>
          </p:nvSpPr>
          <p:spPr>
            <a:xfrm>
              <a:off x="3257028" y="1366170"/>
              <a:ext cx="193085" cy="168164"/>
            </a:xfrm>
            <a:custGeom>
              <a:rect b="b" l="l" r="r" t="t"/>
              <a:pathLst>
                <a:path extrusionOk="0" h="1092" w="1411">
                  <a:moveTo>
                    <a:pt x="1366" y="0"/>
                  </a:moveTo>
                  <a:cubicBezTo>
                    <a:pt x="1185" y="0"/>
                    <a:pt x="964" y="236"/>
                    <a:pt x="827" y="334"/>
                  </a:cubicBezTo>
                  <a:cubicBezTo>
                    <a:pt x="563" y="521"/>
                    <a:pt x="271" y="697"/>
                    <a:pt x="56" y="942"/>
                  </a:cubicBezTo>
                  <a:cubicBezTo>
                    <a:pt x="0" y="1007"/>
                    <a:pt x="55" y="1091"/>
                    <a:pt x="120" y="1091"/>
                  </a:cubicBezTo>
                  <a:cubicBezTo>
                    <a:pt x="140" y="1091"/>
                    <a:pt x="160" y="1084"/>
                    <a:pt x="179" y="1065"/>
                  </a:cubicBezTo>
                  <a:cubicBezTo>
                    <a:pt x="415" y="842"/>
                    <a:pt x="659" y="644"/>
                    <a:pt x="915" y="446"/>
                  </a:cubicBezTo>
                  <a:cubicBezTo>
                    <a:pt x="1069" y="328"/>
                    <a:pt x="1286" y="196"/>
                    <a:pt x="1401" y="38"/>
                  </a:cubicBezTo>
                  <a:cubicBezTo>
                    <a:pt x="1411" y="21"/>
                    <a:pt x="1396" y="3"/>
                    <a:pt x="1378" y="0"/>
                  </a:cubicBezTo>
                  <a:cubicBezTo>
                    <a:pt x="1374" y="0"/>
                    <a:pt x="1370" y="0"/>
                    <a:pt x="1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9"/>
            <p:cNvSpPr/>
            <p:nvPr/>
          </p:nvSpPr>
          <p:spPr>
            <a:xfrm>
              <a:off x="3264007" y="1423303"/>
              <a:ext cx="183916" cy="161080"/>
            </a:xfrm>
            <a:custGeom>
              <a:rect b="b" l="l" r="r" t="t"/>
              <a:pathLst>
                <a:path extrusionOk="0" h="1046" w="1344">
                  <a:moveTo>
                    <a:pt x="1296" y="0"/>
                  </a:moveTo>
                  <a:cubicBezTo>
                    <a:pt x="1293" y="0"/>
                    <a:pt x="1289" y="1"/>
                    <a:pt x="1285" y="2"/>
                  </a:cubicBezTo>
                  <a:cubicBezTo>
                    <a:pt x="1039" y="103"/>
                    <a:pt x="856" y="307"/>
                    <a:pt x="633" y="448"/>
                  </a:cubicBezTo>
                  <a:cubicBezTo>
                    <a:pt x="420" y="586"/>
                    <a:pt x="193" y="711"/>
                    <a:pt x="45" y="922"/>
                  </a:cubicBezTo>
                  <a:cubicBezTo>
                    <a:pt x="1" y="983"/>
                    <a:pt x="62" y="1046"/>
                    <a:pt x="122" y="1046"/>
                  </a:cubicBezTo>
                  <a:cubicBezTo>
                    <a:pt x="147" y="1046"/>
                    <a:pt x="172" y="1034"/>
                    <a:pt x="189" y="1007"/>
                  </a:cubicBezTo>
                  <a:cubicBezTo>
                    <a:pt x="326" y="786"/>
                    <a:pt x="572" y="657"/>
                    <a:pt x="776" y="505"/>
                  </a:cubicBezTo>
                  <a:cubicBezTo>
                    <a:pt x="960" y="365"/>
                    <a:pt x="1106" y="173"/>
                    <a:pt x="1312" y="65"/>
                  </a:cubicBezTo>
                  <a:cubicBezTo>
                    <a:pt x="1344" y="50"/>
                    <a:pt x="1327" y="0"/>
                    <a:pt x="12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9"/>
            <p:cNvSpPr/>
            <p:nvPr/>
          </p:nvSpPr>
          <p:spPr>
            <a:xfrm>
              <a:off x="3233491" y="1475507"/>
              <a:ext cx="209232" cy="176634"/>
            </a:xfrm>
            <a:custGeom>
              <a:rect b="b" l="l" r="r" t="t"/>
              <a:pathLst>
                <a:path extrusionOk="0" h="1147" w="1529">
                  <a:moveTo>
                    <a:pt x="1483" y="1"/>
                  </a:moveTo>
                  <a:cubicBezTo>
                    <a:pt x="1479" y="1"/>
                    <a:pt x="1475" y="1"/>
                    <a:pt x="1470" y="3"/>
                  </a:cubicBezTo>
                  <a:cubicBezTo>
                    <a:pt x="1239" y="105"/>
                    <a:pt x="1085" y="318"/>
                    <a:pt x="883" y="462"/>
                  </a:cubicBezTo>
                  <a:cubicBezTo>
                    <a:pt x="616" y="649"/>
                    <a:pt x="332" y="812"/>
                    <a:pt x="70" y="1008"/>
                  </a:cubicBezTo>
                  <a:cubicBezTo>
                    <a:pt x="0" y="1059"/>
                    <a:pt x="44" y="1147"/>
                    <a:pt x="108" y="1147"/>
                  </a:cubicBezTo>
                  <a:cubicBezTo>
                    <a:pt x="125" y="1147"/>
                    <a:pt x="143" y="1141"/>
                    <a:pt x="162" y="1127"/>
                  </a:cubicBezTo>
                  <a:cubicBezTo>
                    <a:pt x="403" y="935"/>
                    <a:pt x="649" y="747"/>
                    <a:pt x="891" y="556"/>
                  </a:cubicBezTo>
                  <a:cubicBezTo>
                    <a:pt x="1095" y="393"/>
                    <a:pt x="1258" y="160"/>
                    <a:pt x="1500" y="53"/>
                  </a:cubicBezTo>
                  <a:cubicBezTo>
                    <a:pt x="1529" y="40"/>
                    <a:pt x="1510" y="1"/>
                    <a:pt x="14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9"/>
            <p:cNvSpPr/>
            <p:nvPr/>
          </p:nvSpPr>
          <p:spPr>
            <a:xfrm>
              <a:off x="3253059" y="1515700"/>
              <a:ext cx="189527" cy="164776"/>
            </a:xfrm>
            <a:custGeom>
              <a:rect b="b" l="l" r="r" t="t"/>
              <a:pathLst>
                <a:path extrusionOk="0" h="1070" w="1385">
                  <a:moveTo>
                    <a:pt x="1343" y="1"/>
                  </a:moveTo>
                  <a:cubicBezTo>
                    <a:pt x="1340" y="1"/>
                    <a:pt x="1337" y="1"/>
                    <a:pt x="1334" y="3"/>
                  </a:cubicBezTo>
                  <a:cubicBezTo>
                    <a:pt x="1115" y="86"/>
                    <a:pt x="965" y="278"/>
                    <a:pt x="777" y="411"/>
                  </a:cubicBezTo>
                  <a:cubicBezTo>
                    <a:pt x="540" y="582"/>
                    <a:pt x="283" y="716"/>
                    <a:pt x="66" y="916"/>
                  </a:cubicBezTo>
                  <a:cubicBezTo>
                    <a:pt x="0" y="975"/>
                    <a:pt x="66" y="1069"/>
                    <a:pt x="135" y="1069"/>
                  </a:cubicBezTo>
                  <a:cubicBezTo>
                    <a:pt x="155" y="1069"/>
                    <a:pt x="176" y="1061"/>
                    <a:pt x="194" y="1043"/>
                  </a:cubicBezTo>
                  <a:cubicBezTo>
                    <a:pt x="383" y="847"/>
                    <a:pt x="610" y="705"/>
                    <a:pt x="823" y="538"/>
                  </a:cubicBezTo>
                  <a:cubicBezTo>
                    <a:pt x="1011" y="390"/>
                    <a:pt x="1140" y="165"/>
                    <a:pt x="1357" y="59"/>
                  </a:cubicBezTo>
                  <a:cubicBezTo>
                    <a:pt x="1385" y="46"/>
                    <a:pt x="1371" y="1"/>
                    <a:pt x="1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9"/>
            <p:cNvSpPr/>
            <p:nvPr/>
          </p:nvSpPr>
          <p:spPr>
            <a:xfrm>
              <a:off x="3265922" y="1562976"/>
              <a:ext cx="177622" cy="167086"/>
            </a:xfrm>
            <a:custGeom>
              <a:rect b="b" l="l" r="r" t="t"/>
              <a:pathLst>
                <a:path extrusionOk="0" h="1085" w="1298">
                  <a:moveTo>
                    <a:pt x="1265" y="0"/>
                  </a:moveTo>
                  <a:cubicBezTo>
                    <a:pt x="1261" y="0"/>
                    <a:pt x="1257" y="1"/>
                    <a:pt x="1252" y="4"/>
                  </a:cubicBezTo>
                  <a:cubicBezTo>
                    <a:pt x="1031" y="119"/>
                    <a:pt x="833" y="308"/>
                    <a:pt x="644" y="469"/>
                  </a:cubicBezTo>
                  <a:cubicBezTo>
                    <a:pt x="527" y="567"/>
                    <a:pt x="412" y="667"/>
                    <a:pt x="293" y="765"/>
                  </a:cubicBezTo>
                  <a:cubicBezTo>
                    <a:pt x="248" y="804"/>
                    <a:pt x="195" y="840"/>
                    <a:pt x="150" y="882"/>
                  </a:cubicBezTo>
                  <a:cubicBezTo>
                    <a:pt x="122" y="907"/>
                    <a:pt x="67" y="923"/>
                    <a:pt x="93" y="923"/>
                  </a:cubicBezTo>
                  <a:cubicBezTo>
                    <a:pt x="98" y="923"/>
                    <a:pt x="106" y="923"/>
                    <a:pt x="119" y="921"/>
                  </a:cubicBezTo>
                  <a:lnTo>
                    <a:pt x="119" y="921"/>
                  </a:lnTo>
                  <a:cubicBezTo>
                    <a:pt x="35" y="931"/>
                    <a:pt x="0" y="1061"/>
                    <a:pt x="98" y="1082"/>
                  </a:cubicBezTo>
                  <a:cubicBezTo>
                    <a:pt x="105" y="1083"/>
                    <a:pt x="113" y="1084"/>
                    <a:pt x="121" y="1084"/>
                  </a:cubicBezTo>
                  <a:cubicBezTo>
                    <a:pt x="281" y="1084"/>
                    <a:pt x="502" y="779"/>
                    <a:pt x="594" y="692"/>
                  </a:cubicBezTo>
                  <a:cubicBezTo>
                    <a:pt x="812" y="479"/>
                    <a:pt x="1023" y="217"/>
                    <a:pt x="1277" y="46"/>
                  </a:cubicBezTo>
                  <a:cubicBezTo>
                    <a:pt x="1298" y="30"/>
                    <a:pt x="1286" y="0"/>
                    <a:pt x="1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9"/>
            <p:cNvSpPr/>
            <p:nvPr/>
          </p:nvSpPr>
          <p:spPr>
            <a:xfrm>
              <a:off x="3269480" y="1615335"/>
              <a:ext cx="190074" cy="182640"/>
            </a:xfrm>
            <a:custGeom>
              <a:rect b="b" l="l" r="r" t="t"/>
              <a:pathLst>
                <a:path extrusionOk="0" h="1186" w="1389">
                  <a:moveTo>
                    <a:pt x="1336" y="0"/>
                  </a:moveTo>
                  <a:cubicBezTo>
                    <a:pt x="1328" y="0"/>
                    <a:pt x="1321" y="2"/>
                    <a:pt x="1314" y="8"/>
                  </a:cubicBezTo>
                  <a:cubicBezTo>
                    <a:pt x="1037" y="229"/>
                    <a:pt x="768" y="456"/>
                    <a:pt x="472" y="650"/>
                  </a:cubicBezTo>
                  <a:cubicBezTo>
                    <a:pt x="297" y="763"/>
                    <a:pt x="97" y="888"/>
                    <a:pt x="22" y="1092"/>
                  </a:cubicBezTo>
                  <a:cubicBezTo>
                    <a:pt x="1" y="1144"/>
                    <a:pt x="51" y="1186"/>
                    <a:pt x="98" y="1186"/>
                  </a:cubicBezTo>
                  <a:cubicBezTo>
                    <a:pt x="122" y="1186"/>
                    <a:pt x="146" y="1175"/>
                    <a:pt x="159" y="1150"/>
                  </a:cubicBezTo>
                  <a:cubicBezTo>
                    <a:pt x="280" y="919"/>
                    <a:pt x="499" y="790"/>
                    <a:pt x="699" y="635"/>
                  </a:cubicBezTo>
                  <a:cubicBezTo>
                    <a:pt x="932" y="456"/>
                    <a:pt x="1132" y="239"/>
                    <a:pt x="1362" y="56"/>
                  </a:cubicBezTo>
                  <a:cubicBezTo>
                    <a:pt x="1388" y="35"/>
                    <a:pt x="1363" y="0"/>
                    <a:pt x="1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9"/>
            <p:cNvSpPr/>
            <p:nvPr/>
          </p:nvSpPr>
          <p:spPr>
            <a:xfrm>
              <a:off x="3228975" y="1689714"/>
              <a:ext cx="222506" cy="191110"/>
            </a:xfrm>
            <a:custGeom>
              <a:rect b="b" l="l" r="r" t="t"/>
              <a:pathLst>
                <a:path extrusionOk="0" h="1241" w="1626">
                  <a:moveTo>
                    <a:pt x="1587" y="0"/>
                  </a:moveTo>
                  <a:cubicBezTo>
                    <a:pt x="1583" y="0"/>
                    <a:pt x="1580" y="1"/>
                    <a:pt x="1576" y="2"/>
                  </a:cubicBezTo>
                  <a:cubicBezTo>
                    <a:pt x="1243" y="119"/>
                    <a:pt x="947" y="398"/>
                    <a:pt x="674" y="611"/>
                  </a:cubicBezTo>
                  <a:cubicBezTo>
                    <a:pt x="578" y="686"/>
                    <a:pt x="1" y="1032"/>
                    <a:pt x="103" y="1201"/>
                  </a:cubicBezTo>
                  <a:cubicBezTo>
                    <a:pt x="119" y="1227"/>
                    <a:pt x="147" y="1241"/>
                    <a:pt x="175" y="1241"/>
                  </a:cubicBezTo>
                  <a:cubicBezTo>
                    <a:pt x="201" y="1241"/>
                    <a:pt x="227" y="1229"/>
                    <a:pt x="243" y="1204"/>
                  </a:cubicBezTo>
                  <a:lnTo>
                    <a:pt x="243" y="1204"/>
                  </a:lnTo>
                  <a:cubicBezTo>
                    <a:pt x="234" y="1218"/>
                    <a:pt x="231" y="1224"/>
                    <a:pt x="232" y="1224"/>
                  </a:cubicBezTo>
                  <a:cubicBezTo>
                    <a:pt x="234" y="1224"/>
                    <a:pt x="262" y="1186"/>
                    <a:pt x="276" y="1174"/>
                  </a:cubicBezTo>
                  <a:cubicBezTo>
                    <a:pt x="320" y="1130"/>
                    <a:pt x="363" y="1086"/>
                    <a:pt x="409" y="1044"/>
                  </a:cubicBezTo>
                  <a:cubicBezTo>
                    <a:pt x="545" y="919"/>
                    <a:pt x="686" y="801"/>
                    <a:pt x="826" y="682"/>
                  </a:cubicBezTo>
                  <a:cubicBezTo>
                    <a:pt x="1072" y="475"/>
                    <a:pt x="1324" y="221"/>
                    <a:pt x="1599" y="57"/>
                  </a:cubicBezTo>
                  <a:cubicBezTo>
                    <a:pt x="1625" y="42"/>
                    <a:pt x="1613" y="0"/>
                    <a:pt x="15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9"/>
            <p:cNvSpPr/>
            <p:nvPr/>
          </p:nvSpPr>
          <p:spPr>
            <a:xfrm>
              <a:off x="3238964" y="1753930"/>
              <a:ext cx="208001" cy="171860"/>
            </a:xfrm>
            <a:custGeom>
              <a:rect b="b" l="l" r="r" t="t"/>
              <a:pathLst>
                <a:path extrusionOk="0" h="1116" w="1520">
                  <a:moveTo>
                    <a:pt x="1478" y="0"/>
                  </a:moveTo>
                  <a:cubicBezTo>
                    <a:pt x="1473" y="0"/>
                    <a:pt x="1468" y="1"/>
                    <a:pt x="1464" y="4"/>
                  </a:cubicBezTo>
                  <a:cubicBezTo>
                    <a:pt x="982" y="273"/>
                    <a:pt x="534" y="632"/>
                    <a:pt x="80" y="942"/>
                  </a:cubicBezTo>
                  <a:cubicBezTo>
                    <a:pt x="1" y="997"/>
                    <a:pt x="51" y="1115"/>
                    <a:pt x="124" y="1115"/>
                  </a:cubicBezTo>
                  <a:cubicBezTo>
                    <a:pt x="139" y="1115"/>
                    <a:pt x="155" y="1110"/>
                    <a:pt x="172" y="1098"/>
                  </a:cubicBezTo>
                  <a:cubicBezTo>
                    <a:pt x="634" y="790"/>
                    <a:pt x="1082" y="419"/>
                    <a:pt x="1497" y="48"/>
                  </a:cubicBezTo>
                  <a:cubicBezTo>
                    <a:pt x="1520" y="31"/>
                    <a:pt x="1500" y="0"/>
                    <a:pt x="14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9"/>
            <p:cNvSpPr/>
            <p:nvPr/>
          </p:nvSpPr>
          <p:spPr>
            <a:xfrm>
              <a:off x="3249091" y="1794123"/>
              <a:ext cx="206632" cy="174324"/>
            </a:xfrm>
            <a:custGeom>
              <a:rect b="b" l="l" r="r" t="t"/>
              <a:pathLst>
                <a:path extrusionOk="0" h="1132" w="1510">
                  <a:moveTo>
                    <a:pt x="1431" y="1"/>
                  </a:moveTo>
                  <a:cubicBezTo>
                    <a:pt x="1428" y="1"/>
                    <a:pt x="1425" y="1"/>
                    <a:pt x="1421" y="2"/>
                  </a:cubicBezTo>
                  <a:cubicBezTo>
                    <a:pt x="1067" y="66"/>
                    <a:pt x="798" y="366"/>
                    <a:pt x="498" y="548"/>
                  </a:cubicBezTo>
                  <a:cubicBezTo>
                    <a:pt x="316" y="656"/>
                    <a:pt x="18" y="804"/>
                    <a:pt x="4" y="1044"/>
                  </a:cubicBezTo>
                  <a:cubicBezTo>
                    <a:pt x="0" y="1101"/>
                    <a:pt x="45" y="1131"/>
                    <a:pt x="91" y="1131"/>
                  </a:cubicBezTo>
                  <a:cubicBezTo>
                    <a:pt x="129" y="1131"/>
                    <a:pt x="167" y="1111"/>
                    <a:pt x="179" y="1069"/>
                  </a:cubicBezTo>
                  <a:cubicBezTo>
                    <a:pt x="243" y="854"/>
                    <a:pt x="531" y="744"/>
                    <a:pt x="702" y="623"/>
                  </a:cubicBezTo>
                  <a:cubicBezTo>
                    <a:pt x="956" y="444"/>
                    <a:pt x="1181" y="241"/>
                    <a:pt x="1461" y="95"/>
                  </a:cubicBezTo>
                  <a:cubicBezTo>
                    <a:pt x="1509" y="66"/>
                    <a:pt x="1480" y="1"/>
                    <a:pt x="14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9"/>
            <p:cNvSpPr/>
            <p:nvPr/>
          </p:nvSpPr>
          <p:spPr>
            <a:xfrm>
              <a:off x="3254701" y="1845250"/>
              <a:ext cx="181727" cy="162004"/>
            </a:xfrm>
            <a:custGeom>
              <a:rect b="b" l="l" r="r" t="t"/>
              <a:pathLst>
                <a:path extrusionOk="0" h="1052" w="1328">
                  <a:moveTo>
                    <a:pt x="1281" y="1"/>
                  </a:moveTo>
                  <a:cubicBezTo>
                    <a:pt x="1137" y="1"/>
                    <a:pt x="903" y="224"/>
                    <a:pt x="807" y="295"/>
                  </a:cubicBezTo>
                  <a:cubicBezTo>
                    <a:pt x="644" y="418"/>
                    <a:pt x="482" y="541"/>
                    <a:pt x="315" y="660"/>
                  </a:cubicBezTo>
                  <a:cubicBezTo>
                    <a:pt x="211" y="735"/>
                    <a:pt x="107" y="797"/>
                    <a:pt x="38" y="910"/>
                  </a:cubicBezTo>
                  <a:cubicBezTo>
                    <a:pt x="1" y="971"/>
                    <a:pt x="51" y="1051"/>
                    <a:pt x="118" y="1051"/>
                  </a:cubicBezTo>
                  <a:cubicBezTo>
                    <a:pt x="126" y="1051"/>
                    <a:pt x="135" y="1050"/>
                    <a:pt x="144" y="1047"/>
                  </a:cubicBezTo>
                  <a:cubicBezTo>
                    <a:pt x="165" y="1041"/>
                    <a:pt x="186" y="1035"/>
                    <a:pt x="207" y="1029"/>
                  </a:cubicBezTo>
                  <a:cubicBezTo>
                    <a:pt x="255" y="1012"/>
                    <a:pt x="273" y="962"/>
                    <a:pt x="265" y="920"/>
                  </a:cubicBezTo>
                  <a:cubicBezTo>
                    <a:pt x="346" y="835"/>
                    <a:pt x="463" y="764"/>
                    <a:pt x="548" y="695"/>
                  </a:cubicBezTo>
                  <a:cubicBezTo>
                    <a:pt x="701" y="574"/>
                    <a:pt x="851" y="451"/>
                    <a:pt x="1003" y="330"/>
                  </a:cubicBezTo>
                  <a:cubicBezTo>
                    <a:pt x="1080" y="268"/>
                    <a:pt x="1320" y="147"/>
                    <a:pt x="1328" y="32"/>
                  </a:cubicBezTo>
                  <a:cubicBezTo>
                    <a:pt x="1328" y="20"/>
                    <a:pt x="1317" y="5"/>
                    <a:pt x="1305" y="3"/>
                  </a:cubicBezTo>
                  <a:cubicBezTo>
                    <a:pt x="1297" y="2"/>
                    <a:pt x="1289" y="1"/>
                    <a:pt x="12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9"/>
            <p:cNvSpPr/>
            <p:nvPr/>
          </p:nvSpPr>
          <p:spPr>
            <a:xfrm>
              <a:off x="3257575" y="1869889"/>
              <a:ext cx="185148" cy="175710"/>
            </a:xfrm>
            <a:custGeom>
              <a:rect b="b" l="l" r="r" t="t"/>
              <a:pathLst>
                <a:path extrusionOk="0" h="1141" w="1353">
                  <a:moveTo>
                    <a:pt x="1250" y="0"/>
                  </a:moveTo>
                  <a:cubicBezTo>
                    <a:pt x="1056" y="0"/>
                    <a:pt x="806" y="309"/>
                    <a:pt x="698" y="410"/>
                  </a:cubicBezTo>
                  <a:cubicBezTo>
                    <a:pt x="502" y="593"/>
                    <a:pt x="69" y="741"/>
                    <a:pt x="13" y="1027"/>
                  </a:cubicBezTo>
                  <a:cubicBezTo>
                    <a:pt x="0" y="1087"/>
                    <a:pt x="57" y="1141"/>
                    <a:pt x="109" y="1141"/>
                  </a:cubicBezTo>
                  <a:cubicBezTo>
                    <a:pt x="135" y="1141"/>
                    <a:pt x="161" y="1127"/>
                    <a:pt x="175" y="1094"/>
                  </a:cubicBezTo>
                  <a:cubicBezTo>
                    <a:pt x="277" y="854"/>
                    <a:pt x="577" y="748"/>
                    <a:pt x="761" y="571"/>
                  </a:cubicBezTo>
                  <a:cubicBezTo>
                    <a:pt x="942" y="398"/>
                    <a:pt x="1115" y="243"/>
                    <a:pt x="1315" y="95"/>
                  </a:cubicBezTo>
                  <a:cubicBezTo>
                    <a:pt x="1342" y="77"/>
                    <a:pt x="1353" y="31"/>
                    <a:pt x="1315" y="14"/>
                  </a:cubicBezTo>
                  <a:cubicBezTo>
                    <a:pt x="1294" y="5"/>
                    <a:pt x="1272" y="0"/>
                    <a:pt x="12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9"/>
            <p:cNvSpPr/>
            <p:nvPr/>
          </p:nvSpPr>
          <p:spPr>
            <a:xfrm>
              <a:off x="3262912" y="1927329"/>
              <a:ext cx="204990" cy="161080"/>
            </a:xfrm>
            <a:custGeom>
              <a:rect b="b" l="l" r="r" t="t"/>
              <a:pathLst>
                <a:path extrusionOk="0" h="1046" w="1498">
                  <a:moveTo>
                    <a:pt x="1412" y="0"/>
                  </a:moveTo>
                  <a:cubicBezTo>
                    <a:pt x="1408" y="0"/>
                    <a:pt x="1404" y="1"/>
                    <a:pt x="1399" y="2"/>
                  </a:cubicBezTo>
                  <a:cubicBezTo>
                    <a:pt x="1137" y="47"/>
                    <a:pt x="928" y="256"/>
                    <a:pt x="720" y="406"/>
                  </a:cubicBezTo>
                  <a:cubicBezTo>
                    <a:pt x="507" y="560"/>
                    <a:pt x="282" y="691"/>
                    <a:pt x="78" y="856"/>
                  </a:cubicBezTo>
                  <a:cubicBezTo>
                    <a:pt x="1" y="921"/>
                    <a:pt x="70" y="1042"/>
                    <a:pt x="157" y="1044"/>
                  </a:cubicBezTo>
                  <a:cubicBezTo>
                    <a:pt x="163" y="1046"/>
                    <a:pt x="167" y="1046"/>
                    <a:pt x="174" y="1046"/>
                  </a:cubicBezTo>
                  <a:cubicBezTo>
                    <a:pt x="203" y="1046"/>
                    <a:pt x="224" y="1035"/>
                    <a:pt x="240" y="1019"/>
                  </a:cubicBezTo>
                  <a:cubicBezTo>
                    <a:pt x="288" y="994"/>
                    <a:pt x="326" y="950"/>
                    <a:pt x="365" y="917"/>
                  </a:cubicBezTo>
                  <a:cubicBezTo>
                    <a:pt x="495" y="808"/>
                    <a:pt x="638" y="719"/>
                    <a:pt x="772" y="614"/>
                  </a:cubicBezTo>
                  <a:cubicBezTo>
                    <a:pt x="997" y="441"/>
                    <a:pt x="1199" y="260"/>
                    <a:pt x="1445" y="114"/>
                  </a:cubicBezTo>
                  <a:cubicBezTo>
                    <a:pt x="1498" y="83"/>
                    <a:pt x="1474" y="0"/>
                    <a:pt x="14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9"/>
            <p:cNvSpPr/>
            <p:nvPr/>
          </p:nvSpPr>
          <p:spPr>
            <a:xfrm>
              <a:off x="3252922" y="2007715"/>
              <a:ext cx="200611" cy="147529"/>
            </a:xfrm>
            <a:custGeom>
              <a:rect b="b" l="l" r="r" t="t"/>
              <a:pathLst>
                <a:path extrusionOk="0" h="958" w="1466">
                  <a:moveTo>
                    <a:pt x="1458" y="1"/>
                  </a:moveTo>
                  <a:cubicBezTo>
                    <a:pt x="1183" y="49"/>
                    <a:pt x="955" y="182"/>
                    <a:pt x="714" y="315"/>
                  </a:cubicBezTo>
                  <a:cubicBezTo>
                    <a:pt x="482" y="443"/>
                    <a:pt x="253" y="580"/>
                    <a:pt x="72" y="772"/>
                  </a:cubicBezTo>
                  <a:cubicBezTo>
                    <a:pt x="1" y="846"/>
                    <a:pt x="62" y="958"/>
                    <a:pt x="148" y="958"/>
                  </a:cubicBezTo>
                  <a:cubicBezTo>
                    <a:pt x="166" y="958"/>
                    <a:pt x="184" y="953"/>
                    <a:pt x="203" y="943"/>
                  </a:cubicBezTo>
                  <a:cubicBezTo>
                    <a:pt x="224" y="930"/>
                    <a:pt x="245" y="920"/>
                    <a:pt x="265" y="907"/>
                  </a:cubicBezTo>
                  <a:cubicBezTo>
                    <a:pt x="295" y="891"/>
                    <a:pt x="309" y="864"/>
                    <a:pt x="311" y="834"/>
                  </a:cubicBezTo>
                  <a:cubicBezTo>
                    <a:pt x="643" y="503"/>
                    <a:pt x="1089" y="288"/>
                    <a:pt x="1462" y="9"/>
                  </a:cubicBezTo>
                  <a:cubicBezTo>
                    <a:pt x="1466" y="7"/>
                    <a:pt x="1462" y="1"/>
                    <a:pt x="14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9"/>
            <p:cNvSpPr/>
            <p:nvPr/>
          </p:nvSpPr>
          <p:spPr>
            <a:xfrm>
              <a:off x="3276186" y="2040516"/>
              <a:ext cx="179401" cy="147067"/>
            </a:xfrm>
            <a:custGeom>
              <a:rect b="b" l="l" r="r" t="t"/>
              <a:pathLst>
                <a:path extrusionOk="0" h="955" w="1311">
                  <a:moveTo>
                    <a:pt x="1255" y="0"/>
                  </a:moveTo>
                  <a:cubicBezTo>
                    <a:pt x="1249" y="0"/>
                    <a:pt x="1242" y="2"/>
                    <a:pt x="1236" y="6"/>
                  </a:cubicBezTo>
                  <a:cubicBezTo>
                    <a:pt x="958" y="196"/>
                    <a:pt x="692" y="400"/>
                    <a:pt x="406" y="573"/>
                  </a:cubicBezTo>
                  <a:cubicBezTo>
                    <a:pt x="308" y="634"/>
                    <a:pt x="35" y="736"/>
                    <a:pt x="10" y="869"/>
                  </a:cubicBezTo>
                  <a:cubicBezTo>
                    <a:pt x="1" y="921"/>
                    <a:pt x="38" y="955"/>
                    <a:pt x="78" y="955"/>
                  </a:cubicBezTo>
                  <a:cubicBezTo>
                    <a:pt x="99" y="955"/>
                    <a:pt x="121" y="945"/>
                    <a:pt x="137" y="924"/>
                  </a:cubicBezTo>
                  <a:cubicBezTo>
                    <a:pt x="243" y="782"/>
                    <a:pt x="412" y="682"/>
                    <a:pt x="554" y="580"/>
                  </a:cubicBezTo>
                  <a:cubicBezTo>
                    <a:pt x="794" y="411"/>
                    <a:pt x="1033" y="242"/>
                    <a:pt x="1275" y="75"/>
                  </a:cubicBezTo>
                  <a:cubicBezTo>
                    <a:pt x="1310" y="53"/>
                    <a:pt x="1288" y="0"/>
                    <a:pt x="1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9"/>
            <p:cNvSpPr/>
            <p:nvPr/>
          </p:nvSpPr>
          <p:spPr>
            <a:xfrm>
              <a:off x="3255933" y="2076705"/>
              <a:ext cx="202390" cy="168472"/>
            </a:xfrm>
            <a:custGeom>
              <a:rect b="b" l="l" r="r" t="t"/>
              <a:pathLst>
                <a:path extrusionOk="0" h="1094" w="1479">
                  <a:moveTo>
                    <a:pt x="1417" y="1"/>
                  </a:moveTo>
                  <a:cubicBezTo>
                    <a:pt x="1412" y="1"/>
                    <a:pt x="1406" y="2"/>
                    <a:pt x="1400" y="5"/>
                  </a:cubicBezTo>
                  <a:cubicBezTo>
                    <a:pt x="1119" y="142"/>
                    <a:pt x="860" y="332"/>
                    <a:pt x="596" y="501"/>
                  </a:cubicBezTo>
                  <a:cubicBezTo>
                    <a:pt x="396" y="628"/>
                    <a:pt x="183" y="755"/>
                    <a:pt x="45" y="953"/>
                  </a:cubicBezTo>
                  <a:cubicBezTo>
                    <a:pt x="0" y="1019"/>
                    <a:pt x="65" y="1093"/>
                    <a:pt x="131" y="1093"/>
                  </a:cubicBezTo>
                  <a:cubicBezTo>
                    <a:pt x="152" y="1093"/>
                    <a:pt x="174" y="1085"/>
                    <a:pt x="191" y="1066"/>
                  </a:cubicBezTo>
                  <a:cubicBezTo>
                    <a:pt x="558" y="674"/>
                    <a:pt x="1038" y="411"/>
                    <a:pt x="1448" y="67"/>
                  </a:cubicBezTo>
                  <a:cubicBezTo>
                    <a:pt x="1478" y="41"/>
                    <a:pt x="1450" y="1"/>
                    <a:pt x="1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9"/>
            <p:cNvSpPr/>
            <p:nvPr/>
          </p:nvSpPr>
          <p:spPr>
            <a:xfrm>
              <a:off x="3258807" y="2132913"/>
              <a:ext cx="189253" cy="162312"/>
            </a:xfrm>
            <a:custGeom>
              <a:rect b="b" l="l" r="r" t="t"/>
              <a:pathLst>
                <a:path extrusionOk="0" h="1054" w="1383">
                  <a:moveTo>
                    <a:pt x="1336" y="0"/>
                  </a:moveTo>
                  <a:cubicBezTo>
                    <a:pt x="1332" y="0"/>
                    <a:pt x="1328" y="1"/>
                    <a:pt x="1323" y="3"/>
                  </a:cubicBezTo>
                  <a:cubicBezTo>
                    <a:pt x="1058" y="96"/>
                    <a:pt x="852" y="303"/>
                    <a:pt x="614" y="449"/>
                  </a:cubicBezTo>
                  <a:cubicBezTo>
                    <a:pt x="408" y="576"/>
                    <a:pt x="156" y="705"/>
                    <a:pt x="33" y="926"/>
                  </a:cubicBezTo>
                  <a:cubicBezTo>
                    <a:pt x="0" y="983"/>
                    <a:pt x="56" y="1054"/>
                    <a:pt x="111" y="1054"/>
                  </a:cubicBezTo>
                  <a:cubicBezTo>
                    <a:pt x="130" y="1054"/>
                    <a:pt x="149" y="1045"/>
                    <a:pt x="164" y="1026"/>
                  </a:cubicBezTo>
                  <a:cubicBezTo>
                    <a:pt x="318" y="826"/>
                    <a:pt x="502" y="684"/>
                    <a:pt x="706" y="536"/>
                  </a:cubicBezTo>
                  <a:cubicBezTo>
                    <a:pt x="917" y="386"/>
                    <a:pt x="1098" y="161"/>
                    <a:pt x="1342" y="73"/>
                  </a:cubicBezTo>
                  <a:cubicBezTo>
                    <a:pt x="1383" y="60"/>
                    <a:pt x="1372" y="0"/>
                    <a:pt x="1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9"/>
            <p:cNvSpPr/>
            <p:nvPr/>
          </p:nvSpPr>
          <p:spPr>
            <a:xfrm>
              <a:off x="3253880" y="2186041"/>
              <a:ext cx="202116" cy="189108"/>
            </a:xfrm>
            <a:custGeom>
              <a:rect b="b" l="l" r="r" t="t"/>
              <a:pathLst>
                <a:path extrusionOk="0" h="1228" w="1477">
                  <a:moveTo>
                    <a:pt x="1391" y="0"/>
                  </a:moveTo>
                  <a:cubicBezTo>
                    <a:pt x="1381" y="0"/>
                    <a:pt x="1371" y="2"/>
                    <a:pt x="1361" y="8"/>
                  </a:cubicBezTo>
                  <a:cubicBezTo>
                    <a:pt x="1119" y="127"/>
                    <a:pt x="902" y="322"/>
                    <a:pt x="696" y="493"/>
                  </a:cubicBezTo>
                  <a:cubicBezTo>
                    <a:pt x="463" y="683"/>
                    <a:pt x="236" y="873"/>
                    <a:pt x="42" y="1102"/>
                  </a:cubicBezTo>
                  <a:cubicBezTo>
                    <a:pt x="1" y="1150"/>
                    <a:pt x="36" y="1228"/>
                    <a:pt x="89" y="1228"/>
                  </a:cubicBezTo>
                  <a:cubicBezTo>
                    <a:pt x="101" y="1228"/>
                    <a:pt x="114" y="1224"/>
                    <a:pt x="127" y="1214"/>
                  </a:cubicBezTo>
                  <a:cubicBezTo>
                    <a:pt x="352" y="1056"/>
                    <a:pt x="552" y="873"/>
                    <a:pt x="759" y="691"/>
                  </a:cubicBezTo>
                  <a:cubicBezTo>
                    <a:pt x="980" y="497"/>
                    <a:pt x="1236" y="322"/>
                    <a:pt x="1436" y="106"/>
                  </a:cubicBezTo>
                  <a:lnTo>
                    <a:pt x="1436" y="104"/>
                  </a:lnTo>
                  <a:cubicBezTo>
                    <a:pt x="1476" y="67"/>
                    <a:pt x="1441" y="0"/>
                    <a:pt x="1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9"/>
            <p:cNvSpPr/>
            <p:nvPr/>
          </p:nvSpPr>
          <p:spPr>
            <a:xfrm>
              <a:off x="3241017" y="2257341"/>
              <a:ext cx="214706" cy="179252"/>
            </a:xfrm>
            <a:custGeom>
              <a:rect b="b" l="l" r="r" t="t"/>
              <a:pathLst>
                <a:path extrusionOk="0" h="1164" w="1569">
                  <a:moveTo>
                    <a:pt x="1501" y="1"/>
                  </a:moveTo>
                  <a:cubicBezTo>
                    <a:pt x="1499" y="1"/>
                    <a:pt x="1498" y="1"/>
                    <a:pt x="1497" y="1"/>
                  </a:cubicBezTo>
                  <a:cubicBezTo>
                    <a:pt x="1205" y="20"/>
                    <a:pt x="984" y="287"/>
                    <a:pt x="757" y="443"/>
                  </a:cubicBezTo>
                  <a:cubicBezTo>
                    <a:pt x="505" y="618"/>
                    <a:pt x="234" y="772"/>
                    <a:pt x="52" y="1022"/>
                  </a:cubicBezTo>
                  <a:cubicBezTo>
                    <a:pt x="0" y="1094"/>
                    <a:pt x="70" y="1164"/>
                    <a:pt x="141" y="1164"/>
                  </a:cubicBezTo>
                  <a:cubicBezTo>
                    <a:pt x="163" y="1164"/>
                    <a:pt x="186" y="1157"/>
                    <a:pt x="205" y="1141"/>
                  </a:cubicBezTo>
                  <a:cubicBezTo>
                    <a:pt x="623" y="772"/>
                    <a:pt x="1059" y="408"/>
                    <a:pt x="1524" y="99"/>
                  </a:cubicBezTo>
                  <a:cubicBezTo>
                    <a:pt x="1568" y="77"/>
                    <a:pt x="1550" y="1"/>
                    <a:pt x="1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9"/>
            <p:cNvSpPr/>
            <p:nvPr/>
          </p:nvSpPr>
          <p:spPr>
            <a:xfrm>
              <a:off x="3254975" y="2305850"/>
              <a:ext cx="196643" cy="178944"/>
            </a:xfrm>
            <a:custGeom>
              <a:rect b="b" l="l" r="r" t="t"/>
              <a:pathLst>
                <a:path extrusionOk="0" h="1162" w="1437">
                  <a:moveTo>
                    <a:pt x="1392" y="0"/>
                  </a:moveTo>
                  <a:cubicBezTo>
                    <a:pt x="1388" y="0"/>
                    <a:pt x="1384" y="1"/>
                    <a:pt x="1380" y="3"/>
                  </a:cubicBezTo>
                  <a:cubicBezTo>
                    <a:pt x="1128" y="118"/>
                    <a:pt x="934" y="307"/>
                    <a:pt x="728" y="486"/>
                  </a:cubicBezTo>
                  <a:cubicBezTo>
                    <a:pt x="501" y="684"/>
                    <a:pt x="263" y="860"/>
                    <a:pt x="44" y="1066"/>
                  </a:cubicBezTo>
                  <a:cubicBezTo>
                    <a:pt x="1" y="1106"/>
                    <a:pt x="47" y="1161"/>
                    <a:pt x="89" y="1161"/>
                  </a:cubicBezTo>
                  <a:cubicBezTo>
                    <a:pt x="106" y="1161"/>
                    <a:pt x="122" y="1153"/>
                    <a:pt x="132" y="1133"/>
                  </a:cubicBezTo>
                  <a:cubicBezTo>
                    <a:pt x="257" y="874"/>
                    <a:pt x="526" y="734"/>
                    <a:pt x="738" y="553"/>
                  </a:cubicBezTo>
                  <a:cubicBezTo>
                    <a:pt x="951" y="370"/>
                    <a:pt x="1149" y="170"/>
                    <a:pt x="1407" y="51"/>
                  </a:cubicBezTo>
                  <a:cubicBezTo>
                    <a:pt x="1436" y="38"/>
                    <a:pt x="1418" y="0"/>
                    <a:pt x="13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9"/>
            <p:cNvSpPr/>
            <p:nvPr/>
          </p:nvSpPr>
          <p:spPr>
            <a:xfrm>
              <a:off x="3239922" y="2346658"/>
              <a:ext cx="220590" cy="201119"/>
            </a:xfrm>
            <a:custGeom>
              <a:rect b="b" l="l" r="r" t="t"/>
              <a:pathLst>
                <a:path extrusionOk="0" h="1306" w="1612">
                  <a:moveTo>
                    <a:pt x="1502" y="0"/>
                  </a:moveTo>
                  <a:cubicBezTo>
                    <a:pt x="1490" y="0"/>
                    <a:pt x="1476" y="3"/>
                    <a:pt x="1461" y="11"/>
                  </a:cubicBezTo>
                  <a:cubicBezTo>
                    <a:pt x="1115" y="192"/>
                    <a:pt x="857" y="484"/>
                    <a:pt x="542" y="707"/>
                  </a:cubicBezTo>
                  <a:cubicBezTo>
                    <a:pt x="369" y="830"/>
                    <a:pt x="102" y="968"/>
                    <a:pt x="27" y="1176"/>
                  </a:cubicBezTo>
                  <a:cubicBezTo>
                    <a:pt x="1" y="1251"/>
                    <a:pt x="66" y="1305"/>
                    <a:pt x="130" y="1305"/>
                  </a:cubicBezTo>
                  <a:cubicBezTo>
                    <a:pt x="164" y="1305"/>
                    <a:pt x="197" y="1291"/>
                    <a:pt x="217" y="1257"/>
                  </a:cubicBezTo>
                  <a:cubicBezTo>
                    <a:pt x="333" y="1061"/>
                    <a:pt x="569" y="943"/>
                    <a:pt x="746" y="805"/>
                  </a:cubicBezTo>
                  <a:cubicBezTo>
                    <a:pt x="1017" y="592"/>
                    <a:pt x="1250" y="340"/>
                    <a:pt x="1542" y="151"/>
                  </a:cubicBezTo>
                  <a:cubicBezTo>
                    <a:pt x="1612" y="115"/>
                    <a:pt x="1578" y="0"/>
                    <a:pt x="1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9"/>
            <p:cNvSpPr/>
            <p:nvPr/>
          </p:nvSpPr>
          <p:spPr>
            <a:xfrm>
              <a:off x="3257986" y="2383001"/>
              <a:ext cx="207453" cy="189878"/>
            </a:xfrm>
            <a:custGeom>
              <a:rect b="b" l="l" r="r" t="t"/>
              <a:pathLst>
                <a:path extrusionOk="0" h="1233" w="1516">
                  <a:moveTo>
                    <a:pt x="1434" y="1"/>
                  </a:moveTo>
                  <a:cubicBezTo>
                    <a:pt x="1421" y="1"/>
                    <a:pt x="1407" y="6"/>
                    <a:pt x="1396" y="19"/>
                  </a:cubicBezTo>
                  <a:cubicBezTo>
                    <a:pt x="962" y="375"/>
                    <a:pt x="439" y="632"/>
                    <a:pt x="62" y="1053"/>
                  </a:cubicBezTo>
                  <a:cubicBezTo>
                    <a:pt x="0" y="1121"/>
                    <a:pt x="55" y="1232"/>
                    <a:pt x="134" y="1232"/>
                  </a:cubicBezTo>
                  <a:cubicBezTo>
                    <a:pt x="151" y="1232"/>
                    <a:pt x="169" y="1227"/>
                    <a:pt x="187" y="1215"/>
                  </a:cubicBezTo>
                  <a:cubicBezTo>
                    <a:pt x="228" y="1188"/>
                    <a:pt x="256" y="1167"/>
                    <a:pt x="293" y="1134"/>
                  </a:cubicBezTo>
                  <a:cubicBezTo>
                    <a:pt x="314" y="1115"/>
                    <a:pt x="322" y="1094"/>
                    <a:pt x="322" y="1073"/>
                  </a:cubicBezTo>
                  <a:cubicBezTo>
                    <a:pt x="672" y="709"/>
                    <a:pt x="1133" y="471"/>
                    <a:pt x="1477" y="98"/>
                  </a:cubicBezTo>
                  <a:cubicBezTo>
                    <a:pt x="1515" y="58"/>
                    <a:pt x="1476" y="1"/>
                    <a:pt x="14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9"/>
            <p:cNvSpPr/>
            <p:nvPr/>
          </p:nvSpPr>
          <p:spPr>
            <a:xfrm>
              <a:off x="3233217" y="2441673"/>
              <a:ext cx="228390" cy="186182"/>
            </a:xfrm>
            <a:custGeom>
              <a:rect b="b" l="l" r="r" t="t"/>
              <a:pathLst>
                <a:path extrusionOk="0" h="1209" w="1669">
                  <a:moveTo>
                    <a:pt x="1608" y="0"/>
                  </a:moveTo>
                  <a:cubicBezTo>
                    <a:pt x="1422" y="0"/>
                    <a:pt x="1249" y="163"/>
                    <a:pt x="1114" y="276"/>
                  </a:cubicBezTo>
                  <a:cubicBezTo>
                    <a:pt x="970" y="396"/>
                    <a:pt x="828" y="515"/>
                    <a:pt x="683" y="630"/>
                  </a:cubicBezTo>
                  <a:cubicBezTo>
                    <a:pt x="610" y="688"/>
                    <a:pt x="1" y="1099"/>
                    <a:pt x="284" y="1203"/>
                  </a:cubicBezTo>
                  <a:cubicBezTo>
                    <a:pt x="294" y="1207"/>
                    <a:pt x="303" y="1208"/>
                    <a:pt x="312" y="1208"/>
                  </a:cubicBezTo>
                  <a:cubicBezTo>
                    <a:pt x="372" y="1208"/>
                    <a:pt x="415" y="1133"/>
                    <a:pt x="387" y="1078"/>
                  </a:cubicBezTo>
                  <a:lnTo>
                    <a:pt x="387" y="1078"/>
                  </a:lnTo>
                  <a:cubicBezTo>
                    <a:pt x="401" y="1105"/>
                    <a:pt x="403" y="1122"/>
                    <a:pt x="401" y="1132"/>
                  </a:cubicBezTo>
                  <a:cubicBezTo>
                    <a:pt x="405" y="1124"/>
                    <a:pt x="416" y="1111"/>
                    <a:pt x="441" y="1088"/>
                  </a:cubicBezTo>
                  <a:cubicBezTo>
                    <a:pt x="487" y="1049"/>
                    <a:pt x="528" y="1001"/>
                    <a:pt x="572" y="959"/>
                  </a:cubicBezTo>
                  <a:cubicBezTo>
                    <a:pt x="672" y="863"/>
                    <a:pt x="776" y="774"/>
                    <a:pt x="881" y="682"/>
                  </a:cubicBezTo>
                  <a:cubicBezTo>
                    <a:pt x="1120" y="476"/>
                    <a:pt x="1333" y="201"/>
                    <a:pt x="1629" y="78"/>
                  </a:cubicBezTo>
                  <a:cubicBezTo>
                    <a:pt x="1668" y="63"/>
                    <a:pt x="1666" y="3"/>
                    <a:pt x="1618" y="0"/>
                  </a:cubicBezTo>
                  <a:cubicBezTo>
                    <a:pt x="1615" y="0"/>
                    <a:pt x="1611" y="0"/>
                    <a:pt x="1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9"/>
            <p:cNvSpPr/>
            <p:nvPr/>
          </p:nvSpPr>
          <p:spPr>
            <a:xfrm>
              <a:off x="3287543" y="2615996"/>
              <a:ext cx="684" cy="1232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cubicBezTo>
                    <a:pt x="1" y="5"/>
                    <a:pt x="1" y="8"/>
                    <a:pt x="1" y="8"/>
                  </a:cubicBezTo>
                  <a:cubicBezTo>
                    <a:pt x="2" y="8"/>
                    <a:pt x="3" y="5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9"/>
            <p:cNvSpPr/>
            <p:nvPr/>
          </p:nvSpPr>
          <p:spPr>
            <a:xfrm>
              <a:off x="3266607" y="2492954"/>
              <a:ext cx="174474" cy="176018"/>
            </a:xfrm>
            <a:custGeom>
              <a:rect b="b" l="l" r="r" t="t"/>
              <a:pathLst>
                <a:path extrusionOk="0" h="1143" w="1275">
                  <a:moveTo>
                    <a:pt x="1233" y="1"/>
                  </a:moveTo>
                  <a:cubicBezTo>
                    <a:pt x="1178" y="3"/>
                    <a:pt x="1122" y="59"/>
                    <a:pt x="1083" y="91"/>
                  </a:cubicBezTo>
                  <a:cubicBezTo>
                    <a:pt x="947" y="188"/>
                    <a:pt x="826" y="303"/>
                    <a:pt x="695" y="403"/>
                  </a:cubicBezTo>
                  <a:cubicBezTo>
                    <a:pt x="466" y="580"/>
                    <a:pt x="186" y="749"/>
                    <a:pt x="38" y="1005"/>
                  </a:cubicBezTo>
                  <a:cubicBezTo>
                    <a:pt x="1" y="1068"/>
                    <a:pt x="61" y="1143"/>
                    <a:pt x="121" y="1143"/>
                  </a:cubicBezTo>
                  <a:cubicBezTo>
                    <a:pt x="142" y="1143"/>
                    <a:pt x="162" y="1134"/>
                    <a:pt x="178" y="1114"/>
                  </a:cubicBezTo>
                  <a:cubicBezTo>
                    <a:pt x="489" y="716"/>
                    <a:pt x="903" y="420"/>
                    <a:pt x="1256" y="59"/>
                  </a:cubicBezTo>
                  <a:lnTo>
                    <a:pt x="1256" y="57"/>
                  </a:lnTo>
                  <a:cubicBezTo>
                    <a:pt x="1274" y="38"/>
                    <a:pt x="1264" y="1"/>
                    <a:pt x="12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9"/>
            <p:cNvSpPr/>
            <p:nvPr/>
          </p:nvSpPr>
          <p:spPr>
            <a:xfrm>
              <a:off x="3262912" y="2554090"/>
              <a:ext cx="175295" cy="160618"/>
            </a:xfrm>
            <a:custGeom>
              <a:rect b="b" l="l" r="r" t="t"/>
              <a:pathLst>
                <a:path extrusionOk="0" h="1043" w="1281">
                  <a:moveTo>
                    <a:pt x="1217" y="0"/>
                  </a:moveTo>
                  <a:cubicBezTo>
                    <a:pt x="1211" y="0"/>
                    <a:pt x="1205" y="1"/>
                    <a:pt x="1199" y="4"/>
                  </a:cubicBezTo>
                  <a:cubicBezTo>
                    <a:pt x="949" y="123"/>
                    <a:pt x="747" y="323"/>
                    <a:pt x="513" y="471"/>
                  </a:cubicBezTo>
                  <a:cubicBezTo>
                    <a:pt x="332" y="583"/>
                    <a:pt x="124" y="704"/>
                    <a:pt x="32" y="907"/>
                  </a:cubicBezTo>
                  <a:cubicBezTo>
                    <a:pt x="1" y="978"/>
                    <a:pt x="61" y="1043"/>
                    <a:pt x="118" y="1043"/>
                  </a:cubicBezTo>
                  <a:cubicBezTo>
                    <a:pt x="144" y="1043"/>
                    <a:pt x="169" y="1029"/>
                    <a:pt x="184" y="996"/>
                  </a:cubicBezTo>
                  <a:cubicBezTo>
                    <a:pt x="286" y="779"/>
                    <a:pt x="491" y="658"/>
                    <a:pt x="674" y="517"/>
                  </a:cubicBezTo>
                  <a:cubicBezTo>
                    <a:pt x="866" y="371"/>
                    <a:pt x="1020" y="179"/>
                    <a:pt x="1241" y="75"/>
                  </a:cubicBezTo>
                  <a:cubicBezTo>
                    <a:pt x="1281" y="55"/>
                    <a:pt x="1256" y="0"/>
                    <a:pt x="12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9"/>
            <p:cNvSpPr/>
            <p:nvPr/>
          </p:nvSpPr>
          <p:spPr>
            <a:xfrm>
              <a:off x="3254428" y="2551164"/>
              <a:ext cx="221959" cy="192804"/>
            </a:xfrm>
            <a:custGeom>
              <a:rect b="b" l="l" r="r" t="t"/>
              <a:pathLst>
                <a:path extrusionOk="0" h="1252" w="1622">
                  <a:moveTo>
                    <a:pt x="1531" y="1"/>
                  </a:moveTo>
                  <a:cubicBezTo>
                    <a:pt x="1522" y="1"/>
                    <a:pt x="1513" y="5"/>
                    <a:pt x="1509" y="13"/>
                  </a:cubicBezTo>
                  <a:cubicBezTo>
                    <a:pt x="1407" y="181"/>
                    <a:pt x="1147" y="304"/>
                    <a:pt x="990" y="417"/>
                  </a:cubicBezTo>
                  <a:cubicBezTo>
                    <a:pt x="871" y="500"/>
                    <a:pt x="755" y="590"/>
                    <a:pt x="638" y="677"/>
                  </a:cubicBezTo>
                  <a:cubicBezTo>
                    <a:pt x="482" y="794"/>
                    <a:pt x="296" y="996"/>
                    <a:pt x="111" y="1059"/>
                  </a:cubicBezTo>
                  <a:cubicBezTo>
                    <a:pt x="0" y="1098"/>
                    <a:pt x="34" y="1251"/>
                    <a:pt x="138" y="1251"/>
                  </a:cubicBezTo>
                  <a:cubicBezTo>
                    <a:pt x="146" y="1251"/>
                    <a:pt x="154" y="1250"/>
                    <a:pt x="163" y="1249"/>
                  </a:cubicBezTo>
                  <a:cubicBezTo>
                    <a:pt x="352" y="1205"/>
                    <a:pt x="519" y="994"/>
                    <a:pt x="663" y="873"/>
                  </a:cubicBezTo>
                  <a:cubicBezTo>
                    <a:pt x="821" y="742"/>
                    <a:pt x="978" y="611"/>
                    <a:pt x="1136" y="482"/>
                  </a:cubicBezTo>
                  <a:cubicBezTo>
                    <a:pt x="1219" y="413"/>
                    <a:pt x="1622" y="154"/>
                    <a:pt x="1551" y="13"/>
                  </a:cubicBezTo>
                  <a:cubicBezTo>
                    <a:pt x="1547" y="5"/>
                    <a:pt x="1539" y="1"/>
                    <a:pt x="15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9"/>
            <p:cNvSpPr/>
            <p:nvPr/>
          </p:nvSpPr>
          <p:spPr>
            <a:xfrm>
              <a:off x="3331196" y="2558864"/>
              <a:ext cx="180358" cy="194190"/>
            </a:xfrm>
            <a:custGeom>
              <a:rect b="b" l="l" r="r" t="t"/>
              <a:pathLst>
                <a:path extrusionOk="0" h="1261" w="1318">
                  <a:moveTo>
                    <a:pt x="1232" y="1"/>
                  </a:moveTo>
                  <a:cubicBezTo>
                    <a:pt x="1217" y="1"/>
                    <a:pt x="1203" y="7"/>
                    <a:pt x="1190" y="21"/>
                  </a:cubicBezTo>
                  <a:cubicBezTo>
                    <a:pt x="961" y="202"/>
                    <a:pt x="767" y="423"/>
                    <a:pt x="542" y="611"/>
                  </a:cubicBezTo>
                  <a:cubicBezTo>
                    <a:pt x="358" y="761"/>
                    <a:pt x="144" y="911"/>
                    <a:pt x="33" y="1126"/>
                  </a:cubicBezTo>
                  <a:cubicBezTo>
                    <a:pt x="1" y="1188"/>
                    <a:pt x="56" y="1260"/>
                    <a:pt x="113" y="1260"/>
                  </a:cubicBezTo>
                  <a:cubicBezTo>
                    <a:pt x="133" y="1260"/>
                    <a:pt x="152" y="1252"/>
                    <a:pt x="169" y="1232"/>
                  </a:cubicBezTo>
                  <a:cubicBezTo>
                    <a:pt x="498" y="821"/>
                    <a:pt x="927" y="505"/>
                    <a:pt x="1277" y="109"/>
                  </a:cubicBezTo>
                  <a:cubicBezTo>
                    <a:pt x="1317" y="62"/>
                    <a:pt x="1277" y="1"/>
                    <a:pt x="1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9"/>
            <p:cNvSpPr/>
            <p:nvPr/>
          </p:nvSpPr>
          <p:spPr>
            <a:xfrm>
              <a:off x="3395238" y="2570875"/>
              <a:ext cx="150800" cy="158924"/>
            </a:xfrm>
            <a:custGeom>
              <a:rect b="b" l="l" r="r" t="t"/>
              <a:pathLst>
                <a:path extrusionOk="0" h="1032" w="1102">
                  <a:moveTo>
                    <a:pt x="1055" y="0"/>
                  </a:moveTo>
                  <a:cubicBezTo>
                    <a:pt x="905" y="0"/>
                    <a:pt x="739" y="222"/>
                    <a:pt x="645" y="310"/>
                  </a:cubicBezTo>
                  <a:cubicBezTo>
                    <a:pt x="441" y="504"/>
                    <a:pt x="193" y="652"/>
                    <a:pt x="42" y="898"/>
                  </a:cubicBezTo>
                  <a:cubicBezTo>
                    <a:pt x="1" y="965"/>
                    <a:pt x="65" y="1031"/>
                    <a:pt x="126" y="1031"/>
                  </a:cubicBezTo>
                  <a:cubicBezTo>
                    <a:pt x="153" y="1031"/>
                    <a:pt x="180" y="1018"/>
                    <a:pt x="197" y="987"/>
                  </a:cubicBezTo>
                  <a:cubicBezTo>
                    <a:pt x="322" y="758"/>
                    <a:pt x="541" y="612"/>
                    <a:pt x="718" y="427"/>
                  </a:cubicBezTo>
                  <a:cubicBezTo>
                    <a:pt x="839" y="301"/>
                    <a:pt x="964" y="176"/>
                    <a:pt x="1087" y="51"/>
                  </a:cubicBezTo>
                  <a:cubicBezTo>
                    <a:pt x="1101" y="37"/>
                    <a:pt x="1097" y="6"/>
                    <a:pt x="1074" y="1"/>
                  </a:cubicBezTo>
                  <a:cubicBezTo>
                    <a:pt x="1068" y="0"/>
                    <a:pt x="1061" y="0"/>
                    <a:pt x="10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9"/>
            <p:cNvSpPr/>
            <p:nvPr/>
          </p:nvSpPr>
          <p:spPr>
            <a:xfrm>
              <a:off x="3421238" y="2583503"/>
              <a:ext cx="163527" cy="153997"/>
            </a:xfrm>
            <a:custGeom>
              <a:rect b="b" l="l" r="r" t="t"/>
              <a:pathLst>
                <a:path extrusionOk="0" h="1000" w="1195">
                  <a:moveTo>
                    <a:pt x="1125" y="1"/>
                  </a:moveTo>
                  <a:cubicBezTo>
                    <a:pt x="993" y="1"/>
                    <a:pt x="774" y="237"/>
                    <a:pt x="694" y="303"/>
                  </a:cubicBezTo>
                  <a:cubicBezTo>
                    <a:pt x="480" y="480"/>
                    <a:pt x="186" y="624"/>
                    <a:pt x="38" y="868"/>
                  </a:cubicBezTo>
                  <a:cubicBezTo>
                    <a:pt x="1" y="928"/>
                    <a:pt x="60" y="1000"/>
                    <a:pt x="118" y="1000"/>
                  </a:cubicBezTo>
                  <a:cubicBezTo>
                    <a:pt x="138" y="1000"/>
                    <a:pt x="158" y="991"/>
                    <a:pt x="173" y="972"/>
                  </a:cubicBezTo>
                  <a:cubicBezTo>
                    <a:pt x="340" y="766"/>
                    <a:pt x="557" y="618"/>
                    <a:pt x="753" y="440"/>
                  </a:cubicBezTo>
                  <a:cubicBezTo>
                    <a:pt x="886" y="322"/>
                    <a:pt x="1053" y="211"/>
                    <a:pt x="1172" y="80"/>
                  </a:cubicBezTo>
                  <a:cubicBezTo>
                    <a:pt x="1195" y="55"/>
                    <a:pt x="1184" y="15"/>
                    <a:pt x="1153" y="5"/>
                  </a:cubicBezTo>
                  <a:cubicBezTo>
                    <a:pt x="1144" y="2"/>
                    <a:pt x="1135" y="1"/>
                    <a:pt x="11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29"/>
            <p:cNvSpPr/>
            <p:nvPr/>
          </p:nvSpPr>
          <p:spPr>
            <a:xfrm>
              <a:off x="3465986" y="2579961"/>
              <a:ext cx="179948" cy="160002"/>
            </a:xfrm>
            <a:custGeom>
              <a:rect b="b" l="l" r="r" t="t"/>
              <a:pathLst>
                <a:path extrusionOk="0" h="1039" w="1315">
                  <a:moveTo>
                    <a:pt x="1260" y="0"/>
                  </a:moveTo>
                  <a:cubicBezTo>
                    <a:pt x="1254" y="0"/>
                    <a:pt x="1248" y="2"/>
                    <a:pt x="1243" y="5"/>
                  </a:cubicBezTo>
                  <a:cubicBezTo>
                    <a:pt x="830" y="255"/>
                    <a:pt x="465" y="597"/>
                    <a:pt x="74" y="876"/>
                  </a:cubicBezTo>
                  <a:cubicBezTo>
                    <a:pt x="1" y="928"/>
                    <a:pt x="44" y="1038"/>
                    <a:pt x="114" y="1038"/>
                  </a:cubicBezTo>
                  <a:cubicBezTo>
                    <a:pt x="128" y="1038"/>
                    <a:pt x="144" y="1034"/>
                    <a:pt x="159" y="1024"/>
                  </a:cubicBezTo>
                  <a:cubicBezTo>
                    <a:pt x="570" y="764"/>
                    <a:pt x="924" y="384"/>
                    <a:pt x="1289" y="65"/>
                  </a:cubicBezTo>
                  <a:cubicBezTo>
                    <a:pt x="1315" y="41"/>
                    <a:pt x="1290" y="0"/>
                    <a:pt x="12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29"/>
            <p:cNvSpPr/>
            <p:nvPr/>
          </p:nvSpPr>
          <p:spPr>
            <a:xfrm>
              <a:off x="3521954" y="2568103"/>
              <a:ext cx="182548" cy="162620"/>
            </a:xfrm>
            <a:custGeom>
              <a:rect b="b" l="l" r="r" t="t"/>
              <a:pathLst>
                <a:path extrusionOk="0" h="1056" w="1334">
                  <a:moveTo>
                    <a:pt x="1267" y="0"/>
                  </a:moveTo>
                  <a:cubicBezTo>
                    <a:pt x="1260" y="0"/>
                    <a:pt x="1252" y="3"/>
                    <a:pt x="1244" y="9"/>
                  </a:cubicBezTo>
                  <a:cubicBezTo>
                    <a:pt x="957" y="226"/>
                    <a:pt x="684" y="455"/>
                    <a:pt x="386" y="655"/>
                  </a:cubicBezTo>
                  <a:cubicBezTo>
                    <a:pt x="304" y="709"/>
                    <a:pt x="0" y="851"/>
                    <a:pt x="11" y="978"/>
                  </a:cubicBezTo>
                  <a:cubicBezTo>
                    <a:pt x="14" y="1026"/>
                    <a:pt x="57" y="1055"/>
                    <a:pt x="97" y="1055"/>
                  </a:cubicBezTo>
                  <a:cubicBezTo>
                    <a:pt x="127" y="1055"/>
                    <a:pt x="156" y="1038"/>
                    <a:pt x="165" y="999"/>
                  </a:cubicBezTo>
                  <a:lnTo>
                    <a:pt x="165" y="999"/>
                  </a:lnTo>
                  <a:cubicBezTo>
                    <a:pt x="162" y="1012"/>
                    <a:pt x="163" y="1018"/>
                    <a:pt x="166" y="1018"/>
                  </a:cubicBezTo>
                  <a:cubicBezTo>
                    <a:pt x="175" y="1018"/>
                    <a:pt x="201" y="980"/>
                    <a:pt x="219" y="968"/>
                  </a:cubicBezTo>
                  <a:cubicBezTo>
                    <a:pt x="252" y="943"/>
                    <a:pt x="286" y="913"/>
                    <a:pt x="319" y="888"/>
                  </a:cubicBezTo>
                  <a:cubicBezTo>
                    <a:pt x="402" y="822"/>
                    <a:pt x="490" y="757"/>
                    <a:pt x="575" y="693"/>
                  </a:cubicBezTo>
                  <a:cubicBezTo>
                    <a:pt x="828" y="499"/>
                    <a:pt x="1053" y="280"/>
                    <a:pt x="1301" y="82"/>
                  </a:cubicBezTo>
                  <a:cubicBezTo>
                    <a:pt x="1333" y="55"/>
                    <a:pt x="1302" y="0"/>
                    <a:pt x="12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9"/>
            <p:cNvSpPr/>
            <p:nvPr/>
          </p:nvSpPr>
          <p:spPr>
            <a:xfrm>
              <a:off x="3557259" y="2583811"/>
              <a:ext cx="165853" cy="158616"/>
            </a:xfrm>
            <a:custGeom>
              <a:rect b="b" l="l" r="r" t="t"/>
              <a:pathLst>
                <a:path extrusionOk="0" h="1030" w="1212">
                  <a:moveTo>
                    <a:pt x="1174" y="1"/>
                  </a:moveTo>
                  <a:cubicBezTo>
                    <a:pt x="1089" y="1"/>
                    <a:pt x="1009" y="84"/>
                    <a:pt x="947" y="134"/>
                  </a:cubicBezTo>
                  <a:cubicBezTo>
                    <a:pt x="824" y="232"/>
                    <a:pt x="709" y="340"/>
                    <a:pt x="584" y="434"/>
                  </a:cubicBezTo>
                  <a:cubicBezTo>
                    <a:pt x="413" y="561"/>
                    <a:pt x="32" y="718"/>
                    <a:pt x="5" y="957"/>
                  </a:cubicBezTo>
                  <a:cubicBezTo>
                    <a:pt x="0" y="1006"/>
                    <a:pt x="36" y="1029"/>
                    <a:pt x="74" y="1029"/>
                  </a:cubicBezTo>
                  <a:cubicBezTo>
                    <a:pt x="106" y="1029"/>
                    <a:pt x="140" y="1012"/>
                    <a:pt x="153" y="978"/>
                  </a:cubicBezTo>
                  <a:cubicBezTo>
                    <a:pt x="228" y="770"/>
                    <a:pt x="534" y="638"/>
                    <a:pt x="695" y="497"/>
                  </a:cubicBezTo>
                  <a:cubicBezTo>
                    <a:pt x="859" y="353"/>
                    <a:pt x="1003" y="172"/>
                    <a:pt x="1189" y="53"/>
                  </a:cubicBezTo>
                  <a:cubicBezTo>
                    <a:pt x="1212" y="38"/>
                    <a:pt x="1203" y="1"/>
                    <a:pt x="11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9"/>
            <p:cNvSpPr/>
            <p:nvPr/>
          </p:nvSpPr>
          <p:spPr>
            <a:xfrm>
              <a:off x="3588186" y="2565948"/>
              <a:ext cx="194727" cy="188030"/>
            </a:xfrm>
            <a:custGeom>
              <a:rect b="b" l="l" r="r" t="t"/>
              <a:pathLst>
                <a:path extrusionOk="0" h="1221" w="1423">
                  <a:moveTo>
                    <a:pt x="1365" y="1"/>
                  </a:moveTo>
                  <a:cubicBezTo>
                    <a:pt x="1358" y="1"/>
                    <a:pt x="1350" y="3"/>
                    <a:pt x="1342" y="8"/>
                  </a:cubicBezTo>
                  <a:cubicBezTo>
                    <a:pt x="1044" y="198"/>
                    <a:pt x="796" y="444"/>
                    <a:pt x="514" y="652"/>
                  </a:cubicBezTo>
                  <a:cubicBezTo>
                    <a:pt x="339" y="784"/>
                    <a:pt x="104" y="907"/>
                    <a:pt x="23" y="1119"/>
                  </a:cubicBezTo>
                  <a:cubicBezTo>
                    <a:pt x="1" y="1178"/>
                    <a:pt x="53" y="1221"/>
                    <a:pt x="105" y="1221"/>
                  </a:cubicBezTo>
                  <a:cubicBezTo>
                    <a:pt x="132" y="1221"/>
                    <a:pt x="159" y="1209"/>
                    <a:pt x="175" y="1182"/>
                  </a:cubicBezTo>
                  <a:cubicBezTo>
                    <a:pt x="291" y="982"/>
                    <a:pt x="502" y="861"/>
                    <a:pt x="675" y="713"/>
                  </a:cubicBezTo>
                  <a:cubicBezTo>
                    <a:pt x="915" y="506"/>
                    <a:pt x="1131" y="275"/>
                    <a:pt x="1386" y="83"/>
                  </a:cubicBezTo>
                  <a:cubicBezTo>
                    <a:pt x="1422" y="57"/>
                    <a:pt x="1401" y="1"/>
                    <a:pt x="13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9"/>
            <p:cNvSpPr/>
            <p:nvPr/>
          </p:nvSpPr>
          <p:spPr>
            <a:xfrm>
              <a:off x="3635396" y="2577805"/>
              <a:ext cx="169958" cy="173092"/>
            </a:xfrm>
            <a:custGeom>
              <a:rect b="b" l="l" r="r" t="t"/>
              <a:pathLst>
                <a:path extrusionOk="0" h="1124" w="1242">
                  <a:moveTo>
                    <a:pt x="1182" y="1"/>
                  </a:moveTo>
                  <a:cubicBezTo>
                    <a:pt x="1176" y="1"/>
                    <a:pt x="1171" y="2"/>
                    <a:pt x="1166" y="4"/>
                  </a:cubicBezTo>
                  <a:cubicBezTo>
                    <a:pt x="941" y="106"/>
                    <a:pt x="780" y="321"/>
                    <a:pt x="595" y="482"/>
                  </a:cubicBezTo>
                  <a:cubicBezTo>
                    <a:pt x="488" y="573"/>
                    <a:pt x="376" y="663"/>
                    <a:pt x="272" y="757"/>
                  </a:cubicBezTo>
                  <a:cubicBezTo>
                    <a:pt x="194" y="825"/>
                    <a:pt x="78" y="905"/>
                    <a:pt x="34" y="998"/>
                  </a:cubicBezTo>
                  <a:cubicBezTo>
                    <a:pt x="1" y="1069"/>
                    <a:pt x="56" y="1123"/>
                    <a:pt x="110" y="1123"/>
                  </a:cubicBezTo>
                  <a:cubicBezTo>
                    <a:pt x="141" y="1123"/>
                    <a:pt x="172" y="1105"/>
                    <a:pt x="186" y="1063"/>
                  </a:cubicBezTo>
                  <a:cubicBezTo>
                    <a:pt x="224" y="978"/>
                    <a:pt x="372" y="875"/>
                    <a:pt x="436" y="813"/>
                  </a:cubicBezTo>
                  <a:cubicBezTo>
                    <a:pt x="528" y="723"/>
                    <a:pt x="624" y="638"/>
                    <a:pt x="718" y="548"/>
                  </a:cubicBezTo>
                  <a:cubicBezTo>
                    <a:pt x="884" y="386"/>
                    <a:pt x="1028" y="206"/>
                    <a:pt x="1212" y="63"/>
                  </a:cubicBezTo>
                  <a:cubicBezTo>
                    <a:pt x="1242" y="38"/>
                    <a:pt x="1213" y="1"/>
                    <a:pt x="11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9"/>
            <p:cNvSpPr/>
            <p:nvPr/>
          </p:nvSpPr>
          <p:spPr>
            <a:xfrm>
              <a:off x="3670154" y="2561174"/>
              <a:ext cx="187611" cy="176942"/>
            </a:xfrm>
            <a:custGeom>
              <a:rect b="b" l="l" r="r" t="t"/>
              <a:pathLst>
                <a:path extrusionOk="0" h="1149" w="1371">
                  <a:moveTo>
                    <a:pt x="1311" y="1"/>
                  </a:moveTo>
                  <a:cubicBezTo>
                    <a:pt x="1305" y="1"/>
                    <a:pt x="1298" y="3"/>
                    <a:pt x="1291" y="8"/>
                  </a:cubicBezTo>
                  <a:cubicBezTo>
                    <a:pt x="870" y="321"/>
                    <a:pt x="470" y="652"/>
                    <a:pt x="70" y="990"/>
                  </a:cubicBezTo>
                  <a:cubicBezTo>
                    <a:pt x="0" y="1050"/>
                    <a:pt x="68" y="1149"/>
                    <a:pt x="139" y="1149"/>
                  </a:cubicBezTo>
                  <a:cubicBezTo>
                    <a:pt x="160" y="1149"/>
                    <a:pt x="181" y="1141"/>
                    <a:pt x="199" y="1121"/>
                  </a:cubicBezTo>
                  <a:cubicBezTo>
                    <a:pt x="551" y="746"/>
                    <a:pt x="951" y="408"/>
                    <a:pt x="1341" y="73"/>
                  </a:cubicBezTo>
                  <a:cubicBezTo>
                    <a:pt x="1370" y="49"/>
                    <a:pt x="1343" y="1"/>
                    <a:pt x="1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29"/>
            <p:cNvSpPr/>
            <p:nvPr/>
          </p:nvSpPr>
          <p:spPr>
            <a:xfrm>
              <a:off x="3741312" y="2565948"/>
              <a:ext cx="166127" cy="176018"/>
            </a:xfrm>
            <a:custGeom>
              <a:rect b="b" l="l" r="r" t="t"/>
              <a:pathLst>
                <a:path extrusionOk="0" h="1143" w="1214">
                  <a:moveTo>
                    <a:pt x="1143" y="1"/>
                  </a:moveTo>
                  <a:cubicBezTo>
                    <a:pt x="1135" y="1"/>
                    <a:pt x="1127" y="3"/>
                    <a:pt x="1119" y="6"/>
                  </a:cubicBezTo>
                  <a:lnTo>
                    <a:pt x="1117" y="6"/>
                  </a:lnTo>
                  <a:cubicBezTo>
                    <a:pt x="1096" y="21"/>
                    <a:pt x="1075" y="35"/>
                    <a:pt x="1052" y="52"/>
                  </a:cubicBezTo>
                  <a:cubicBezTo>
                    <a:pt x="1019" y="75"/>
                    <a:pt x="982" y="100"/>
                    <a:pt x="959" y="131"/>
                  </a:cubicBezTo>
                  <a:cubicBezTo>
                    <a:pt x="821" y="250"/>
                    <a:pt x="694" y="390"/>
                    <a:pt x="561" y="511"/>
                  </a:cubicBezTo>
                  <a:cubicBezTo>
                    <a:pt x="388" y="671"/>
                    <a:pt x="175" y="823"/>
                    <a:pt x="39" y="1015"/>
                  </a:cubicBezTo>
                  <a:cubicBezTo>
                    <a:pt x="1" y="1071"/>
                    <a:pt x="56" y="1143"/>
                    <a:pt x="114" y="1143"/>
                  </a:cubicBezTo>
                  <a:cubicBezTo>
                    <a:pt x="128" y="1143"/>
                    <a:pt x="141" y="1139"/>
                    <a:pt x="154" y="1130"/>
                  </a:cubicBezTo>
                  <a:cubicBezTo>
                    <a:pt x="348" y="996"/>
                    <a:pt x="511" y="794"/>
                    <a:pt x="677" y="627"/>
                  </a:cubicBezTo>
                  <a:cubicBezTo>
                    <a:pt x="850" y="456"/>
                    <a:pt x="1061" y="286"/>
                    <a:pt x="1190" y="77"/>
                  </a:cubicBezTo>
                  <a:cubicBezTo>
                    <a:pt x="1214" y="38"/>
                    <a:pt x="1180" y="1"/>
                    <a:pt x="11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29"/>
            <p:cNvSpPr/>
            <p:nvPr/>
          </p:nvSpPr>
          <p:spPr>
            <a:xfrm>
              <a:off x="3790302" y="2574109"/>
              <a:ext cx="157095" cy="155229"/>
            </a:xfrm>
            <a:custGeom>
              <a:rect b="b" l="l" r="r" t="t"/>
              <a:pathLst>
                <a:path extrusionOk="0" h="1008" w="1148">
                  <a:moveTo>
                    <a:pt x="1093" y="0"/>
                  </a:moveTo>
                  <a:cubicBezTo>
                    <a:pt x="1086" y="0"/>
                    <a:pt x="1078" y="2"/>
                    <a:pt x="1072" y="5"/>
                  </a:cubicBezTo>
                  <a:cubicBezTo>
                    <a:pt x="1072" y="5"/>
                    <a:pt x="1072" y="5"/>
                    <a:pt x="1072" y="3"/>
                  </a:cubicBezTo>
                  <a:cubicBezTo>
                    <a:pt x="880" y="107"/>
                    <a:pt x="703" y="264"/>
                    <a:pt x="534" y="401"/>
                  </a:cubicBezTo>
                  <a:cubicBezTo>
                    <a:pt x="367" y="541"/>
                    <a:pt x="236" y="716"/>
                    <a:pt x="71" y="858"/>
                  </a:cubicBezTo>
                  <a:cubicBezTo>
                    <a:pt x="0" y="919"/>
                    <a:pt x="65" y="1007"/>
                    <a:pt x="141" y="1007"/>
                  </a:cubicBezTo>
                  <a:cubicBezTo>
                    <a:pt x="161" y="1007"/>
                    <a:pt x="181" y="1001"/>
                    <a:pt x="200" y="987"/>
                  </a:cubicBezTo>
                  <a:cubicBezTo>
                    <a:pt x="378" y="847"/>
                    <a:pt x="501" y="639"/>
                    <a:pt x="667" y="485"/>
                  </a:cubicBezTo>
                  <a:cubicBezTo>
                    <a:pt x="761" y="397"/>
                    <a:pt x="859" y="312"/>
                    <a:pt x="959" y="230"/>
                  </a:cubicBezTo>
                  <a:cubicBezTo>
                    <a:pt x="1020" y="178"/>
                    <a:pt x="1109" y="133"/>
                    <a:pt x="1136" y="55"/>
                  </a:cubicBezTo>
                  <a:cubicBezTo>
                    <a:pt x="1148" y="23"/>
                    <a:pt x="1121" y="0"/>
                    <a:pt x="10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29"/>
            <p:cNvSpPr/>
            <p:nvPr/>
          </p:nvSpPr>
          <p:spPr>
            <a:xfrm>
              <a:off x="3837102" y="2572569"/>
              <a:ext cx="164348" cy="158000"/>
            </a:xfrm>
            <a:custGeom>
              <a:rect b="b" l="l" r="r" t="t"/>
              <a:pathLst>
                <a:path extrusionOk="0" h="1026" w="1201">
                  <a:moveTo>
                    <a:pt x="1154" y="0"/>
                  </a:moveTo>
                  <a:cubicBezTo>
                    <a:pt x="1148" y="0"/>
                    <a:pt x="1142" y="2"/>
                    <a:pt x="1136" y="5"/>
                  </a:cubicBezTo>
                  <a:cubicBezTo>
                    <a:pt x="880" y="128"/>
                    <a:pt x="636" y="361"/>
                    <a:pt x="419" y="545"/>
                  </a:cubicBezTo>
                  <a:cubicBezTo>
                    <a:pt x="309" y="639"/>
                    <a:pt x="196" y="728"/>
                    <a:pt x="90" y="824"/>
                  </a:cubicBezTo>
                  <a:cubicBezTo>
                    <a:pt x="40" y="868"/>
                    <a:pt x="0" y="895"/>
                    <a:pt x="13" y="968"/>
                  </a:cubicBezTo>
                  <a:cubicBezTo>
                    <a:pt x="20" y="1005"/>
                    <a:pt x="59" y="1026"/>
                    <a:pt x="94" y="1026"/>
                  </a:cubicBezTo>
                  <a:cubicBezTo>
                    <a:pt x="99" y="1026"/>
                    <a:pt x="105" y="1025"/>
                    <a:pt x="111" y="1024"/>
                  </a:cubicBezTo>
                  <a:cubicBezTo>
                    <a:pt x="117" y="1022"/>
                    <a:pt x="123" y="1020"/>
                    <a:pt x="127" y="1020"/>
                  </a:cubicBezTo>
                  <a:cubicBezTo>
                    <a:pt x="152" y="1014"/>
                    <a:pt x="169" y="995"/>
                    <a:pt x="175" y="972"/>
                  </a:cubicBezTo>
                  <a:cubicBezTo>
                    <a:pt x="200" y="953"/>
                    <a:pt x="242" y="922"/>
                    <a:pt x="261" y="905"/>
                  </a:cubicBezTo>
                  <a:cubicBezTo>
                    <a:pt x="379" y="801"/>
                    <a:pt x="488" y="684"/>
                    <a:pt x="602" y="576"/>
                  </a:cubicBezTo>
                  <a:cubicBezTo>
                    <a:pt x="786" y="407"/>
                    <a:pt x="1024" y="255"/>
                    <a:pt x="1180" y="61"/>
                  </a:cubicBezTo>
                  <a:cubicBezTo>
                    <a:pt x="1201" y="35"/>
                    <a:pt x="1182" y="0"/>
                    <a:pt x="11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29"/>
            <p:cNvSpPr/>
            <p:nvPr/>
          </p:nvSpPr>
          <p:spPr>
            <a:xfrm>
              <a:off x="3891838" y="2562098"/>
              <a:ext cx="175979" cy="182948"/>
            </a:xfrm>
            <a:custGeom>
              <a:rect b="b" l="l" r="r" t="t"/>
              <a:pathLst>
                <a:path extrusionOk="0" h="1188" w="1286">
                  <a:moveTo>
                    <a:pt x="1234" y="0"/>
                  </a:moveTo>
                  <a:cubicBezTo>
                    <a:pt x="1231" y="0"/>
                    <a:pt x="1227" y="1"/>
                    <a:pt x="1224" y="2"/>
                  </a:cubicBezTo>
                  <a:cubicBezTo>
                    <a:pt x="972" y="106"/>
                    <a:pt x="782" y="352"/>
                    <a:pt x="563" y="513"/>
                  </a:cubicBezTo>
                  <a:cubicBezTo>
                    <a:pt x="357" y="665"/>
                    <a:pt x="109" y="819"/>
                    <a:pt x="21" y="1075"/>
                  </a:cubicBezTo>
                  <a:cubicBezTo>
                    <a:pt x="0" y="1138"/>
                    <a:pt x="59" y="1187"/>
                    <a:pt x="113" y="1187"/>
                  </a:cubicBezTo>
                  <a:cubicBezTo>
                    <a:pt x="140" y="1187"/>
                    <a:pt x="167" y="1174"/>
                    <a:pt x="182" y="1144"/>
                  </a:cubicBezTo>
                  <a:cubicBezTo>
                    <a:pt x="305" y="894"/>
                    <a:pt x="513" y="746"/>
                    <a:pt x="719" y="571"/>
                  </a:cubicBezTo>
                  <a:cubicBezTo>
                    <a:pt x="907" y="409"/>
                    <a:pt x="1065" y="219"/>
                    <a:pt x="1259" y="63"/>
                  </a:cubicBezTo>
                  <a:cubicBezTo>
                    <a:pt x="1285" y="44"/>
                    <a:pt x="1263" y="0"/>
                    <a:pt x="12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29"/>
            <p:cNvSpPr/>
            <p:nvPr/>
          </p:nvSpPr>
          <p:spPr>
            <a:xfrm>
              <a:off x="3933849" y="2564716"/>
              <a:ext cx="193495" cy="192650"/>
            </a:xfrm>
            <a:custGeom>
              <a:rect b="b" l="l" r="r" t="t"/>
              <a:pathLst>
                <a:path extrusionOk="0" h="1251" w="1414">
                  <a:moveTo>
                    <a:pt x="1358" y="0"/>
                  </a:moveTo>
                  <a:cubicBezTo>
                    <a:pt x="1352" y="0"/>
                    <a:pt x="1346" y="2"/>
                    <a:pt x="1340" y="6"/>
                  </a:cubicBezTo>
                  <a:cubicBezTo>
                    <a:pt x="1036" y="187"/>
                    <a:pt x="798" y="448"/>
                    <a:pt x="510" y="650"/>
                  </a:cubicBezTo>
                  <a:cubicBezTo>
                    <a:pt x="317" y="787"/>
                    <a:pt x="121" y="917"/>
                    <a:pt x="27" y="1142"/>
                  </a:cubicBezTo>
                  <a:cubicBezTo>
                    <a:pt x="0" y="1206"/>
                    <a:pt x="57" y="1251"/>
                    <a:pt x="114" y="1251"/>
                  </a:cubicBezTo>
                  <a:cubicBezTo>
                    <a:pt x="150" y="1251"/>
                    <a:pt x="187" y="1233"/>
                    <a:pt x="202" y="1190"/>
                  </a:cubicBezTo>
                  <a:cubicBezTo>
                    <a:pt x="285" y="958"/>
                    <a:pt x="540" y="825"/>
                    <a:pt x="719" y="675"/>
                  </a:cubicBezTo>
                  <a:cubicBezTo>
                    <a:pt x="948" y="481"/>
                    <a:pt x="1150" y="256"/>
                    <a:pt x="1386" y="64"/>
                  </a:cubicBezTo>
                  <a:cubicBezTo>
                    <a:pt x="1413" y="42"/>
                    <a:pt x="1388" y="0"/>
                    <a:pt x="13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29"/>
            <p:cNvSpPr/>
            <p:nvPr/>
          </p:nvSpPr>
          <p:spPr>
            <a:xfrm>
              <a:off x="3990502" y="2569335"/>
              <a:ext cx="172558" cy="161696"/>
            </a:xfrm>
            <a:custGeom>
              <a:rect b="b" l="l" r="r" t="t"/>
              <a:pathLst>
                <a:path extrusionOk="0" h="1050" w="1261">
                  <a:moveTo>
                    <a:pt x="1225" y="0"/>
                  </a:moveTo>
                  <a:cubicBezTo>
                    <a:pt x="1222" y="0"/>
                    <a:pt x="1219" y="1"/>
                    <a:pt x="1216" y="3"/>
                  </a:cubicBezTo>
                  <a:cubicBezTo>
                    <a:pt x="968" y="155"/>
                    <a:pt x="747" y="334"/>
                    <a:pt x="515" y="509"/>
                  </a:cubicBezTo>
                  <a:cubicBezTo>
                    <a:pt x="344" y="639"/>
                    <a:pt x="173" y="753"/>
                    <a:pt x="44" y="928"/>
                  </a:cubicBezTo>
                  <a:cubicBezTo>
                    <a:pt x="0" y="987"/>
                    <a:pt x="60" y="1050"/>
                    <a:pt x="119" y="1050"/>
                  </a:cubicBezTo>
                  <a:cubicBezTo>
                    <a:pt x="144" y="1050"/>
                    <a:pt x="169" y="1039"/>
                    <a:pt x="186" y="1012"/>
                  </a:cubicBezTo>
                  <a:cubicBezTo>
                    <a:pt x="309" y="818"/>
                    <a:pt x="501" y="687"/>
                    <a:pt x="667" y="537"/>
                  </a:cubicBezTo>
                  <a:cubicBezTo>
                    <a:pt x="855" y="366"/>
                    <a:pt x="1043" y="197"/>
                    <a:pt x="1243" y="41"/>
                  </a:cubicBezTo>
                  <a:cubicBezTo>
                    <a:pt x="1260" y="26"/>
                    <a:pt x="1244" y="0"/>
                    <a:pt x="1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29"/>
            <p:cNvSpPr/>
            <p:nvPr/>
          </p:nvSpPr>
          <p:spPr>
            <a:xfrm>
              <a:off x="4021838" y="2566872"/>
              <a:ext cx="194180" cy="189570"/>
            </a:xfrm>
            <a:custGeom>
              <a:rect b="b" l="l" r="r" t="t"/>
              <a:pathLst>
                <a:path extrusionOk="0" h="1231" w="1419">
                  <a:moveTo>
                    <a:pt x="1360" y="0"/>
                  </a:moveTo>
                  <a:cubicBezTo>
                    <a:pt x="1351" y="0"/>
                    <a:pt x="1341" y="3"/>
                    <a:pt x="1333" y="11"/>
                  </a:cubicBezTo>
                  <a:cubicBezTo>
                    <a:pt x="1039" y="269"/>
                    <a:pt x="728" y="498"/>
                    <a:pt x="415" y="734"/>
                  </a:cubicBezTo>
                  <a:cubicBezTo>
                    <a:pt x="307" y="817"/>
                    <a:pt x="1" y="1001"/>
                    <a:pt x="57" y="1174"/>
                  </a:cubicBezTo>
                  <a:cubicBezTo>
                    <a:pt x="69" y="1209"/>
                    <a:pt x="106" y="1230"/>
                    <a:pt x="142" y="1230"/>
                  </a:cubicBezTo>
                  <a:cubicBezTo>
                    <a:pt x="174" y="1230"/>
                    <a:pt x="205" y="1213"/>
                    <a:pt x="213" y="1174"/>
                  </a:cubicBezTo>
                  <a:cubicBezTo>
                    <a:pt x="245" y="999"/>
                    <a:pt x="526" y="836"/>
                    <a:pt x="657" y="734"/>
                  </a:cubicBezTo>
                  <a:cubicBezTo>
                    <a:pt x="916" y="532"/>
                    <a:pt x="1172" y="317"/>
                    <a:pt x="1391" y="69"/>
                  </a:cubicBezTo>
                  <a:cubicBezTo>
                    <a:pt x="1418" y="38"/>
                    <a:pt x="1392" y="0"/>
                    <a:pt x="13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29"/>
            <p:cNvSpPr/>
            <p:nvPr/>
          </p:nvSpPr>
          <p:spPr>
            <a:xfrm>
              <a:off x="4070691" y="2571337"/>
              <a:ext cx="189937" cy="181562"/>
            </a:xfrm>
            <a:custGeom>
              <a:rect b="b" l="l" r="r" t="t"/>
              <a:pathLst>
                <a:path extrusionOk="0" h="1179" w="1388">
                  <a:moveTo>
                    <a:pt x="1339" y="0"/>
                  </a:moveTo>
                  <a:cubicBezTo>
                    <a:pt x="1332" y="0"/>
                    <a:pt x="1325" y="3"/>
                    <a:pt x="1317" y="9"/>
                  </a:cubicBezTo>
                  <a:cubicBezTo>
                    <a:pt x="894" y="334"/>
                    <a:pt x="444" y="653"/>
                    <a:pt x="63" y="1026"/>
                  </a:cubicBezTo>
                  <a:cubicBezTo>
                    <a:pt x="0" y="1088"/>
                    <a:pt x="62" y="1178"/>
                    <a:pt x="130" y="1178"/>
                  </a:cubicBezTo>
                  <a:cubicBezTo>
                    <a:pt x="151" y="1178"/>
                    <a:pt x="172" y="1170"/>
                    <a:pt x="190" y="1151"/>
                  </a:cubicBezTo>
                  <a:cubicBezTo>
                    <a:pt x="550" y="763"/>
                    <a:pt x="1038" y="490"/>
                    <a:pt x="1365" y="73"/>
                  </a:cubicBezTo>
                  <a:cubicBezTo>
                    <a:pt x="1387" y="46"/>
                    <a:pt x="1368" y="0"/>
                    <a:pt x="13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9"/>
            <p:cNvSpPr/>
            <p:nvPr/>
          </p:nvSpPr>
          <p:spPr>
            <a:xfrm>
              <a:off x="4116807" y="2569797"/>
              <a:ext cx="185422" cy="185720"/>
            </a:xfrm>
            <a:custGeom>
              <a:rect b="b" l="l" r="r" t="t"/>
              <a:pathLst>
                <a:path extrusionOk="0" h="1206" w="1355">
                  <a:moveTo>
                    <a:pt x="1348" y="1"/>
                  </a:moveTo>
                  <a:cubicBezTo>
                    <a:pt x="1347" y="1"/>
                    <a:pt x="1346" y="1"/>
                    <a:pt x="1345" y="2"/>
                  </a:cubicBezTo>
                  <a:cubicBezTo>
                    <a:pt x="1085" y="263"/>
                    <a:pt x="753" y="448"/>
                    <a:pt x="463" y="673"/>
                  </a:cubicBezTo>
                  <a:cubicBezTo>
                    <a:pt x="351" y="763"/>
                    <a:pt x="1" y="982"/>
                    <a:pt x="38" y="1153"/>
                  </a:cubicBezTo>
                  <a:cubicBezTo>
                    <a:pt x="46" y="1189"/>
                    <a:pt x="75" y="1206"/>
                    <a:pt x="106" y="1206"/>
                  </a:cubicBezTo>
                  <a:cubicBezTo>
                    <a:pt x="125" y="1206"/>
                    <a:pt x="146" y="1199"/>
                    <a:pt x="161" y="1186"/>
                  </a:cubicBezTo>
                  <a:cubicBezTo>
                    <a:pt x="170" y="1180"/>
                    <a:pt x="178" y="1171"/>
                    <a:pt x="186" y="1165"/>
                  </a:cubicBezTo>
                  <a:cubicBezTo>
                    <a:pt x="217" y="1140"/>
                    <a:pt x="215" y="1107"/>
                    <a:pt x="197" y="1082"/>
                  </a:cubicBezTo>
                  <a:cubicBezTo>
                    <a:pt x="253" y="1007"/>
                    <a:pt x="445" y="834"/>
                    <a:pt x="468" y="811"/>
                  </a:cubicBezTo>
                  <a:cubicBezTo>
                    <a:pt x="563" y="719"/>
                    <a:pt x="666" y="634"/>
                    <a:pt x="768" y="548"/>
                  </a:cubicBezTo>
                  <a:cubicBezTo>
                    <a:pt x="972" y="375"/>
                    <a:pt x="1166" y="200"/>
                    <a:pt x="1351" y="8"/>
                  </a:cubicBezTo>
                  <a:cubicBezTo>
                    <a:pt x="1354" y="5"/>
                    <a:pt x="1352" y="1"/>
                    <a:pt x="1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9"/>
            <p:cNvSpPr/>
            <p:nvPr/>
          </p:nvSpPr>
          <p:spPr>
            <a:xfrm>
              <a:off x="4177565" y="2561790"/>
              <a:ext cx="186927" cy="182024"/>
            </a:xfrm>
            <a:custGeom>
              <a:rect b="b" l="l" r="r" t="t"/>
              <a:pathLst>
                <a:path extrusionOk="0" h="1182" w="1366">
                  <a:moveTo>
                    <a:pt x="1300" y="0"/>
                  </a:moveTo>
                  <a:cubicBezTo>
                    <a:pt x="1291" y="0"/>
                    <a:pt x="1281" y="3"/>
                    <a:pt x="1272" y="10"/>
                  </a:cubicBezTo>
                  <a:cubicBezTo>
                    <a:pt x="1016" y="215"/>
                    <a:pt x="757" y="419"/>
                    <a:pt x="499" y="621"/>
                  </a:cubicBezTo>
                  <a:cubicBezTo>
                    <a:pt x="334" y="748"/>
                    <a:pt x="113" y="865"/>
                    <a:pt x="26" y="1063"/>
                  </a:cubicBezTo>
                  <a:cubicBezTo>
                    <a:pt x="1" y="1117"/>
                    <a:pt x="45" y="1181"/>
                    <a:pt x="95" y="1181"/>
                  </a:cubicBezTo>
                  <a:cubicBezTo>
                    <a:pt x="112" y="1181"/>
                    <a:pt x="130" y="1174"/>
                    <a:pt x="147" y="1157"/>
                  </a:cubicBezTo>
                  <a:cubicBezTo>
                    <a:pt x="501" y="759"/>
                    <a:pt x="934" y="425"/>
                    <a:pt x="1332" y="69"/>
                  </a:cubicBezTo>
                  <a:cubicBezTo>
                    <a:pt x="1365" y="41"/>
                    <a:pt x="1335" y="0"/>
                    <a:pt x="1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9"/>
            <p:cNvSpPr/>
            <p:nvPr/>
          </p:nvSpPr>
          <p:spPr>
            <a:xfrm>
              <a:off x="4232986" y="2554552"/>
              <a:ext cx="186653" cy="179714"/>
            </a:xfrm>
            <a:custGeom>
              <a:rect b="b" l="l" r="r" t="t"/>
              <a:pathLst>
                <a:path extrusionOk="0" h="1167" w="1364">
                  <a:moveTo>
                    <a:pt x="1312" y="1"/>
                  </a:moveTo>
                  <a:cubicBezTo>
                    <a:pt x="1303" y="1"/>
                    <a:pt x="1294" y="4"/>
                    <a:pt x="1286" y="11"/>
                  </a:cubicBezTo>
                  <a:cubicBezTo>
                    <a:pt x="921" y="357"/>
                    <a:pt x="236" y="549"/>
                    <a:pt x="29" y="1039"/>
                  </a:cubicBezTo>
                  <a:cubicBezTo>
                    <a:pt x="1" y="1106"/>
                    <a:pt x="53" y="1167"/>
                    <a:pt x="106" y="1167"/>
                  </a:cubicBezTo>
                  <a:cubicBezTo>
                    <a:pt x="131" y="1167"/>
                    <a:pt x="155" y="1154"/>
                    <a:pt x="173" y="1124"/>
                  </a:cubicBezTo>
                  <a:cubicBezTo>
                    <a:pt x="454" y="662"/>
                    <a:pt x="982" y="455"/>
                    <a:pt x="1338" y="64"/>
                  </a:cubicBezTo>
                  <a:cubicBezTo>
                    <a:pt x="1364" y="36"/>
                    <a:pt x="1340" y="1"/>
                    <a:pt x="1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9"/>
            <p:cNvSpPr/>
            <p:nvPr/>
          </p:nvSpPr>
          <p:spPr>
            <a:xfrm>
              <a:off x="4279512" y="2567488"/>
              <a:ext cx="176116" cy="172168"/>
            </a:xfrm>
            <a:custGeom>
              <a:rect b="b" l="l" r="r" t="t"/>
              <a:pathLst>
                <a:path extrusionOk="0" h="1118" w="1287">
                  <a:moveTo>
                    <a:pt x="1239" y="0"/>
                  </a:moveTo>
                  <a:cubicBezTo>
                    <a:pt x="1226" y="0"/>
                    <a:pt x="1212" y="5"/>
                    <a:pt x="1204" y="17"/>
                  </a:cubicBezTo>
                  <a:cubicBezTo>
                    <a:pt x="1056" y="223"/>
                    <a:pt x="813" y="355"/>
                    <a:pt x="610" y="505"/>
                  </a:cubicBezTo>
                  <a:cubicBezTo>
                    <a:pt x="417" y="647"/>
                    <a:pt x="223" y="784"/>
                    <a:pt x="62" y="967"/>
                  </a:cubicBezTo>
                  <a:cubicBezTo>
                    <a:pt x="1" y="1038"/>
                    <a:pt x="60" y="1118"/>
                    <a:pt x="128" y="1118"/>
                  </a:cubicBezTo>
                  <a:cubicBezTo>
                    <a:pt x="154" y="1118"/>
                    <a:pt x="182" y="1106"/>
                    <a:pt x="204" y="1076"/>
                  </a:cubicBezTo>
                  <a:cubicBezTo>
                    <a:pt x="379" y="851"/>
                    <a:pt x="617" y="669"/>
                    <a:pt x="838" y="490"/>
                  </a:cubicBezTo>
                  <a:cubicBezTo>
                    <a:pt x="996" y="361"/>
                    <a:pt x="1194" y="242"/>
                    <a:pt x="1275" y="46"/>
                  </a:cubicBezTo>
                  <a:cubicBezTo>
                    <a:pt x="1286" y="18"/>
                    <a:pt x="1263" y="0"/>
                    <a:pt x="12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29"/>
            <p:cNvSpPr/>
            <p:nvPr/>
          </p:nvSpPr>
          <p:spPr>
            <a:xfrm>
              <a:off x="4345470" y="2571029"/>
              <a:ext cx="174611" cy="169858"/>
            </a:xfrm>
            <a:custGeom>
              <a:rect b="b" l="l" r="r" t="t"/>
              <a:pathLst>
                <a:path extrusionOk="0" h="1103" w="1276">
                  <a:moveTo>
                    <a:pt x="1201" y="1"/>
                  </a:moveTo>
                  <a:cubicBezTo>
                    <a:pt x="1193" y="1"/>
                    <a:pt x="1185" y="3"/>
                    <a:pt x="1177" y="7"/>
                  </a:cubicBezTo>
                  <a:cubicBezTo>
                    <a:pt x="1177" y="7"/>
                    <a:pt x="1175" y="5"/>
                    <a:pt x="1175" y="5"/>
                  </a:cubicBezTo>
                  <a:cubicBezTo>
                    <a:pt x="933" y="155"/>
                    <a:pt x="747" y="384"/>
                    <a:pt x="520" y="555"/>
                  </a:cubicBezTo>
                  <a:cubicBezTo>
                    <a:pt x="351" y="684"/>
                    <a:pt x="143" y="792"/>
                    <a:pt x="37" y="982"/>
                  </a:cubicBezTo>
                  <a:cubicBezTo>
                    <a:pt x="1" y="1049"/>
                    <a:pt x="54" y="1103"/>
                    <a:pt x="110" y="1103"/>
                  </a:cubicBezTo>
                  <a:cubicBezTo>
                    <a:pt x="136" y="1103"/>
                    <a:pt x="161" y="1092"/>
                    <a:pt x="180" y="1067"/>
                  </a:cubicBezTo>
                  <a:cubicBezTo>
                    <a:pt x="314" y="888"/>
                    <a:pt x="499" y="776"/>
                    <a:pt x="666" y="632"/>
                  </a:cubicBezTo>
                  <a:cubicBezTo>
                    <a:pt x="864" y="461"/>
                    <a:pt x="1052" y="269"/>
                    <a:pt x="1239" y="86"/>
                  </a:cubicBezTo>
                  <a:cubicBezTo>
                    <a:pt x="1276" y="49"/>
                    <a:pt x="1242" y="1"/>
                    <a:pt x="12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29"/>
            <p:cNvSpPr/>
            <p:nvPr/>
          </p:nvSpPr>
          <p:spPr>
            <a:xfrm>
              <a:off x="4395965" y="2577343"/>
              <a:ext cx="175295" cy="168780"/>
            </a:xfrm>
            <a:custGeom>
              <a:rect b="b" l="l" r="r" t="t"/>
              <a:pathLst>
                <a:path extrusionOk="0" h="1096" w="1281">
                  <a:moveTo>
                    <a:pt x="1219" y="1"/>
                  </a:moveTo>
                  <a:cubicBezTo>
                    <a:pt x="1009" y="1"/>
                    <a:pt x="805" y="233"/>
                    <a:pt x="668" y="362"/>
                  </a:cubicBezTo>
                  <a:cubicBezTo>
                    <a:pt x="466" y="551"/>
                    <a:pt x="149" y="720"/>
                    <a:pt x="32" y="974"/>
                  </a:cubicBezTo>
                  <a:cubicBezTo>
                    <a:pt x="0" y="1044"/>
                    <a:pt x="53" y="1096"/>
                    <a:pt x="106" y="1096"/>
                  </a:cubicBezTo>
                  <a:cubicBezTo>
                    <a:pt x="137" y="1096"/>
                    <a:pt x="168" y="1079"/>
                    <a:pt x="185" y="1039"/>
                  </a:cubicBezTo>
                  <a:cubicBezTo>
                    <a:pt x="274" y="822"/>
                    <a:pt x="545" y="668"/>
                    <a:pt x="706" y="501"/>
                  </a:cubicBezTo>
                  <a:cubicBezTo>
                    <a:pt x="829" y="374"/>
                    <a:pt x="1041" y="84"/>
                    <a:pt x="1233" y="76"/>
                  </a:cubicBezTo>
                  <a:cubicBezTo>
                    <a:pt x="1281" y="74"/>
                    <a:pt x="1281" y="3"/>
                    <a:pt x="1233" y="1"/>
                  </a:cubicBezTo>
                  <a:cubicBezTo>
                    <a:pt x="1228" y="1"/>
                    <a:pt x="1224" y="1"/>
                    <a:pt x="1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9"/>
            <p:cNvSpPr/>
            <p:nvPr/>
          </p:nvSpPr>
          <p:spPr>
            <a:xfrm>
              <a:off x="4436744" y="2563792"/>
              <a:ext cx="188158" cy="177096"/>
            </a:xfrm>
            <a:custGeom>
              <a:rect b="b" l="l" r="r" t="t"/>
              <a:pathLst>
                <a:path extrusionOk="0" h="1150" w="1375">
                  <a:moveTo>
                    <a:pt x="1315" y="1"/>
                  </a:moveTo>
                  <a:cubicBezTo>
                    <a:pt x="1305" y="1"/>
                    <a:pt x="1295" y="5"/>
                    <a:pt x="1285" y="14"/>
                  </a:cubicBezTo>
                  <a:cubicBezTo>
                    <a:pt x="1029" y="245"/>
                    <a:pt x="720" y="429"/>
                    <a:pt x="435" y="623"/>
                  </a:cubicBezTo>
                  <a:cubicBezTo>
                    <a:pt x="280" y="729"/>
                    <a:pt x="32" y="864"/>
                    <a:pt x="7" y="1071"/>
                  </a:cubicBezTo>
                  <a:cubicBezTo>
                    <a:pt x="1" y="1124"/>
                    <a:pt x="38" y="1150"/>
                    <a:pt x="79" y="1150"/>
                  </a:cubicBezTo>
                  <a:cubicBezTo>
                    <a:pt x="115" y="1150"/>
                    <a:pt x="153" y="1130"/>
                    <a:pt x="168" y="1094"/>
                  </a:cubicBezTo>
                  <a:cubicBezTo>
                    <a:pt x="247" y="889"/>
                    <a:pt x="506" y="758"/>
                    <a:pt x="672" y="631"/>
                  </a:cubicBezTo>
                  <a:cubicBezTo>
                    <a:pt x="904" y="454"/>
                    <a:pt x="1154" y="293"/>
                    <a:pt x="1345" y="74"/>
                  </a:cubicBezTo>
                  <a:cubicBezTo>
                    <a:pt x="1374" y="43"/>
                    <a:pt x="1348" y="1"/>
                    <a:pt x="13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9"/>
            <p:cNvSpPr/>
            <p:nvPr/>
          </p:nvSpPr>
          <p:spPr>
            <a:xfrm>
              <a:off x="4482449" y="2560866"/>
              <a:ext cx="206632" cy="192188"/>
            </a:xfrm>
            <a:custGeom>
              <a:rect b="b" l="l" r="r" t="t"/>
              <a:pathLst>
                <a:path extrusionOk="0" h="1248" w="1510">
                  <a:moveTo>
                    <a:pt x="1446" y="0"/>
                  </a:moveTo>
                  <a:cubicBezTo>
                    <a:pt x="1439" y="0"/>
                    <a:pt x="1431" y="2"/>
                    <a:pt x="1424" y="8"/>
                  </a:cubicBezTo>
                  <a:cubicBezTo>
                    <a:pt x="1087" y="260"/>
                    <a:pt x="766" y="529"/>
                    <a:pt x="426" y="779"/>
                  </a:cubicBezTo>
                  <a:cubicBezTo>
                    <a:pt x="324" y="854"/>
                    <a:pt x="1" y="1023"/>
                    <a:pt x="11" y="1173"/>
                  </a:cubicBezTo>
                  <a:cubicBezTo>
                    <a:pt x="14" y="1216"/>
                    <a:pt x="54" y="1248"/>
                    <a:pt x="93" y="1248"/>
                  </a:cubicBezTo>
                  <a:cubicBezTo>
                    <a:pt x="115" y="1248"/>
                    <a:pt x="138" y="1237"/>
                    <a:pt x="151" y="1211"/>
                  </a:cubicBezTo>
                  <a:cubicBezTo>
                    <a:pt x="226" y="1061"/>
                    <a:pt x="482" y="925"/>
                    <a:pt x="611" y="819"/>
                  </a:cubicBezTo>
                  <a:cubicBezTo>
                    <a:pt x="903" y="577"/>
                    <a:pt x="1184" y="319"/>
                    <a:pt x="1478" y="77"/>
                  </a:cubicBezTo>
                  <a:cubicBezTo>
                    <a:pt x="1509" y="51"/>
                    <a:pt x="1479" y="0"/>
                    <a:pt x="14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9"/>
            <p:cNvSpPr/>
            <p:nvPr/>
          </p:nvSpPr>
          <p:spPr>
            <a:xfrm>
              <a:off x="4533081" y="2569335"/>
              <a:ext cx="188569" cy="178636"/>
            </a:xfrm>
            <a:custGeom>
              <a:rect b="b" l="l" r="r" t="t"/>
              <a:pathLst>
                <a:path extrusionOk="0" h="1160" w="1378">
                  <a:moveTo>
                    <a:pt x="1324" y="0"/>
                  </a:moveTo>
                  <a:cubicBezTo>
                    <a:pt x="1318" y="0"/>
                    <a:pt x="1311" y="2"/>
                    <a:pt x="1304" y="7"/>
                  </a:cubicBezTo>
                  <a:cubicBezTo>
                    <a:pt x="1033" y="199"/>
                    <a:pt x="787" y="426"/>
                    <a:pt x="516" y="620"/>
                  </a:cubicBezTo>
                  <a:cubicBezTo>
                    <a:pt x="356" y="737"/>
                    <a:pt x="123" y="862"/>
                    <a:pt x="31" y="1047"/>
                  </a:cubicBezTo>
                  <a:cubicBezTo>
                    <a:pt x="1" y="1109"/>
                    <a:pt x="47" y="1160"/>
                    <a:pt x="99" y="1160"/>
                  </a:cubicBezTo>
                  <a:cubicBezTo>
                    <a:pt x="122" y="1160"/>
                    <a:pt x="146" y="1149"/>
                    <a:pt x="164" y="1124"/>
                  </a:cubicBezTo>
                  <a:cubicBezTo>
                    <a:pt x="302" y="941"/>
                    <a:pt x="500" y="816"/>
                    <a:pt x="677" y="672"/>
                  </a:cubicBezTo>
                  <a:cubicBezTo>
                    <a:pt x="910" y="484"/>
                    <a:pt x="1144" y="282"/>
                    <a:pt x="1352" y="68"/>
                  </a:cubicBezTo>
                  <a:cubicBezTo>
                    <a:pt x="1378" y="44"/>
                    <a:pt x="1354" y="0"/>
                    <a:pt x="1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9"/>
            <p:cNvSpPr/>
            <p:nvPr/>
          </p:nvSpPr>
          <p:spPr>
            <a:xfrm>
              <a:off x="4570712" y="2568257"/>
              <a:ext cx="189937" cy="190648"/>
            </a:xfrm>
            <a:custGeom>
              <a:rect b="b" l="l" r="r" t="t"/>
              <a:pathLst>
                <a:path extrusionOk="0" h="1238" w="1388">
                  <a:moveTo>
                    <a:pt x="1348" y="0"/>
                  </a:moveTo>
                  <a:cubicBezTo>
                    <a:pt x="1341" y="0"/>
                    <a:pt x="1334" y="3"/>
                    <a:pt x="1327" y="10"/>
                  </a:cubicBezTo>
                  <a:cubicBezTo>
                    <a:pt x="948" y="429"/>
                    <a:pt x="427" y="681"/>
                    <a:pt x="52" y="1106"/>
                  </a:cubicBezTo>
                  <a:cubicBezTo>
                    <a:pt x="1" y="1162"/>
                    <a:pt x="55" y="1238"/>
                    <a:pt x="110" y="1238"/>
                  </a:cubicBezTo>
                  <a:cubicBezTo>
                    <a:pt x="127" y="1238"/>
                    <a:pt x="144" y="1230"/>
                    <a:pt x="158" y="1213"/>
                  </a:cubicBezTo>
                  <a:cubicBezTo>
                    <a:pt x="506" y="769"/>
                    <a:pt x="1004" y="479"/>
                    <a:pt x="1369" y="52"/>
                  </a:cubicBezTo>
                  <a:cubicBezTo>
                    <a:pt x="1388" y="30"/>
                    <a:pt x="1370" y="0"/>
                    <a:pt x="1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29"/>
            <p:cNvSpPr/>
            <p:nvPr/>
          </p:nvSpPr>
          <p:spPr>
            <a:xfrm>
              <a:off x="4615323" y="2558402"/>
              <a:ext cx="198558" cy="195576"/>
            </a:xfrm>
            <a:custGeom>
              <a:rect b="b" l="l" r="r" t="t"/>
              <a:pathLst>
                <a:path extrusionOk="0" h="1270" w="1451">
                  <a:moveTo>
                    <a:pt x="1386" y="0"/>
                  </a:moveTo>
                  <a:cubicBezTo>
                    <a:pt x="1379" y="0"/>
                    <a:pt x="1371" y="2"/>
                    <a:pt x="1364" y="7"/>
                  </a:cubicBezTo>
                  <a:cubicBezTo>
                    <a:pt x="1030" y="241"/>
                    <a:pt x="726" y="508"/>
                    <a:pt x="403" y="758"/>
                  </a:cubicBezTo>
                  <a:cubicBezTo>
                    <a:pt x="272" y="860"/>
                    <a:pt x="1" y="1014"/>
                    <a:pt x="32" y="1212"/>
                  </a:cubicBezTo>
                  <a:cubicBezTo>
                    <a:pt x="39" y="1253"/>
                    <a:pt x="67" y="1269"/>
                    <a:pt x="98" y="1269"/>
                  </a:cubicBezTo>
                  <a:cubicBezTo>
                    <a:pt x="134" y="1269"/>
                    <a:pt x="174" y="1247"/>
                    <a:pt x="188" y="1212"/>
                  </a:cubicBezTo>
                  <a:cubicBezTo>
                    <a:pt x="261" y="1026"/>
                    <a:pt x="489" y="895"/>
                    <a:pt x="632" y="766"/>
                  </a:cubicBezTo>
                  <a:cubicBezTo>
                    <a:pt x="891" y="533"/>
                    <a:pt x="1143" y="295"/>
                    <a:pt x="1418" y="76"/>
                  </a:cubicBezTo>
                  <a:cubicBezTo>
                    <a:pt x="1451" y="50"/>
                    <a:pt x="1421" y="0"/>
                    <a:pt x="13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29"/>
            <p:cNvSpPr/>
            <p:nvPr/>
          </p:nvSpPr>
          <p:spPr>
            <a:xfrm>
              <a:off x="4632839" y="2579653"/>
              <a:ext cx="205127" cy="182486"/>
            </a:xfrm>
            <a:custGeom>
              <a:rect b="b" l="l" r="r" t="t"/>
              <a:pathLst>
                <a:path extrusionOk="0" h="1185" w="1499">
                  <a:moveTo>
                    <a:pt x="1441" y="0"/>
                  </a:moveTo>
                  <a:cubicBezTo>
                    <a:pt x="1432" y="0"/>
                    <a:pt x="1422" y="4"/>
                    <a:pt x="1413" y="11"/>
                  </a:cubicBezTo>
                  <a:cubicBezTo>
                    <a:pt x="1140" y="244"/>
                    <a:pt x="830" y="434"/>
                    <a:pt x="544" y="649"/>
                  </a:cubicBezTo>
                  <a:cubicBezTo>
                    <a:pt x="454" y="718"/>
                    <a:pt x="0" y="984"/>
                    <a:pt x="108" y="1145"/>
                  </a:cubicBezTo>
                  <a:cubicBezTo>
                    <a:pt x="128" y="1172"/>
                    <a:pt x="154" y="1184"/>
                    <a:pt x="179" y="1184"/>
                  </a:cubicBezTo>
                  <a:cubicBezTo>
                    <a:pt x="219" y="1184"/>
                    <a:pt x="258" y="1154"/>
                    <a:pt x="264" y="1104"/>
                  </a:cubicBezTo>
                  <a:lnTo>
                    <a:pt x="264" y="1104"/>
                  </a:lnTo>
                  <a:cubicBezTo>
                    <a:pt x="263" y="1117"/>
                    <a:pt x="263" y="1122"/>
                    <a:pt x="265" y="1122"/>
                  </a:cubicBezTo>
                  <a:cubicBezTo>
                    <a:pt x="271" y="1122"/>
                    <a:pt x="287" y="1085"/>
                    <a:pt x="306" y="1066"/>
                  </a:cubicBezTo>
                  <a:cubicBezTo>
                    <a:pt x="350" y="1024"/>
                    <a:pt x="394" y="982"/>
                    <a:pt x="438" y="941"/>
                  </a:cubicBezTo>
                  <a:cubicBezTo>
                    <a:pt x="563" y="828"/>
                    <a:pt x="694" y="724"/>
                    <a:pt x="825" y="618"/>
                  </a:cubicBezTo>
                  <a:cubicBezTo>
                    <a:pt x="1040" y="442"/>
                    <a:pt x="1282" y="274"/>
                    <a:pt x="1471" y="69"/>
                  </a:cubicBezTo>
                  <a:cubicBezTo>
                    <a:pt x="1499" y="39"/>
                    <a:pt x="1472" y="0"/>
                    <a:pt x="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9"/>
            <p:cNvSpPr/>
            <p:nvPr/>
          </p:nvSpPr>
          <p:spPr>
            <a:xfrm>
              <a:off x="4693733" y="2566102"/>
              <a:ext cx="182822" cy="182640"/>
            </a:xfrm>
            <a:custGeom>
              <a:rect b="b" l="l" r="r" t="t"/>
              <a:pathLst>
                <a:path extrusionOk="0" h="1186" w="1336">
                  <a:moveTo>
                    <a:pt x="1276" y="1"/>
                  </a:moveTo>
                  <a:cubicBezTo>
                    <a:pt x="1266" y="1"/>
                    <a:pt x="1256" y="5"/>
                    <a:pt x="1247" y="14"/>
                  </a:cubicBezTo>
                  <a:cubicBezTo>
                    <a:pt x="887" y="408"/>
                    <a:pt x="410" y="670"/>
                    <a:pt x="47" y="1054"/>
                  </a:cubicBezTo>
                  <a:cubicBezTo>
                    <a:pt x="1" y="1102"/>
                    <a:pt x="43" y="1185"/>
                    <a:pt x="100" y="1185"/>
                  </a:cubicBezTo>
                  <a:cubicBezTo>
                    <a:pt x="113" y="1185"/>
                    <a:pt x="126" y="1181"/>
                    <a:pt x="139" y="1172"/>
                  </a:cubicBezTo>
                  <a:cubicBezTo>
                    <a:pt x="564" y="874"/>
                    <a:pt x="983" y="476"/>
                    <a:pt x="1310" y="76"/>
                  </a:cubicBezTo>
                  <a:cubicBezTo>
                    <a:pt x="1336" y="44"/>
                    <a:pt x="1308" y="1"/>
                    <a:pt x="12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29"/>
            <p:cNvSpPr/>
            <p:nvPr/>
          </p:nvSpPr>
          <p:spPr>
            <a:xfrm>
              <a:off x="4746965" y="2562868"/>
              <a:ext cx="169137" cy="163852"/>
            </a:xfrm>
            <a:custGeom>
              <a:rect b="b" l="l" r="r" t="t"/>
              <a:pathLst>
                <a:path extrusionOk="0" h="1064" w="1236">
                  <a:moveTo>
                    <a:pt x="1187" y="0"/>
                  </a:moveTo>
                  <a:cubicBezTo>
                    <a:pt x="1180" y="0"/>
                    <a:pt x="1172" y="3"/>
                    <a:pt x="1165" y="10"/>
                  </a:cubicBezTo>
                  <a:cubicBezTo>
                    <a:pt x="956" y="201"/>
                    <a:pt x="723" y="360"/>
                    <a:pt x="498" y="529"/>
                  </a:cubicBezTo>
                  <a:cubicBezTo>
                    <a:pt x="333" y="654"/>
                    <a:pt x="143" y="783"/>
                    <a:pt x="33" y="960"/>
                  </a:cubicBezTo>
                  <a:cubicBezTo>
                    <a:pt x="0" y="1010"/>
                    <a:pt x="47" y="1063"/>
                    <a:pt x="96" y="1063"/>
                  </a:cubicBezTo>
                  <a:cubicBezTo>
                    <a:pt x="113" y="1063"/>
                    <a:pt x="129" y="1057"/>
                    <a:pt x="143" y="1043"/>
                  </a:cubicBezTo>
                  <a:cubicBezTo>
                    <a:pt x="314" y="879"/>
                    <a:pt x="471" y="708"/>
                    <a:pt x="654" y="554"/>
                  </a:cubicBezTo>
                  <a:cubicBezTo>
                    <a:pt x="846" y="393"/>
                    <a:pt x="1040" y="237"/>
                    <a:pt x="1213" y="55"/>
                  </a:cubicBezTo>
                  <a:cubicBezTo>
                    <a:pt x="1235" y="33"/>
                    <a:pt x="1213" y="0"/>
                    <a:pt x="1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9"/>
            <p:cNvSpPr/>
            <p:nvPr/>
          </p:nvSpPr>
          <p:spPr>
            <a:xfrm>
              <a:off x="4767081" y="2562098"/>
              <a:ext cx="178716" cy="174478"/>
            </a:xfrm>
            <a:custGeom>
              <a:rect b="b" l="l" r="r" t="t"/>
              <a:pathLst>
                <a:path extrusionOk="0" h="1133" w="1306">
                  <a:moveTo>
                    <a:pt x="1258" y="0"/>
                  </a:moveTo>
                  <a:cubicBezTo>
                    <a:pt x="1252" y="0"/>
                    <a:pt x="1246" y="2"/>
                    <a:pt x="1239" y="6"/>
                  </a:cubicBezTo>
                  <a:cubicBezTo>
                    <a:pt x="805" y="277"/>
                    <a:pt x="386" y="613"/>
                    <a:pt x="53" y="1000"/>
                  </a:cubicBezTo>
                  <a:cubicBezTo>
                    <a:pt x="1" y="1062"/>
                    <a:pt x="50" y="1132"/>
                    <a:pt x="111" y="1132"/>
                  </a:cubicBezTo>
                  <a:cubicBezTo>
                    <a:pt x="129" y="1132"/>
                    <a:pt x="148" y="1126"/>
                    <a:pt x="165" y="1113"/>
                  </a:cubicBezTo>
                  <a:cubicBezTo>
                    <a:pt x="190" y="1096"/>
                    <a:pt x="211" y="1075"/>
                    <a:pt x="228" y="1048"/>
                  </a:cubicBezTo>
                  <a:cubicBezTo>
                    <a:pt x="232" y="1044"/>
                    <a:pt x="234" y="1040"/>
                    <a:pt x="236" y="1034"/>
                  </a:cubicBezTo>
                  <a:cubicBezTo>
                    <a:pt x="551" y="679"/>
                    <a:pt x="897" y="358"/>
                    <a:pt x="1274" y="69"/>
                  </a:cubicBezTo>
                  <a:cubicBezTo>
                    <a:pt x="1305" y="46"/>
                    <a:pt x="1289" y="0"/>
                    <a:pt x="12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9"/>
            <p:cNvSpPr/>
            <p:nvPr/>
          </p:nvSpPr>
          <p:spPr>
            <a:xfrm>
              <a:off x="4788565" y="2556246"/>
              <a:ext cx="199380" cy="206201"/>
            </a:xfrm>
            <a:custGeom>
              <a:rect b="b" l="l" r="r" t="t"/>
              <a:pathLst>
                <a:path extrusionOk="0" h="1339" w="1457">
                  <a:moveTo>
                    <a:pt x="1397" y="1"/>
                  </a:moveTo>
                  <a:cubicBezTo>
                    <a:pt x="1387" y="1"/>
                    <a:pt x="1378" y="4"/>
                    <a:pt x="1369" y="13"/>
                  </a:cubicBezTo>
                  <a:cubicBezTo>
                    <a:pt x="946" y="419"/>
                    <a:pt x="475" y="778"/>
                    <a:pt x="60" y="1193"/>
                  </a:cubicBezTo>
                  <a:cubicBezTo>
                    <a:pt x="1" y="1254"/>
                    <a:pt x="58" y="1338"/>
                    <a:pt x="124" y="1338"/>
                  </a:cubicBezTo>
                  <a:cubicBezTo>
                    <a:pt x="143" y="1338"/>
                    <a:pt x="163" y="1331"/>
                    <a:pt x="181" y="1314"/>
                  </a:cubicBezTo>
                  <a:cubicBezTo>
                    <a:pt x="602" y="905"/>
                    <a:pt x="1021" y="492"/>
                    <a:pt x="1428" y="71"/>
                  </a:cubicBezTo>
                  <a:cubicBezTo>
                    <a:pt x="1457" y="42"/>
                    <a:pt x="1428" y="1"/>
                    <a:pt x="13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9"/>
            <p:cNvSpPr/>
            <p:nvPr/>
          </p:nvSpPr>
          <p:spPr>
            <a:xfrm>
              <a:off x="4870807" y="2584889"/>
              <a:ext cx="141358" cy="157230"/>
            </a:xfrm>
            <a:custGeom>
              <a:rect b="b" l="l" r="r" t="t"/>
              <a:pathLst>
                <a:path extrusionOk="0" h="1021" w="1033">
                  <a:moveTo>
                    <a:pt x="963" y="0"/>
                  </a:moveTo>
                  <a:cubicBezTo>
                    <a:pt x="953" y="0"/>
                    <a:pt x="943" y="3"/>
                    <a:pt x="933" y="10"/>
                  </a:cubicBezTo>
                  <a:cubicBezTo>
                    <a:pt x="895" y="37"/>
                    <a:pt x="858" y="67"/>
                    <a:pt x="825" y="96"/>
                  </a:cubicBezTo>
                  <a:cubicBezTo>
                    <a:pt x="541" y="321"/>
                    <a:pt x="270" y="590"/>
                    <a:pt x="47" y="871"/>
                  </a:cubicBezTo>
                  <a:cubicBezTo>
                    <a:pt x="0" y="931"/>
                    <a:pt x="35" y="1020"/>
                    <a:pt x="108" y="1020"/>
                  </a:cubicBezTo>
                  <a:cubicBezTo>
                    <a:pt x="115" y="1020"/>
                    <a:pt x="124" y="1019"/>
                    <a:pt x="133" y="1017"/>
                  </a:cubicBezTo>
                  <a:cubicBezTo>
                    <a:pt x="187" y="1005"/>
                    <a:pt x="206" y="988"/>
                    <a:pt x="235" y="942"/>
                  </a:cubicBezTo>
                  <a:cubicBezTo>
                    <a:pt x="241" y="932"/>
                    <a:pt x="243" y="919"/>
                    <a:pt x="243" y="909"/>
                  </a:cubicBezTo>
                  <a:cubicBezTo>
                    <a:pt x="483" y="625"/>
                    <a:pt x="764" y="383"/>
                    <a:pt x="1002" y="100"/>
                  </a:cubicBezTo>
                  <a:cubicBezTo>
                    <a:pt x="1032" y="63"/>
                    <a:pt x="1005" y="0"/>
                    <a:pt x="9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9"/>
            <p:cNvSpPr/>
            <p:nvPr/>
          </p:nvSpPr>
          <p:spPr>
            <a:xfrm>
              <a:off x="4948397" y="2577651"/>
              <a:ext cx="148474" cy="154459"/>
            </a:xfrm>
            <a:custGeom>
              <a:rect b="b" l="l" r="r" t="t"/>
              <a:pathLst>
                <a:path extrusionOk="0" h="1003" w="1085">
                  <a:moveTo>
                    <a:pt x="1030" y="0"/>
                  </a:moveTo>
                  <a:cubicBezTo>
                    <a:pt x="1020" y="0"/>
                    <a:pt x="1009" y="9"/>
                    <a:pt x="1008" y="20"/>
                  </a:cubicBezTo>
                  <a:cubicBezTo>
                    <a:pt x="1004" y="49"/>
                    <a:pt x="854" y="145"/>
                    <a:pt x="827" y="168"/>
                  </a:cubicBezTo>
                  <a:cubicBezTo>
                    <a:pt x="716" y="260"/>
                    <a:pt x="606" y="351"/>
                    <a:pt x="493" y="443"/>
                  </a:cubicBezTo>
                  <a:cubicBezTo>
                    <a:pt x="389" y="531"/>
                    <a:pt x="283" y="620"/>
                    <a:pt x="180" y="712"/>
                  </a:cubicBezTo>
                  <a:cubicBezTo>
                    <a:pt x="128" y="762"/>
                    <a:pt x="24" y="835"/>
                    <a:pt x="10" y="912"/>
                  </a:cubicBezTo>
                  <a:cubicBezTo>
                    <a:pt x="1" y="965"/>
                    <a:pt x="37" y="1003"/>
                    <a:pt x="80" y="1003"/>
                  </a:cubicBezTo>
                  <a:cubicBezTo>
                    <a:pt x="97" y="1003"/>
                    <a:pt x="116" y="997"/>
                    <a:pt x="132" y="983"/>
                  </a:cubicBezTo>
                  <a:cubicBezTo>
                    <a:pt x="214" y="918"/>
                    <a:pt x="278" y="814"/>
                    <a:pt x="353" y="739"/>
                  </a:cubicBezTo>
                  <a:cubicBezTo>
                    <a:pt x="468" y="624"/>
                    <a:pt x="587" y="512"/>
                    <a:pt x="704" y="401"/>
                  </a:cubicBezTo>
                  <a:cubicBezTo>
                    <a:pt x="758" y="349"/>
                    <a:pt x="1085" y="107"/>
                    <a:pt x="1043" y="9"/>
                  </a:cubicBezTo>
                  <a:cubicBezTo>
                    <a:pt x="1040" y="3"/>
                    <a:pt x="1035" y="0"/>
                    <a:pt x="10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9"/>
            <p:cNvSpPr/>
            <p:nvPr/>
          </p:nvSpPr>
          <p:spPr>
            <a:xfrm>
              <a:off x="4999712" y="2570875"/>
              <a:ext cx="170779" cy="150917"/>
            </a:xfrm>
            <a:custGeom>
              <a:rect b="b" l="l" r="r" t="t"/>
              <a:pathLst>
                <a:path extrusionOk="0" h="980" w="1248">
                  <a:moveTo>
                    <a:pt x="1197" y="0"/>
                  </a:moveTo>
                  <a:cubicBezTo>
                    <a:pt x="1190" y="0"/>
                    <a:pt x="1183" y="3"/>
                    <a:pt x="1177" y="8"/>
                  </a:cubicBezTo>
                  <a:cubicBezTo>
                    <a:pt x="964" y="174"/>
                    <a:pt x="743" y="329"/>
                    <a:pt x="524" y="487"/>
                  </a:cubicBezTo>
                  <a:cubicBezTo>
                    <a:pt x="368" y="602"/>
                    <a:pt x="183" y="714"/>
                    <a:pt x="51" y="858"/>
                  </a:cubicBezTo>
                  <a:cubicBezTo>
                    <a:pt x="1" y="913"/>
                    <a:pt x="48" y="980"/>
                    <a:pt x="106" y="980"/>
                  </a:cubicBezTo>
                  <a:cubicBezTo>
                    <a:pt x="122" y="980"/>
                    <a:pt x="139" y="975"/>
                    <a:pt x="156" y="962"/>
                  </a:cubicBezTo>
                  <a:cubicBezTo>
                    <a:pt x="522" y="675"/>
                    <a:pt x="854" y="341"/>
                    <a:pt x="1221" y="53"/>
                  </a:cubicBezTo>
                  <a:cubicBezTo>
                    <a:pt x="1247" y="34"/>
                    <a:pt x="1223" y="0"/>
                    <a:pt x="11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9"/>
            <p:cNvSpPr/>
            <p:nvPr/>
          </p:nvSpPr>
          <p:spPr>
            <a:xfrm>
              <a:off x="5034607" y="2561328"/>
              <a:ext cx="184737" cy="181870"/>
            </a:xfrm>
            <a:custGeom>
              <a:rect b="b" l="l" r="r" t="t"/>
              <a:pathLst>
                <a:path extrusionOk="0" h="1181" w="1350">
                  <a:moveTo>
                    <a:pt x="1291" y="1"/>
                  </a:moveTo>
                  <a:cubicBezTo>
                    <a:pt x="1282" y="1"/>
                    <a:pt x="1271" y="5"/>
                    <a:pt x="1262" y="13"/>
                  </a:cubicBezTo>
                  <a:cubicBezTo>
                    <a:pt x="1039" y="220"/>
                    <a:pt x="811" y="422"/>
                    <a:pt x="576" y="616"/>
                  </a:cubicBezTo>
                  <a:cubicBezTo>
                    <a:pt x="449" y="722"/>
                    <a:pt x="317" y="824"/>
                    <a:pt x="180" y="920"/>
                  </a:cubicBezTo>
                  <a:cubicBezTo>
                    <a:pt x="115" y="966"/>
                    <a:pt x="57" y="989"/>
                    <a:pt x="26" y="1064"/>
                  </a:cubicBezTo>
                  <a:cubicBezTo>
                    <a:pt x="1" y="1123"/>
                    <a:pt x="61" y="1180"/>
                    <a:pt x="120" y="1180"/>
                  </a:cubicBezTo>
                  <a:cubicBezTo>
                    <a:pt x="135" y="1180"/>
                    <a:pt x="150" y="1177"/>
                    <a:pt x="163" y="1168"/>
                  </a:cubicBezTo>
                  <a:cubicBezTo>
                    <a:pt x="174" y="1162"/>
                    <a:pt x="184" y="1155"/>
                    <a:pt x="192" y="1149"/>
                  </a:cubicBezTo>
                  <a:cubicBezTo>
                    <a:pt x="217" y="1133"/>
                    <a:pt x="228" y="1110"/>
                    <a:pt x="230" y="1085"/>
                  </a:cubicBezTo>
                  <a:cubicBezTo>
                    <a:pt x="282" y="1041"/>
                    <a:pt x="392" y="976"/>
                    <a:pt x="422" y="951"/>
                  </a:cubicBezTo>
                  <a:cubicBezTo>
                    <a:pt x="532" y="860"/>
                    <a:pt x="640" y="762"/>
                    <a:pt x="747" y="664"/>
                  </a:cubicBezTo>
                  <a:cubicBezTo>
                    <a:pt x="947" y="476"/>
                    <a:pt x="1136" y="276"/>
                    <a:pt x="1322" y="72"/>
                  </a:cubicBezTo>
                  <a:cubicBezTo>
                    <a:pt x="1349" y="41"/>
                    <a:pt x="1323" y="1"/>
                    <a:pt x="1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9"/>
            <p:cNvSpPr/>
            <p:nvPr/>
          </p:nvSpPr>
          <p:spPr>
            <a:xfrm>
              <a:off x="5093723" y="2573801"/>
              <a:ext cx="173243" cy="177558"/>
            </a:xfrm>
            <a:custGeom>
              <a:rect b="b" l="l" r="r" t="t"/>
              <a:pathLst>
                <a:path extrusionOk="0" h="1153" w="1266">
                  <a:moveTo>
                    <a:pt x="1224" y="0"/>
                  </a:moveTo>
                  <a:cubicBezTo>
                    <a:pt x="1217" y="0"/>
                    <a:pt x="1211" y="2"/>
                    <a:pt x="1205" y="7"/>
                  </a:cubicBezTo>
                  <a:cubicBezTo>
                    <a:pt x="813" y="339"/>
                    <a:pt x="350" y="603"/>
                    <a:pt x="35" y="1016"/>
                  </a:cubicBezTo>
                  <a:cubicBezTo>
                    <a:pt x="0" y="1060"/>
                    <a:pt x="38" y="1131"/>
                    <a:pt x="85" y="1143"/>
                  </a:cubicBezTo>
                  <a:cubicBezTo>
                    <a:pt x="96" y="1145"/>
                    <a:pt x="104" y="1147"/>
                    <a:pt x="113" y="1149"/>
                  </a:cubicBezTo>
                  <a:cubicBezTo>
                    <a:pt x="119" y="1151"/>
                    <a:pt x="127" y="1152"/>
                    <a:pt x="135" y="1152"/>
                  </a:cubicBezTo>
                  <a:cubicBezTo>
                    <a:pt x="157" y="1152"/>
                    <a:pt x="180" y="1145"/>
                    <a:pt x="194" y="1129"/>
                  </a:cubicBezTo>
                  <a:cubicBezTo>
                    <a:pt x="202" y="1118"/>
                    <a:pt x="211" y="1106"/>
                    <a:pt x="219" y="1095"/>
                  </a:cubicBezTo>
                  <a:cubicBezTo>
                    <a:pt x="233" y="1074"/>
                    <a:pt x="240" y="1054"/>
                    <a:pt x="238" y="1035"/>
                  </a:cubicBezTo>
                  <a:cubicBezTo>
                    <a:pt x="536" y="668"/>
                    <a:pt x="930" y="399"/>
                    <a:pt x="1246" y="49"/>
                  </a:cubicBezTo>
                  <a:cubicBezTo>
                    <a:pt x="1266" y="26"/>
                    <a:pt x="1246" y="0"/>
                    <a:pt x="1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9"/>
            <p:cNvSpPr/>
            <p:nvPr/>
          </p:nvSpPr>
          <p:spPr>
            <a:xfrm>
              <a:off x="5145586" y="2570567"/>
              <a:ext cx="183232" cy="182486"/>
            </a:xfrm>
            <a:custGeom>
              <a:rect b="b" l="l" r="r" t="t"/>
              <a:pathLst>
                <a:path extrusionOk="0" h="1185" w="1339">
                  <a:moveTo>
                    <a:pt x="1292" y="0"/>
                  </a:moveTo>
                  <a:cubicBezTo>
                    <a:pt x="1285" y="0"/>
                    <a:pt x="1278" y="3"/>
                    <a:pt x="1272" y="10"/>
                  </a:cubicBezTo>
                  <a:cubicBezTo>
                    <a:pt x="897" y="397"/>
                    <a:pt x="405" y="658"/>
                    <a:pt x="48" y="1058"/>
                  </a:cubicBezTo>
                  <a:cubicBezTo>
                    <a:pt x="0" y="1112"/>
                    <a:pt x="47" y="1185"/>
                    <a:pt x="102" y="1185"/>
                  </a:cubicBezTo>
                  <a:cubicBezTo>
                    <a:pt x="119" y="1185"/>
                    <a:pt x="136" y="1178"/>
                    <a:pt x="152" y="1162"/>
                  </a:cubicBezTo>
                  <a:cubicBezTo>
                    <a:pt x="530" y="783"/>
                    <a:pt x="942" y="439"/>
                    <a:pt x="1315" y="55"/>
                  </a:cubicBezTo>
                  <a:cubicBezTo>
                    <a:pt x="1338" y="33"/>
                    <a:pt x="1316" y="0"/>
                    <a:pt x="12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9"/>
            <p:cNvSpPr/>
            <p:nvPr/>
          </p:nvSpPr>
          <p:spPr>
            <a:xfrm>
              <a:off x="5196902" y="2570567"/>
              <a:ext cx="185558" cy="180022"/>
            </a:xfrm>
            <a:custGeom>
              <a:rect b="b" l="l" r="r" t="t"/>
              <a:pathLst>
                <a:path extrusionOk="0" h="1169" w="1356">
                  <a:moveTo>
                    <a:pt x="1316" y="1"/>
                  </a:moveTo>
                  <a:cubicBezTo>
                    <a:pt x="1309" y="1"/>
                    <a:pt x="1301" y="4"/>
                    <a:pt x="1295" y="12"/>
                  </a:cubicBezTo>
                  <a:cubicBezTo>
                    <a:pt x="936" y="422"/>
                    <a:pt x="434" y="658"/>
                    <a:pt x="53" y="1041"/>
                  </a:cubicBezTo>
                  <a:cubicBezTo>
                    <a:pt x="1" y="1095"/>
                    <a:pt x="52" y="1169"/>
                    <a:pt x="109" y="1169"/>
                  </a:cubicBezTo>
                  <a:cubicBezTo>
                    <a:pt x="126" y="1169"/>
                    <a:pt x="143" y="1163"/>
                    <a:pt x="159" y="1148"/>
                  </a:cubicBezTo>
                  <a:cubicBezTo>
                    <a:pt x="544" y="777"/>
                    <a:pt x="1007" y="479"/>
                    <a:pt x="1339" y="53"/>
                  </a:cubicBezTo>
                  <a:cubicBezTo>
                    <a:pt x="1356" y="31"/>
                    <a:pt x="1337" y="1"/>
                    <a:pt x="13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9"/>
            <p:cNvSpPr/>
            <p:nvPr/>
          </p:nvSpPr>
          <p:spPr>
            <a:xfrm>
              <a:off x="5250134" y="2572107"/>
              <a:ext cx="181179" cy="174478"/>
            </a:xfrm>
            <a:custGeom>
              <a:rect b="b" l="l" r="r" t="t"/>
              <a:pathLst>
                <a:path extrusionOk="0" h="1133" w="1324">
                  <a:moveTo>
                    <a:pt x="1241" y="0"/>
                  </a:moveTo>
                  <a:cubicBezTo>
                    <a:pt x="1228" y="0"/>
                    <a:pt x="1214" y="5"/>
                    <a:pt x="1202" y="16"/>
                  </a:cubicBezTo>
                  <a:cubicBezTo>
                    <a:pt x="833" y="354"/>
                    <a:pt x="418" y="639"/>
                    <a:pt x="60" y="988"/>
                  </a:cubicBezTo>
                  <a:cubicBezTo>
                    <a:pt x="1" y="1045"/>
                    <a:pt x="53" y="1132"/>
                    <a:pt x="120" y="1132"/>
                  </a:cubicBezTo>
                  <a:cubicBezTo>
                    <a:pt x="134" y="1132"/>
                    <a:pt x="148" y="1129"/>
                    <a:pt x="162" y="1121"/>
                  </a:cubicBezTo>
                  <a:cubicBezTo>
                    <a:pt x="176" y="1115"/>
                    <a:pt x="189" y="1106"/>
                    <a:pt x="203" y="1098"/>
                  </a:cubicBezTo>
                  <a:cubicBezTo>
                    <a:pt x="222" y="1088"/>
                    <a:pt x="230" y="1071"/>
                    <a:pt x="235" y="1052"/>
                  </a:cubicBezTo>
                  <a:cubicBezTo>
                    <a:pt x="568" y="717"/>
                    <a:pt x="947" y="429"/>
                    <a:pt x="1283" y="95"/>
                  </a:cubicBezTo>
                  <a:cubicBezTo>
                    <a:pt x="1323" y="55"/>
                    <a:pt x="1285" y="0"/>
                    <a:pt x="12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9"/>
            <p:cNvSpPr/>
            <p:nvPr/>
          </p:nvSpPr>
          <p:spPr>
            <a:xfrm>
              <a:off x="5289544" y="2565948"/>
              <a:ext cx="180222" cy="184642"/>
            </a:xfrm>
            <a:custGeom>
              <a:rect b="b" l="l" r="r" t="t"/>
              <a:pathLst>
                <a:path extrusionOk="0" h="1199" w="1317">
                  <a:moveTo>
                    <a:pt x="1251" y="1"/>
                  </a:moveTo>
                  <a:cubicBezTo>
                    <a:pt x="1240" y="1"/>
                    <a:pt x="1230" y="5"/>
                    <a:pt x="1222" y="15"/>
                  </a:cubicBezTo>
                  <a:cubicBezTo>
                    <a:pt x="1026" y="250"/>
                    <a:pt x="797" y="459"/>
                    <a:pt x="549" y="638"/>
                  </a:cubicBezTo>
                  <a:cubicBezTo>
                    <a:pt x="366" y="769"/>
                    <a:pt x="145" y="886"/>
                    <a:pt x="30" y="1088"/>
                  </a:cubicBezTo>
                  <a:cubicBezTo>
                    <a:pt x="0" y="1139"/>
                    <a:pt x="49" y="1199"/>
                    <a:pt x="97" y="1199"/>
                  </a:cubicBezTo>
                  <a:cubicBezTo>
                    <a:pt x="113" y="1199"/>
                    <a:pt x="129" y="1192"/>
                    <a:pt x="143" y="1175"/>
                  </a:cubicBezTo>
                  <a:cubicBezTo>
                    <a:pt x="313" y="965"/>
                    <a:pt x="534" y="832"/>
                    <a:pt x="737" y="657"/>
                  </a:cubicBezTo>
                  <a:cubicBezTo>
                    <a:pt x="941" y="479"/>
                    <a:pt x="1130" y="288"/>
                    <a:pt x="1293" y="69"/>
                  </a:cubicBezTo>
                  <a:cubicBezTo>
                    <a:pt x="1316" y="38"/>
                    <a:pt x="1283" y="1"/>
                    <a:pt x="1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9"/>
            <p:cNvSpPr/>
            <p:nvPr/>
          </p:nvSpPr>
          <p:spPr>
            <a:xfrm>
              <a:off x="5324302" y="2563638"/>
              <a:ext cx="205537" cy="192804"/>
            </a:xfrm>
            <a:custGeom>
              <a:rect b="b" l="l" r="r" t="t"/>
              <a:pathLst>
                <a:path extrusionOk="0" h="1252" w="1502">
                  <a:moveTo>
                    <a:pt x="1462" y="1"/>
                  </a:moveTo>
                  <a:cubicBezTo>
                    <a:pt x="1456" y="1"/>
                    <a:pt x="1450" y="3"/>
                    <a:pt x="1445" y="9"/>
                  </a:cubicBezTo>
                  <a:cubicBezTo>
                    <a:pt x="1052" y="457"/>
                    <a:pt x="499" y="713"/>
                    <a:pt x="64" y="1115"/>
                  </a:cubicBezTo>
                  <a:cubicBezTo>
                    <a:pt x="1" y="1172"/>
                    <a:pt x="60" y="1252"/>
                    <a:pt x="128" y="1252"/>
                  </a:cubicBezTo>
                  <a:cubicBezTo>
                    <a:pt x="133" y="1252"/>
                    <a:pt x="137" y="1252"/>
                    <a:pt x="141" y="1251"/>
                  </a:cubicBezTo>
                  <a:cubicBezTo>
                    <a:pt x="195" y="1243"/>
                    <a:pt x="197" y="1241"/>
                    <a:pt x="243" y="1207"/>
                  </a:cubicBezTo>
                  <a:cubicBezTo>
                    <a:pt x="268" y="1186"/>
                    <a:pt x="276" y="1161"/>
                    <a:pt x="276" y="1134"/>
                  </a:cubicBezTo>
                  <a:cubicBezTo>
                    <a:pt x="672" y="761"/>
                    <a:pt x="1152" y="482"/>
                    <a:pt x="1487" y="42"/>
                  </a:cubicBezTo>
                  <a:cubicBezTo>
                    <a:pt x="1501" y="23"/>
                    <a:pt x="1481" y="1"/>
                    <a:pt x="1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9"/>
            <p:cNvSpPr/>
            <p:nvPr/>
          </p:nvSpPr>
          <p:spPr>
            <a:xfrm>
              <a:off x="5386976" y="2560096"/>
              <a:ext cx="191579" cy="178482"/>
            </a:xfrm>
            <a:custGeom>
              <a:rect b="b" l="l" r="r" t="t"/>
              <a:pathLst>
                <a:path extrusionOk="0" h="1159" w="1400">
                  <a:moveTo>
                    <a:pt x="1353" y="0"/>
                  </a:moveTo>
                  <a:cubicBezTo>
                    <a:pt x="1345" y="0"/>
                    <a:pt x="1337" y="4"/>
                    <a:pt x="1329" y="11"/>
                  </a:cubicBezTo>
                  <a:cubicBezTo>
                    <a:pt x="940" y="392"/>
                    <a:pt x="429" y="628"/>
                    <a:pt x="54" y="1024"/>
                  </a:cubicBezTo>
                  <a:cubicBezTo>
                    <a:pt x="1" y="1080"/>
                    <a:pt x="54" y="1158"/>
                    <a:pt x="113" y="1158"/>
                  </a:cubicBezTo>
                  <a:cubicBezTo>
                    <a:pt x="130" y="1158"/>
                    <a:pt x="148" y="1151"/>
                    <a:pt x="164" y="1134"/>
                  </a:cubicBezTo>
                  <a:cubicBezTo>
                    <a:pt x="544" y="745"/>
                    <a:pt x="1012" y="459"/>
                    <a:pt x="1377" y="59"/>
                  </a:cubicBezTo>
                  <a:cubicBezTo>
                    <a:pt x="1400" y="33"/>
                    <a:pt x="1379" y="0"/>
                    <a:pt x="13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9"/>
            <p:cNvSpPr/>
            <p:nvPr/>
          </p:nvSpPr>
          <p:spPr>
            <a:xfrm>
              <a:off x="5448965" y="2555014"/>
              <a:ext cx="174474" cy="173708"/>
            </a:xfrm>
            <a:custGeom>
              <a:rect b="b" l="l" r="r" t="t"/>
              <a:pathLst>
                <a:path extrusionOk="0" h="1128" w="1275">
                  <a:moveTo>
                    <a:pt x="1231" y="0"/>
                  </a:moveTo>
                  <a:cubicBezTo>
                    <a:pt x="1224" y="0"/>
                    <a:pt x="1217" y="3"/>
                    <a:pt x="1210" y="11"/>
                  </a:cubicBezTo>
                  <a:cubicBezTo>
                    <a:pt x="868" y="392"/>
                    <a:pt x="391" y="611"/>
                    <a:pt x="47" y="988"/>
                  </a:cubicBezTo>
                  <a:cubicBezTo>
                    <a:pt x="0" y="1040"/>
                    <a:pt x="35" y="1128"/>
                    <a:pt x="100" y="1128"/>
                  </a:cubicBezTo>
                  <a:cubicBezTo>
                    <a:pt x="108" y="1128"/>
                    <a:pt x="117" y="1127"/>
                    <a:pt x="126" y="1124"/>
                  </a:cubicBezTo>
                  <a:cubicBezTo>
                    <a:pt x="174" y="1109"/>
                    <a:pt x="191" y="1092"/>
                    <a:pt x="222" y="1053"/>
                  </a:cubicBezTo>
                  <a:cubicBezTo>
                    <a:pt x="232" y="1040"/>
                    <a:pt x="234" y="1030"/>
                    <a:pt x="236" y="1017"/>
                  </a:cubicBezTo>
                  <a:cubicBezTo>
                    <a:pt x="547" y="667"/>
                    <a:pt x="964" y="427"/>
                    <a:pt x="1256" y="56"/>
                  </a:cubicBezTo>
                  <a:cubicBezTo>
                    <a:pt x="1275" y="33"/>
                    <a:pt x="1255" y="0"/>
                    <a:pt x="1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9"/>
            <p:cNvSpPr/>
            <p:nvPr/>
          </p:nvSpPr>
          <p:spPr>
            <a:xfrm>
              <a:off x="5495492" y="2570105"/>
              <a:ext cx="181179" cy="166470"/>
            </a:xfrm>
            <a:custGeom>
              <a:rect b="b" l="l" r="r" t="t"/>
              <a:pathLst>
                <a:path extrusionOk="0" h="1081" w="1324">
                  <a:moveTo>
                    <a:pt x="1273" y="0"/>
                  </a:moveTo>
                  <a:cubicBezTo>
                    <a:pt x="1265" y="0"/>
                    <a:pt x="1257" y="3"/>
                    <a:pt x="1249" y="11"/>
                  </a:cubicBezTo>
                  <a:cubicBezTo>
                    <a:pt x="882" y="357"/>
                    <a:pt x="486" y="642"/>
                    <a:pt x="71" y="928"/>
                  </a:cubicBezTo>
                  <a:cubicBezTo>
                    <a:pt x="0" y="976"/>
                    <a:pt x="42" y="1080"/>
                    <a:pt x="112" y="1080"/>
                  </a:cubicBezTo>
                  <a:cubicBezTo>
                    <a:pt x="125" y="1080"/>
                    <a:pt x="140" y="1076"/>
                    <a:pt x="155" y="1067"/>
                  </a:cubicBezTo>
                  <a:cubicBezTo>
                    <a:pt x="584" y="803"/>
                    <a:pt x="953" y="423"/>
                    <a:pt x="1299" y="61"/>
                  </a:cubicBezTo>
                  <a:cubicBezTo>
                    <a:pt x="1323" y="35"/>
                    <a:pt x="1300" y="0"/>
                    <a:pt x="12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9"/>
            <p:cNvSpPr txBox="1"/>
            <p:nvPr/>
          </p:nvSpPr>
          <p:spPr>
            <a:xfrm>
              <a:off x="3527372" y="1347105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 Info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70" name="Google Shape;1570;p29"/>
            <p:cNvSpPr txBox="1"/>
            <p:nvPr/>
          </p:nvSpPr>
          <p:spPr>
            <a:xfrm>
              <a:off x="3527375" y="1693350"/>
              <a:ext cx="20808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Venus has a beautiful name and high temperatures. It is hotter than the other ones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71" name="Google Shape;1571;p29"/>
          <p:cNvGrpSpPr/>
          <p:nvPr/>
        </p:nvGrpSpPr>
        <p:grpSpPr>
          <a:xfrm>
            <a:off x="779150" y="3488373"/>
            <a:ext cx="2084700" cy="1243551"/>
            <a:chOff x="779150" y="3488373"/>
            <a:chExt cx="2084700" cy="1243551"/>
          </a:xfrm>
        </p:grpSpPr>
        <p:sp>
          <p:nvSpPr>
            <p:cNvPr id="1572" name="Google Shape;1572;p29"/>
            <p:cNvSpPr txBox="1"/>
            <p:nvPr/>
          </p:nvSpPr>
          <p:spPr>
            <a:xfrm>
              <a:off x="1005201" y="3488373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John Smith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73" name="Google Shape;1573;p29"/>
            <p:cNvSpPr txBox="1"/>
            <p:nvPr/>
          </p:nvSpPr>
          <p:spPr>
            <a:xfrm>
              <a:off x="779150" y="3834624"/>
              <a:ext cx="2084700" cy="8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fifth planet from the Sun and the largest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74" name="Google Shape;1574;p29"/>
          <p:cNvGrpSpPr/>
          <p:nvPr/>
        </p:nvGrpSpPr>
        <p:grpSpPr>
          <a:xfrm>
            <a:off x="482700" y="1178450"/>
            <a:ext cx="2592225" cy="2145682"/>
            <a:chOff x="482700" y="1178450"/>
            <a:chExt cx="2592225" cy="2145682"/>
          </a:xfrm>
        </p:grpSpPr>
        <p:sp>
          <p:nvSpPr>
            <p:cNvPr id="1575" name="Google Shape;1575;p29"/>
            <p:cNvSpPr/>
            <p:nvPr/>
          </p:nvSpPr>
          <p:spPr>
            <a:xfrm>
              <a:off x="692159" y="1178450"/>
              <a:ext cx="2359002" cy="1913655"/>
            </a:xfrm>
            <a:custGeom>
              <a:rect b="b" l="l" r="r" t="t"/>
              <a:pathLst>
                <a:path extrusionOk="0" h="9196" w="16601">
                  <a:moveTo>
                    <a:pt x="16301" y="298"/>
                  </a:moveTo>
                  <a:lnTo>
                    <a:pt x="16301" y="8895"/>
                  </a:lnTo>
                  <a:lnTo>
                    <a:pt x="298" y="8895"/>
                  </a:lnTo>
                  <a:lnTo>
                    <a:pt x="298" y="298"/>
                  </a:lnTo>
                  <a:close/>
                  <a:moveTo>
                    <a:pt x="148" y="0"/>
                  </a:moveTo>
                  <a:cubicBezTo>
                    <a:pt x="67" y="0"/>
                    <a:pt x="0" y="67"/>
                    <a:pt x="0" y="148"/>
                  </a:cubicBezTo>
                  <a:lnTo>
                    <a:pt x="0" y="9045"/>
                  </a:lnTo>
                  <a:cubicBezTo>
                    <a:pt x="0" y="9127"/>
                    <a:pt x="67" y="9196"/>
                    <a:pt x="148" y="9196"/>
                  </a:cubicBezTo>
                  <a:lnTo>
                    <a:pt x="16451" y="9196"/>
                  </a:lnTo>
                  <a:cubicBezTo>
                    <a:pt x="16532" y="9196"/>
                    <a:pt x="16601" y="9127"/>
                    <a:pt x="16599" y="9045"/>
                  </a:cubicBezTo>
                  <a:lnTo>
                    <a:pt x="16599" y="148"/>
                  </a:lnTo>
                  <a:cubicBezTo>
                    <a:pt x="16599" y="67"/>
                    <a:pt x="16532" y="0"/>
                    <a:pt x="16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9"/>
            <p:cNvSpPr/>
            <p:nvPr/>
          </p:nvSpPr>
          <p:spPr>
            <a:xfrm>
              <a:off x="494637" y="1410477"/>
              <a:ext cx="2359002" cy="1913655"/>
            </a:xfrm>
            <a:custGeom>
              <a:rect b="b" l="l" r="r" t="t"/>
              <a:pathLst>
                <a:path extrusionOk="0" h="9196" w="16601">
                  <a:moveTo>
                    <a:pt x="150" y="0"/>
                  </a:moveTo>
                  <a:cubicBezTo>
                    <a:pt x="67" y="0"/>
                    <a:pt x="0" y="67"/>
                    <a:pt x="0" y="148"/>
                  </a:cubicBezTo>
                  <a:lnTo>
                    <a:pt x="0" y="9045"/>
                  </a:lnTo>
                  <a:cubicBezTo>
                    <a:pt x="0" y="9129"/>
                    <a:pt x="67" y="9196"/>
                    <a:pt x="150" y="9196"/>
                  </a:cubicBezTo>
                  <a:lnTo>
                    <a:pt x="16450" y="9196"/>
                  </a:lnTo>
                  <a:cubicBezTo>
                    <a:pt x="16534" y="9196"/>
                    <a:pt x="16600" y="9129"/>
                    <a:pt x="16600" y="9045"/>
                  </a:cubicBezTo>
                  <a:lnTo>
                    <a:pt x="16600" y="8822"/>
                  </a:lnTo>
                  <a:cubicBezTo>
                    <a:pt x="16500" y="8831"/>
                    <a:pt x="16302" y="8895"/>
                    <a:pt x="16302" y="8895"/>
                  </a:cubicBezTo>
                  <a:lnTo>
                    <a:pt x="298" y="8895"/>
                  </a:lnTo>
                  <a:lnTo>
                    <a:pt x="298" y="500"/>
                  </a:lnTo>
                  <a:cubicBezTo>
                    <a:pt x="290" y="463"/>
                    <a:pt x="286" y="425"/>
                    <a:pt x="286" y="384"/>
                  </a:cubicBezTo>
                  <a:cubicBezTo>
                    <a:pt x="284" y="254"/>
                    <a:pt x="284" y="127"/>
                    <a:pt x="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9"/>
            <p:cNvSpPr/>
            <p:nvPr/>
          </p:nvSpPr>
          <p:spPr>
            <a:xfrm>
              <a:off x="486110" y="1193225"/>
              <a:ext cx="231907" cy="263450"/>
            </a:xfrm>
            <a:custGeom>
              <a:rect b="b" l="l" r="r" t="t"/>
              <a:pathLst>
                <a:path extrusionOk="0" h="1266" w="1632">
                  <a:moveTo>
                    <a:pt x="1430" y="0"/>
                  </a:moveTo>
                  <a:cubicBezTo>
                    <a:pt x="1258" y="0"/>
                    <a:pt x="1120" y="136"/>
                    <a:pt x="952" y="269"/>
                  </a:cubicBezTo>
                  <a:cubicBezTo>
                    <a:pt x="654" y="502"/>
                    <a:pt x="333" y="744"/>
                    <a:pt x="79" y="1028"/>
                  </a:cubicBezTo>
                  <a:cubicBezTo>
                    <a:pt x="1" y="1114"/>
                    <a:pt x="72" y="1265"/>
                    <a:pt x="173" y="1265"/>
                  </a:cubicBezTo>
                  <a:cubicBezTo>
                    <a:pt x="196" y="1265"/>
                    <a:pt x="219" y="1258"/>
                    <a:pt x="244" y="1240"/>
                  </a:cubicBezTo>
                  <a:cubicBezTo>
                    <a:pt x="477" y="1065"/>
                    <a:pt x="687" y="859"/>
                    <a:pt x="913" y="673"/>
                  </a:cubicBezTo>
                  <a:cubicBezTo>
                    <a:pt x="1150" y="477"/>
                    <a:pt x="1427" y="304"/>
                    <a:pt x="1627" y="71"/>
                  </a:cubicBezTo>
                  <a:cubicBezTo>
                    <a:pt x="1632" y="67"/>
                    <a:pt x="1632" y="60"/>
                    <a:pt x="1627" y="56"/>
                  </a:cubicBezTo>
                  <a:cubicBezTo>
                    <a:pt x="1555" y="17"/>
                    <a:pt x="1491" y="0"/>
                    <a:pt x="1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9"/>
            <p:cNvSpPr/>
            <p:nvPr/>
          </p:nvSpPr>
          <p:spPr>
            <a:xfrm>
              <a:off x="2812182" y="2990549"/>
              <a:ext cx="262743" cy="329625"/>
            </a:xfrm>
            <a:custGeom>
              <a:rect b="b" l="l" r="r" t="t"/>
              <a:pathLst>
                <a:path extrusionOk="0" h="1584" w="1849">
                  <a:moveTo>
                    <a:pt x="1531" y="1"/>
                  </a:moveTo>
                  <a:cubicBezTo>
                    <a:pt x="1475" y="1"/>
                    <a:pt x="1417" y="57"/>
                    <a:pt x="1438" y="119"/>
                  </a:cubicBezTo>
                  <a:cubicBezTo>
                    <a:pt x="1529" y="435"/>
                    <a:pt x="965" y="717"/>
                    <a:pt x="750" y="877"/>
                  </a:cubicBezTo>
                  <a:cubicBezTo>
                    <a:pt x="529" y="1044"/>
                    <a:pt x="260" y="1194"/>
                    <a:pt x="68" y="1390"/>
                  </a:cubicBezTo>
                  <a:cubicBezTo>
                    <a:pt x="1" y="1458"/>
                    <a:pt x="46" y="1584"/>
                    <a:pt x="143" y="1584"/>
                  </a:cubicBezTo>
                  <a:cubicBezTo>
                    <a:pt x="145" y="1584"/>
                    <a:pt x="146" y="1584"/>
                    <a:pt x="148" y="1584"/>
                  </a:cubicBezTo>
                  <a:cubicBezTo>
                    <a:pt x="346" y="1578"/>
                    <a:pt x="475" y="1446"/>
                    <a:pt x="625" y="1330"/>
                  </a:cubicBezTo>
                  <a:cubicBezTo>
                    <a:pt x="850" y="1157"/>
                    <a:pt x="1077" y="984"/>
                    <a:pt x="1302" y="806"/>
                  </a:cubicBezTo>
                  <a:cubicBezTo>
                    <a:pt x="1536" y="623"/>
                    <a:pt x="1848" y="327"/>
                    <a:pt x="1590" y="29"/>
                  </a:cubicBezTo>
                  <a:cubicBezTo>
                    <a:pt x="1574" y="9"/>
                    <a:pt x="1552" y="1"/>
                    <a:pt x="1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9"/>
            <p:cNvSpPr/>
            <p:nvPr/>
          </p:nvSpPr>
          <p:spPr>
            <a:xfrm>
              <a:off x="641997" y="1180115"/>
              <a:ext cx="99754" cy="66383"/>
            </a:xfrm>
            <a:custGeom>
              <a:rect b="b" l="l" r="r" t="t"/>
              <a:pathLst>
                <a:path extrusionOk="0" h="319" w="702">
                  <a:moveTo>
                    <a:pt x="391" y="1"/>
                  </a:moveTo>
                  <a:cubicBezTo>
                    <a:pt x="253" y="1"/>
                    <a:pt x="132" y="69"/>
                    <a:pt x="53" y="180"/>
                  </a:cubicBezTo>
                  <a:cubicBezTo>
                    <a:pt x="1" y="252"/>
                    <a:pt x="74" y="319"/>
                    <a:pt x="145" y="319"/>
                  </a:cubicBezTo>
                  <a:cubicBezTo>
                    <a:pt x="159" y="319"/>
                    <a:pt x="172" y="316"/>
                    <a:pt x="184" y="311"/>
                  </a:cubicBezTo>
                  <a:cubicBezTo>
                    <a:pt x="266" y="274"/>
                    <a:pt x="349" y="238"/>
                    <a:pt x="435" y="209"/>
                  </a:cubicBezTo>
                  <a:cubicBezTo>
                    <a:pt x="514" y="184"/>
                    <a:pt x="605" y="199"/>
                    <a:pt x="678" y="167"/>
                  </a:cubicBezTo>
                  <a:cubicBezTo>
                    <a:pt x="695" y="161"/>
                    <a:pt x="701" y="146"/>
                    <a:pt x="695" y="128"/>
                  </a:cubicBezTo>
                  <a:cubicBezTo>
                    <a:pt x="649" y="32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9"/>
            <p:cNvSpPr/>
            <p:nvPr/>
          </p:nvSpPr>
          <p:spPr>
            <a:xfrm>
              <a:off x="524194" y="1286452"/>
              <a:ext cx="189703" cy="216004"/>
            </a:xfrm>
            <a:custGeom>
              <a:rect b="b" l="l" r="r" t="t"/>
              <a:pathLst>
                <a:path extrusionOk="0" h="1038" w="1335">
                  <a:moveTo>
                    <a:pt x="1268" y="1"/>
                  </a:moveTo>
                  <a:cubicBezTo>
                    <a:pt x="1261" y="1"/>
                    <a:pt x="1253" y="3"/>
                    <a:pt x="1245" y="6"/>
                  </a:cubicBezTo>
                  <a:cubicBezTo>
                    <a:pt x="1013" y="115"/>
                    <a:pt x="843" y="332"/>
                    <a:pt x="636" y="477"/>
                  </a:cubicBezTo>
                  <a:cubicBezTo>
                    <a:pt x="440" y="617"/>
                    <a:pt x="226" y="728"/>
                    <a:pt x="57" y="901"/>
                  </a:cubicBezTo>
                  <a:cubicBezTo>
                    <a:pt x="0" y="959"/>
                    <a:pt x="54" y="1037"/>
                    <a:pt x="117" y="1037"/>
                  </a:cubicBezTo>
                  <a:cubicBezTo>
                    <a:pt x="135" y="1037"/>
                    <a:pt x="154" y="1031"/>
                    <a:pt x="171" y="1015"/>
                  </a:cubicBezTo>
                  <a:cubicBezTo>
                    <a:pt x="353" y="846"/>
                    <a:pt x="561" y="723"/>
                    <a:pt x="753" y="571"/>
                  </a:cubicBezTo>
                  <a:cubicBezTo>
                    <a:pt x="947" y="423"/>
                    <a:pt x="1126" y="246"/>
                    <a:pt x="1305" y="81"/>
                  </a:cubicBezTo>
                  <a:lnTo>
                    <a:pt x="1303" y="81"/>
                  </a:lnTo>
                  <a:cubicBezTo>
                    <a:pt x="1335" y="52"/>
                    <a:pt x="1309" y="1"/>
                    <a:pt x="1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527746" y="1370731"/>
              <a:ext cx="183025" cy="222455"/>
            </a:xfrm>
            <a:custGeom>
              <a:rect b="b" l="l" r="r" t="t"/>
              <a:pathLst>
                <a:path extrusionOk="0" h="1069" w="1288">
                  <a:moveTo>
                    <a:pt x="1228" y="0"/>
                  </a:moveTo>
                  <a:cubicBezTo>
                    <a:pt x="1221" y="0"/>
                    <a:pt x="1214" y="2"/>
                    <a:pt x="1207" y="6"/>
                  </a:cubicBezTo>
                  <a:cubicBezTo>
                    <a:pt x="928" y="154"/>
                    <a:pt x="674" y="375"/>
                    <a:pt x="409" y="552"/>
                  </a:cubicBezTo>
                  <a:cubicBezTo>
                    <a:pt x="263" y="650"/>
                    <a:pt x="17" y="785"/>
                    <a:pt x="5" y="983"/>
                  </a:cubicBezTo>
                  <a:cubicBezTo>
                    <a:pt x="1" y="1034"/>
                    <a:pt x="50" y="1068"/>
                    <a:pt x="96" y="1068"/>
                  </a:cubicBezTo>
                  <a:cubicBezTo>
                    <a:pt x="123" y="1068"/>
                    <a:pt x="150" y="1056"/>
                    <a:pt x="163" y="1027"/>
                  </a:cubicBezTo>
                  <a:cubicBezTo>
                    <a:pt x="253" y="825"/>
                    <a:pt x="472" y="710"/>
                    <a:pt x="645" y="587"/>
                  </a:cubicBezTo>
                  <a:cubicBezTo>
                    <a:pt x="851" y="437"/>
                    <a:pt x="1099" y="277"/>
                    <a:pt x="1259" y="75"/>
                  </a:cubicBezTo>
                  <a:cubicBezTo>
                    <a:pt x="1288" y="52"/>
                    <a:pt x="1264" y="0"/>
                    <a:pt x="1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511831" y="1432119"/>
              <a:ext cx="200503" cy="227241"/>
            </a:xfrm>
            <a:custGeom>
              <a:rect b="b" l="l" r="r" t="t"/>
              <a:pathLst>
                <a:path extrusionOk="0" h="1092" w="1411">
                  <a:moveTo>
                    <a:pt x="1366" y="0"/>
                  </a:moveTo>
                  <a:cubicBezTo>
                    <a:pt x="1185" y="0"/>
                    <a:pt x="964" y="236"/>
                    <a:pt x="827" y="334"/>
                  </a:cubicBezTo>
                  <a:cubicBezTo>
                    <a:pt x="563" y="521"/>
                    <a:pt x="271" y="697"/>
                    <a:pt x="56" y="942"/>
                  </a:cubicBezTo>
                  <a:cubicBezTo>
                    <a:pt x="0" y="1007"/>
                    <a:pt x="55" y="1091"/>
                    <a:pt x="120" y="1091"/>
                  </a:cubicBezTo>
                  <a:cubicBezTo>
                    <a:pt x="140" y="1091"/>
                    <a:pt x="160" y="1084"/>
                    <a:pt x="179" y="1065"/>
                  </a:cubicBezTo>
                  <a:cubicBezTo>
                    <a:pt x="415" y="842"/>
                    <a:pt x="659" y="644"/>
                    <a:pt x="915" y="446"/>
                  </a:cubicBezTo>
                  <a:cubicBezTo>
                    <a:pt x="1069" y="328"/>
                    <a:pt x="1286" y="196"/>
                    <a:pt x="1401" y="38"/>
                  </a:cubicBezTo>
                  <a:cubicBezTo>
                    <a:pt x="1411" y="21"/>
                    <a:pt x="1396" y="3"/>
                    <a:pt x="1378" y="0"/>
                  </a:cubicBezTo>
                  <a:cubicBezTo>
                    <a:pt x="1374" y="0"/>
                    <a:pt x="1370" y="0"/>
                    <a:pt x="1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519078" y="1509323"/>
              <a:ext cx="190982" cy="217669"/>
            </a:xfrm>
            <a:custGeom>
              <a:rect b="b" l="l" r="r" t="t"/>
              <a:pathLst>
                <a:path extrusionOk="0" h="1046" w="1344">
                  <a:moveTo>
                    <a:pt x="1296" y="0"/>
                  </a:moveTo>
                  <a:cubicBezTo>
                    <a:pt x="1293" y="0"/>
                    <a:pt x="1289" y="1"/>
                    <a:pt x="1285" y="2"/>
                  </a:cubicBezTo>
                  <a:cubicBezTo>
                    <a:pt x="1039" y="103"/>
                    <a:pt x="856" y="307"/>
                    <a:pt x="633" y="448"/>
                  </a:cubicBezTo>
                  <a:cubicBezTo>
                    <a:pt x="420" y="586"/>
                    <a:pt x="193" y="711"/>
                    <a:pt x="45" y="922"/>
                  </a:cubicBezTo>
                  <a:cubicBezTo>
                    <a:pt x="1" y="983"/>
                    <a:pt x="62" y="1046"/>
                    <a:pt x="122" y="1046"/>
                  </a:cubicBezTo>
                  <a:cubicBezTo>
                    <a:pt x="147" y="1046"/>
                    <a:pt x="172" y="1034"/>
                    <a:pt x="189" y="1007"/>
                  </a:cubicBezTo>
                  <a:cubicBezTo>
                    <a:pt x="326" y="786"/>
                    <a:pt x="572" y="657"/>
                    <a:pt x="776" y="505"/>
                  </a:cubicBezTo>
                  <a:cubicBezTo>
                    <a:pt x="960" y="365"/>
                    <a:pt x="1106" y="173"/>
                    <a:pt x="1312" y="65"/>
                  </a:cubicBezTo>
                  <a:cubicBezTo>
                    <a:pt x="1344" y="50"/>
                    <a:pt x="1327" y="0"/>
                    <a:pt x="12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487389" y="1579867"/>
              <a:ext cx="217271" cy="238687"/>
            </a:xfrm>
            <a:custGeom>
              <a:rect b="b" l="l" r="r" t="t"/>
              <a:pathLst>
                <a:path extrusionOk="0" h="1147" w="1529">
                  <a:moveTo>
                    <a:pt x="1483" y="1"/>
                  </a:moveTo>
                  <a:cubicBezTo>
                    <a:pt x="1479" y="1"/>
                    <a:pt x="1475" y="1"/>
                    <a:pt x="1470" y="3"/>
                  </a:cubicBezTo>
                  <a:cubicBezTo>
                    <a:pt x="1239" y="105"/>
                    <a:pt x="1085" y="318"/>
                    <a:pt x="883" y="462"/>
                  </a:cubicBezTo>
                  <a:cubicBezTo>
                    <a:pt x="616" y="649"/>
                    <a:pt x="332" y="812"/>
                    <a:pt x="70" y="1008"/>
                  </a:cubicBezTo>
                  <a:cubicBezTo>
                    <a:pt x="0" y="1059"/>
                    <a:pt x="44" y="1147"/>
                    <a:pt x="108" y="1147"/>
                  </a:cubicBezTo>
                  <a:cubicBezTo>
                    <a:pt x="125" y="1147"/>
                    <a:pt x="143" y="1141"/>
                    <a:pt x="162" y="1127"/>
                  </a:cubicBezTo>
                  <a:cubicBezTo>
                    <a:pt x="403" y="935"/>
                    <a:pt x="649" y="747"/>
                    <a:pt x="891" y="556"/>
                  </a:cubicBezTo>
                  <a:cubicBezTo>
                    <a:pt x="1095" y="393"/>
                    <a:pt x="1258" y="160"/>
                    <a:pt x="1500" y="53"/>
                  </a:cubicBezTo>
                  <a:cubicBezTo>
                    <a:pt x="1529" y="40"/>
                    <a:pt x="1510" y="1"/>
                    <a:pt x="1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507710" y="1634180"/>
              <a:ext cx="196809" cy="222663"/>
            </a:xfrm>
            <a:custGeom>
              <a:rect b="b" l="l" r="r" t="t"/>
              <a:pathLst>
                <a:path extrusionOk="0" h="1070" w="1385">
                  <a:moveTo>
                    <a:pt x="1343" y="1"/>
                  </a:moveTo>
                  <a:cubicBezTo>
                    <a:pt x="1340" y="1"/>
                    <a:pt x="1337" y="1"/>
                    <a:pt x="1334" y="3"/>
                  </a:cubicBezTo>
                  <a:cubicBezTo>
                    <a:pt x="1115" y="86"/>
                    <a:pt x="965" y="278"/>
                    <a:pt x="777" y="411"/>
                  </a:cubicBezTo>
                  <a:cubicBezTo>
                    <a:pt x="540" y="582"/>
                    <a:pt x="283" y="716"/>
                    <a:pt x="66" y="916"/>
                  </a:cubicBezTo>
                  <a:cubicBezTo>
                    <a:pt x="0" y="975"/>
                    <a:pt x="66" y="1069"/>
                    <a:pt x="135" y="1069"/>
                  </a:cubicBezTo>
                  <a:cubicBezTo>
                    <a:pt x="155" y="1069"/>
                    <a:pt x="176" y="1061"/>
                    <a:pt x="194" y="1043"/>
                  </a:cubicBezTo>
                  <a:cubicBezTo>
                    <a:pt x="383" y="847"/>
                    <a:pt x="610" y="705"/>
                    <a:pt x="823" y="538"/>
                  </a:cubicBezTo>
                  <a:cubicBezTo>
                    <a:pt x="1011" y="390"/>
                    <a:pt x="1140" y="165"/>
                    <a:pt x="1357" y="59"/>
                  </a:cubicBezTo>
                  <a:cubicBezTo>
                    <a:pt x="1385" y="46"/>
                    <a:pt x="1371" y="1"/>
                    <a:pt x="1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521068" y="1698066"/>
              <a:ext cx="184446" cy="225785"/>
            </a:xfrm>
            <a:custGeom>
              <a:rect b="b" l="l" r="r" t="t"/>
              <a:pathLst>
                <a:path extrusionOk="0" h="1085" w="1298">
                  <a:moveTo>
                    <a:pt x="1265" y="0"/>
                  </a:moveTo>
                  <a:cubicBezTo>
                    <a:pt x="1261" y="0"/>
                    <a:pt x="1257" y="1"/>
                    <a:pt x="1252" y="4"/>
                  </a:cubicBezTo>
                  <a:cubicBezTo>
                    <a:pt x="1031" y="119"/>
                    <a:pt x="833" y="308"/>
                    <a:pt x="644" y="469"/>
                  </a:cubicBezTo>
                  <a:cubicBezTo>
                    <a:pt x="527" y="567"/>
                    <a:pt x="412" y="667"/>
                    <a:pt x="293" y="765"/>
                  </a:cubicBezTo>
                  <a:cubicBezTo>
                    <a:pt x="248" y="804"/>
                    <a:pt x="195" y="840"/>
                    <a:pt x="150" y="882"/>
                  </a:cubicBezTo>
                  <a:cubicBezTo>
                    <a:pt x="122" y="907"/>
                    <a:pt x="67" y="923"/>
                    <a:pt x="93" y="923"/>
                  </a:cubicBezTo>
                  <a:cubicBezTo>
                    <a:pt x="98" y="923"/>
                    <a:pt x="106" y="923"/>
                    <a:pt x="119" y="921"/>
                  </a:cubicBezTo>
                  <a:lnTo>
                    <a:pt x="119" y="921"/>
                  </a:lnTo>
                  <a:cubicBezTo>
                    <a:pt x="35" y="931"/>
                    <a:pt x="0" y="1061"/>
                    <a:pt x="98" y="1082"/>
                  </a:cubicBezTo>
                  <a:cubicBezTo>
                    <a:pt x="105" y="1083"/>
                    <a:pt x="113" y="1084"/>
                    <a:pt x="121" y="1084"/>
                  </a:cubicBezTo>
                  <a:cubicBezTo>
                    <a:pt x="281" y="1084"/>
                    <a:pt x="502" y="779"/>
                    <a:pt x="594" y="692"/>
                  </a:cubicBezTo>
                  <a:cubicBezTo>
                    <a:pt x="812" y="479"/>
                    <a:pt x="1023" y="217"/>
                    <a:pt x="1277" y="46"/>
                  </a:cubicBezTo>
                  <a:cubicBezTo>
                    <a:pt x="1298" y="30"/>
                    <a:pt x="1286" y="0"/>
                    <a:pt x="1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9"/>
            <p:cNvSpPr/>
            <p:nvPr/>
          </p:nvSpPr>
          <p:spPr>
            <a:xfrm>
              <a:off x="524762" y="1768818"/>
              <a:ext cx="197377" cy="246802"/>
            </a:xfrm>
            <a:custGeom>
              <a:rect b="b" l="l" r="r" t="t"/>
              <a:pathLst>
                <a:path extrusionOk="0" h="1186" w="1389">
                  <a:moveTo>
                    <a:pt x="1336" y="0"/>
                  </a:moveTo>
                  <a:cubicBezTo>
                    <a:pt x="1328" y="0"/>
                    <a:pt x="1321" y="2"/>
                    <a:pt x="1314" y="8"/>
                  </a:cubicBezTo>
                  <a:cubicBezTo>
                    <a:pt x="1037" y="229"/>
                    <a:pt x="768" y="456"/>
                    <a:pt x="472" y="650"/>
                  </a:cubicBezTo>
                  <a:cubicBezTo>
                    <a:pt x="297" y="763"/>
                    <a:pt x="97" y="888"/>
                    <a:pt x="22" y="1092"/>
                  </a:cubicBezTo>
                  <a:cubicBezTo>
                    <a:pt x="1" y="1144"/>
                    <a:pt x="51" y="1186"/>
                    <a:pt x="98" y="1186"/>
                  </a:cubicBezTo>
                  <a:cubicBezTo>
                    <a:pt x="122" y="1186"/>
                    <a:pt x="146" y="1175"/>
                    <a:pt x="159" y="1150"/>
                  </a:cubicBezTo>
                  <a:cubicBezTo>
                    <a:pt x="280" y="919"/>
                    <a:pt x="499" y="790"/>
                    <a:pt x="699" y="635"/>
                  </a:cubicBezTo>
                  <a:cubicBezTo>
                    <a:pt x="932" y="456"/>
                    <a:pt x="1132" y="239"/>
                    <a:pt x="1362" y="56"/>
                  </a:cubicBezTo>
                  <a:cubicBezTo>
                    <a:pt x="1388" y="35"/>
                    <a:pt x="1363" y="0"/>
                    <a:pt x="1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9"/>
            <p:cNvSpPr/>
            <p:nvPr/>
          </p:nvSpPr>
          <p:spPr>
            <a:xfrm>
              <a:off x="482700" y="1869329"/>
              <a:ext cx="231055" cy="258248"/>
            </a:xfrm>
            <a:custGeom>
              <a:rect b="b" l="l" r="r" t="t"/>
              <a:pathLst>
                <a:path extrusionOk="0" h="1241" w="1626">
                  <a:moveTo>
                    <a:pt x="1587" y="0"/>
                  </a:moveTo>
                  <a:cubicBezTo>
                    <a:pt x="1583" y="0"/>
                    <a:pt x="1580" y="1"/>
                    <a:pt x="1576" y="2"/>
                  </a:cubicBezTo>
                  <a:cubicBezTo>
                    <a:pt x="1243" y="119"/>
                    <a:pt x="947" y="398"/>
                    <a:pt x="674" y="611"/>
                  </a:cubicBezTo>
                  <a:cubicBezTo>
                    <a:pt x="578" y="686"/>
                    <a:pt x="1" y="1032"/>
                    <a:pt x="103" y="1201"/>
                  </a:cubicBezTo>
                  <a:cubicBezTo>
                    <a:pt x="119" y="1227"/>
                    <a:pt x="147" y="1241"/>
                    <a:pt x="175" y="1241"/>
                  </a:cubicBezTo>
                  <a:cubicBezTo>
                    <a:pt x="201" y="1241"/>
                    <a:pt x="227" y="1229"/>
                    <a:pt x="243" y="1204"/>
                  </a:cubicBezTo>
                  <a:lnTo>
                    <a:pt x="243" y="1204"/>
                  </a:lnTo>
                  <a:cubicBezTo>
                    <a:pt x="234" y="1218"/>
                    <a:pt x="231" y="1224"/>
                    <a:pt x="232" y="1224"/>
                  </a:cubicBezTo>
                  <a:cubicBezTo>
                    <a:pt x="234" y="1224"/>
                    <a:pt x="262" y="1186"/>
                    <a:pt x="276" y="1174"/>
                  </a:cubicBezTo>
                  <a:cubicBezTo>
                    <a:pt x="320" y="1130"/>
                    <a:pt x="363" y="1086"/>
                    <a:pt x="409" y="1044"/>
                  </a:cubicBezTo>
                  <a:cubicBezTo>
                    <a:pt x="545" y="919"/>
                    <a:pt x="686" y="801"/>
                    <a:pt x="826" y="682"/>
                  </a:cubicBezTo>
                  <a:cubicBezTo>
                    <a:pt x="1072" y="475"/>
                    <a:pt x="1324" y="221"/>
                    <a:pt x="1599" y="57"/>
                  </a:cubicBezTo>
                  <a:cubicBezTo>
                    <a:pt x="1625" y="42"/>
                    <a:pt x="1613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9"/>
            <p:cNvSpPr/>
            <p:nvPr/>
          </p:nvSpPr>
          <p:spPr>
            <a:xfrm>
              <a:off x="493073" y="1956105"/>
              <a:ext cx="215992" cy="232236"/>
            </a:xfrm>
            <a:custGeom>
              <a:rect b="b" l="l" r="r" t="t"/>
              <a:pathLst>
                <a:path extrusionOk="0" h="1116" w="1520">
                  <a:moveTo>
                    <a:pt x="1478" y="0"/>
                  </a:moveTo>
                  <a:cubicBezTo>
                    <a:pt x="1473" y="0"/>
                    <a:pt x="1468" y="1"/>
                    <a:pt x="1464" y="4"/>
                  </a:cubicBezTo>
                  <a:cubicBezTo>
                    <a:pt x="982" y="273"/>
                    <a:pt x="534" y="632"/>
                    <a:pt x="80" y="942"/>
                  </a:cubicBezTo>
                  <a:cubicBezTo>
                    <a:pt x="1" y="997"/>
                    <a:pt x="51" y="1115"/>
                    <a:pt x="124" y="1115"/>
                  </a:cubicBezTo>
                  <a:cubicBezTo>
                    <a:pt x="139" y="1115"/>
                    <a:pt x="155" y="1110"/>
                    <a:pt x="172" y="1098"/>
                  </a:cubicBezTo>
                  <a:cubicBezTo>
                    <a:pt x="634" y="790"/>
                    <a:pt x="1082" y="419"/>
                    <a:pt x="1497" y="48"/>
                  </a:cubicBezTo>
                  <a:cubicBezTo>
                    <a:pt x="1520" y="31"/>
                    <a:pt x="1500" y="0"/>
                    <a:pt x="1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9"/>
            <p:cNvSpPr/>
            <p:nvPr/>
          </p:nvSpPr>
          <p:spPr>
            <a:xfrm>
              <a:off x="503589" y="2010418"/>
              <a:ext cx="214571" cy="235565"/>
            </a:xfrm>
            <a:custGeom>
              <a:rect b="b" l="l" r="r" t="t"/>
              <a:pathLst>
                <a:path extrusionOk="0" h="1132" w="1510">
                  <a:moveTo>
                    <a:pt x="1431" y="1"/>
                  </a:moveTo>
                  <a:cubicBezTo>
                    <a:pt x="1428" y="1"/>
                    <a:pt x="1425" y="1"/>
                    <a:pt x="1421" y="2"/>
                  </a:cubicBezTo>
                  <a:cubicBezTo>
                    <a:pt x="1067" y="66"/>
                    <a:pt x="798" y="366"/>
                    <a:pt x="498" y="548"/>
                  </a:cubicBezTo>
                  <a:cubicBezTo>
                    <a:pt x="316" y="656"/>
                    <a:pt x="18" y="804"/>
                    <a:pt x="4" y="1044"/>
                  </a:cubicBezTo>
                  <a:cubicBezTo>
                    <a:pt x="0" y="1101"/>
                    <a:pt x="45" y="1131"/>
                    <a:pt x="91" y="1131"/>
                  </a:cubicBezTo>
                  <a:cubicBezTo>
                    <a:pt x="129" y="1131"/>
                    <a:pt x="167" y="1111"/>
                    <a:pt x="179" y="1069"/>
                  </a:cubicBezTo>
                  <a:cubicBezTo>
                    <a:pt x="243" y="854"/>
                    <a:pt x="531" y="744"/>
                    <a:pt x="702" y="623"/>
                  </a:cubicBezTo>
                  <a:cubicBezTo>
                    <a:pt x="956" y="444"/>
                    <a:pt x="1181" y="241"/>
                    <a:pt x="1461" y="95"/>
                  </a:cubicBezTo>
                  <a:cubicBezTo>
                    <a:pt x="1509" y="66"/>
                    <a:pt x="1480" y="1"/>
                    <a:pt x="1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9"/>
            <p:cNvSpPr/>
            <p:nvPr/>
          </p:nvSpPr>
          <p:spPr>
            <a:xfrm>
              <a:off x="509415" y="2079505"/>
              <a:ext cx="188709" cy="218917"/>
            </a:xfrm>
            <a:custGeom>
              <a:rect b="b" l="l" r="r" t="t"/>
              <a:pathLst>
                <a:path extrusionOk="0" h="1052" w="1328">
                  <a:moveTo>
                    <a:pt x="1281" y="1"/>
                  </a:moveTo>
                  <a:cubicBezTo>
                    <a:pt x="1137" y="1"/>
                    <a:pt x="903" y="224"/>
                    <a:pt x="807" y="295"/>
                  </a:cubicBezTo>
                  <a:cubicBezTo>
                    <a:pt x="644" y="418"/>
                    <a:pt x="482" y="541"/>
                    <a:pt x="315" y="660"/>
                  </a:cubicBezTo>
                  <a:cubicBezTo>
                    <a:pt x="211" y="735"/>
                    <a:pt x="107" y="797"/>
                    <a:pt x="38" y="910"/>
                  </a:cubicBezTo>
                  <a:cubicBezTo>
                    <a:pt x="1" y="971"/>
                    <a:pt x="51" y="1051"/>
                    <a:pt x="118" y="1051"/>
                  </a:cubicBezTo>
                  <a:cubicBezTo>
                    <a:pt x="126" y="1051"/>
                    <a:pt x="135" y="1050"/>
                    <a:pt x="144" y="1047"/>
                  </a:cubicBezTo>
                  <a:cubicBezTo>
                    <a:pt x="165" y="1041"/>
                    <a:pt x="186" y="1035"/>
                    <a:pt x="207" y="1029"/>
                  </a:cubicBezTo>
                  <a:cubicBezTo>
                    <a:pt x="255" y="1012"/>
                    <a:pt x="273" y="962"/>
                    <a:pt x="265" y="920"/>
                  </a:cubicBezTo>
                  <a:cubicBezTo>
                    <a:pt x="346" y="835"/>
                    <a:pt x="463" y="764"/>
                    <a:pt x="548" y="695"/>
                  </a:cubicBezTo>
                  <a:cubicBezTo>
                    <a:pt x="701" y="574"/>
                    <a:pt x="851" y="451"/>
                    <a:pt x="1003" y="330"/>
                  </a:cubicBezTo>
                  <a:cubicBezTo>
                    <a:pt x="1080" y="268"/>
                    <a:pt x="1320" y="147"/>
                    <a:pt x="1328" y="32"/>
                  </a:cubicBezTo>
                  <a:cubicBezTo>
                    <a:pt x="1328" y="20"/>
                    <a:pt x="1317" y="5"/>
                    <a:pt x="1305" y="3"/>
                  </a:cubicBezTo>
                  <a:cubicBezTo>
                    <a:pt x="1297" y="2"/>
                    <a:pt x="1289" y="1"/>
                    <a:pt x="1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9"/>
            <p:cNvSpPr/>
            <p:nvPr/>
          </p:nvSpPr>
          <p:spPr>
            <a:xfrm>
              <a:off x="512399" y="2112801"/>
              <a:ext cx="192261" cy="237438"/>
            </a:xfrm>
            <a:custGeom>
              <a:rect b="b" l="l" r="r" t="t"/>
              <a:pathLst>
                <a:path extrusionOk="0" h="1141" w="1353">
                  <a:moveTo>
                    <a:pt x="1250" y="0"/>
                  </a:moveTo>
                  <a:cubicBezTo>
                    <a:pt x="1056" y="0"/>
                    <a:pt x="806" y="309"/>
                    <a:pt x="698" y="410"/>
                  </a:cubicBezTo>
                  <a:cubicBezTo>
                    <a:pt x="502" y="593"/>
                    <a:pt x="69" y="741"/>
                    <a:pt x="13" y="1027"/>
                  </a:cubicBezTo>
                  <a:cubicBezTo>
                    <a:pt x="0" y="1087"/>
                    <a:pt x="57" y="1141"/>
                    <a:pt x="109" y="1141"/>
                  </a:cubicBezTo>
                  <a:cubicBezTo>
                    <a:pt x="135" y="1141"/>
                    <a:pt x="161" y="1127"/>
                    <a:pt x="175" y="1094"/>
                  </a:cubicBezTo>
                  <a:cubicBezTo>
                    <a:pt x="277" y="854"/>
                    <a:pt x="577" y="748"/>
                    <a:pt x="761" y="571"/>
                  </a:cubicBezTo>
                  <a:cubicBezTo>
                    <a:pt x="942" y="398"/>
                    <a:pt x="1115" y="243"/>
                    <a:pt x="1315" y="95"/>
                  </a:cubicBezTo>
                  <a:cubicBezTo>
                    <a:pt x="1342" y="77"/>
                    <a:pt x="1353" y="31"/>
                    <a:pt x="1315" y="14"/>
                  </a:cubicBezTo>
                  <a:cubicBezTo>
                    <a:pt x="1294" y="5"/>
                    <a:pt x="1272" y="0"/>
                    <a:pt x="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9"/>
            <p:cNvSpPr/>
            <p:nvPr/>
          </p:nvSpPr>
          <p:spPr>
            <a:xfrm>
              <a:off x="517941" y="2190421"/>
              <a:ext cx="212866" cy="217669"/>
            </a:xfrm>
            <a:custGeom>
              <a:rect b="b" l="l" r="r" t="t"/>
              <a:pathLst>
                <a:path extrusionOk="0" h="1046" w="1498">
                  <a:moveTo>
                    <a:pt x="1412" y="0"/>
                  </a:moveTo>
                  <a:cubicBezTo>
                    <a:pt x="1408" y="0"/>
                    <a:pt x="1404" y="1"/>
                    <a:pt x="1399" y="2"/>
                  </a:cubicBezTo>
                  <a:cubicBezTo>
                    <a:pt x="1137" y="47"/>
                    <a:pt x="928" y="256"/>
                    <a:pt x="720" y="406"/>
                  </a:cubicBezTo>
                  <a:cubicBezTo>
                    <a:pt x="507" y="560"/>
                    <a:pt x="282" y="691"/>
                    <a:pt x="78" y="856"/>
                  </a:cubicBezTo>
                  <a:cubicBezTo>
                    <a:pt x="1" y="921"/>
                    <a:pt x="70" y="1042"/>
                    <a:pt x="157" y="1044"/>
                  </a:cubicBezTo>
                  <a:cubicBezTo>
                    <a:pt x="163" y="1046"/>
                    <a:pt x="167" y="1046"/>
                    <a:pt x="174" y="1046"/>
                  </a:cubicBezTo>
                  <a:cubicBezTo>
                    <a:pt x="203" y="1046"/>
                    <a:pt x="224" y="1035"/>
                    <a:pt x="240" y="1019"/>
                  </a:cubicBezTo>
                  <a:cubicBezTo>
                    <a:pt x="288" y="994"/>
                    <a:pt x="326" y="950"/>
                    <a:pt x="365" y="917"/>
                  </a:cubicBezTo>
                  <a:cubicBezTo>
                    <a:pt x="495" y="808"/>
                    <a:pt x="638" y="719"/>
                    <a:pt x="772" y="614"/>
                  </a:cubicBezTo>
                  <a:cubicBezTo>
                    <a:pt x="997" y="441"/>
                    <a:pt x="1199" y="260"/>
                    <a:pt x="1445" y="114"/>
                  </a:cubicBezTo>
                  <a:cubicBezTo>
                    <a:pt x="1498" y="83"/>
                    <a:pt x="1474" y="0"/>
                    <a:pt x="1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9"/>
            <p:cNvSpPr/>
            <p:nvPr/>
          </p:nvSpPr>
          <p:spPr>
            <a:xfrm>
              <a:off x="507568" y="2299047"/>
              <a:ext cx="208319" cy="199356"/>
            </a:xfrm>
            <a:custGeom>
              <a:rect b="b" l="l" r="r" t="t"/>
              <a:pathLst>
                <a:path extrusionOk="0" h="958" w="1466">
                  <a:moveTo>
                    <a:pt x="1458" y="1"/>
                  </a:moveTo>
                  <a:cubicBezTo>
                    <a:pt x="1183" y="49"/>
                    <a:pt x="955" y="182"/>
                    <a:pt x="714" y="315"/>
                  </a:cubicBezTo>
                  <a:cubicBezTo>
                    <a:pt x="482" y="443"/>
                    <a:pt x="253" y="580"/>
                    <a:pt x="72" y="772"/>
                  </a:cubicBezTo>
                  <a:cubicBezTo>
                    <a:pt x="1" y="846"/>
                    <a:pt x="62" y="958"/>
                    <a:pt x="148" y="958"/>
                  </a:cubicBezTo>
                  <a:cubicBezTo>
                    <a:pt x="166" y="958"/>
                    <a:pt x="184" y="953"/>
                    <a:pt x="203" y="943"/>
                  </a:cubicBezTo>
                  <a:cubicBezTo>
                    <a:pt x="224" y="930"/>
                    <a:pt x="245" y="920"/>
                    <a:pt x="265" y="907"/>
                  </a:cubicBezTo>
                  <a:cubicBezTo>
                    <a:pt x="295" y="891"/>
                    <a:pt x="309" y="864"/>
                    <a:pt x="311" y="834"/>
                  </a:cubicBezTo>
                  <a:cubicBezTo>
                    <a:pt x="643" y="503"/>
                    <a:pt x="1089" y="288"/>
                    <a:pt x="1462" y="9"/>
                  </a:cubicBezTo>
                  <a:cubicBezTo>
                    <a:pt x="1466" y="7"/>
                    <a:pt x="1462" y="1"/>
                    <a:pt x="1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9"/>
            <p:cNvSpPr/>
            <p:nvPr/>
          </p:nvSpPr>
          <p:spPr>
            <a:xfrm>
              <a:off x="531725" y="2343371"/>
              <a:ext cx="186293" cy="198732"/>
            </a:xfrm>
            <a:custGeom>
              <a:rect b="b" l="l" r="r" t="t"/>
              <a:pathLst>
                <a:path extrusionOk="0" h="955" w="1311">
                  <a:moveTo>
                    <a:pt x="1255" y="0"/>
                  </a:moveTo>
                  <a:cubicBezTo>
                    <a:pt x="1249" y="0"/>
                    <a:pt x="1242" y="2"/>
                    <a:pt x="1236" y="6"/>
                  </a:cubicBezTo>
                  <a:cubicBezTo>
                    <a:pt x="958" y="196"/>
                    <a:pt x="692" y="400"/>
                    <a:pt x="406" y="573"/>
                  </a:cubicBezTo>
                  <a:cubicBezTo>
                    <a:pt x="308" y="634"/>
                    <a:pt x="35" y="736"/>
                    <a:pt x="10" y="869"/>
                  </a:cubicBezTo>
                  <a:cubicBezTo>
                    <a:pt x="1" y="921"/>
                    <a:pt x="38" y="955"/>
                    <a:pt x="78" y="955"/>
                  </a:cubicBezTo>
                  <a:cubicBezTo>
                    <a:pt x="99" y="955"/>
                    <a:pt x="121" y="945"/>
                    <a:pt x="137" y="924"/>
                  </a:cubicBezTo>
                  <a:cubicBezTo>
                    <a:pt x="243" y="782"/>
                    <a:pt x="412" y="682"/>
                    <a:pt x="554" y="580"/>
                  </a:cubicBezTo>
                  <a:cubicBezTo>
                    <a:pt x="794" y="411"/>
                    <a:pt x="1033" y="242"/>
                    <a:pt x="1275" y="75"/>
                  </a:cubicBezTo>
                  <a:cubicBezTo>
                    <a:pt x="1310" y="53"/>
                    <a:pt x="1288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9"/>
            <p:cNvSpPr/>
            <p:nvPr/>
          </p:nvSpPr>
          <p:spPr>
            <a:xfrm>
              <a:off x="510694" y="2392274"/>
              <a:ext cx="210166" cy="227658"/>
            </a:xfrm>
            <a:custGeom>
              <a:rect b="b" l="l" r="r" t="t"/>
              <a:pathLst>
                <a:path extrusionOk="0" h="1094" w="1479">
                  <a:moveTo>
                    <a:pt x="1417" y="1"/>
                  </a:moveTo>
                  <a:cubicBezTo>
                    <a:pt x="1412" y="1"/>
                    <a:pt x="1406" y="2"/>
                    <a:pt x="1400" y="5"/>
                  </a:cubicBezTo>
                  <a:cubicBezTo>
                    <a:pt x="1119" y="142"/>
                    <a:pt x="860" y="332"/>
                    <a:pt x="596" y="501"/>
                  </a:cubicBezTo>
                  <a:cubicBezTo>
                    <a:pt x="396" y="628"/>
                    <a:pt x="183" y="755"/>
                    <a:pt x="45" y="953"/>
                  </a:cubicBezTo>
                  <a:cubicBezTo>
                    <a:pt x="0" y="1019"/>
                    <a:pt x="65" y="1093"/>
                    <a:pt x="131" y="1093"/>
                  </a:cubicBezTo>
                  <a:cubicBezTo>
                    <a:pt x="152" y="1093"/>
                    <a:pt x="174" y="1085"/>
                    <a:pt x="191" y="1066"/>
                  </a:cubicBezTo>
                  <a:cubicBezTo>
                    <a:pt x="558" y="674"/>
                    <a:pt x="1038" y="411"/>
                    <a:pt x="1448" y="67"/>
                  </a:cubicBezTo>
                  <a:cubicBezTo>
                    <a:pt x="1478" y="41"/>
                    <a:pt x="1450" y="1"/>
                    <a:pt x="1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9"/>
            <p:cNvSpPr/>
            <p:nvPr/>
          </p:nvSpPr>
          <p:spPr>
            <a:xfrm>
              <a:off x="513678" y="2468229"/>
              <a:ext cx="196524" cy="219334"/>
            </a:xfrm>
            <a:custGeom>
              <a:rect b="b" l="l" r="r" t="t"/>
              <a:pathLst>
                <a:path extrusionOk="0" h="1054" w="1383">
                  <a:moveTo>
                    <a:pt x="1336" y="0"/>
                  </a:moveTo>
                  <a:cubicBezTo>
                    <a:pt x="1332" y="0"/>
                    <a:pt x="1328" y="1"/>
                    <a:pt x="1323" y="3"/>
                  </a:cubicBezTo>
                  <a:cubicBezTo>
                    <a:pt x="1058" y="96"/>
                    <a:pt x="852" y="303"/>
                    <a:pt x="614" y="449"/>
                  </a:cubicBezTo>
                  <a:cubicBezTo>
                    <a:pt x="408" y="576"/>
                    <a:pt x="156" y="705"/>
                    <a:pt x="33" y="926"/>
                  </a:cubicBezTo>
                  <a:cubicBezTo>
                    <a:pt x="0" y="983"/>
                    <a:pt x="56" y="1054"/>
                    <a:pt x="111" y="1054"/>
                  </a:cubicBezTo>
                  <a:cubicBezTo>
                    <a:pt x="130" y="1054"/>
                    <a:pt x="149" y="1045"/>
                    <a:pt x="164" y="1026"/>
                  </a:cubicBezTo>
                  <a:cubicBezTo>
                    <a:pt x="318" y="826"/>
                    <a:pt x="502" y="684"/>
                    <a:pt x="706" y="536"/>
                  </a:cubicBezTo>
                  <a:cubicBezTo>
                    <a:pt x="917" y="386"/>
                    <a:pt x="1098" y="161"/>
                    <a:pt x="1342" y="73"/>
                  </a:cubicBezTo>
                  <a:cubicBezTo>
                    <a:pt x="1383" y="60"/>
                    <a:pt x="1372" y="0"/>
                    <a:pt x="1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9"/>
            <p:cNvSpPr/>
            <p:nvPr/>
          </p:nvSpPr>
          <p:spPr>
            <a:xfrm>
              <a:off x="508563" y="2540022"/>
              <a:ext cx="209882" cy="255542"/>
            </a:xfrm>
            <a:custGeom>
              <a:rect b="b" l="l" r="r" t="t"/>
              <a:pathLst>
                <a:path extrusionOk="0" h="1228" w="1477">
                  <a:moveTo>
                    <a:pt x="1391" y="0"/>
                  </a:moveTo>
                  <a:cubicBezTo>
                    <a:pt x="1381" y="0"/>
                    <a:pt x="1371" y="2"/>
                    <a:pt x="1361" y="8"/>
                  </a:cubicBezTo>
                  <a:cubicBezTo>
                    <a:pt x="1119" y="127"/>
                    <a:pt x="902" y="322"/>
                    <a:pt x="696" y="493"/>
                  </a:cubicBezTo>
                  <a:cubicBezTo>
                    <a:pt x="463" y="683"/>
                    <a:pt x="236" y="873"/>
                    <a:pt x="42" y="1102"/>
                  </a:cubicBezTo>
                  <a:cubicBezTo>
                    <a:pt x="1" y="1150"/>
                    <a:pt x="36" y="1228"/>
                    <a:pt x="89" y="1228"/>
                  </a:cubicBezTo>
                  <a:cubicBezTo>
                    <a:pt x="101" y="1228"/>
                    <a:pt x="114" y="1224"/>
                    <a:pt x="127" y="1214"/>
                  </a:cubicBezTo>
                  <a:cubicBezTo>
                    <a:pt x="352" y="1056"/>
                    <a:pt x="552" y="873"/>
                    <a:pt x="759" y="691"/>
                  </a:cubicBezTo>
                  <a:cubicBezTo>
                    <a:pt x="980" y="497"/>
                    <a:pt x="1236" y="322"/>
                    <a:pt x="1436" y="106"/>
                  </a:cubicBezTo>
                  <a:lnTo>
                    <a:pt x="1436" y="104"/>
                  </a:lnTo>
                  <a:cubicBezTo>
                    <a:pt x="1476" y="67"/>
                    <a:pt x="1441" y="0"/>
                    <a:pt x="1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9"/>
            <p:cNvSpPr/>
            <p:nvPr/>
          </p:nvSpPr>
          <p:spPr>
            <a:xfrm>
              <a:off x="495205" y="2636370"/>
              <a:ext cx="222955" cy="242224"/>
            </a:xfrm>
            <a:custGeom>
              <a:rect b="b" l="l" r="r" t="t"/>
              <a:pathLst>
                <a:path extrusionOk="0" h="1164" w="1569">
                  <a:moveTo>
                    <a:pt x="1501" y="1"/>
                  </a:moveTo>
                  <a:cubicBezTo>
                    <a:pt x="1499" y="1"/>
                    <a:pt x="1498" y="1"/>
                    <a:pt x="1497" y="1"/>
                  </a:cubicBezTo>
                  <a:cubicBezTo>
                    <a:pt x="1205" y="20"/>
                    <a:pt x="984" y="287"/>
                    <a:pt x="757" y="443"/>
                  </a:cubicBezTo>
                  <a:cubicBezTo>
                    <a:pt x="505" y="618"/>
                    <a:pt x="234" y="772"/>
                    <a:pt x="52" y="1022"/>
                  </a:cubicBezTo>
                  <a:cubicBezTo>
                    <a:pt x="0" y="1094"/>
                    <a:pt x="70" y="1164"/>
                    <a:pt x="141" y="1164"/>
                  </a:cubicBezTo>
                  <a:cubicBezTo>
                    <a:pt x="163" y="1164"/>
                    <a:pt x="186" y="1157"/>
                    <a:pt x="205" y="1141"/>
                  </a:cubicBezTo>
                  <a:cubicBezTo>
                    <a:pt x="623" y="772"/>
                    <a:pt x="1059" y="408"/>
                    <a:pt x="1524" y="99"/>
                  </a:cubicBezTo>
                  <a:cubicBezTo>
                    <a:pt x="1568" y="77"/>
                    <a:pt x="1550" y="1"/>
                    <a:pt x="1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9"/>
            <p:cNvSpPr/>
            <p:nvPr/>
          </p:nvSpPr>
          <p:spPr>
            <a:xfrm>
              <a:off x="509699" y="2701920"/>
              <a:ext cx="204198" cy="241808"/>
            </a:xfrm>
            <a:custGeom>
              <a:rect b="b" l="l" r="r" t="t"/>
              <a:pathLst>
                <a:path extrusionOk="0" h="1162" w="1437">
                  <a:moveTo>
                    <a:pt x="1392" y="0"/>
                  </a:moveTo>
                  <a:cubicBezTo>
                    <a:pt x="1388" y="0"/>
                    <a:pt x="1384" y="1"/>
                    <a:pt x="1380" y="3"/>
                  </a:cubicBezTo>
                  <a:cubicBezTo>
                    <a:pt x="1128" y="118"/>
                    <a:pt x="934" y="307"/>
                    <a:pt x="728" y="486"/>
                  </a:cubicBezTo>
                  <a:cubicBezTo>
                    <a:pt x="501" y="684"/>
                    <a:pt x="263" y="860"/>
                    <a:pt x="44" y="1066"/>
                  </a:cubicBezTo>
                  <a:cubicBezTo>
                    <a:pt x="1" y="1106"/>
                    <a:pt x="47" y="1161"/>
                    <a:pt x="89" y="1161"/>
                  </a:cubicBezTo>
                  <a:cubicBezTo>
                    <a:pt x="106" y="1161"/>
                    <a:pt x="122" y="1153"/>
                    <a:pt x="132" y="1133"/>
                  </a:cubicBezTo>
                  <a:cubicBezTo>
                    <a:pt x="257" y="874"/>
                    <a:pt x="526" y="734"/>
                    <a:pt x="738" y="553"/>
                  </a:cubicBezTo>
                  <a:cubicBezTo>
                    <a:pt x="951" y="370"/>
                    <a:pt x="1149" y="170"/>
                    <a:pt x="1407" y="51"/>
                  </a:cubicBezTo>
                  <a:cubicBezTo>
                    <a:pt x="1436" y="38"/>
                    <a:pt x="1418" y="0"/>
                    <a:pt x="13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9"/>
            <p:cNvSpPr/>
            <p:nvPr/>
          </p:nvSpPr>
          <p:spPr>
            <a:xfrm>
              <a:off x="494068" y="2757066"/>
              <a:ext cx="229065" cy="271774"/>
            </a:xfrm>
            <a:custGeom>
              <a:rect b="b" l="l" r="r" t="t"/>
              <a:pathLst>
                <a:path extrusionOk="0" h="1306" w="1612">
                  <a:moveTo>
                    <a:pt x="1502" y="0"/>
                  </a:moveTo>
                  <a:cubicBezTo>
                    <a:pt x="1490" y="0"/>
                    <a:pt x="1476" y="3"/>
                    <a:pt x="1461" y="11"/>
                  </a:cubicBezTo>
                  <a:cubicBezTo>
                    <a:pt x="1115" y="192"/>
                    <a:pt x="857" y="484"/>
                    <a:pt x="542" y="707"/>
                  </a:cubicBezTo>
                  <a:cubicBezTo>
                    <a:pt x="369" y="830"/>
                    <a:pt x="102" y="968"/>
                    <a:pt x="27" y="1176"/>
                  </a:cubicBezTo>
                  <a:cubicBezTo>
                    <a:pt x="1" y="1251"/>
                    <a:pt x="66" y="1305"/>
                    <a:pt x="130" y="1305"/>
                  </a:cubicBezTo>
                  <a:cubicBezTo>
                    <a:pt x="164" y="1305"/>
                    <a:pt x="197" y="1291"/>
                    <a:pt x="217" y="1257"/>
                  </a:cubicBezTo>
                  <a:cubicBezTo>
                    <a:pt x="333" y="1061"/>
                    <a:pt x="569" y="943"/>
                    <a:pt x="746" y="805"/>
                  </a:cubicBezTo>
                  <a:cubicBezTo>
                    <a:pt x="1017" y="592"/>
                    <a:pt x="1250" y="340"/>
                    <a:pt x="1542" y="151"/>
                  </a:cubicBezTo>
                  <a:cubicBezTo>
                    <a:pt x="1612" y="115"/>
                    <a:pt x="1578" y="0"/>
                    <a:pt x="1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9"/>
            <p:cNvSpPr/>
            <p:nvPr/>
          </p:nvSpPr>
          <p:spPr>
            <a:xfrm>
              <a:off x="512826" y="2806176"/>
              <a:ext cx="215424" cy="256583"/>
            </a:xfrm>
            <a:custGeom>
              <a:rect b="b" l="l" r="r" t="t"/>
              <a:pathLst>
                <a:path extrusionOk="0" h="1233" w="1516">
                  <a:moveTo>
                    <a:pt x="1434" y="1"/>
                  </a:moveTo>
                  <a:cubicBezTo>
                    <a:pt x="1421" y="1"/>
                    <a:pt x="1407" y="6"/>
                    <a:pt x="1396" y="19"/>
                  </a:cubicBezTo>
                  <a:cubicBezTo>
                    <a:pt x="962" y="375"/>
                    <a:pt x="439" y="632"/>
                    <a:pt x="62" y="1053"/>
                  </a:cubicBezTo>
                  <a:cubicBezTo>
                    <a:pt x="0" y="1121"/>
                    <a:pt x="55" y="1232"/>
                    <a:pt x="134" y="1232"/>
                  </a:cubicBezTo>
                  <a:cubicBezTo>
                    <a:pt x="151" y="1232"/>
                    <a:pt x="169" y="1227"/>
                    <a:pt x="187" y="1215"/>
                  </a:cubicBezTo>
                  <a:cubicBezTo>
                    <a:pt x="228" y="1188"/>
                    <a:pt x="256" y="1167"/>
                    <a:pt x="293" y="1134"/>
                  </a:cubicBezTo>
                  <a:cubicBezTo>
                    <a:pt x="314" y="1115"/>
                    <a:pt x="322" y="1094"/>
                    <a:pt x="322" y="1073"/>
                  </a:cubicBezTo>
                  <a:cubicBezTo>
                    <a:pt x="672" y="709"/>
                    <a:pt x="1133" y="471"/>
                    <a:pt x="1477" y="98"/>
                  </a:cubicBezTo>
                  <a:cubicBezTo>
                    <a:pt x="1515" y="58"/>
                    <a:pt x="1476" y="1"/>
                    <a:pt x="1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9"/>
            <p:cNvSpPr/>
            <p:nvPr/>
          </p:nvSpPr>
          <p:spPr>
            <a:xfrm>
              <a:off x="487105" y="2885461"/>
              <a:ext cx="237165" cy="251589"/>
            </a:xfrm>
            <a:custGeom>
              <a:rect b="b" l="l" r="r" t="t"/>
              <a:pathLst>
                <a:path extrusionOk="0" h="1209" w="1669">
                  <a:moveTo>
                    <a:pt x="1608" y="0"/>
                  </a:moveTo>
                  <a:cubicBezTo>
                    <a:pt x="1422" y="0"/>
                    <a:pt x="1249" y="163"/>
                    <a:pt x="1114" y="276"/>
                  </a:cubicBezTo>
                  <a:cubicBezTo>
                    <a:pt x="970" y="396"/>
                    <a:pt x="828" y="515"/>
                    <a:pt x="683" y="630"/>
                  </a:cubicBezTo>
                  <a:cubicBezTo>
                    <a:pt x="610" y="688"/>
                    <a:pt x="1" y="1099"/>
                    <a:pt x="284" y="1203"/>
                  </a:cubicBezTo>
                  <a:cubicBezTo>
                    <a:pt x="294" y="1207"/>
                    <a:pt x="303" y="1208"/>
                    <a:pt x="312" y="1208"/>
                  </a:cubicBezTo>
                  <a:cubicBezTo>
                    <a:pt x="372" y="1208"/>
                    <a:pt x="415" y="1133"/>
                    <a:pt x="387" y="1078"/>
                  </a:cubicBezTo>
                  <a:lnTo>
                    <a:pt x="387" y="1078"/>
                  </a:lnTo>
                  <a:cubicBezTo>
                    <a:pt x="401" y="1105"/>
                    <a:pt x="403" y="1122"/>
                    <a:pt x="401" y="1132"/>
                  </a:cubicBezTo>
                  <a:cubicBezTo>
                    <a:pt x="405" y="1124"/>
                    <a:pt x="416" y="1111"/>
                    <a:pt x="441" y="1088"/>
                  </a:cubicBezTo>
                  <a:cubicBezTo>
                    <a:pt x="487" y="1049"/>
                    <a:pt x="528" y="1001"/>
                    <a:pt x="572" y="959"/>
                  </a:cubicBezTo>
                  <a:cubicBezTo>
                    <a:pt x="672" y="863"/>
                    <a:pt x="776" y="774"/>
                    <a:pt x="881" y="682"/>
                  </a:cubicBezTo>
                  <a:cubicBezTo>
                    <a:pt x="1120" y="476"/>
                    <a:pt x="1333" y="201"/>
                    <a:pt x="1629" y="78"/>
                  </a:cubicBezTo>
                  <a:cubicBezTo>
                    <a:pt x="1668" y="63"/>
                    <a:pt x="1666" y="3"/>
                    <a:pt x="1618" y="0"/>
                  </a:cubicBezTo>
                  <a:cubicBezTo>
                    <a:pt x="1615" y="0"/>
                    <a:pt x="1611" y="0"/>
                    <a:pt x="1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9"/>
            <p:cNvSpPr/>
            <p:nvPr/>
          </p:nvSpPr>
          <p:spPr>
            <a:xfrm>
              <a:off x="543520" y="3121026"/>
              <a:ext cx="710" cy="1665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cubicBezTo>
                    <a:pt x="1" y="5"/>
                    <a:pt x="1" y="8"/>
                    <a:pt x="1" y="8"/>
                  </a:cubicBezTo>
                  <a:cubicBezTo>
                    <a:pt x="2" y="8"/>
                    <a:pt x="3" y="5"/>
                    <a:pt x="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9"/>
            <p:cNvSpPr/>
            <p:nvPr/>
          </p:nvSpPr>
          <p:spPr>
            <a:xfrm>
              <a:off x="521778" y="2954757"/>
              <a:ext cx="181177" cy="237854"/>
            </a:xfrm>
            <a:custGeom>
              <a:rect b="b" l="l" r="r" t="t"/>
              <a:pathLst>
                <a:path extrusionOk="0" h="1143" w="1275">
                  <a:moveTo>
                    <a:pt x="1233" y="1"/>
                  </a:moveTo>
                  <a:cubicBezTo>
                    <a:pt x="1178" y="3"/>
                    <a:pt x="1122" y="59"/>
                    <a:pt x="1083" y="91"/>
                  </a:cubicBezTo>
                  <a:cubicBezTo>
                    <a:pt x="947" y="188"/>
                    <a:pt x="826" y="303"/>
                    <a:pt x="695" y="403"/>
                  </a:cubicBezTo>
                  <a:cubicBezTo>
                    <a:pt x="466" y="580"/>
                    <a:pt x="186" y="749"/>
                    <a:pt x="38" y="1005"/>
                  </a:cubicBezTo>
                  <a:cubicBezTo>
                    <a:pt x="1" y="1068"/>
                    <a:pt x="61" y="1143"/>
                    <a:pt x="121" y="1143"/>
                  </a:cubicBezTo>
                  <a:cubicBezTo>
                    <a:pt x="142" y="1143"/>
                    <a:pt x="162" y="1134"/>
                    <a:pt x="178" y="1114"/>
                  </a:cubicBezTo>
                  <a:cubicBezTo>
                    <a:pt x="489" y="716"/>
                    <a:pt x="903" y="420"/>
                    <a:pt x="1256" y="59"/>
                  </a:cubicBezTo>
                  <a:lnTo>
                    <a:pt x="1256" y="57"/>
                  </a:lnTo>
                  <a:cubicBezTo>
                    <a:pt x="1274" y="38"/>
                    <a:pt x="1264" y="1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9"/>
            <p:cNvSpPr/>
            <p:nvPr/>
          </p:nvSpPr>
          <p:spPr>
            <a:xfrm>
              <a:off x="517941" y="3037371"/>
              <a:ext cx="182030" cy="217045"/>
            </a:xfrm>
            <a:custGeom>
              <a:rect b="b" l="l" r="r" t="t"/>
              <a:pathLst>
                <a:path extrusionOk="0" h="1043" w="1281">
                  <a:moveTo>
                    <a:pt x="1217" y="0"/>
                  </a:moveTo>
                  <a:cubicBezTo>
                    <a:pt x="1211" y="0"/>
                    <a:pt x="1205" y="1"/>
                    <a:pt x="1199" y="4"/>
                  </a:cubicBezTo>
                  <a:cubicBezTo>
                    <a:pt x="949" y="123"/>
                    <a:pt x="747" y="323"/>
                    <a:pt x="513" y="471"/>
                  </a:cubicBezTo>
                  <a:cubicBezTo>
                    <a:pt x="332" y="583"/>
                    <a:pt x="124" y="704"/>
                    <a:pt x="32" y="907"/>
                  </a:cubicBezTo>
                  <a:cubicBezTo>
                    <a:pt x="1" y="978"/>
                    <a:pt x="61" y="1043"/>
                    <a:pt x="118" y="1043"/>
                  </a:cubicBezTo>
                  <a:cubicBezTo>
                    <a:pt x="144" y="1043"/>
                    <a:pt x="169" y="1029"/>
                    <a:pt x="184" y="996"/>
                  </a:cubicBezTo>
                  <a:cubicBezTo>
                    <a:pt x="286" y="779"/>
                    <a:pt x="491" y="658"/>
                    <a:pt x="674" y="517"/>
                  </a:cubicBezTo>
                  <a:cubicBezTo>
                    <a:pt x="866" y="371"/>
                    <a:pt x="1020" y="179"/>
                    <a:pt x="1241" y="75"/>
                  </a:cubicBezTo>
                  <a:cubicBezTo>
                    <a:pt x="1281" y="55"/>
                    <a:pt x="1256" y="0"/>
                    <a:pt x="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29"/>
            <p:cNvSpPr/>
            <p:nvPr/>
          </p:nvSpPr>
          <p:spPr>
            <a:xfrm>
              <a:off x="509131" y="3033417"/>
              <a:ext cx="230486" cy="260537"/>
            </a:xfrm>
            <a:custGeom>
              <a:rect b="b" l="l" r="r" t="t"/>
              <a:pathLst>
                <a:path extrusionOk="0" h="1252" w="1622">
                  <a:moveTo>
                    <a:pt x="1531" y="1"/>
                  </a:moveTo>
                  <a:cubicBezTo>
                    <a:pt x="1522" y="1"/>
                    <a:pt x="1513" y="5"/>
                    <a:pt x="1509" y="13"/>
                  </a:cubicBezTo>
                  <a:cubicBezTo>
                    <a:pt x="1407" y="181"/>
                    <a:pt x="1147" y="304"/>
                    <a:pt x="990" y="417"/>
                  </a:cubicBezTo>
                  <a:cubicBezTo>
                    <a:pt x="871" y="500"/>
                    <a:pt x="755" y="590"/>
                    <a:pt x="638" y="677"/>
                  </a:cubicBezTo>
                  <a:cubicBezTo>
                    <a:pt x="482" y="794"/>
                    <a:pt x="296" y="996"/>
                    <a:pt x="111" y="1059"/>
                  </a:cubicBezTo>
                  <a:cubicBezTo>
                    <a:pt x="0" y="1098"/>
                    <a:pt x="34" y="1251"/>
                    <a:pt x="138" y="1251"/>
                  </a:cubicBezTo>
                  <a:cubicBezTo>
                    <a:pt x="146" y="1251"/>
                    <a:pt x="154" y="1250"/>
                    <a:pt x="163" y="1249"/>
                  </a:cubicBezTo>
                  <a:cubicBezTo>
                    <a:pt x="352" y="1205"/>
                    <a:pt x="519" y="994"/>
                    <a:pt x="663" y="873"/>
                  </a:cubicBezTo>
                  <a:cubicBezTo>
                    <a:pt x="821" y="742"/>
                    <a:pt x="978" y="611"/>
                    <a:pt x="1136" y="482"/>
                  </a:cubicBezTo>
                  <a:cubicBezTo>
                    <a:pt x="1219" y="413"/>
                    <a:pt x="1622" y="154"/>
                    <a:pt x="1551" y="13"/>
                  </a:cubicBezTo>
                  <a:cubicBezTo>
                    <a:pt x="1547" y="5"/>
                    <a:pt x="1539" y="1"/>
                    <a:pt x="1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29"/>
            <p:cNvSpPr/>
            <p:nvPr/>
          </p:nvSpPr>
          <p:spPr>
            <a:xfrm>
              <a:off x="588850" y="3043822"/>
              <a:ext cx="187288" cy="262410"/>
            </a:xfrm>
            <a:custGeom>
              <a:rect b="b" l="l" r="r" t="t"/>
              <a:pathLst>
                <a:path extrusionOk="0" h="1261" w="1318">
                  <a:moveTo>
                    <a:pt x="1232" y="1"/>
                  </a:moveTo>
                  <a:cubicBezTo>
                    <a:pt x="1217" y="1"/>
                    <a:pt x="1203" y="7"/>
                    <a:pt x="1190" y="21"/>
                  </a:cubicBezTo>
                  <a:cubicBezTo>
                    <a:pt x="961" y="202"/>
                    <a:pt x="767" y="423"/>
                    <a:pt x="542" y="611"/>
                  </a:cubicBezTo>
                  <a:cubicBezTo>
                    <a:pt x="358" y="761"/>
                    <a:pt x="144" y="911"/>
                    <a:pt x="33" y="1126"/>
                  </a:cubicBezTo>
                  <a:cubicBezTo>
                    <a:pt x="1" y="1188"/>
                    <a:pt x="56" y="1260"/>
                    <a:pt x="113" y="1260"/>
                  </a:cubicBezTo>
                  <a:cubicBezTo>
                    <a:pt x="133" y="1260"/>
                    <a:pt x="152" y="1252"/>
                    <a:pt x="169" y="1232"/>
                  </a:cubicBezTo>
                  <a:cubicBezTo>
                    <a:pt x="498" y="821"/>
                    <a:pt x="927" y="505"/>
                    <a:pt x="1277" y="109"/>
                  </a:cubicBezTo>
                  <a:cubicBezTo>
                    <a:pt x="1317" y="62"/>
                    <a:pt x="1277" y="1"/>
                    <a:pt x="1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29"/>
            <p:cNvSpPr/>
            <p:nvPr/>
          </p:nvSpPr>
          <p:spPr>
            <a:xfrm>
              <a:off x="655354" y="3060053"/>
              <a:ext cx="156594" cy="214756"/>
            </a:xfrm>
            <a:custGeom>
              <a:rect b="b" l="l" r="r" t="t"/>
              <a:pathLst>
                <a:path extrusionOk="0" h="1032" w="1102">
                  <a:moveTo>
                    <a:pt x="1055" y="0"/>
                  </a:moveTo>
                  <a:cubicBezTo>
                    <a:pt x="905" y="0"/>
                    <a:pt x="739" y="222"/>
                    <a:pt x="645" y="310"/>
                  </a:cubicBezTo>
                  <a:cubicBezTo>
                    <a:pt x="441" y="504"/>
                    <a:pt x="193" y="652"/>
                    <a:pt x="42" y="898"/>
                  </a:cubicBezTo>
                  <a:cubicBezTo>
                    <a:pt x="1" y="965"/>
                    <a:pt x="65" y="1031"/>
                    <a:pt x="126" y="1031"/>
                  </a:cubicBezTo>
                  <a:cubicBezTo>
                    <a:pt x="153" y="1031"/>
                    <a:pt x="180" y="1018"/>
                    <a:pt x="197" y="987"/>
                  </a:cubicBezTo>
                  <a:cubicBezTo>
                    <a:pt x="322" y="758"/>
                    <a:pt x="541" y="612"/>
                    <a:pt x="718" y="427"/>
                  </a:cubicBezTo>
                  <a:cubicBezTo>
                    <a:pt x="839" y="301"/>
                    <a:pt x="964" y="176"/>
                    <a:pt x="1087" y="51"/>
                  </a:cubicBezTo>
                  <a:cubicBezTo>
                    <a:pt x="1101" y="37"/>
                    <a:pt x="1097" y="6"/>
                    <a:pt x="1074" y="1"/>
                  </a:cubicBezTo>
                  <a:cubicBezTo>
                    <a:pt x="1068" y="0"/>
                    <a:pt x="1061" y="0"/>
                    <a:pt x="1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9"/>
            <p:cNvSpPr/>
            <p:nvPr/>
          </p:nvSpPr>
          <p:spPr>
            <a:xfrm>
              <a:off x="682354" y="3077117"/>
              <a:ext cx="169809" cy="208096"/>
            </a:xfrm>
            <a:custGeom>
              <a:rect b="b" l="l" r="r" t="t"/>
              <a:pathLst>
                <a:path extrusionOk="0" h="1000" w="1195">
                  <a:moveTo>
                    <a:pt x="1125" y="1"/>
                  </a:moveTo>
                  <a:cubicBezTo>
                    <a:pt x="993" y="1"/>
                    <a:pt x="774" y="237"/>
                    <a:pt x="694" y="303"/>
                  </a:cubicBezTo>
                  <a:cubicBezTo>
                    <a:pt x="480" y="480"/>
                    <a:pt x="186" y="624"/>
                    <a:pt x="38" y="868"/>
                  </a:cubicBezTo>
                  <a:cubicBezTo>
                    <a:pt x="1" y="928"/>
                    <a:pt x="60" y="1000"/>
                    <a:pt x="118" y="1000"/>
                  </a:cubicBezTo>
                  <a:cubicBezTo>
                    <a:pt x="138" y="1000"/>
                    <a:pt x="158" y="991"/>
                    <a:pt x="173" y="972"/>
                  </a:cubicBezTo>
                  <a:cubicBezTo>
                    <a:pt x="340" y="766"/>
                    <a:pt x="557" y="618"/>
                    <a:pt x="753" y="440"/>
                  </a:cubicBezTo>
                  <a:cubicBezTo>
                    <a:pt x="886" y="322"/>
                    <a:pt x="1053" y="211"/>
                    <a:pt x="1172" y="80"/>
                  </a:cubicBezTo>
                  <a:cubicBezTo>
                    <a:pt x="1195" y="55"/>
                    <a:pt x="1184" y="15"/>
                    <a:pt x="1153" y="5"/>
                  </a:cubicBezTo>
                  <a:cubicBezTo>
                    <a:pt x="1144" y="2"/>
                    <a:pt x="1135" y="1"/>
                    <a:pt x="1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9"/>
            <p:cNvSpPr/>
            <p:nvPr/>
          </p:nvSpPr>
          <p:spPr>
            <a:xfrm>
              <a:off x="728821" y="3072331"/>
              <a:ext cx="186861" cy="216212"/>
            </a:xfrm>
            <a:custGeom>
              <a:rect b="b" l="l" r="r" t="t"/>
              <a:pathLst>
                <a:path extrusionOk="0" h="1039" w="1315">
                  <a:moveTo>
                    <a:pt x="1260" y="0"/>
                  </a:moveTo>
                  <a:cubicBezTo>
                    <a:pt x="1254" y="0"/>
                    <a:pt x="1248" y="2"/>
                    <a:pt x="1243" y="5"/>
                  </a:cubicBezTo>
                  <a:cubicBezTo>
                    <a:pt x="830" y="255"/>
                    <a:pt x="465" y="597"/>
                    <a:pt x="74" y="876"/>
                  </a:cubicBezTo>
                  <a:cubicBezTo>
                    <a:pt x="1" y="928"/>
                    <a:pt x="44" y="1038"/>
                    <a:pt x="114" y="1038"/>
                  </a:cubicBezTo>
                  <a:cubicBezTo>
                    <a:pt x="128" y="1038"/>
                    <a:pt x="144" y="1034"/>
                    <a:pt x="159" y="1024"/>
                  </a:cubicBezTo>
                  <a:cubicBezTo>
                    <a:pt x="570" y="764"/>
                    <a:pt x="924" y="384"/>
                    <a:pt x="1289" y="65"/>
                  </a:cubicBezTo>
                  <a:cubicBezTo>
                    <a:pt x="1315" y="41"/>
                    <a:pt x="1290" y="0"/>
                    <a:pt x="1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9"/>
            <p:cNvSpPr/>
            <p:nvPr/>
          </p:nvSpPr>
          <p:spPr>
            <a:xfrm>
              <a:off x="786941" y="3056308"/>
              <a:ext cx="189561" cy="219750"/>
            </a:xfrm>
            <a:custGeom>
              <a:rect b="b" l="l" r="r" t="t"/>
              <a:pathLst>
                <a:path extrusionOk="0" h="1056" w="1334">
                  <a:moveTo>
                    <a:pt x="1267" y="0"/>
                  </a:moveTo>
                  <a:cubicBezTo>
                    <a:pt x="1260" y="0"/>
                    <a:pt x="1252" y="3"/>
                    <a:pt x="1244" y="9"/>
                  </a:cubicBezTo>
                  <a:cubicBezTo>
                    <a:pt x="957" y="226"/>
                    <a:pt x="684" y="455"/>
                    <a:pt x="386" y="655"/>
                  </a:cubicBezTo>
                  <a:cubicBezTo>
                    <a:pt x="304" y="709"/>
                    <a:pt x="0" y="851"/>
                    <a:pt x="11" y="978"/>
                  </a:cubicBezTo>
                  <a:cubicBezTo>
                    <a:pt x="14" y="1026"/>
                    <a:pt x="57" y="1055"/>
                    <a:pt x="97" y="1055"/>
                  </a:cubicBezTo>
                  <a:cubicBezTo>
                    <a:pt x="127" y="1055"/>
                    <a:pt x="156" y="1038"/>
                    <a:pt x="165" y="999"/>
                  </a:cubicBezTo>
                  <a:lnTo>
                    <a:pt x="165" y="999"/>
                  </a:lnTo>
                  <a:cubicBezTo>
                    <a:pt x="162" y="1012"/>
                    <a:pt x="163" y="1018"/>
                    <a:pt x="166" y="1018"/>
                  </a:cubicBezTo>
                  <a:cubicBezTo>
                    <a:pt x="175" y="1018"/>
                    <a:pt x="201" y="980"/>
                    <a:pt x="219" y="968"/>
                  </a:cubicBezTo>
                  <a:cubicBezTo>
                    <a:pt x="252" y="943"/>
                    <a:pt x="286" y="913"/>
                    <a:pt x="319" y="888"/>
                  </a:cubicBezTo>
                  <a:cubicBezTo>
                    <a:pt x="402" y="822"/>
                    <a:pt x="490" y="757"/>
                    <a:pt x="575" y="693"/>
                  </a:cubicBezTo>
                  <a:cubicBezTo>
                    <a:pt x="828" y="499"/>
                    <a:pt x="1053" y="280"/>
                    <a:pt x="1301" y="82"/>
                  </a:cubicBezTo>
                  <a:cubicBezTo>
                    <a:pt x="1333" y="55"/>
                    <a:pt x="1302" y="0"/>
                    <a:pt x="1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29"/>
            <p:cNvSpPr/>
            <p:nvPr/>
          </p:nvSpPr>
          <p:spPr>
            <a:xfrm>
              <a:off x="823603" y="3077534"/>
              <a:ext cx="172225" cy="214339"/>
            </a:xfrm>
            <a:custGeom>
              <a:rect b="b" l="l" r="r" t="t"/>
              <a:pathLst>
                <a:path extrusionOk="0" h="1030" w="1212">
                  <a:moveTo>
                    <a:pt x="1174" y="1"/>
                  </a:moveTo>
                  <a:cubicBezTo>
                    <a:pt x="1089" y="1"/>
                    <a:pt x="1009" y="84"/>
                    <a:pt x="947" y="134"/>
                  </a:cubicBezTo>
                  <a:cubicBezTo>
                    <a:pt x="824" y="232"/>
                    <a:pt x="709" y="340"/>
                    <a:pt x="584" y="434"/>
                  </a:cubicBezTo>
                  <a:cubicBezTo>
                    <a:pt x="413" y="561"/>
                    <a:pt x="32" y="718"/>
                    <a:pt x="5" y="957"/>
                  </a:cubicBezTo>
                  <a:cubicBezTo>
                    <a:pt x="0" y="1006"/>
                    <a:pt x="36" y="1029"/>
                    <a:pt x="74" y="1029"/>
                  </a:cubicBezTo>
                  <a:cubicBezTo>
                    <a:pt x="106" y="1029"/>
                    <a:pt x="140" y="1012"/>
                    <a:pt x="153" y="978"/>
                  </a:cubicBezTo>
                  <a:cubicBezTo>
                    <a:pt x="228" y="770"/>
                    <a:pt x="534" y="638"/>
                    <a:pt x="695" y="497"/>
                  </a:cubicBezTo>
                  <a:cubicBezTo>
                    <a:pt x="859" y="353"/>
                    <a:pt x="1003" y="172"/>
                    <a:pt x="1189" y="53"/>
                  </a:cubicBezTo>
                  <a:cubicBezTo>
                    <a:pt x="1212" y="38"/>
                    <a:pt x="1203" y="1"/>
                    <a:pt x="1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29"/>
            <p:cNvSpPr/>
            <p:nvPr/>
          </p:nvSpPr>
          <p:spPr>
            <a:xfrm>
              <a:off x="855718" y="3053394"/>
              <a:ext cx="202208" cy="254086"/>
            </a:xfrm>
            <a:custGeom>
              <a:rect b="b" l="l" r="r" t="t"/>
              <a:pathLst>
                <a:path extrusionOk="0" h="1221" w="1423">
                  <a:moveTo>
                    <a:pt x="1365" y="1"/>
                  </a:moveTo>
                  <a:cubicBezTo>
                    <a:pt x="1358" y="1"/>
                    <a:pt x="1350" y="3"/>
                    <a:pt x="1342" y="8"/>
                  </a:cubicBezTo>
                  <a:cubicBezTo>
                    <a:pt x="1044" y="198"/>
                    <a:pt x="796" y="444"/>
                    <a:pt x="514" y="652"/>
                  </a:cubicBezTo>
                  <a:cubicBezTo>
                    <a:pt x="339" y="784"/>
                    <a:pt x="104" y="907"/>
                    <a:pt x="23" y="1119"/>
                  </a:cubicBezTo>
                  <a:cubicBezTo>
                    <a:pt x="1" y="1178"/>
                    <a:pt x="53" y="1221"/>
                    <a:pt x="105" y="1221"/>
                  </a:cubicBezTo>
                  <a:cubicBezTo>
                    <a:pt x="132" y="1221"/>
                    <a:pt x="159" y="1209"/>
                    <a:pt x="175" y="1182"/>
                  </a:cubicBezTo>
                  <a:cubicBezTo>
                    <a:pt x="291" y="982"/>
                    <a:pt x="502" y="861"/>
                    <a:pt x="675" y="713"/>
                  </a:cubicBezTo>
                  <a:cubicBezTo>
                    <a:pt x="915" y="506"/>
                    <a:pt x="1131" y="275"/>
                    <a:pt x="1386" y="83"/>
                  </a:cubicBezTo>
                  <a:cubicBezTo>
                    <a:pt x="1422" y="57"/>
                    <a:pt x="1401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29"/>
            <p:cNvSpPr/>
            <p:nvPr/>
          </p:nvSpPr>
          <p:spPr>
            <a:xfrm>
              <a:off x="904744" y="3069418"/>
              <a:ext cx="176488" cy="233900"/>
            </a:xfrm>
            <a:custGeom>
              <a:rect b="b" l="l" r="r" t="t"/>
              <a:pathLst>
                <a:path extrusionOk="0" h="1124" w="1242">
                  <a:moveTo>
                    <a:pt x="1182" y="1"/>
                  </a:moveTo>
                  <a:cubicBezTo>
                    <a:pt x="1176" y="1"/>
                    <a:pt x="1171" y="2"/>
                    <a:pt x="1166" y="4"/>
                  </a:cubicBezTo>
                  <a:cubicBezTo>
                    <a:pt x="941" y="106"/>
                    <a:pt x="780" y="321"/>
                    <a:pt x="595" y="482"/>
                  </a:cubicBezTo>
                  <a:cubicBezTo>
                    <a:pt x="488" y="573"/>
                    <a:pt x="376" y="663"/>
                    <a:pt x="272" y="757"/>
                  </a:cubicBezTo>
                  <a:cubicBezTo>
                    <a:pt x="194" y="825"/>
                    <a:pt x="78" y="905"/>
                    <a:pt x="34" y="998"/>
                  </a:cubicBezTo>
                  <a:cubicBezTo>
                    <a:pt x="1" y="1069"/>
                    <a:pt x="56" y="1123"/>
                    <a:pt x="110" y="1123"/>
                  </a:cubicBezTo>
                  <a:cubicBezTo>
                    <a:pt x="141" y="1123"/>
                    <a:pt x="172" y="1105"/>
                    <a:pt x="186" y="1063"/>
                  </a:cubicBezTo>
                  <a:cubicBezTo>
                    <a:pt x="224" y="978"/>
                    <a:pt x="372" y="875"/>
                    <a:pt x="436" y="813"/>
                  </a:cubicBezTo>
                  <a:cubicBezTo>
                    <a:pt x="528" y="723"/>
                    <a:pt x="624" y="638"/>
                    <a:pt x="718" y="548"/>
                  </a:cubicBezTo>
                  <a:cubicBezTo>
                    <a:pt x="884" y="386"/>
                    <a:pt x="1028" y="206"/>
                    <a:pt x="1212" y="63"/>
                  </a:cubicBezTo>
                  <a:cubicBezTo>
                    <a:pt x="1242" y="38"/>
                    <a:pt x="1213" y="1"/>
                    <a:pt x="1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29"/>
            <p:cNvSpPr/>
            <p:nvPr/>
          </p:nvSpPr>
          <p:spPr>
            <a:xfrm>
              <a:off x="940838" y="3046943"/>
              <a:ext cx="194819" cy="239103"/>
            </a:xfrm>
            <a:custGeom>
              <a:rect b="b" l="l" r="r" t="t"/>
              <a:pathLst>
                <a:path extrusionOk="0" h="1149" w="1371">
                  <a:moveTo>
                    <a:pt x="1311" y="1"/>
                  </a:moveTo>
                  <a:cubicBezTo>
                    <a:pt x="1305" y="1"/>
                    <a:pt x="1298" y="3"/>
                    <a:pt x="1291" y="8"/>
                  </a:cubicBezTo>
                  <a:cubicBezTo>
                    <a:pt x="870" y="321"/>
                    <a:pt x="470" y="652"/>
                    <a:pt x="70" y="990"/>
                  </a:cubicBezTo>
                  <a:cubicBezTo>
                    <a:pt x="0" y="1050"/>
                    <a:pt x="68" y="1149"/>
                    <a:pt x="139" y="1149"/>
                  </a:cubicBezTo>
                  <a:cubicBezTo>
                    <a:pt x="160" y="1149"/>
                    <a:pt x="181" y="1141"/>
                    <a:pt x="199" y="1121"/>
                  </a:cubicBezTo>
                  <a:cubicBezTo>
                    <a:pt x="551" y="746"/>
                    <a:pt x="951" y="408"/>
                    <a:pt x="1341" y="73"/>
                  </a:cubicBezTo>
                  <a:cubicBezTo>
                    <a:pt x="1370" y="49"/>
                    <a:pt x="1343" y="1"/>
                    <a:pt x="1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29"/>
            <p:cNvSpPr/>
            <p:nvPr/>
          </p:nvSpPr>
          <p:spPr>
            <a:xfrm>
              <a:off x="1014731" y="3053394"/>
              <a:ext cx="172509" cy="237854"/>
            </a:xfrm>
            <a:custGeom>
              <a:rect b="b" l="l" r="r" t="t"/>
              <a:pathLst>
                <a:path extrusionOk="0" h="1143" w="1214">
                  <a:moveTo>
                    <a:pt x="1143" y="1"/>
                  </a:moveTo>
                  <a:cubicBezTo>
                    <a:pt x="1135" y="1"/>
                    <a:pt x="1127" y="3"/>
                    <a:pt x="1119" y="6"/>
                  </a:cubicBezTo>
                  <a:lnTo>
                    <a:pt x="1117" y="6"/>
                  </a:lnTo>
                  <a:cubicBezTo>
                    <a:pt x="1096" y="21"/>
                    <a:pt x="1075" y="35"/>
                    <a:pt x="1052" y="52"/>
                  </a:cubicBezTo>
                  <a:cubicBezTo>
                    <a:pt x="1019" y="75"/>
                    <a:pt x="982" y="100"/>
                    <a:pt x="959" y="131"/>
                  </a:cubicBezTo>
                  <a:cubicBezTo>
                    <a:pt x="821" y="250"/>
                    <a:pt x="694" y="390"/>
                    <a:pt x="561" y="511"/>
                  </a:cubicBezTo>
                  <a:cubicBezTo>
                    <a:pt x="388" y="671"/>
                    <a:pt x="175" y="823"/>
                    <a:pt x="39" y="1015"/>
                  </a:cubicBezTo>
                  <a:cubicBezTo>
                    <a:pt x="1" y="1071"/>
                    <a:pt x="56" y="1143"/>
                    <a:pt x="114" y="1143"/>
                  </a:cubicBezTo>
                  <a:cubicBezTo>
                    <a:pt x="128" y="1143"/>
                    <a:pt x="141" y="1139"/>
                    <a:pt x="154" y="1130"/>
                  </a:cubicBezTo>
                  <a:cubicBezTo>
                    <a:pt x="348" y="996"/>
                    <a:pt x="511" y="794"/>
                    <a:pt x="677" y="627"/>
                  </a:cubicBezTo>
                  <a:cubicBezTo>
                    <a:pt x="850" y="456"/>
                    <a:pt x="1061" y="286"/>
                    <a:pt x="1190" y="77"/>
                  </a:cubicBezTo>
                  <a:cubicBezTo>
                    <a:pt x="1214" y="38"/>
                    <a:pt x="1180" y="1"/>
                    <a:pt x="1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29"/>
            <p:cNvSpPr/>
            <p:nvPr/>
          </p:nvSpPr>
          <p:spPr>
            <a:xfrm>
              <a:off x="1065603" y="3064423"/>
              <a:ext cx="163131" cy="209761"/>
            </a:xfrm>
            <a:custGeom>
              <a:rect b="b" l="l" r="r" t="t"/>
              <a:pathLst>
                <a:path extrusionOk="0" h="1008" w="1148">
                  <a:moveTo>
                    <a:pt x="1093" y="0"/>
                  </a:moveTo>
                  <a:cubicBezTo>
                    <a:pt x="1086" y="0"/>
                    <a:pt x="1078" y="2"/>
                    <a:pt x="1072" y="5"/>
                  </a:cubicBezTo>
                  <a:cubicBezTo>
                    <a:pt x="1072" y="5"/>
                    <a:pt x="1072" y="5"/>
                    <a:pt x="1072" y="3"/>
                  </a:cubicBezTo>
                  <a:cubicBezTo>
                    <a:pt x="880" y="107"/>
                    <a:pt x="703" y="264"/>
                    <a:pt x="534" y="401"/>
                  </a:cubicBezTo>
                  <a:cubicBezTo>
                    <a:pt x="367" y="541"/>
                    <a:pt x="236" y="716"/>
                    <a:pt x="71" y="858"/>
                  </a:cubicBezTo>
                  <a:cubicBezTo>
                    <a:pt x="0" y="919"/>
                    <a:pt x="65" y="1007"/>
                    <a:pt x="141" y="1007"/>
                  </a:cubicBezTo>
                  <a:cubicBezTo>
                    <a:pt x="161" y="1007"/>
                    <a:pt x="181" y="1001"/>
                    <a:pt x="200" y="987"/>
                  </a:cubicBezTo>
                  <a:cubicBezTo>
                    <a:pt x="378" y="847"/>
                    <a:pt x="501" y="639"/>
                    <a:pt x="667" y="485"/>
                  </a:cubicBezTo>
                  <a:cubicBezTo>
                    <a:pt x="761" y="397"/>
                    <a:pt x="859" y="312"/>
                    <a:pt x="959" y="230"/>
                  </a:cubicBezTo>
                  <a:cubicBezTo>
                    <a:pt x="1020" y="178"/>
                    <a:pt x="1109" y="133"/>
                    <a:pt x="1136" y="55"/>
                  </a:cubicBezTo>
                  <a:cubicBezTo>
                    <a:pt x="1148" y="23"/>
                    <a:pt x="1121" y="0"/>
                    <a:pt x="10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29"/>
            <p:cNvSpPr/>
            <p:nvPr/>
          </p:nvSpPr>
          <p:spPr>
            <a:xfrm>
              <a:off x="1114202" y="3062342"/>
              <a:ext cx="170662" cy="213507"/>
            </a:xfrm>
            <a:custGeom>
              <a:rect b="b" l="l" r="r" t="t"/>
              <a:pathLst>
                <a:path extrusionOk="0" h="1026" w="1201">
                  <a:moveTo>
                    <a:pt x="1154" y="0"/>
                  </a:moveTo>
                  <a:cubicBezTo>
                    <a:pt x="1148" y="0"/>
                    <a:pt x="1142" y="2"/>
                    <a:pt x="1136" y="5"/>
                  </a:cubicBezTo>
                  <a:cubicBezTo>
                    <a:pt x="880" y="128"/>
                    <a:pt x="636" y="361"/>
                    <a:pt x="419" y="545"/>
                  </a:cubicBezTo>
                  <a:cubicBezTo>
                    <a:pt x="309" y="639"/>
                    <a:pt x="196" y="728"/>
                    <a:pt x="90" y="824"/>
                  </a:cubicBezTo>
                  <a:cubicBezTo>
                    <a:pt x="40" y="868"/>
                    <a:pt x="0" y="895"/>
                    <a:pt x="13" y="968"/>
                  </a:cubicBezTo>
                  <a:cubicBezTo>
                    <a:pt x="20" y="1005"/>
                    <a:pt x="59" y="1026"/>
                    <a:pt x="94" y="1026"/>
                  </a:cubicBezTo>
                  <a:cubicBezTo>
                    <a:pt x="99" y="1026"/>
                    <a:pt x="105" y="1025"/>
                    <a:pt x="111" y="1024"/>
                  </a:cubicBezTo>
                  <a:cubicBezTo>
                    <a:pt x="117" y="1022"/>
                    <a:pt x="123" y="1020"/>
                    <a:pt x="127" y="1020"/>
                  </a:cubicBezTo>
                  <a:cubicBezTo>
                    <a:pt x="152" y="1014"/>
                    <a:pt x="169" y="995"/>
                    <a:pt x="175" y="972"/>
                  </a:cubicBezTo>
                  <a:cubicBezTo>
                    <a:pt x="200" y="953"/>
                    <a:pt x="242" y="922"/>
                    <a:pt x="261" y="905"/>
                  </a:cubicBezTo>
                  <a:cubicBezTo>
                    <a:pt x="379" y="801"/>
                    <a:pt x="488" y="684"/>
                    <a:pt x="602" y="576"/>
                  </a:cubicBezTo>
                  <a:cubicBezTo>
                    <a:pt x="786" y="407"/>
                    <a:pt x="1024" y="255"/>
                    <a:pt x="1180" y="61"/>
                  </a:cubicBezTo>
                  <a:cubicBezTo>
                    <a:pt x="1201" y="35"/>
                    <a:pt x="1182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9"/>
            <p:cNvSpPr/>
            <p:nvPr/>
          </p:nvSpPr>
          <p:spPr>
            <a:xfrm>
              <a:off x="1171043" y="3048192"/>
              <a:ext cx="182741" cy="247219"/>
            </a:xfrm>
            <a:custGeom>
              <a:rect b="b" l="l" r="r" t="t"/>
              <a:pathLst>
                <a:path extrusionOk="0" h="1188" w="1286">
                  <a:moveTo>
                    <a:pt x="1234" y="0"/>
                  </a:moveTo>
                  <a:cubicBezTo>
                    <a:pt x="1231" y="0"/>
                    <a:pt x="1227" y="1"/>
                    <a:pt x="1224" y="2"/>
                  </a:cubicBezTo>
                  <a:cubicBezTo>
                    <a:pt x="972" y="106"/>
                    <a:pt x="782" y="352"/>
                    <a:pt x="563" y="513"/>
                  </a:cubicBezTo>
                  <a:cubicBezTo>
                    <a:pt x="357" y="665"/>
                    <a:pt x="109" y="819"/>
                    <a:pt x="21" y="1075"/>
                  </a:cubicBezTo>
                  <a:cubicBezTo>
                    <a:pt x="0" y="1138"/>
                    <a:pt x="59" y="1187"/>
                    <a:pt x="113" y="1187"/>
                  </a:cubicBezTo>
                  <a:cubicBezTo>
                    <a:pt x="140" y="1187"/>
                    <a:pt x="167" y="1174"/>
                    <a:pt x="182" y="1144"/>
                  </a:cubicBezTo>
                  <a:cubicBezTo>
                    <a:pt x="305" y="894"/>
                    <a:pt x="513" y="746"/>
                    <a:pt x="719" y="571"/>
                  </a:cubicBezTo>
                  <a:cubicBezTo>
                    <a:pt x="907" y="409"/>
                    <a:pt x="1065" y="219"/>
                    <a:pt x="1259" y="63"/>
                  </a:cubicBezTo>
                  <a:cubicBezTo>
                    <a:pt x="1285" y="44"/>
                    <a:pt x="1263" y="0"/>
                    <a:pt x="1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9"/>
            <p:cNvSpPr/>
            <p:nvPr/>
          </p:nvSpPr>
          <p:spPr>
            <a:xfrm>
              <a:off x="1214669" y="3051730"/>
              <a:ext cx="200929" cy="260329"/>
            </a:xfrm>
            <a:custGeom>
              <a:rect b="b" l="l" r="r" t="t"/>
              <a:pathLst>
                <a:path extrusionOk="0" h="1251" w="1414">
                  <a:moveTo>
                    <a:pt x="1358" y="0"/>
                  </a:moveTo>
                  <a:cubicBezTo>
                    <a:pt x="1352" y="0"/>
                    <a:pt x="1346" y="2"/>
                    <a:pt x="1340" y="6"/>
                  </a:cubicBezTo>
                  <a:cubicBezTo>
                    <a:pt x="1036" y="187"/>
                    <a:pt x="798" y="448"/>
                    <a:pt x="510" y="650"/>
                  </a:cubicBezTo>
                  <a:cubicBezTo>
                    <a:pt x="317" y="787"/>
                    <a:pt x="121" y="917"/>
                    <a:pt x="27" y="1142"/>
                  </a:cubicBezTo>
                  <a:cubicBezTo>
                    <a:pt x="0" y="1206"/>
                    <a:pt x="57" y="1251"/>
                    <a:pt x="114" y="1251"/>
                  </a:cubicBezTo>
                  <a:cubicBezTo>
                    <a:pt x="150" y="1251"/>
                    <a:pt x="187" y="1233"/>
                    <a:pt x="202" y="1190"/>
                  </a:cubicBezTo>
                  <a:cubicBezTo>
                    <a:pt x="285" y="958"/>
                    <a:pt x="540" y="825"/>
                    <a:pt x="719" y="675"/>
                  </a:cubicBezTo>
                  <a:cubicBezTo>
                    <a:pt x="948" y="481"/>
                    <a:pt x="1150" y="256"/>
                    <a:pt x="1386" y="64"/>
                  </a:cubicBezTo>
                  <a:cubicBezTo>
                    <a:pt x="1413" y="42"/>
                    <a:pt x="1388" y="0"/>
                    <a:pt x="1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9"/>
            <p:cNvSpPr/>
            <p:nvPr/>
          </p:nvSpPr>
          <p:spPr>
            <a:xfrm>
              <a:off x="1273499" y="3057972"/>
              <a:ext cx="179188" cy="218501"/>
            </a:xfrm>
            <a:custGeom>
              <a:rect b="b" l="l" r="r" t="t"/>
              <a:pathLst>
                <a:path extrusionOk="0" h="1050" w="1261">
                  <a:moveTo>
                    <a:pt x="1225" y="0"/>
                  </a:moveTo>
                  <a:cubicBezTo>
                    <a:pt x="1222" y="0"/>
                    <a:pt x="1219" y="1"/>
                    <a:pt x="1216" y="3"/>
                  </a:cubicBezTo>
                  <a:cubicBezTo>
                    <a:pt x="968" y="155"/>
                    <a:pt x="747" y="334"/>
                    <a:pt x="515" y="509"/>
                  </a:cubicBezTo>
                  <a:cubicBezTo>
                    <a:pt x="344" y="639"/>
                    <a:pt x="173" y="753"/>
                    <a:pt x="44" y="928"/>
                  </a:cubicBezTo>
                  <a:cubicBezTo>
                    <a:pt x="0" y="987"/>
                    <a:pt x="60" y="1050"/>
                    <a:pt x="119" y="1050"/>
                  </a:cubicBezTo>
                  <a:cubicBezTo>
                    <a:pt x="144" y="1050"/>
                    <a:pt x="169" y="1039"/>
                    <a:pt x="186" y="1012"/>
                  </a:cubicBezTo>
                  <a:cubicBezTo>
                    <a:pt x="309" y="818"/>
                    <a:pt x="501" y="687"/>
                    <a:pt x="667" y="537"/>
                  </a:cubicBezTo>
                  <a:cubicBezTo>
                    <a:pt x="855" y="366"/>
                    <a:pt x="1043" y="197"/>
                    <a:pt x="1243" y="41"/>
                  </a:cubicBezTo>
                  <a:cubicBezTo>
                    <a:pt x="1260" y="26"/>
                    <a:pt x="1244" y="0"/>
                    <a:pt x="1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9"/>
            <p:cNvSpPr/>
            <p:nvPr/>
          </p:nvSpPr>
          <p:spPr>
            <a:xfrm>
              <a:off x="1306040" y="3054643"/>
              <a:ext cx="201640" cy="256167"/>
            </a:xfrm>
            <a:custGeom>
              <a:rect b="b" l="l" r="r" t="t"/>
              <a:pathLst>
                <a:path extrusionOk="0" h="1231" w="1419">
                  <a:moveTo>
                    <a:pt x="1360" y="0"/>
                  </a:moveTo>
                  <a:cubicBezTo>
                    <a:pt x="1351" y="0"/>
                    <a:pt x="1341" y="3"/>
                    <a:pt x="1333" y="11"/>
                  </a:cubicBezTo>
                  <a:cubicBezTo>
                    <a:pt x="1039" y="269"/>
                    <a:pt x="728" y="498"/>
                    <a:pt x="415" y="734"/>
                  </a:cubicBezTo>
                  <a:cubicBezTo>
                    <a:pt x="307" y="817"/>
                    <a:pt x="1" y="1001"/>
                    <a:pt x="57" y="1174"/>
                  </a:cubicBezTo>
                  <a:cubicBezTo>
                    <a:pt x="69" y="1209"/>
                    <a:pt x="106" y="1230"/>
                    <a:pt x="142" y="1230"/>
                  </a:cubicBezTo>
                  <a:cubicBezTo>
                    <a:pt x="174" y="1230"/>
                    <a:pt x="205" y="1213"/>
                    <a:pt x="213" y="1174"/>
                  </a:cubicBezTo>
                  <a:cubicBezTo>
                    <a:pt x="245" y="999"/>
                    <a:pt x="526" y="836"/>
                    <a:pt x="657" y="734"/>
                  </a:cubicBezTo>
                  <a:cubicBezTo>
                    <a:pt x="916" y="532"/>
                    <a:pt x="1172" y="317"/>
                    <a:pt x="1391" y="69"/>
                  </a:cubicBezTo>
                  <a:cubicBezTo>
                    <a:pt x="1418" y="38"/>
                    <a:pt x="1392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9"/>
            <p:cNvSpPr/>
            <p:nvPr/>
          </p:nvSpPr>
          <p:spPr>
            <a:xfrm>
              <a:off x="1356771" y="3060678"/>
              <a:ext cx="197235" cy="245346"/>
            </a:xfrm>
            <a:custGeom>
              <a:rect b="b" l="l" r="r" t="t"/>
              <a:pathLst>
                <a:path extrusionOk="0" h="1179" w="1388">
                  <a:moveTo>
                    <a:pt x="1339" y="0"/>
                  </a:moveTo>
                  <a:cubicBezTo>
                    <a:pt x="1332" y="0"/>
                    <a:pt x="1325" y="3"/>
                    <a:pt x="1317" y="9"/>
                  </a:cubicBezTo>
                  <a:cubicBezTo>
                    <a:pt x="894" y="334"/>
                    <a:pt x="444" y="653"/>
                    <a:pt x="63" y="1026"/>
                  </a:cubicBezTo>
                  <a:cubicBezTo>
                    <a:pt x="0" y="1088"/>
                    <a:pt x="62" y="1178"/>
                    <a:pt x="130" y="1178"/>
                  </a:cubicBezTo>
                  <a:cubicBezTo>
                    <a:pt x="151" y="1178"/>
                    <a:pt x="172" y="1170"/>
                    <a:pt x="190" y="1151"/>
                  </a:cubicBezTo>
                  <a:cubicBezTo>
                    <a:pt x="550" y="763"/>
                    <a:pt x="1038" y="490"/>
                    <a:pt x="1365" y="73"/>
                  </a:cubicBezTo>
                  <a:cubicBezTo>
                    <a:pt x="1387" y="46"/>
                    <a:pt x="1368" y="0"/>
                    <a:pt x="1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9"/>
            <p:cNvSpPr/>
            <p:nvPr/>
          </p:nvSpPr>
          <p:spPr>
            <a:xfrm>
              <a:off x="1404659" y="3058597"/>
              <a:ext cx="192546" cy="250964"/>
            </a:xfrm>
            <a:custGeom>
              <a:rect b="b" l="l" r="r" t="t"/>
              <a:pathLst>
                <a:path extrusionOk="0" h="1206" w="1355">
                  <a:moveTo>
                    <a:pt x="1348" y="1"/>
                  </a:moveTo>
                  <a:cubicBezTo>
                    <a:pt x="1347" y="1"/>
                    <a:pt x="1346" y="1"/>
                    <a:pt x="1345" y="2"/>
                  </a:cubicBezTo>
                  <a:cubicBezTo>
                    <a:pt x="1085" y="263"/>
                    <a:pt x="753" y="448"/>
                    <a:pt x="463" y="673"/>
                  </a:cubicBezTo>
                  <a:cubicBezTo>
                    <a:pt x="351" y="763"/>
                    <a:pt x="1" y="982"/>
                    <a:pt x="38" y="1153"/>
                  </a:cubicBezTo>
                  <a:cubicBezTo>
                    <a:pt x="46" y="1189"/>
                    <a:pt x="75" y="1206"/>
                    <a:pt x="106" y="1206"/>
                  </a:cubicBezTo>
                  <a:cubicBezTo>
                    <a:pt x="125" y="1206"/>
                    <a:pt x="146" y="1199"/>
                    <a:pt x="161" y="1186"/>
                  </a:cubicBezTo>
                  <a:cubicBezTo>
                    <a:pt x="170" y="1180"/>
                    <a:pt x="178" y="1171"/>
                    <a:pt x="186" y="1165"/>
                  </a:cubicBezTo>
                  <a:cubicBezTo>
                    <a:pt x="217" y="1140"/>
                    <a:pt x="215" y="1107"/>
                    <a:pt x="197" y="1082"/>
                  </a:cubicBezTo>
                  <a:cubicBezTo>
                    <a:pt x="253" y="1007"/>
                    <a:pt x="445" y="834"/>
                    <a:pt x="468" y="811"/>
                  </a:cubicBezTo>
                  <a:cubicBezTo>
                    <a:pt x="563" y="719"/>
                    <a:pt x="666" y="634"/>
                    <a:pt x="768" y="548"/>
                  </a:cubicBezTo>
                  <a:cubicBezTo>
                    <a:pt x="972" y="375"/>
                    <a:pt x="1166" y="200"/>
                    <a:pt x="1351" y="8"/>
                  </a:cubicBezTo>
                  <a:cubicBezTo>
                    <a:pt x="1354" y="5"/>
                    <a:pt x="1352" y="1"/>
                    <a:pt x="13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9"/>
            <p:cNvSpPr/>
            <p:nvPr/>
          </p:nvSpPr>
          <p:spPr>
            <a:xfrm>
              <a:off x="1467753" y="3047776"/>
              <a:ext cx="194109" cy="245970"/>
            </a:xfrm>
            <a:custGeom>
              <a:rect b="b" l="l" r="r" t="t"/>
              <a:pathLst>
                <a:path extrusionOk="0" h="1182" w="1366">
                  <a:moveTo>
                    <a:pt x="1300" y="0"/>
                  </a:moveTo>
                  <a:cubicBezTo>
                    <a:pt x="1291" y="0"/>
                    <a:pt x="1281" y="3"/>
                    <a:pt x="1272" y="10"/>
                  </a:cubicBezTo>
                  <a:cubicBezTo>
                    <a:pt x="1016" y="215"/>
                    <a:pt x="757" y="419"/>
                    <a:pt x="499" y="621"/>
                  </a:cubicBezTo>
                  <a:cubicBezTo>
                    <a:pt x="334" y="748"/>
                    <a:pt x="113" y="865"/>
                    <a:pt x="26" y="1063"/>
                  </a:cubicBezTo>
                  <a:cubicBezTo>
                    <a:pt x="1" y="1117"/>
                    <a:pt x="45" y="1181"/>
                    <a:pt x="95" y="1181"/>
                  </a:cubicBezTo>
                  <a:cubicBezTo>
                    <a:pt x="112" y="1181"/>
                    <a:pt x="130" y="1174"/>
                    <a:pt x="147" y="1157"/>
                  </a:cubicBezTo>
                  <a:cubicBezTo>
                    <a:pt x="501" y="759"/>
                    <a:pt x="934" y="425"/>
                    <a:pt x="1332" y="69"/>
                  </a:cubicBezTo>
                  <a:cubicBezTo>
                    <a:pt x="1365" y="41"/>
                    <a:pt x="1335" y="0"/>
                    <a:pt x="1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9"/>
            <p:cNvSpPr/>
            <p:nvPr/>
          </p:nvSpPr>
          <p:spPr>
            <a:xfrm>
              <a:off x="1525304" y="3037995"/>
              <a:ext cx="193824" cy="242849"/>
            </a:xfrm>
            <a:custGeom>
              <a:rect b="b" l="l" r="r" t="t"/>
              <a:pathLst>
                <a:path extrusionOk="0" h="1167" w="1364">
                  <a:moveTo>
                    <a:pt x="1312" y="1"/>
                  </a:moveTo>
                  <a:cubicBezTo>
                    <a:pt x="1303" y="1"/>
                    <a:pt x="1294" y="4"/>
                    <a:pt x="1286" y="11"/>
                  </a:cubicBezTo>
                  <a:cubicBezTo>
                    <a:pt x="921" y="357"/>
                    <a:pt x="236" y="549"/>
                    <a:pt x="29" y="1039"/>
                  </a:cubicBezTo>
                  <a:cubicBezTo>
                    <a:pt x="1" y="1106"/>
                    <a:pt x="53" y="1167"/>
                    <a:pt x="106" y="1167"/>
                  </a:cubicBezTo>
                  <a:cubicBezTo>
                    <a:pt x="131" y="1167"/>
                    <a:pt x="155" y="1154"/>
                    <a:pt x="173" y="1124"/>
                  </a:cubicBezTo>
                  <a:cubicBezTo>
                    <a:pt x="454" y="662"/>
                    <a:pt x="982" y="455"/>
                    <a:pt x="1338" y="64"/>
                  </a:cubicBezTo>
                  <a:cubicBezTo>
                    <a:pt x="1364" y="36"/>
                    <a:pt x="1340" y="1"/>
                    <a:pt x="1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9"/>
            <p:cNvSpPr/>
            <p:nvPr/>
          </p:nvSpPr>
          <p:spPr>
            <a:xfrm>
              <a:off x="1573619" y="3055475"/>
              <a:ext cx="182883" cy="232652"/>
            </a:xfrm>
            <a:custGeom>
              <a:rect b="b" l="l" r="r" t="t"/>
              <a:pathLst>
                <a:path extrusionOk="0" h="1118" w="1287">
                  <a:moveTo>
                    <a:pt x="1239" y="0"/>
                  </a:moveTo>
                  <a:cubicBezTo>
                    <a:pt x="1226" y="0"/>
                    <a:pt x="1212" y="5"/>
                    <a:pt x="1204" y="17"/>
                  </a:cubicBezTo>
                  <a:cubicBezTo>
                    <a:pt x="1056" y="223"/>
                    <a:pt x="813" y="355"/>
                    <a:pt x="610" y="505"/>
                  </a:cubicBezTo>
                  <a:cubicBezTo>
                    <a:pt x="417" y="647"/>
                    <a:pt x="223" y="784"/>
                    <a:pt x="62" y="967"/>
                  </a:cubicBezTo>
                  <a:cubicBezTo>
                    <a:pt x="1" y="1038"/>
                    <a:pt x="60" y="1118"/>
                    <a:pt x="128" y="1118"/>
                  </a:cubicBezTo>
                  <a:cubicBezTo>
                    <a:pt x="154" y="1118"/>
                    <a:pt x="182" y="1106"/>
                    <a:pt x="204" y="1076"/>
                  </a:cubicBezTo>
                  <a:cubicBezTo>
                    <a:pt x="379" y="851"/>
                    <a:pt x="617" y="669"/>
                    <a:pt x="838" y="490"/>
                  </a:cubicBezTo>
                  <a:cubicBezTo>
                    <a:pt x="996" y="361"/>
                    <a:pt x="1194" y="242"/>
                    <a:pt x="1275" y="46"/>
                  </a:cubicBezTo>
                  <a:cubicBezTo>
                    <a:pt x="1286" y="18"/>
                    <a:pt x="1263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9"/>
            <p:cNvSpPr/>
            <p:nvPr/>
          </p:nvSpPr>
          <p:spPr>
            <a:xfrm>
              <a:off x="1642112" y="3060262"/>
              <a:ext cx="181320" cy="229530"/>
            </a:xfrm>
            <a:custGeom>
              <a:rect b="b" l="l" r="r" t="t"/>
              <a:pathLst>
                <a:path extrusionOk="0" h="1103" w="1276">
                  <a:moveTo>
                    <a:pt x="1201" y="1"/>
                  </a:moveTo>
                  <a:cubicBezTo>
                    <a:pt x="1193" y="1"/>
                    <a:pt x="1185" y="3"/>
                    <a:pt x="1177" y="7"/>
                  </a:cubicBezTo>
                  <a:cubicBezTo>
                    <a:pt x="1177" y="7"/>
                    <a:pt x="1175" y="5"/>
                    <a:pt x="1175" y="5"/>
                  </a:cubicBezTo>
                  <a:cubicBezTo>
                    <a:pt x="933" y="155"/>
                    <a:pt x="747" y="384"/>
                    <a:pt x="520" y="555"/>
                  </a:cubicBezTo>
                  <a:cubicBezTo>
                    <a:pt x="351" y="684"/>
                    <a:pt x="143" y="792"/>
                    <a:pt x="37" y="982"/>
                  </a:cubicBezTo>
                  <a:cubicBezTo>
                    <a:pt x="1" y="1049"/>
                    <a:pt x="54" y="1103"/>
                    <a:pt x="110" y="1103"/>
                  </a:cubicBezTo>
                  <a:cubicBezTo>
                    <a:pt x="136" y="1103"/>
                    <a:pt x="161" y="1092"/>
                    <a:pt x="180" y="1067"/>
                  </a:cubicBezTo>
                  <a:cubicBezTo>
                    <a:pt x="314" y="888"/>
                    <a:pt x="499" y="776"/>
                    <a:pt x="666" y="632"/>
                  </a:cubicBezTo>
                  <a:cubicBezTo>
                    <a:pt x="864" y="461"/>
                    <a:pt x="1052" y="269"/>
                    <a:pt x="1239" y="86"/>
                  </a:cubicBezTo>
                  <a:cubicBezTo>
                    <a:pt x="1276" y="49"/>
                    <a:pt x="1242" y="1"/>
                    <a:pt x="1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9"/>
            <p:cNvSpPr/>
            <p:nvPr/>
          </p:nvSpPr>
          <p:spPr>
            <a:xfrm>
              <a:off x="1694548" y="3068793"/>
              <a:ext cx="182030" cy="228074"/>
            </a:xfrm>
            <a:custGeom>
              <a:rect b="b" l="l" r="r" t="t"/>
              <a:pathLst>
                <a:path extrusionOk="0" h="1096" w="1281">
                  <a:moveTo>
                    <a:pt x="1219" y="1"/>
                  </a:moveTo>
                  <a:cubicBezTo>
                    <a:pt x="1009" y="1"/>
                    <a:pt x="805" y="233"/>
                    <a:pt x="668" y="362"/>
                  </a:cubicBezTo>
                  <a:cubicBezTo>
                    <a:pt x="466" y="551"/>
                    <a:pt x="149" y="720"/>
                    <a:pt x="32" y="974"/>
                  </a:cubicBezTo>
                  <a:cubicBezTo>
                    <a:pt x="0" y="1044"/>
                    <a:pt x="53" y="1096"/>
                    <a:pt x="106" y="1096"/>
                  </a:cubicBezTo>
                  <a:cubicBezTo>
                    <a:pt x="137" y="1096"/>
                    <a:pt x="168" y="1079"/>
                    <a:pt x="185" y="1039"/>
                  </a:cubicBezTo>
                  <a:cubicBezTo>
                    <a:pt x="274" y="822"/>
                    <a:pt x="545" y="668"/>
                    <a:pt x="706" y="501"/>
                  </a:cubicBezTo>
                  <a:cubicBezTo>
                    <a:pt x="829" y="374"/>
                    <a:pt x="1041" y="84"/>
                    <a:pt x="1233" y="76"/>
                  </a:cubicBezTo>
                  <a:cubicBezTo>
                    <a:pt x="1281" y="74"/>
                    <a:pt x="1281" y="3"/>
                    <a:pt x="1233" y="1"/>
                  </a:cubicBezTo>
                  <a:cubicBezTo>
                    <a:pt x="1228" y="1"/>
                    <a:pt x="1224" y="1"/>
                    <a:pt x="1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9"/>
            <p:cNvSpPr/>
            <p:nvPr/>
          </p:nvSpPr>
          <p:spPr>
            <a:xfrm>
              <a:off x="1736894" y="3050481"/>
              <a:ext cx="195388" cy="239311"/>
            </a:xfrm>
            <a:custGeom>
              <a:rect b="b" l="l" r="r" t="t"/>
              <a:pathLst>
                <a:path extrusionOk="0" h="1150" w="1375">
                  <a:moveTo>
                    <a:pt x="1315" y="1"/>
                  </a:moveTo>
                  <a:cubicBezTo>
                    <a:pt x="1305" y="1"/>
                    <a:pt x="1295" y="5"/>
                    <a:pt x="1285" y="14"/>
                  </a:cubicBezTo>
                  <a:cubicBezTo>
                    <a:pt x="1029" y="245"/>
                    <a:pt x="720" y="429"/>
                    <a:pt x="435" y="623"/>
                  </a:cubicBezTo>
                  <a:cubicBezTo>
                    <a:pt x="280" y="729"/>
                    <a:pt x="32" y="864"/>
                    <a:pt x="7" y="1071"/>
                  </a:cubicBezTo>
                  <a:cubicBezTo>
                    <a:pt x="1" y="1124"/>
                    <a:pt x="38" y="1150"/>
                    <a:pt x="79" y="1150"/>
                  </a:cubicBezTo>
                  <a:cubicBezTo>
                    <a:pt x="115" y="1150"/>
                    <a:pt x="153" y="1130"/>
                    <a:pt x="168" y="1094"/>
                  </a:cubicBezTo>
                  <a:cubicBezTo>
                    <a:pt x="247" y="889"/>
                    <a:pt x="506" y="758"/>
                    <a:pt x="672" y="631"/>
                  </a:cubicBezTo>
                  <a:cubicBezTo>
                    <a:pt x="904" y="454"/>
                    <a:pt x="1154" y="293"/>
                    <a:pt x="1345" y="74"/>
                  </a:cubicBezTo>
                  <a:cubicBezTo>
                    <a:pt x="1374" y="43"/>
                    <a:pt x="1348" y="1"/>
                    <a:pt x="1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9"/>
            <p:cNvSpPr/>
            <p:nvPr/>
          </p:nvSpPr>
          <p:spPr>
            <a:xfrm>
              <a:off x="1784357" y="3046527"/>
              <a:ext cx="214571" cy="259704"/>
            </a:xfrm>
            <a:custGeom>
              <a:rect b="b" l="l" r="r" t="t"/>
              <a:pathLst>
                <a:path extrusionOk="0" h="1248" w="1510">
                  <a:moveTo>
                    <a:pt x="1446" y="0"/>
                  </a:moveTo>
                  <a:cubicBezTo>
                    <a:pt x="1439" y="0"/>
                    <a:pt x="1431" y="2"/>
                    <a:pt x="1424" y="8"/>
                  </a:cubicBezTo>
                  <a:cubicBezTo>
                    <a:pt x="1087" y="260"/>
                    <a:pt x="766" y="529"/>
                    <a:pt x="426" y="779"/>
                  </a:cubicBezTo>
                  <a:cubicBezTo>
                    <a:pt x="324" y="854"/>
                    <a:pt x="1" y="1023"/>
                    <a:pt x="11" y="1173"/>
                  </a:cubicBezTo>
                  <a:cubicBezTo>
                    <a:pt x="14" y="1216"/>
                    <a:pt x="54" y="1248"/>
                    <a:pt x="93" y="1248"/>
                  </a:cubicBezTo>
                  <a:cubicBezTo>
                    <a:pt x="115" y="1248"/>
                    <a:pt x="138" y="1237"/>
                    <a:pt x="151" y="1211"/>
                  </a:cubicBezTo>
                  <a:cubicBezTo>
                    <a:pt x="226" y="1061"/>
                    <a:pt x="482" y="925"/>
                    <a:pt x="611" y="819"/>
                  </a:cubicBezTo>
                  <a:cubicBezTo>
                    <a:pt x="903" y="577"/>
                    <a:pt x="1184" y="319"/>
                    <a:pt x="1478" y="77"/>
                  </a:cubicBezTo>
                  <a:cubicBezTo>
                    <a:pt x="1509" y="51"/>
                    <a:pt x="1479" y="0"/>
                    <a:pt x="1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9"/>
            <p:cNvSpPr/>
            <p:nvPr/>
          </p:nvSpPr>
          <p:spPr>
            <a:xfrm>
              <a:off x="1836934" y="3057972"/>
              <a:ext cx="195814" cy="241392"/>
            </a:xfrm>
            <a:custGeom>
              <a:rect b="b" l="l" r="r" t="t"/>
              <a:pathLst>
                <a:path extrusionOk="0" h="1160" w="1378">
                  <a:moveTo>
                    <a:pt x="1324" y="0"/>
                  </a:moveTo>
                  <a:cubicBezTo>
                    <a:pt x="1318" y="0"/>
                    <a:pt x="1311" y="2"/>
                    <a:pt x="1304" y="7"/>
                  </a:cubicBezTo>
                  <a:cubicBezTo>
                    <a:pt x="1033" y="199"/>
                    <a:pt x="787" y="426"/>
                    <a:pt x="516" y="620"/>
                  </a:cubicBezTo>
                  <a:cubicBezTo>
                    <a:pt x="356" y="737"/>
                    <a:pt x="123" y="862"/>
                    <a:pt x="31" y="1047"/>
                  </a:cubicBezTo>
                  <a:cubicBezTo>
                    <a:pt x="1" y="1109"/>
                    <a:pt x="47" y="1160"/>
                    <a:pt x="99" y="1160"/>
                  </a:cubicBezTo>
                  <a:cubicBezTo>
                    <a:pt x="122" y="1160"/>
                    <a:pt x="146" y="1149"/>
                    <a:pt x="164" y="1124"/>
                  </a:cubicBezTo>
                  <a:cubicBezTo>
                    <a:pt x="302" y="941"/>
                    <a:pt x="500" y="816"/>
                    <a:pt x="677" y="672"/>
                  </a:cubicBezTo>
                  <a:cubicBezTo>
                    <a:pt x="910" y="484"/>
                    <a:pt x="1144" y="282"/>
                    <a:pt x="1352" y="68"/>
                  </a:cubicBezTo>
                  <a:cubicBezTo>
                    <a:pt x="1378" y="44"/>
                    <a:pt x="1354" y="0"/>
                    <a:pt x="1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29"/>
            <p:cNvSpPr/>
            <p:nvPr/>
          </p:nvSpPr>
          <p:spPr>
            <a:xfrm>
              <a:off x="1876012" y="3056516"/>
              <a:ext cx="197235" cy="257623"/>
            </a:xfrm>
            <a:custGeom>
              <a:rect b="b" l="l" r="r" t="t"/>
              <a:pathLst>
                <a:path extrusionOk="0" h="1238" w="1388">
                  <a:moveTo>
                    <a:pt x="1348" y="0"/>
                  </a:moveTo>
                  <a:cubicBezTo>
                    <a:pt x="1341" y="0"/>
                    <a:pt x="1334" y="3"/>
                    <a:pt x="1327" y="10"/>
                  </a:cubicBezTo>
                  <a:cubicBezTo>
                    <a:pt x="948" y="429"/>
                    <a:pt x="427" y="681"/>
                    <a:pt x="52" y="1106"/>
                  </a:cubicBezTo>
                  <a:cubicBezTo>
                    <a:pt x="1" y="1162"/>
                    <a:pt x="55" y="1238"/>
                    <a:pt x="110" y="1238"/>
                  </a:cubicBezTo>
                  <a:cubicBezTo>
                    <a:pt x="127" y="1238"/>
                    <a:pt x="144" y="1230"/>
                    <a:pt x="158" y="1213"/>
                  </a:cubicBezTo>
                  <a:cubicBezTo>
                    <a:pt x="506" y="769"/>
                    <a:pt x="1004" y="479"/>
                    <a:pt x="1369" y="52"/>
                  </a:cubicBezTo>
                  <a:cubicBezTo>
                    <a:pt x="1388" y="30"/>
                    <a:pt x="1370" y="0"/>
                    <a:pt x="1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29"/>
            <p:cNvSpPr/>
            <p:nvPr/>
          </p:nvSpPr>
          <p:spPr>
            <a:xfrm>
              <a:off x="1922338" y="3043198"/>
              <a:ext cx="206187" cy="264283"/>
            </a:xfrm>
            <a:custGeom>
              <a:rect b="b" l="l" r="r" t="t"/>
              <a:pathLst>
                <a:path extrusionOk="0" h="1270" w="1451">
                  <a:moveTo>
                    <a:pt x="1386" y="0"/>
                  </a:moveTo>
                  <a:cubicBezTo>
                    <a:pt x="1379" y="0"/>
                    <a:pt x="1371" y="2"/>
                    <a:pt x="1364" y="7"/>
                  </a:cubicBezTo>
                  <a:cubicBezTo>
                    <a:pt x="1030" y="241"/>
                    <a:pt x="726" y="508"/>
                    <a:pt x="403" y="758"/>
                  </a:cubicBezTo>
                  <a:cubicBezTo>
                    <a:pt x="272" y="860"/>
                    <a:pt x="1" y="1014"/>
                    <a:pt x="32" y="1212"/>
                  </a:cubicBezTo>
                  <a:cubicBezTo>
                    <a:pt x="39" y="1253"/>
                    <a:pt x="67" y="1269"/>
                    <a:pt x="98" y="1269"/>
                  </a:cubicBezTo>
                  <a:cubicBezTo>
                    <a:pt x="134" y="1269"/>
                    <a:pt x="174" y="1247"/>
                    <a:pt x="188" y="1212"/>
                  </a:cubicBezTo>
                  <a:cubicBezTo>
                    <a:pt x="261" y="1026"/>
                    <a:pt x="489" y="895"/>
                    <a:pt x="632" y="766"/>
                  </a:cubicBezTo>
                  <a:cubicBezTo>
                    <a:pt x="891" y="533"/>
                    <a:pt x="1143" y="295"/>
                    <a:pt x="1418" y="76"/>
                  </a:cubicBezTo>
                  <a:cubicBezTo>
                    <a:pt x="1451" y="50"/>
                    <a:pt x="1421" y="0"/>
                    <a:pt x="1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9"/>
            <p:cNvSpPr/>
            <p:nvPr/>
          </p:nvSpPr>
          <p:spPr>
            <a:xfrm>
              <a:off x="1940527" y="3071915"/>
              <a:ext cx="213008" cy="246594"/>
            </a:xfrm>
            <a:custGeom>
              <a:rect b="b" l="l" r="r" t="t"/>
              <a:pathLst>
                <a:path extrusionOk="0" h="1185" w="1499">
                  <a:moveTo>
                    <a:pt x="1441" y="0"/>
                  </a:moveTo>
                  <a:cubicBezTo>
                    <a:pt x="1432" y="0"/>
                    <a:pt x="1422" y="4"/>
                    <a:pt x="1413" y="11"/>
                  </a:cubicBezTo>
                  <a:cubicBezTo>
                    <a:pt x="1140" y="244"/>
                    <a:pt x="830" y="434"/>
                    <a:pt x="544" y="649"/>
                  </a:cubicBezTo>
                  <a:cubicBezTo>
                    <a:pt x="454" y="718"/>
                    <a:pt x="0" y="984"/>
                    <a:pt x="108" y="1145"/>
                  </a:cubicBezTo>
                  <a:cubicBezTo>
                    <a:pt x="128" y="1172"/>
                    <a:pt x="154" y="1184"/>
                    <a:pt x="179" y="1184"/>
                  </a:cubicBezTo>
                  <a:cubicBezTo>
                    <a:pt x="219" y="1184"/>
                    <a:pt x="258" y="1154"/>
                    <a:pt x="264" y="1104"/>
                  </a:cubicBezTo>
                  <a:lnTo>
                    <a:pt x="264" y="1104"/>
                  </a:lnTo>
                  <a:cubicBezTo>
                    <a:pt x="263" y="1117"/>
                    <a:pt x="263" y="1122"/>
                    <a:pt x="265" y="1122"/>
                  </a:cubicBezTo>
                  <a:cubicBezTo>
                    <a:pt x="271" y="1122"/>
                    <a:pt x="287" y="1085"/>
                    <a:pt x="306" y="1066"/>
                  </a:cubicBezTo>
                  <a:cubicBezTo>
                    <a:pt x="350" y="1024"/>
                    <a:pt x="394" y="982"/>
                    <a:pt x="438" y="941"/>
                  </a:cubicBezTo>
                  <a:cubicBezTo>
                    <a:pt x="563" y="828"/>
                    <a:pt x="694" y="724"/>
                    <a:pt x="825" y="618"/>
                  </a:cubicBezTo>
                  <a:cubicBezTo>
                    <a:pt x="1040" y="442"/>
                    <a:pt x="1282" y="274"/>
                    <a:pt x="1471" y="69"/>
                  </a:cubicBezTo>
                  <a:cubicBezTo>
                    <a:pt x="1499" y="39"/>
                    <a:pt x="1472" y="0"/>
                    <a:pt x="1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9"/>
            <p:cNvSpPr/>
            <p:nvPr/>
          </p:nvSpPr>
          <p:spPr>
            <a:xfrm>
              <a:off x="2003762" y="3053602"/>
              <a:ext cx="189846" cy="246802"/>
            </a:xfrm>
            <a:custGeom>
              <a:rect b="b" l="l" r="r" t="t"/>
              <a:pathLst>
                <a:path extrusionOk="0" h="1186" w="1336">
                  <a:moveTo>
                    <a:pt x="1276" y="1"/>
                  </a:moveTo>
                  <a:cubicBezTo>
                    <a:pt x="1266" y="1"/>
                    <a:pt x="1256" y="5"/>
                    <a:pt x="1247" y="14"/>
                  </a:cubicBezTo>
                  <a:cubicBezTo>
                    <a:pt x="887" y="408"/>
                    <a:pt x="410" y="670"/>
                    <a:pt x="47" y="1054"/>
                  </a:cubicBezTo>
                  <a:cubicBezTo>
                    <a:pt x="1" y="1102"/>
                    <a:pt x="43" y="1185"/>
                    <a:pt x="100" y="1185"/>
                  </a:cubicBezTo>
                  <a:cubicBezTo>
                    <a:pt x="113" y="1185"/>
                    <a:pt x="126" y="1181"/>
                    <a:pt x="139" y="1172"/>
                  </a:cubicBezTo>
                  <a:cubicBezTo>
                    <a:pt x="564" y="874"/>
                    <a:pt x="983" y="476"/>
                    <a:pt x="1310" y="76"/>
                  </a:cubicBezTo>
                  <a:cubicBezTo>
                    <a:pt x="1336" y="44"/>
                    <a:pt x="1308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9"/>
            <p:cNvSpPr/>
            <p:nvPr/>
          </p:nvSpPr>
          <p:spPr>
            <a:xfrm>
              <a:off x="2059040" y="3049232"/>
              <a:ext cx="175636" cy="221415"/>
            </a:xfrm>
            <a:custGeom>
              <a:rect b="b" l="l" r="r" t="t"/>
              <a:pathLst>
                <a:path extrusionOk="0" h="1064" w="1236">
                  <a:moveTo>
                    <a:pt x="1187" y="0"/>
                  </a:moveTo>
                  <a:cubicBezTo>
                    <a:pt x="1180" y="0"/>
                    <a:pt x="1172" y="3"/>
                    <a:pt x="1165" y="10"/>
                  </a:cubicBezTo>
                  <a:cubicBezTo>
                    <a:pt x="956" y="201"/>
                    <a:pt x="723" y="360"/>
                    <a:pt x="498" y="529"/>
                  </a:cubicBezTo>
                  <a:cubicBezTo>
                    <a:pt x="333" y="654"/>
                    <a:pt x="143" y="783"/>
                    <a:pt x="33" y="960"/>
                  </a:cubicBezTo>
                  <a:cubicBezTo>
                    <a:pt x="0" y="1010"/>
                    <a:pt x="47" y="1063"/>
                    <a:pt x="96" y="1063"/>
                  </a:cubicBezTo>
                  <a:cubicBezTo>
                    <a:pt x="113" y="1063"/>
                    <a:pt x="129" y="1057"/>
                    <a:pt x="143" y="1043"/>
                  </a:cubicBezTo>
                  <a:cubicBezTo>
                    <a:pt x="314" y="879"/>
                    <a:pt x="471" y="708"/>
                    <a:pt x="654" y="554"/>
                  </a:cubicBezTo>
                  <a:cubicBezTo>
                    <a:pt x="846" y="393"/>
                    <a:pt x="1040" y="237"/>
                    <a:pt x="1213" y="55"/>
                  </a:cubicBezTo>
                  <a:cubicBezTo>
                    <a:pt x="1235" y="33"/>
                    <a:pt x="1213" y="0"/>
                    <a:pt x="1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9"/>
            <p:cNvSpPr/>
            <p:nvPr/>
          </p:nvSpPr>
          <p:spPr>
            <a:xfrm>
              <a:off x="2079929" y="3048192"/>
              <a:ext cx="185583" cy="235773"/>
            </a:xfrm>
            <a:custGeom>
              <a:rect b="b" l="l" r="r" t="t"/>
              <a:pathLst>
                <a:path extrusionOk="0" h="1133" w="1306">
                  <a:moveTo>
                    <a:pt x="1258" y="0"/>
                  </a:moveTo>
                  <a:cubicBezTo>
                    <a:pt x="1252" y="0"/>
                    <a:pt x="1246" y="2"/>
                    <a:pt x="1239" y="6"/>
                  </a:cubicBezTo>
                  <a:cubicBezTo>
                    <a:pt x="805" y="277"/>
                    <a:pt x="386" y="613"/>
                    <a:pt x="53" y="1000"/>
                  </a:cubicBezTo>
                  <a:cubicBezTo>
                    <a:pt x="1" y="1062"/>
                    <a:pt x="50" y="1132"/>
                    <a:pt x="111" y="1132"/>
                  </a:cubicBezTo>
                  <a:cubicBezTo>
                    <a:pt x="129" y="1132"/>
                    <a:pt x="148" y="1126"/>
                    <a:pt x="165" y="1113"/>
                  </a:cubicBezTo>
                  <a:cubicBezTo>
                    <a:pt x="190" y="1096"/>
                    <a:pt x="211" y="1075"/>
                    <a:pt x="228" y="1048"/>
                  </a:cubicBezTo>
                  <a:cubicBezTo>
                    <a:pt x="232" y="1044"/>
                    <a:pt x="234" y="1040"/>
                    <a:pt x="236" y="1034"/>
                  </a:cubicBezTo>
                  <a:cubicBezTo>
                    <a:pt x="551" y="679"/>
                    <a:pt x="897" y="358"/>
                    <a:pt x="1274" y="69"/>
                  </a:cubicBezTo>
                  <a:cubicBezTo>
                    <a:pt x="1305" y="46"/>
                    <a:pt x="1289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9"/>
            <p:cNvSpPr/>
            <p:nvPr/>
          </p:nvSpPr>
          <p:spPr>
            <a:xfrm>
              <a:off x="2102239" y="3040284"/>
              <a:ext cx="207040" cy="278641"/>
            </a:xfrm>
            <a:custGeom>
              <a:rect b="b" l="l" r="r" t="t"/>
              <a:pathLst>
                <a:path extrusionOk="0" h="1339" w="1457">
                  <a:moveTo>
                    <a:pt x="1397" y="1"/>
                  </a:moveTo>
                  <a:cubicBezTo>
                    <a:pt x="1387" y="1"/>
                    <a:pt x="1378" y="4"/>
                    <a:pt x="1369" y="13"/>
                  </a:cubicBezTo>
                  <a:cubicBezTo>
                    <a:pt x="946" y="419"/>
                    <a:pt x="475" y="778"/>
                    <a:pt x="60" y="1193"/>
                  </a:cubicBezTo>
                  <a:cubicBezTo>
                    <a:pt x="1" y="1254"/>
                    <a:pt x="58" y="1338"/>
                    <a:pt x="124" y="1338"/>
                  </a:cubicBezTo>
                  <a:cubicBezTo>
                    <a:pt x="143" y="1338"/>
                    <a:pt x="163" y="1331"/>
                    <a:pt x="181" y="1314"/>
                  </a:cubicBezTo>
                  <a:cubicBezTo>
                    <a:pt x="602" y="905"/>
                    <a:pt x="1021" y="492"/>
                    <a:pt x="1428" y="71"/>
                  </a:cubicBezTo>
                  <a:cubicBezTo>
                    <a:pt x="1457" y="42"/>
                    <a:pt x="1428" y="1"/>
                    <a:pt x="1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29"/>
            <p:cNvSpPr/>
            <p:nvPr/>
          </p:nvSpPr>
          <p:spPr>
            <a:xfrm>
              <a:off x="2187643" y="3078990"/>
              <a:ext cx="146789" cy="212467"/>
            </a:xfrm>
            <a:custGeom>
              <a:rect b="b" l="l" r="r" t="t"/>
              <a:pathLst>
                <a:path extrusionOk="0" h="1021" w="1033">
                  <a:moveTo>
                    <a:pt x="963" y="0"/>
                  </a:moveTo>
                  <a:cubicBezTo>
                    <a:pt x="953" y="0"/>
                    <a:pt x="943" y="3"/>
                    <a:pt x="933" y="10"/>
                  </a:cubicBezTo>
                  <a:cubicBezTo>
                    <a:pt x="895" y="37"/>
                    <a:pt x="858" y="67"/>
                    <a:pt x="825" y="96"/>
                  </a:cubicBezTo>
                  <a:cubicBezTo>
                    <a:pt x="541" y="321"/>
                    <a:pt x="270" y="590"/>
                    <a:pt x="47" y="871"/>
                  </a:cubicBezTo>
                  <a:cubicBezTo>
                    <a:pt x="0" y="931"/>
                    <a:pt x="35" y="1020"/>
                    <a:pt x="108" y="1020"/>
                  </a:cubicBezTo>
                  <a:cubicBezTo>
                    <a:pt x="115" y="1020"/>
                    <a:pt x="124" y="1019"/>
                    <a:pt x="133" y="1017"/>
                  </a:cubicBezTo>
                  <a:cubicBezTo>
                    <a:pt x="187" y="1005"/>
                    <a:pt x="206" y="988"/>
                    <a:pt x="235" y="942"/>
                  </a:cubicBezTo>
                  <a:cubicBezTo>
                    <a:pt x="241" y="932"/>
                    <a:pt x="243" y="919"/>
                    <a:pt x="243" y="909"/>
                  </a:cubicBezTo>
                  <a:cubicBezTo>
                    <a:pt x="483" y="625"/>
                    <a:pt x="764" y="383"/>
                    <a:pt x="1002" y="100"/>
                  </a:cubicBezTo>
                  <a:cubicBezTo>
                    <a:pt x="1032" y="63"/>
                    <a:pt x="1005" y="0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29"/>
            <p:cNvSpPr/>
            <p:nvPr/>
          </p:nvSpPr>
          <p:spPr>
            <a:xfrm>
              <a:off x="2268215" y="3069210"/>
              <a:ext cx="154178" cy="208721"/>
            </a:xfrm>
            <a:custGeom>
              <a:rect b="b" l="l" r="r" t="t"/>
              <a:pathLst>
                <a:path extrusionOk="0" h="1003" w="1085">
                  <a:moveTo>
                    <a:pt x="1030" y="0"/>
                  </a:moveTo>
                  <a:cubicBezTo>
                    <a:pt x="1020" y="0"/>
                    <a:pt x="1009" y="9"/>
                    <a:pt x="1008" y="20"/>
                  </a:cubicBezTo>
                  <a:cubicBezTo>
                    <a:pt x="1004" y="49"/>
                    <a:pt x="854" y="145"/>
                    <a:pt x="827" y="168"/>
                  </a:cubicBezTo>
                  <a:cubicBezTo>
                    <a:pt x="716" y="260"/>
                    <a:pt x="606" y="351"/>
                    <a:pt x="493" y="443"/>
                  </a:cubicBezTo>
                  <a:cubicBezTo>
                    <a:pt x="389" y="531"/>
                    <a:pt x="283" y="620"/>
                    <a:pt x="180" y="712"/>
                  </a:cubicBezTo>
                  <a:cubicBezTo>
                    <a:pt x="128" y="762"/>
                    <a:pt x="24" y="835"/>
                    <a:pt x="10" y="912"/>
                  </a:cubicBezTo>
                  <a:cubicBezTo>
                    <a:pt x="1" y="965"/>
                    <a:pt x="37" y="1003"/>
                    <a:pt x="80" y="1003"/>
                  </a:cubicBezTo>
                  <a:cubicBezTo>
                    <a:pt x="97" y="1003"/>
                    <a:pt x="116" y="997"/>
                    <a:pt x="132" y="983"/>
                  </a:cubicBezTo>
                  <a:cubicBezTo>
                    <a:pt x="214" y="918"/>
                    <a:pt x="278" y="814"/>
                    <a:pt x="353" y="739"/>
                  </a:cubicBezTo>
                  <a:cubicBezTo>
                    <a:pt x="468" y="624"/>
                    <a:pt x="587" y="512"/>
                    <a:pt x="704" y="401"/>
                  </a:cubicBezTo>
                  <a:cubicBezTo>
                    <a:pt x="758" y="349"/>
                    <a:pt x="1085" y="107"/>
                    <a:pt x="1043" y="9"/>
                  </a:cubicBezTo>
                  <a:cubicBezTo>
                    <a:pt x="1040" y="3"/>
                    <a:pt x="1035" y="0"/>
                    <a:pt x="10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9"/>
            <p:cNvSpPr/>
            <p:nvPr/>
          </p:nvSpPr>
          <p:spPr>
            <a:xfrm>
              <a:off x="2321503" y="3060053"/>
              <a:ext cx="177341" cy="203935"/>
            </a:xfrm>
            <a:custGeom>
              <a:rect b="b" l="l" r="r" t="t"/>
              <a:pathLst>
                <a:path extrusionOk="0" h="980" w="1248">
                  <a:moveTo>
                    <a:pt x="1197" y="0"/>
                  </a:moveTo>
                  <a:cubicBezTo>
                    <a:pt x="1190" y="0"/>
                    <a:pt x="1183" y="3"/>
                    <a:pt x="1177" y="8"/>
                  </a:cubicBezTo>
                  <a:cubicBezTo>
                    <a:pt x="964" y="174"/>
                    <a:pt x="743" y="329"/>
                    <a:pt x="524" y="487"/>
                  </a:cubicBezTo>
                  <a:cubicBezTo>
                    <a:pt x="368" y="602"/>
                    <a:pt x="183" y="714"/>
                    <a:pt x="51" y="858"/>
                  </a:cubicBezTo>
                  <a:cubicBezTo>
                    <a:pt x="1" y="913"/>
                    <a:pt x="48" y="980"/>
                    <a:pt x="106" y="980"/>
                  </a:cubicBezTo>
                  <a:cubicBezTo>
                    <a:pt x="122" y="980"/>
                    <a:pt x="139" y="975"/>
                    <a:pt x="156" y="962"/>
                  </a:cubicBezTo>
                  <a:cubicBezTo>
                    <a:pt x="522" y="675"/>
                    <a:pt x="854" y="341"/>
                    <a:pt x="1221" y="53"/>
                  </a:cubicBezTo>
                  <a:cubicBezTo>
                    <a:pt x="1247" y="34"/>
                    <a:pt x="1223" y="0"/>
                    <a:pt x="1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9"/>
            <p:cNvSpPr/>
            <p:nvPr/>
          </p:nvSpPr>
          <p:spPr>
            <a:xfrm>
              <a:off x="2357739" y="3047151"/>
              <a:ext cx="191835" cy="245762"/>
            </a:xfrm>
            <a:custGeom>
              <a:rect b="b" l="l" r="r" t="t"/>
              <a:pathLst>
                <a:path extrusionOk="0" h="1181" w="1350">
                  <a:moveTo>
                    <a:pt x="1291" y="1"/>
                  </a:moveTo>
                  <a:cubicBezTo>
                    <a:pt x="1282" y="1"/>
                    <a:pt x="1271" y="5"/>
                    <a:pt x="1262" y="13"/>
                  </a:cubicBezTo>
                  <a:cubicBezTo>
                    <a:pt x="1039" y="220"/>
                    <a:pt x="811" y="422"/>
                    <a:pt x="576" y="616"/>
                  </a:cubicBezTo>
                  <a:cubicBezTo>
                    <a:pt x="449" y="722"/>
                    <a:pt x="317" y="824"/>
                    <a:pt x="180" y="920"/>
                  </a:cubicBezTo>
                  <a:cubicBezTo>
                    <a:pt x="115" y="966"/>
                    <a:pt x="57" y="989"/>
                    <a:pt x="26" y="1064"/>
                  </a:cubicBezTo>
                  <a:cubicBezTo>
                    <a:pt x="1" y="1123"/>
                    <a:pt x="61" y="1180"/>
                    <a:pt x="120" y="1180"/>
                  </a:cubicBezTo>
                  <a:cubicBezTo>
                    <a:pt x="135" y="1180"/>
                    <a:pt x="150" y="1177"/>
                    <a:pt x="163" y="1168"/>
                  </a:cubicBezTo>
                  <a:cubicBezTo>
                    <a:pt x="174" y="1162"/>
                    <a:pt x="184" y="1155"/>
                    <a:pt x="192" y="1149"/>
                  </a:cubicBezTo>
                  <a:cubicBezTo>
                    <a:pt x="217" y="1133"/>
                    <a:pt x="228" y="1110"/>
                    <a:pt x="230" y="1085"/>
                  </a:cubicBezTo>
                  <a:cubicBezTo>
                    <a:pt x="282" y="1041"/>
                    <a:pt x="392" y="976"/>
                    <a:pt x="422" y="951"/>
                  </a:cubicBezTo>
                  <a:cubicBezTo>
                    <a:pt x="532" y="860"/>
                    <a:pt x="640" y="762"/>
                    <a:pt x="747" y="664"/>
                  </a:cubicBezTo>
                  <a:cubicBezTo>
                    <a:pt x="947" y="476"/>
                    <a:pt x="1136" y="276"/>
                    <a:pt x="1322" y="72"/>
                  </a:cubicBezTo>
                  <a:cubicBezTo>
                    <a:pt x="1349" y="41"/>
                    <a:pt x="1323" y="1"/>
                    <a:pt x="1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9"/>
            <p:cNvSpPr/>
            <p:nvPr/>
          </p:nvSpPr>
          <p:spPr>
            <a:xfrm>
              <a:off x="2419127" y="3064007"/>
              <a:ext cx="179899" cy="239935"/>
            </a:xfrm>
            <a:custGeom>
              <a:rect b="b" l="l" r="r" t="t"/>
              <a:pathLst>
                <a:path extrusionOk="0" h="1153" w="1266">
                  <a:moveTo>
                    <a:pt x="1224" y="0"/>
                  </a:moveTo>
                  <a:cubicBezTo>
                    <a:pt x="1217" y="0"/>
                    <a:pt x="1211" y="2"/>
                    <a:pt x="1205" y="7"/>
                  </a:cubicBezTo>
                  <a:cubicBezTo>
                    <a:pt x="813" y="339"/>
                    <a:pt x="350" y="603"/>
                    <a:pt x="35" y="1016"/>
                  </a:cubicBezTo>
                  <a:cubicBezTo>
                    <a:pt x="0" y="1060"/>
                    <a:pt x="38" y="1131"/>
                    <a:pt x="85" y="1143"/>
                  </a:cubicBezTo>
                  <a:cubicBezTo>
                    <a:pt x="96" y="1145"/>
                    <a:pt x="104" y="1147"/>
                    <a:pt x="113" y="1149"/>
                  </a:cubicBezTo>
                  <a:cubicBezTo>
                    <a:pt x="119" y="1151"/>
                    <a:pt x="127" y="1152"/>
                    <a:pt x="135" y="1152"/>
                  </a:cubicBezTo>
                  <a:cubicBezTo>
                    <a:pt x="157" y="1152"/>
                    <a:pt x="180" y="1145"/>
                    <a:pt x="194" y="1129"/>
                  </a:cubicBezTo>
                  <a:cubicBezTo>
                    <a:pt x="202" y="1118"/>
                    <a:pt x="211" y="1106"/>
                    <a:pt x="219" y="1095"/>
                  </a:cubicBezTo>
                  <a:cubicBezTo>
                    <a:pt x="233" y="1074"/>
                    <a:pt x="240" y="1054"/>
                    <a:pt x="238" y="1035"/>
                  </a:cubicBezTo>
                  <a:cubicBezTo>
                    <a:pt x="536" y="668"/>
                    <a:pt x="930" y="399"/>
                    <a:pt x="1246" y="49"/>
                  </a:cubicBezTo>
                  <a:cubicBezTo>
                    <a:pt x="1266" y="26"/>
                    <a:pt x="1246" y="0"/>
                    <a:pt x="1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9"/>
            <p:cNvSpPr/>
            <p:nvPr/>
          </p:nvSpPr>
          <p:spPr>
            <a:xfrm>
              <a:off x="2472984" y="3059637"/>
              <a:ext cx="190272" cy="246594"/>
            </a:xfrm>
            <a:custGeom>
              <a:rect b="b" l="l" r="r" t="t"/>
              <a:pathLst>
                <a:path extrusionOk="0" h="1185" w="1339">
                  <a:moveTo>
                    <a:pt x="1292" y="0"/>
                  </a:moveTo>
                  <a:cubicBezTo>
                    <a:pt x="1285" y="0"/>
                    <a:pt x="1278" y="3"/>
                    <a:pt x="1272" y="10"/>
                  </a:cubicBezTo>
                  <a:cubicBezTo>
                    <a:pt x="897" y="397"/>
                    <a:pt x="405" y="658"/>
                    <a:pt x="48" y="1058"/>
                  </a:cubicBezTo>
                  <a:cubicBezTo>
                    <a:pt x="0" y="1112"/>
                    <a:pt x="47" y="1185"/>
                    <a:pt x="102" y="1185"/>
                  </a:cubicBezTo>
                  <a:cubicBezTo>
                    <a:pt x="119" y="1185"/>
                    <a:pt x="136" y="1178"/>
                    <a:pt x="152" y="1162"/>
                  </a:cubicBezTo>
                  <a:cubicBezTo>
                    <a:pt x="530" y="783"/>
                    <a:pt x="942" y="439"/>
                    <a:pt x="1315" y="55"/>
                  </a:cubicBezTo>
                  <a:cubicBezTo>
                    <a:pt x="1338" y="33"/>
                    <a:pt x="1316" y="0"/>
                    <a:pt x="1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9"/>
            <p:cNvSpPr/>
            <p:nvPr/>
          </p:nvSpPr>
          <p:spPr>
            <a:xfrm>
              <a:off x="2526272" y="3059637"/>
              <a:ext cx="192688" cy="243265"/>
            </a:xfrm>
            <a:custGeom>
              <a:rect b="b" l="l" r="r" t="t"/>
              <a:pathLst>
                <a:path extrusionOk="0" h="1169" w="1356">
                  <a:moveTo>
                    <a:pt x="1316" y="1"/>
                  </a:moveTo>
                  <a:cubicBezTo>
                    <a:pt x="1309" y="1"/>
                    <a:pt x="1301" y="4"/>
                    <a:pt x="1295" y="12"/>
                  </a:cubicBezTo>
                  <a:cubicBezTo>
                    <a:pt x="936" y="422"/>
                    <a:pt x="434" y="658"/>
                    <a:pt x="53" y="1041"/>
                  </a:cubicBezTo>
                  <a:cubicBezTo>
                    <a:pt x="1" y="1095"/>
                    <a:pt x="52" y="1169"/>
                    <a:pt x="109" y="1169"/>
                  </a:cubicBezTo>
                  <a:cubicBezTo>
                    <a:pt x="126" y="1169"/>
                    <a:pt x="143" y="1163"/>
                    <a:pt x="159" y="1148"/>
                  </a:cubicBezTo>
                  <a:cubicBezTo>
                    <a:pt x="544" y="777"/>
                    <a:pt x="1007" y="479"/>
                    <a:pt x="1339" y="53"/>
                  </a:cubicBezTo>
                  <a:cubicBezTo>
                    <a:pt x="1356" y="31"/>
                    <a:pt x="1337" y="1"/>
                    <a:pt x="13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9"/>
            <p:cNvSpPr/>
            <p:nvPr/>
          </p:nvSpPr>
          <p:spPr>
            <a:xfrm>
              <a:off x="2581550" y="3061718"/>
              <a:ext cx="188140" cy="235773"/>
            </a:xfrm>
            <a:custGeom>
              <a:rect b="b" l="l" r="r" t="t"/>
              <a:pathLst>
                <a:path extrusionOk="0" h="1133" w="1324">
                  <a:moveTo>
                    <a:pt x="1241" y="0"/>
                  </a:moveTo>
                  <a:cubicBezTo>
                    <a:pt x="1228" y="0"/>
                    <a:pt x="1214" y="5"/>
                    <a:pt x="1202" y="16"/>
                  </a:cubicBezTo>
                  <a:cubicBezTo>
                    <a:pt x="833" y="354"/>
                    <a:pt x="418" y="639"/>
                    <a:pt x="60" y="988"/>
                  </a:cubicBezTo>
                  <a:cubicBezTo>
                    <a:pt x="1" y="1045"/>
                    <a:pt x="53" y="1132"/>
                    <a:pt x="120" y="1132"/>
                  </a:cubicBezTo>
                  <a:cubicBezTo>
                    <a:pt x="134" y="1132"/>
                    <a:pt x="148" y="1129"/>
                    <a:pt x="162" y="1121"/>
                  </a:cubicBezTo>
                  <a:cubicBezTo>
                    <a:pt x="176" y="1115"/>
                    <a:pt x="189" y="1106"/>
                    <a:pt x="203" y="1098"/>
                  </a:cubicBezTo>
                  <a:cubicBezTo>
                    <a:pt x="222" y="1088"/>
                    <a:pt x="230" y="1071"/>
                    <a:pt x="235" y="1052"/>
                  </a:cubicBezTo>
                  <a:cubicBezTo>
                    <a:pt x="568" y="717"/>
                    <a:pt x="947" y="429"/>
                    <a:pt x="1283" y="95"/>
                  </a:cubicBezTo>
                  <a:cubicBezTo>
                    <a:pt x="1323" y="55"/>
                    <a:pt x="1285" y="0"/>
                    <a:pt x="1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9"/>
            <p:cNvSpPr/>
            <p:nvPr/>
          </p:nvSpPr>
          <p:spPr>
            <a:xfrm>
              <a:off x="2622476" y="3053394"/>
              <a:ext cx="187146" cy="249508"/>
            </a:xfrm>
            <a:custGeom>
              <a:rect b="b" l="l" r="r" t="t"/>
              <a:pathLst>
                <a:path extrusionOk="0" h="1199" w="1317">
                  <a:moveTo>
                    <a:pt x="1251" y="1"/>
                  </a:moveTo>
                  <a:cubicBezTo>
                    <a:pt x="1240" y="1"/>
                    <a:pt x="1230" y="5"/>
                    <a:pt x="1222" y="15"/>
                  </a:cubicBezTo>
                  <a:cubicBezTo>
                    <a:pt x="1026" y="250"/>
                    <a:pt x="797" y="459"/>
                    <a:pt x="549" y="638"/>
                  </a:cubicBezTo>
                  <a:cubicBezTo>
                    <a:pt x="366" y="769"/>
                    <a:pt x="145" y="886"/>
                    <a:pt x="30" y="1088"/>
                  </a:cubicBezTo>
                  <a:cubicBezTo>
                    <a:pt x="0" y="1139"/>
                    <a:pt x="49" y="1199"/>
                    <a:pt x="97" y="1199"/>
                  </a:cubicBezTo>
                  <a:cubicBezTo>
                    <a:pt x="113" y="1199"/>
                    <a:pt x="129" y="1192"/>
                    <a:pt x="143" y="1175"/>
                  </a:cubicBezTo>
                  <a:cubicBezTo>
                    <a:pt x="313" y="965"/>
                    <a:pt x="534" y="832"/>
                    <a:pt x="737" y="657"/>
                  </a:cubicBezTo>
                  <a:cubicBezTo>
                    <a:pt x="941" y="479"/>
                    <a:pt x="1130" y="288"/>
                    <a:pt x="1293" y="69"/>
                  </a:cubicBezTo>
                  <a:cubicBezTo>
                    <a:pt x="1316" y="38"/>
                    <a:pt x="1283" y="1"/>
                    <a:pt x="1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9"/>
            <p:cNvSpPr/>
            <p:nvPr/>
          </p:nvSpPr>
          <p:spPr>
            <a:xfrm>
              <a:off x="2658570" y="3050273"/>
              <a:ext cx="213434" cy="260537"/>
            </a:xfrm>
            <a:custGeom>
              <a:rect b="b" l="l" r="r" t="t"/>
              <a:pathLst>
                <a:path extrusionOk="0" h="1252" w="1502">
                  <a:moveTo>
                    <a:pt x="1462" y="1"/>
                  </a:moveTo>
                  <a:cubicBezTo>
                    <a:pt x="1456" y="1"/>
                    <a:pt x="1450" y="3"/>
                    <a:pt x="1445" y="9"/>
                  </a:cubicBezTo>
                  <a:cubicBezTo>
                    <a:pt x="1052" y="457"/>
                    <a:pt x="499" y="713"/>
                    <a:pt x="64" y="1115"/>
                  </a:cubicBezTo>
                  <a:cubicBezTo>
                    <a:pt x="1" y="1172"/>
                    <a:pt x="60" y="1252"/>
                    <a:pt x="128" y="1252"/>
                  </a:cubicBezTo>
                  <a:cubicBezTo>
                    <a:pt x="133" y="1252"/>
                    <a:pt x="137" y="1252"/>
                    <a:pt x="141" y="1251"/>
                  </a:cubicBezTo>
                  <a:cubicBezTo>
                    <a:pt x="195" y="1243"/>
                    <a:pt x="197" y="1241"/>
                    <a:pt x="243" y="1207"/>
                  </a:cubicBezTo>
                  <a:cubicBezTo>
                    <a:pt x="268" y="1186"/>
                    <a:pt x="276" y="1161"/>
                    <a:pt x="276" y="1134"/>
                  </a:cubicBezTo>
                  <a:cubicBezTo>
                    <a:pt x="672" y="761"/>
                    <a:pt x="1152" y="482"/>
                    <a:pt x="1487" y="42"/>
                  </a:cubicBezTo>
                  <a:cubicBezTo>
                    <a:pt x="1501" y="23"/>
                    <a:pt x="1481" y="1"/>
                    <a:pt x="14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9"/>
            <p:cNvSpPr/>
            <p:nvPr/>
          </p:nvSpPr>
          <p:spPr>
            <a:xfrm>
              <a:off x="2723652" y="3045487"/>
              <a:ext cx="198940" cy="241184"/>
            </a:xfrm>
            <a:custGeom>
              <a:rect b="b" l="l" r="r" t="t"/>
              <a:pathLst>
                <a:path extrusionOk="0" h="1159" w="1400">
                  <a:moveTo>
                    <a:pt x="1353" y="0"/>
                  </a:moveTo>
                  <a:cubicBezTo>
                    <a:pt x="1345" y="0"/>
                    <a:pt x="1337" y="4"/>
                    <a:pt x="1329" y="11"/>
                  </a:cubicBezTo>
                  <a:cubicBezTo>
                    <a:pt x="940" y="392"/>
                    <a:pt x="429" y="628"/>
                    <a:pt x="54" y="1024"/>
                  </a:cubicBezTo>
                  <a:cubicBezTo>
                    <a:pt x="1" y="1080"/>
                    <a:pt x="54" y="1158"/>
                    <a:pt x="113" y="1158"/>
                  </a:cubicBezTo>
                  <a:cubicBezTo>
                    <a:pt x="130" y="1158"/>
                    <a:pt x="148" y="1151"/>
                    <a:pt x="164" y="1134"/>
                  </a:cubicBezTo>
                  <a:cubicBezTo>
                    <a:pt x="544" y="745"/>
                    <a:pt x="1012" y="459"/>
                    <a:pt x="1377" y="59"/>
                  </a:cubicBezTo>
                  <a:cubicBezTo>
                    <a:pt x="1400" y="33"/>
                    <a:pt x="1379" y="0"/>
                    <a:pt x="1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9"/>
            <p:cNvSpPr/>
            <p:nvPr/>
          </p:nvSpPr>
          <p:spPr>
            <a:xfrm>
              <a:off x="2788025" y="3038620"/>
              <a:ext cx="181178" cy="234733"/>
            </a:xfrm>
            <a:custGeom>
              <a:rect b="b" l="l" r="r" t="t"/>
              <a:pathLst>
                <a:path extrusionOk="0" h="1128" w="1275">
                  <a:moveTo>
                    <a:pt x="1231" y="0"/>
                  </a:moveTo>
                  <a:cubicBezTo>
                    <a:pt x="1224" y="0"/>
                    <a:pt x="1217" y="3"/>
                    <a:pt x="1210" y="11"/>
                  </a:cubicBezTo>
                  <a:cubicBezTo>
                    <a:pt x="868" y="392"/>
                    <a:pt x="391" y="611"/>
                    <a:pt x="47" y="988"/>
                  </a:cubicBezTo>
                  <a:cubicBezTo>
                    <a:pt x="0" y="1040"/>
                    <a:pt x="35" y="1128"/>
                    <a:pt x="100" y="1128"/>
                  </a:cubicBezTo>
                  <a:cubicBezTo>
                    <a:pt x="108" y="1128"/>
                    <a:pt x="117" y="1127"/>
                    <a:pt x="126" y="1124"/>
                  </a:cubicBezTo>
                  <a:cubicBezTo>
                    <a:pt x="174" y="1109"/>
                    <a:pt x="191" y="1092"/>
                    <a:pt x="222" y="1053"/>
                  </a:cubicBezTo>
                  <a:cubicBezTo>
                    <a:pt x="232" y="1040"/>
                    <a:pt x="234" y="1030"/>
                    <a:pt x="236" y="1017"/>
                  </a:cubicBezTo>
                  <a:cubicBezTo>
                    <a:pt x="547" y="667"/>
                    <a:pt x="964" y="427"/>
                    <a:pt x="1256" y="56"/>
                  </a:cubicBezTo>
                  <a:cubicBezTo>
                    <a:pt x="1275" y="33"/>
                    <a:pt x="1255" y="0"/>
                    <a:pt x="1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9"/>
            <p:cNvSpPr/>
            <p:nvPr/>
          </p:nvSpPr>
          <p:spPr>
            <a:xfrm>
              <a:off x="2836339" y="3059013"/>
              <a:ext cx="188140" cy="224952"/>
            </a:xfrm>
            <a:custGeom>
              <a:rect b="b" l="l" r="r" t="t"/>
              <a:pathLst>
                <a:path extrusionOk="0" h="1081" w="1324">
                  <a:moveTo>
                    <a:pt x="1273" y="0"/>
                  </a:moveTo>
                  <a:cubicBezTo>
                    <a:pt x="1265" y="0"/>
                    <a:pt x="1257" y="3"/>
                    <a:pt x="1249" y="11"/>
                  </a:cubicBezTo>
                  <a:cubicBezTo>
                    <a:pt x="882" y="357"/>
                    <a:pt x="486" y="642"/>
                    <a:pt x="71" y="928"/>
                  </a:cubicBezTo>
                  <a:cubicBezTo>
                    <a:pt x="0" y="976"/>
                    <a:pt x="42" y="1080"/>
                    <a:pt x="112" y="1080"/>
                  </a:cubicBezTo>
                  <a:cubicBezTo>
                    <a:pt x="125" y="1080"/>
                    <a:pt x="140" y="1076"/>
                    <a:pt x="155" y="1067"/>
                  </a:cubicBezTo>
                  <a:cubicBezTo>
                    <a:pt x="584" y="803"/>
                    <a:pt x="953" y="423"/>
                    <a:pt x="1299" y="61"/>
                  </a:cubicBezTo>
                  <a:cubicBezTo>
                    <a:pt x="1323" y="35"/>
                    <a:pt x="1300" y="0"/>
                    <a:pt x="1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9"/>
            <p:cNvSpPr/>
            <p:nvPr/>
          </p:nvSpPr>
          <p:spPr>
            <a:xfrm>
              <a:off x="1327985" y="1366625"/>
              <a:ext cx="1078934" cy="1528869"/>
            </a:xfrm>
            <a:custGeom>
              <a:rect b="b" l="l" r="r" t="t"/>
              <a:pathLst>
                <a:path extrusionOk="0" h="50358" w="35538">
                  <a:moveTo>
                    <a:pt x="27660" y="2252"/>
                  </a:moveTo>
                  <a:cubicBezTo>
                    <a:pt x="27713" y="2252"/>
                    <a:pt x="27769" y="2260"/>
                    <a:pt x="27830" y="2276"/>
                  </a:cubicBezTo>
                  <a:cubicBezTo>
                    <a:pt x="28556" y="2458"/>
                    <a:pt x="27874" y="3774"/>
                    <a:pt x="27468" y="4409"/>
                  </a:cubicBezTo>
                  <a:cubicBezTo>
                    <a:pt x="27330" y="4271"/>
                    <a:pt x="27149" y="4181"/>
                    <a:pt x="26967" y="4137"/>
                  </a:cubicBezTo>
                  <a:cubicBezTo>
                    <a:pt x="26967" y="3466"/>
                    <a:pt x="27008" y="2252"/>
                    <a:pt x="27660" y="2252"/>
                  </a:cubicBezTo>
                  <a:close/>
                  <a:moveTo>
                    <a:pt x="25473" y="4362"/>
                  </a:moveTo>
                  <a:cubicBezTo>
                    <a:pt x="24610" y="5044"/>
                    <a:pt x="24066" y="6266"/>
                    <a:pt x="24066" y="7354"/>
                  </a:cubicBezTo>
                  <a:cubicBezTo>
                    <a:pt x="23750" y="7082"/>
                    <a:pt x="23478" y="6810"/>
                    <a:pt x="23206" y="6494"/>
                  </a:cubicBezTo>
                  <a:cubicBezTo>
                    <a:pt x="23206" y="5087"/>
                    <a:pt x="24156" y="4409"/>
                    <a:pt x="25473" y="4362"/>
                  </a:cubicBezTo>
                  <a:close/>
                  <a:moveTo>
                    <a:pt x="18424" y="1810"/>
                  </a:moveTo>
                  <a:cubicBezTo>
                    <a:pt x="19429" y="1810"/>
                    <a:pt x="20519" y="3670"/>
                    <a:pt x="20849" y="4181"/>
                  </a:cubicBezTo>
                  <a:cubicBezTo>
                    <a:pt x="21618" y="5406"/>
                    <a:pt x="22343" y="6719"/>
                    <a:pt x="23431" y="7673"/>
                  </a:cubicBezTo>
                  <a:cubicBezTo>
                    <a:pt x="21665" y="6991"/>
                    <a:pt x="19942" y="6222"/>
                    <a:pt x="18172" y="5588"/>
                  </a:cubicBezTo>
                  <a:cubicBezTo>
                    <a:pt x="18172" y="5541"/>
                    <a:pt x="18172" y="5497"/>
                    <a:pt x="18129" y="5450"/>
                  </a:cubicBezTo>
                  <a:cubicBezTo>
                    <a:pt x="17222" y="4725"/>
                    <a:pt x="16994" y="3049"/>
                    <a:pt x="17719" y="2186"/>
                  </a:cubicBezTo>
                  <a:cubicBezTo>
                    <a:pt x="17941" y="1920"/>
                    <a:pt x="18180" y="1810"/>
                    <a:pt x="18424" y="1810"/>
                  </a:cubicBezTo>
                  <a:close/>
                  <a:moveTo>
                    <a:pt x="26151" y="4590"/>
                  </a:moveTo>
                  <a:lnTo>
                    <a:pt x="26151" y="4590"/>
                  </a:lnTo>
                  <a:cubicBezTo>
                    <a:pt x="26242" y="5903"/>
                    <a:pt x="25970" y="7173"/>
                    <a:pt x="25698" y="8399"/>
                  </a:cubicBezTo>
                  <a:cubicBezTo>
                    <a:pt x="25292" y="8261"/>
                    <a:pt x="24882" y="8170"/>
                    <a:pt x="24476" y="8036"/>
                  </a:cubicBezTo>
                  <a:cubicBezTo>
                    <a:pt x="24519" y="7945"/>
                    <a:pt x="24519" y="7855"/>
                    <a:pt x="24519" y="7764"/>
                  </a:cubicBezTo>
                  <a:cubicBezTo>
                    <a:pt x="24610" y="6538"/>
                    <a:pt x="25020" y="5225"/>
                    <a:pt x="26151" y="4590"/>
                  </a:cubicBezTo>
                  <a:close/>
                  <a:moveTo>
                    <a:pt x="26695" y="4590"/>
                  </a:moveTo>
                  <a:cubicBezTo>
                    <a:pt x="26924" y="4681"/>
                    <a:pt x="27105" y="4815"/>
                    <a:pt x="27286" y="4953"/>
                  </a:cubicBezTo>
                  <a:cubicBezTo>
                    <a:pt x="27286" y="5044"/>
                    <a:pt x="27377" y="5134"/>
                    <a:pt x="27468" y="5178"/>
                  </a:cubicBezTo>
                  <a:cubicBezTo>
                    <a:pt x="28284" y="6085"/>
                    <a:pt x="28284" y="7535"/>
                    <a:pt x="27149" y="8489"/>
                  </a:cubicBezTo>
                  <a:cubicBezTo>
                    <a:pt x="27058" y="8533"/>
                    <a:pt x="27058" y="8623"/>
                    <a:pt x="27058" y="8714"/>
                  </a:cubicBezTo>
                  <a:cubicBezTo>
                    <a:pt x="26695" y="8671"/>
                    <a:pt x="26289" y="8580"/>
                    <a:pt x="25926" y="8442"/>
                  </a:cubicBezTo>
                  <a:cubicBezTo>
                    <a:pt x="26514" y="7263"/>
                    <a:pt x="26561" y="5903"/>
                    <a:pt x="26695" y="4590"/>
                  </a:cubicBezTo>
                  <a:close/>
                  <a:moveTo>
                    <a:pt x="31138" y="13882"/>
                  </a:moveTo>
                  <a:cubicBezTo>
                    <a:pt x="31138" y="13882"/>
                    <a:pt x="31185" y="13882"/>
                    <a:pt x="31185" y="13929"/>
                  </a:cubicBezTo>
                  <a:cubicBezTo>
                    <a:pt x="32135" y="14201"/>
                    <a:pt x="32951" y="14655"/>
                    <a:pt x="33858" y="15061"/>
                  </a:cubicBezTo>
                  <a:cubicBezTo>
                    <a:pt x="33815" y="15514"/>
                    <a:pt x="33768" y="16015"/>
                    <a:pt x="33724" y="16468"/>
                  </a:cubicBezTo>
                  <a:cubicBezTo>
                    <a:pt x="33133" y="16106"/>
                    <a:pt x="32407" y="15924"/>
                    <a:pt x="31773" y="15743"/>
                  </a:cubicBezTo>
                  <a:lnTo>
                    <a:pt x="31229" y="14111"/>
                  </a:lnTo>
                  <a:cubicBezTo>
                    <a:pt x="31185" y="14020"/>
                    <a:pt x="31185" y="13929"/>
                    <a:pt x="31138" y="13882"/>
                  </a:cubicBezTo>
                  <a:close/>
                  <a:moveTo>
                    <a:pt x="31911" y="16149"/>
                  </a:moveTo>
                  <a:lnTo>
                    <a:pt x="31911" y="16149"/>
                  </a:lnTo>
                  <a:cubicBezTo>
                    <a:pt x="32135" y="16196"/>
                    <a:pt x="32317" y="16287"/>
                    <a:pt x="32545" y="16378"/>
                  </a:cubicBezTo>
                  <a:cubicBezTo>
                    <a:pt x="32908" y="16512"/>
                    <a:pt x="33271" y="16740"/>
                    <a:pt x="33633" y="16874"/>
                  </a:cubicBezTo>
                  <a:cubicBezTo>
                    <a:pt x="33586" y="17146"/>
                    <a:pt x="33543" y="17375"/>
                    <a:pt x="33495" y="17647"/>
                  </a:cubicBezTo>
                  <a:cubicBezTo>
                    <a:pt x="33361" y="17600"/>
                    <a:pt x="33180" y="17556"/>
                    <a:pt x="33089" y="17509"/>
                  </a:cubicBezTo>
                  <a:cubicBezTo>
                    <a:pt x="32861" y="17418"/>
                    <a:pt x="32679" y="17328"/>
                    <a:pt x="32455" y="17237"/>
                  </a:cubicBezTo>
                  <a:lnTo>
                    <a:pt x="32183" y="17103"/>
                  </a:lnTo>
                  <a:lnTo>
                    <a:pt x="31911" y="16149"/>
                  </a:lnTo>
                  <a:close/>
                  <a:moveTo>
                    <a:pt x="32364" y="17647"/>
                  </a:moveTo>
                  <a:lnTo>
                    <a:pt x="32364" y="17647"/>
                  </a:lnTo>
                  <a:cubicBezTo>
                    <a:pt x="32455" y="17690"/>
                    <a:pt x="32589" y="17738"/>
                    <a:pt x="32679" y="17781"/>
                  </a:cubicBezTo>
                  <a:cubicBezTo>
                    <a:pt x="32908" y="17919"/>
                    <a:pt x="33133" y="18010"/>
                    <a:pt x="33361" y="18100"/>
                  </a:cubicBezTo>
                  <a:cubicBezTo>
                    <a:pt x="33361" y="18100"/>
                    <a:pt x="33405" y="18100"/>
                    <a:pt x="33405" y="18144"/>
                  </a:cubicBezTo>
                  <a:cubicBezTo>
                    <a:pt x="33271" y="18869"/>
                    <a:pt x="33089" y="19551"/>
                    <a:pt x="32951" y="20048"/>
                  </a:cubicBezTo>
                  <a:cubicBezTo>
                    <a:pt x="32770" y="19232"/>
                    <a:pt x="32589" y="18416"/>
                    <a:pt x="32364" y="17647"/>
                  </a:cubicBezTo>
                  <a:close/>
                  <a:moveTo>
                    <a:pt x="6523" y="692"/>
                  </a:moveTo>
                  <a:lnTo>
                    <a:pt x="6523" y="692"/>
                  </a:lnTo>
                  <a:cubicBezTo>
                    <a:pt x="9831" y="3230"/>
                    <a:pt x="13777" y="4590"/>
                    <a:pt x="17719" y="5994"/>
                  </a:cubicBezTo>
                  <a:cubicBezTo>
                    <a:pt x="21794" y="7422"/>
                    <a:pt x="25688" y="9618"/>
                    <a:pt x="30055" y="9618"/>
                  </a:cubicBezTo>
                  <a:cubicBezTo>
                    <a:pt x="30546" y="9618"/>
                    <a:pt x="31044" y="9590"/>
                    <a:pt x="31548" y="9530"/>
                  </a:cubicBezTo>
                  <a:cubicBezTo>
                    <a:pt x="31591" y="9487"/>
                    <a:pt x="31639" y="9487"/>
                    <a:pt x="31682" y="9439"/>
                  </a:cubicBezTo>
                  <a:lnTo>
                    <a:pt x="31863" y="9439"/>
                  </a:lnTo>
                  <a:cubicBezTo>
                    <a:pt x="31895" y="9439"/>
                    <a:pt x="31925" y="9460"/>
                    <a:pt x="31955" y="9460"/>
                  </a:cubicBezTo>
                  <a:cubicBezTo>
                    <a:pt x="31970" y="9460"/>
                    <a:pt x="31986" y="9455"/>
                    <a:pt x="32001" y="9439"/>
                  </a:cubicBezTo>
                  <a:cubicBezTo>
                    <a:pt x="33724" y="9759"/>
                    <a:pt x="34040" y="12160"/>
                    <a:pt x="33905" y="14698"/>
                  </a:cubicBezTo>
                  <a:cubicBezTo>
                    <a:pt x="33089" y="14245"/>
                    <a:pt x="32135" y="13882"/>
                    <a:pt x="31276" y="13701"/>
                  </a:cubicBezTo>
                  <a:cubicBezTo>
                    <a:pt x="31185" y="13701"/>
                    <a:pt x="31138" y="13748"/>
                    <a:pt x="31138" y="13839"/>
                  </a:cubicBezTo>
                  <a:cubicBezTo>
                    <a:pt x="30775" y="12794"/>
                    <a:pt x="30594" y="11663"/>
                    <a:pt x="30188" y="10665"/>
                  </a:cubicBezTo>
                  <a:cubicBezTo>
                    <a:pt x="30188" y="10618"/>
                    <a:pt x="30141" y="10618"/>
                    <a:pt x="30141" y="10575"/>
                  </a:cubicBezTo>
                  <a:cubicBezTo>
                    <a:pt x="30097" y="10437"/>
                    <a:pt x="30007" y="10255"/>
                    <a:pt x="29778" y="10255"/>
                  </a:cubicBezTo>
                  <a:cubicBezTo>
                    <a:pt x="28326" y="10203"/>
                    <a:pt x="26859" y="10185"/>
                    <a:pt x="25390" y="10185"/>
                  </a:cubicBezTo>
                  <a:cubicBezTo>
                    <a:pt x="23099" y="10185"/>
                    <a:pt x="20800" y="10229"/>
                    <a:pt x="18535" y="10255"/>
                  </a:cubicBezTo>
                  <a:cubicBezTo>
                    <a:pt x="16464" y="10255"/>
                    <a:pt x="14354" y="10193"/>
                    <a:pt x="12246" y="10193"/>
                  </a:cubicBezTo>
                  <a:cubicBezTo>
                    <a:pt x="10342" y="10193"/>
                    <a:pt x="8439" y="10244"/>
                    <a:pt x="6566" y="10437"/>
                  </a:cubicBezTo>
                  <a:cubicBezTo>
                    <a:pt x="6523" y="10484"/>
                    <a:pt x="6476" y="10484"/>
                    <a:pt x="6432" y="10527"/>
                  </a:cubicBezTo>
                  <a:cubicBezTo>
                    <a:pt x="6342" y="10527"/>
                    <a:pt x="6294" y="10575"/>
                    <a:pt x="6251" y="10665"/>
                  </a:cubicBezTo>
                  <a:cubicBezTo>
                    <a:pt x="5798" y="11797"/>
                    <a:pt x="5616" y="12976"/>
                    <a:pt x="5206" y="14111"/>
                  </a:cubicBezTo>
                  <a:cubicBezTo>
                    <a:pt x="4481" y="16149"/>
                    <a:pt x="3803" y="18325"/>
                    <a:pt x="3393" y="20501"/>
                  </a:cubicBezTo>
                  <a:lnTo>
                    <a:pt x="3393" y="20501"/>
                  </a:lnTo>
                  <a:cubicBezTo>
                    <a:pt x="3756" y="17509"/>
                    <a:pt x="3259" y="14564"/>
                    <a:pt x="2624" y="11663"/>
                  </a:cubicBezTo>
                  <a:cubicBezTo>
                    <a:pt x="2214" y="9759"/>
                    <a:pt x="1717" y="7898"/>
                    <a:pt x="1355" y="6041"/>
                  </a:cubicBezTo>
                  <a:cubicBezTo>
                    <a:pt x="1126" y="5044"/>
                    <a:pt x="992" y="3999"/>
                    <a:pt x="854" y="3002"/>
                  </a:cubicBezTo>
                  <a:cubicBezTo>
                    <a:pt x="837" y="2825"/>
                    <a:pt x="933" y="2753"/>
                    <a:pt x="1100" y="2753"/>
                  </a:cubicBezTo>
                  <a:cubicBezTo>
                    <a:pt x="1792" y="2753"/>
                    <a:pt x="3700" y="3973"/>
                    <a:pt x="3846" y="4046"/>
                  </a:cubicBezTo>
                  <a:cubicBezTo>
                    <a:pt x="3895" y="4075"/>
                    <a:pt x="3941" y="4087"/>
                    <a:pt x="3983" y="4087"/>
                  </a:cubicBezTo>
                  <a:cubicBezTo>
                    <a:pt x="4140" y="4087"/>
                    <a:pt x="4237" y="3917"/>
                    <a:pt x="4166" y="3774"/>
                  </a:cubicBezTo>
                  <a:cubicBezTo>
                    <a:pt x="4085" y="3571"/>
                    <a:pt x="3287" y="1827"/>
                    <a:pt x="3844" y="1827"/>
                  </a:cubicBezTo>
                  <a:cubicBezTo>
                    <a:pt x="3913" y="1827"/>
                    <a:pt x="4003" y="1854"/>
                    <a:pt x="4118" y="1914"/>
                  </a:cubicBezTo>
                  <a:cubicBezTo>
                    <a:pt x="4844" y="2324"/>
                    <a:pt x="5478" y="2821"/>
                    <a:pt x="6160" y="3274"/>
                  </a:cubicBezTo>
                  <a:cubicBezTo>
                    <a:pt x="6190" y="3294"/>
                    <a:pt x="6224" y="3303"/>
                    <a:pt x="6260" y="3303"/>
                  </a:cubicBezTo>
                  <a:cubicBezTo>
                    <a:pt x="6384" y="3303"/>
                    <a:pt x="6523" y="3190"/>
                    <a:pt x="6523" y="3049"/>
                  </a:cubicBezTo>
                  <a:cubicBezTo>
                    <a:pt x="6566" y="2276"/>
                    <a:pt x="6523" y="1508"/>
                    <a:pt x="6523" y="692"/>
                  </a:cubicBezTo>
                  <a:close/>
                  <a:moveTo>
                    <a:pt x="6614" y="10847"/>
                  </a:moveTo>
                  <a:cubicBezTo>
                    <a:pt x="8378" y="11039"/>
                    <a:pt x="10152" y="11090"/>
                    <a:pt x="11926" y="11090"/>
                  </a:cubicBezTo>
                  <a:cubicBezTo>
                    <a:pt x="13891" y="11090"/>
                    <a:pt x="15856" y="11028"/>
                    <a:pt x="17810" y="11028"/>
                  </a:cubicBezTo>
                  <a:cubicBezTo>
                    <a:pt x="20469" y="11028"/>
                    <a:pt x="23129" y="11109"/>
                    <a:pt x="25789" y="11109"/>
                  </a:cubicBezTo>
                  <a:cubicBezTo>
                    <a:pt x="27118" y="11109"/>
                    <a:pt x="28448" y="11088"/>
                    <a:pt x="29778" y="11028"/>
                  </a:cubicBezTo>
                  <a:lnTo>
                    <a:pt x="29825" y="10981"/>
                  </a:lnTo>
                  <a:cubicBezTo>
                    <a:pt x="29916" y="12116"/>
                    <a:pt x="30279" y="13248"/>
                    <a:pt x="30594" y="14292"/>
                  </a:cubicBezTo>
                  <a:cubicBezTo>
                    <a:pt x="31319" y="16784"/>
                    <a:pt x="31863" y="19323"/>
                    <a:pt x="32589" y="21771"/>
                  </a:cubicBezTo>
                  <a:cubicBezTo>
                    <a:pt x="32664" y="21922"/>
                    <a:pt x="32773" y="22010"/>
                    <a:pt x="32912" y="22010"/>
                  </a:cubicBezTo>
                  <a:cubicBezTo>
                    <a:pt x="32939" y="22010"/>
                    <a:pt x="32968" y="22006"/>
                    <a:pt x="32999" y="21999"/>
                  </a:cubicBezTo>
                  <a:cubicBezTo>
                    <a:pt x="32999" y="22066"/>
                    <a:pt x="33055" y="22100"/>
                    <a:pt x="33111" y="22100"/>
                  </a:cubicBezTo>
                  <a:cubicBezTo>
                    <a:pt x="33167" y="22100"/>
                    <a:pt x="33223" y="22066"/>
                    <a:pt x="33223" y="21999"/>
                  </a:cubicBezTo>
                  <a:cubicBezTo>
                    <a:pt x="33405" y="21455"/>
                    <a:pt x="33495" y="20820"/>
                    <a:pt x="33858" y="20320"/>
                  </a:cubicBezTo>
                  <a:cubicBezTo>
                    <a:pt x="33964" y="20169"/>
                    <a:pt x="34059" y="20106"/>
                    <a:pt x="34145" y="20106"/>
                  </a:cubicBezTo>
                  <a:cubicBezTo>
                    <a:pt x="34576" y="20106"/>
                    <a:pt x="34765" y="21695"/>
                    <a:pt x="34765" y="21771"/>
                  </a:cubicBezTo>
                  <a:cubicBezTo>
                    <a:pt x="34765" y="22405"/>
                    <a:pt x="34721" y="23087"/>
                    <a:pt x="34584" y="23722"/>
                  </a:cubicBezTo>
                  <a:cubicBezTo>
                    <a:pt x="34493" y="24037"/>
                    <a:pt x="34402" y="24400"/>
                    <a:pt x="34221" y="24719"/>
                  </a:cubicBezTo>
                  <a:cubicBezTo>
                    <a:pt x="33858" y="24719"/>
                    <a:pt x="33495" y="24763"/>
                    <a:pt x="33133" y="24763"/>
                  </a:cubicBezTo>
                  <a:cubicBezTo>
                    <a:pt x="33112" y="24565"/>
                    <a:pt x="32972" y="24474"/>
                    <a:pt x="32829" y="24474"/>
                  </a:cubicBezTo>
                  <a:cubicBezTo>
                    <a:pt x="32678" y="24474"/>
                    <a:pt x="32522" y="24576"/>
                    <a:pt x="32498" y="24763"/>
                  </a:cubicBezTo>
                  <a:cubicBezTo>
                    <a:pt x="31911" y="32064"/>
                    <a:pt x="24022" y="32198"/>
                    <a:pt x="18219" y="32379"/>
                  </a:cubicBezTo>
                  <a:cubicBezTo>
                    <a:pt x="12369" y="32198"/>
                    <a:pt x="4528" y="32064"/>
                    <a:pt x="3893" y="24763"/>
                  </a:cubicBezTo>
                  <a:cubicBezTo>
                    <a:pt x="3893" y="24576"/>
                    <a:pt x="3750" y="24474"/>
                    <a:pt x="3604" y="24474"/>
                  </a:cubicBezTo>
                  <a:cubicBezTo>
                    <a:pt x="3465" y="24474"/>
                    <a:pt x="3325" y="24565"/>
                    <a:pt x="3302" y="24763"/>
                  </a:cubicBezTo>
                  <a:cubicBezTo>
                    <a:pt x="2940" y="24763"/>
                    <a:pt x="2577" y="24719"/>
                    <a:pt x="2171" y="24719"/>
                  </a:cubicBezTo>
                  <a:cubicBezTo>
                    <a:pt x="2033" y="24400"/>
                    <a:pt x="1899" y="24037"/>
                    <a:pt x="1852" y="23722"/>
                  </a:cubicBezTo>
                  <a:cubicBezTo>
                    <a:pt x="1670" y="23087"/>
                    <a:pt x="1670" y="22405"/>
                    <a:pt x="1670" y="21771"/>
                  </a:cubicBezTo>
                  <a:cubicBezTo>
                    <a:pt x="1670" y="21695"/>
                    <a:pt x="1859" y="20106"/>
                    <a:pt x="2290" y="20106"/>
                  </a:cubicBezTo>
                  <a:cubicBezTo>
                    <a:pt x="2376" y="20106"/>
                    <a:pt x="2472" y="20169"/>
                    <a:pt x="2577" y="20320"/>
                  </a:cubicBezTo>
                  <a:cubicBezTo>
                    <a:pt x="2896" y="20820"/>
                    <a:pt x="3030" y="21455"/>
                    <a:pt x="3168" y="21999"/>
                  </a:cubicBezTo>
                  <a:cubicBezTo>
                    <a:pt x="3190" y="22066"/>
                    <a:pt x="3258" y="22100"/>
                    <a:pt x="3320" y="22100"/>
                  </a:cubicBezTo>
                  <a:cubicBezTo>
                    <a:pt x="3383" y="22100"/>
                    <a:pt x="3440" y="22066"/>
                    <a:pt x="3440" y="21999"/>
                  </a:cubicBezTo>
                  <a:cubicBezTo>
                    <a:pt x="3463" y="22006"/>
                    <a:pt x="3486" y="22010"/>
                    <a:pt x="3510" y="22010"/>
                  </a:cubicBezTo>
                  <a:cubicBezTo>
                    <a:pt x="3631" y="22010"/>
                    <a:pt x="3764" y="21922"/>
                    <a:pt x="3803" y="21771"/>
                  </a:cubicBezTo>
                  <a:cubicBezTo>
                    <a:pt x="4572" y="19323"/>
                    <a:pt x="5116" y="16784"/>
                    <a:pt x="5798" y="14292"/>
                  </a:cubicBezTo>
                  <a:cubicBezTo>
                    <a:pt x="6160" y="13204"/>
                    <a:pt x="6566" y="11978"/>
                    <a:pt x="6614" y="10847"/>
                  </a:cubicBezTo>
                  <a:close/>
                  <a:moveTo>
                    <a:pt x="24748" y="32651"/>
                  </a:moveTo>
                  <a:cubicBezTo>
                    <a:pt x="23612" y="33514"/>
                    <a:pt x="22706" y="34646"/>
                    <a:pt x="21799" y="35690"/>
                  </a:cubicBezTo>
                  <a:cubicBezTo>
                    <a:pt x="21527" y="35962"/>
                    <a:pt x="21346" y="36234"/>
                    <a:pt x="21074" y="36550"/>
                  </a:cubicBezTo>
                  <a:cubicBezTo>
                    <a:pt x="21022" y="36619"/>
                    <a:pt x="20964" y="36649"/>
                    <a:pt x="20902" y="36649"/>
                  </a:cubicBezTo>
                  <a:cubicBezTo>
                    <a:pt x="20801" y="36649"/>
                    <a:pt x="20689" y="36571"/>
                    <a:pt x="20577" y="36459"/>
                  </a:cubicBezTo>
                  <a:cubicBezTo>
                    <a:pt x="20620" y="36416"/>
                    <a:pt x="20667" y="36369"/>
                    <a:pt x="20711" y="36369"/>
                  </a:cubicBezTo>
                  <a:cubicBezTo>
                    <a:pt x="20893" y="36152"/>
                    <a:pt x="20700" y="35850"/>
                    <a:pt x="20476" y="35850"/>
                  </a:cubicBezTo>
                  <a:cubicBezTo>
                    <a:pt x="20419" y="35850"/>
                    <a:pt x="20360" y="35869"/>
                    <a:pt x="20305" y="35915"/>
                  </a:cubicBezTo>
                  <a:cubicBezTo>
                    <a:pt x="20305" y="35962"/>
                    <a:pt x="20258" y="35962"/>
                    <a:pt x="20258" y="35962"/>
                  </a:cubicBezTo>
                  <a:cubicBezTo>
                    <a:pt x="20076" y="35643"/>
                    <a:pt x="19942" y="35280"/>
                    <a:pt x="19942" y="35237"/>
                  </a:cubicBezTo>
                  <a:cubicBezTo>
                    <a:pt x="19623" y="34555"/>
                    <a:pt x="19442" y="33830"/>
                    <a:pt x="19079" y="33152"/>
                  </a:cubicBezTo>
                  <a:cubicBezTo>
                    <a:pt x="20939" y="33152"/>
                    <a:pt x="22887" y="33014"/>
                    <a:pt x="24748" y="32651"/>
                  </a:cubicBezTo>
                  <a:close/>
                  <a:moveTo>
                    <a:pt x="8652" y="31791"/>
                  </a:moveTo>
                  <a:lnTo>
                    <a:pt x="8652" y="31791"/>
                  </a:lnTo>
                  <a:cubicBezTo>
                    <a:pt x="11238" y="32832"/>
                    <a:pt x="14364" y="33152"/>
                    <a:pt x="17222" y="33152"/>
                  </a:cubicBezTo>
                  <a:cubicBezTo>
                    <a:pt x="16812" y="33920"/>
                    <a:pt x="16497" y="34736"/>
                    <a:pt x="16134" y="35509"/>
                  </a:cubicBezTo>
                  <a:cubicBezTo>
                    <a:pt x="16047" y="35684"/>
                    <a:pt x="15663" y="36783"/>
                    <a:pt x="15272" y="36783"/>
                  </a:cubicBezTo>
                  <a:cubicBezTo>
                    <a:pt x="15257" y="36783"/>
                    <a:pt x="15242" y="36782"/>
                    <a:pt x="15227" y="36778"/>
                  </a:cubicBezTo>
                  <a:cubicBezTo>
                    <a:pt x="14593" y="36550"/>
                    <a:pt x="14001" y="36187"/>
                    <a:pt x="13367" y="35872"/>
                  </a:cubicBezTo>
                  <a:cubicBezTo>
                    <a:pt x="11553" y="34784"/>
                    <a:pt x="10150" y="33242"/>
                    <a:pt x="8652" y="31791"/>
                  </a:cubicBezTo>
                  <a:close/>
                  <a:moveTo>
                    <a:pt x="18898" y="33152"/>
                  </a:moveTo>
                  <a:cubicBezTo>
                    <a:pt x="19079" y="33739"/>
                    <a:pt x="19442" y="35280"/>
                    <a:pt x="19942" y="36234"/>
                  </a:cubicBezTo>
                  <a:cubicBezTo>
                    <a:pt x="19532" y="36597"/>
                    <a:pt x="19126" y="36913"/>
                    <a:pt x="18582" y="37050"/>
                  </a:cubicBezTo>
                  <a:cubicBezTo>
                    <a:pt x="18461" y="37079"/>
                    <a:pt x="18340" y="37092"/>
                    <a:pt x="18219" y="37092"/>
                  </a:cubicBezTo>
                  <a:cubicBezTo>
                    <a:pt x="17570" y="37092"/>
                    <a:pt x="16934" y="36721"/>
                    <a:pt x="16359" y="36416"/>
                  </a:cubicBezTo>
                  <a:cubicBezTo>
                    <a:pt x="16812" y="35371"/>
                    <a:pt x="17313" y="34283"/>
                    <a:pt x="17494" y="33152"/>
                  </a:cubicBezTo>
                  <a:close/>
                  <a:moveTo>
                    <a:pt x="6265" y="1"/>
                  </a:moveTo>
                  <a:cubicBezTo>
                    <a:pt x="6163" y="1"/>
                    <a:pt x="6070" y="108"/>
                    <a:pt x="6070" y="238"/>
                  </a:cubicBezTo>
                  <a:cubicBezTo>
                    <a:pt x="6023" y="505"/>
                    <a:pt x="6068" y="2551"/>
                    <a:pt x="5940" y="2551"/>
                  </a:cubicBezTo>
                  <a:cubicBezTo>
                    <a:pt x="5937" y="2551"/>
                    <a:pt x="5935" y="2550"/>
                    <a:pt x="5932" y="2549"/>
                  </a:cubicBezTo>
                  <a:cubicBezTo>
                    <a:pt x="5072" y="1914"/>
                    <a:pt x="4209" y="1417"/>
                    <a:pt x="3212" y="1007"/>
                  </a:cubicBezTo>
                  <a:cubicBezTo>
                    <a:pt x="3182" y="987"/>
                    <a:pt x="3149" y="978"/>
                    <a:pt x="3117" y="978"/>
                  </a:cubicBezTo>
                  <a:cubicBezTo>
                    <a:pt x="3008" y="978"/>
                    <a:pt x="2906" y="1084"/>
                    <a:pt x="2940" y="1188"/>
                  </a:cubicBezTo>
                  <a:cubicBezTo>
                    <a:pt x="2987" y="1961"/>
                    <a:pt x="3212" y="2639"/>
                    <a:pt x="3484" y="3321"/>
                  </a:cubicBezTo>
                  <a:cubicBezTo>
                    <a:pt x="2634" y="2754"/>
                    <a:pt x="1892" y="2114"/>
                    <a:pt x="869" y="2114"/>
                  </a:cubicBezTo>
                  <a:cubicBezTo>
                    <a:pt x="747" y="2114"/>
                    <a:pt x="622" y="2123"/>
                    <a:pt x="492" y="2142"/>
                  </a:cubicBezTo>
                  <a:cubicBezTo>
                    <a:pt x="401" y="2142"/>
                    <a:pt x="310" y="2276"/>
                    <a:pt x="310" y="2367"/>
                  </a:cubicBezTo>
                  <a:cubicBezTo>
                    <a:pt x="854" y="8442"/>
                    <a:pt x="3393" y="14154"/>
                    <a:pt x="3077" y="20320"/>
                  </a:cubicBezTo>
                  <a:cubicBezTo>
                    <a:pt x="2896" y="19867"/>
                    <a:pt x="2577" y="19504"/>
                    <a:pt x="2171" y="19413"/>
                  </a:cubicBezTo>
                  <a:cubicBezTo>
                    <a:pt x="2121" y="19402"/>
                    <a:pt x="2074" y="19396"/>
                    <a:pt x="2029" y="19396"/>
                  </a:cubicBezTo>
                  <a:cubicBezTo>
                    <a:pt x="1208" y="19396"/>
                    <a:pt x="1124" y="21255"/>
                    <a:pt x="1083" y="21771"/>
                  </a:cubicBezTo>
                  <a:cubicBezTo>
                    <a:pt x="1036" y="22815"/>
                    <a:pt x="1083" y="24991"/>
                    <a:pt x="2124" y="25626"/>
                  </a:cubicBezTo>
                  <a:cubicBezTo>
                    <a:pt x="2468" y="25810"/>
                    <a:pt x="2750" y="25903"/>
                    <a:pt x="2989" y="25903"/>
                  </a:cubicBezTo>
                  <a:cubicBezTo>
                    <a:pt x="3159" y="25903"/>
                    <a:pt x="3307" y="25855"/>
                    <a:pt x="3440" y="25760"/>
                  </a:cubicBezTo>
                  <a:cubicBezTo>
                    <a:pt x="3984" y="28618"/>
                    <a:pt x="5750" y="30384"/>
                    <a:pt x="8064" y="31519"/>
                  </a:cubicBezTo>
                  <a:cubicBezTo>
                    <a:pt x="7883" y="31610"/>
                    <a:pt x="7792" y="31791"/>
                    <a:pt x="7927" y="31973"/>
                  </a:cubicBezTo>
                  <a:cubicBezTo>
                    <a:pt x="7738" y="31930"/>
                    <a:pt x="7552" y="31909"/>
                    <a:pt x="7369" y="31909"/>
                  </a:cubicBezTo>
                  <a:cubicBezTo>
                    <a:pt x="3297" y="31909"/>
                    <a:pt x="734" y="42146"/>
                    <a:pt x="85" y="44576"/>
                  </a:cubicBezTo>
                  <a:cubicBezTo>
                    <a:pt x="1" y="44854"/>
                    <a:pt x="224" y="45030"/>
                    <a:pt x="441" y="45030"/>
                  </a:cubicBezTo>
                  <a:cubicBezTo>
                    <a:pt x="578" y="45030"/>
                    <a:pt x="712" y="44960"/>
                    <a:pt x="764" y="44801"/>
                  </a:cubicBezTo>
                  <a:cubicBezTo>
                    <a:pt x="2261" y="40993"/>
                    <a:pt x="3168" y="32698"/>
                    <a:pt x="8380" y="32560"/>
                  </a:cubicBezTo>
                  <a:cubicBezTo>
                    <a:pt x="10150" y="34827"/>
                    <a:pt x="12779" y="36822"/>
                    <a:pt x="15543" y="37638"/>
                  </a:cubicBezTo>
                  <a:cubicBezTo>
                    <a:pt x="15633" y="37638"/>
                    <a:pt x="15724" y="37638"/>
                    <a:pt x="15815" y="37547"/>
                  </a:cubicBezTo>
                  <a:lnTo>
                    <a:pt x="15815" y="37547"/>
                  </a:lnTo>
                  <a:cubicBezTo>
                    <a:pt x="15409" y="39680"/>
                    <a:pt x="15227" y="41899"/>
                    <a:pt x="15180" y="44032"/>
                  </a:cubicBezTo>
                  <a:cubicBezTo>
                    <a:pt x="15180" y="46117"/>
                    <a:pt x="15499" y="48700"/>
                    <a:pt x="17175" y="50150"/>
                  </a:cubicBezTo>
                  <a:cubicBezTo>
                    <a:pt x="17227" y="50192"/>
                    <a:pt x="17284" y="50210"/>
                    <a:pt x="17338" y="50210"/>
                  </a:cubicBezTo>
                  <a:cubicBezTo>
                    <a:pt x="17522" y="50210"/>
                    <a:pt x="17677" y="50008"/>
                    <a:pt x="17538" y="49835"/>
                  </a:cubicBezTo>
                  <a:cubicBezTo>
                    <a:pt x="14364" y="45936"/>
                    <a:pt x="16450" y="41221"/>
                    <a:pt x="16359" y="36778"/>
                  </a:cubicBezTo>
                  <a:lnTo>
                    <a:pt x="16359" y="36778"/>
                  </a:lnTo>
                  <a:cubicBezTo>
                    <a:pt x="17016" y="37231"/>
                    <a:pt x="17696" y="37469"/>
                    <a:pt x="18358" y="37469"/>
                  </a:cubicBezTo>
                  <a:cubicBezTo>
                    <a:pt x="19021" y="37469"/>
                    <a:pt x="19668" y="37230"/>
                    <a:pt x="20258" y="36731"/>
                  </a:cubicBezTo>
                  <a:lnTo>
                    <a:pt x="20348" y="36822"/>
                  </a:lnTo>
                  <a:cubicBezTo>
                    <a:pt x="20258" y="38773"/>
                    <a:pt x="20439" y="40721"/>
                    <a:pt x="20667" y="42672"/>
                  </a:cubicBezTo>
                  <a:cubicBezTo>
                    <a:pt x="20983" y="45254"/>
                    <a:pt x="21527" y="47430"/>
                    <a:pt x="20214" y="49878"/>
                  </a:cubicBezTo>
                  <a:cubicBezTo>
                    <a:pt x="20089" y="50128"/>
                    <a:pt x="20286" y="50357"/>
                    <a:pt x="20495" y="50357"/>
                  </a:cubicBezTo>
                  <a:cubicBezTo>
                    <a:pt x="20590" y="50357"/>
                    <a:pt x="20687" y="50310"/>
                    <a:pt x="20758" y="50198"/>
                  </a:cubicBezTo>
                  <a:cubicBezTo>
                    <a:pt x="21890" y="48566"/>
                    <a:pt x="21846" y="46796"/>
                    <a:pt x="21574" y="44892"/>
                  </a:cubicBezTo>
                  <a:cubicBezTo>
                    <a:pt x="21212" y="42262"/>
                    <a:pt x="21074" y="39633"/>
                    <a:pt x="20620" y="37050"/>
                  </a:cubicBezTo>
                  <a:lnTo>
                    <a:pt x="20620" y="37050"/>
                  </a:lnTo>
                  <a:cubicBezTo>
                    <a:pt x="20684" y="37081"/>
                    <a:pt x="20772" y="37114"/>
                    <a:pt x="20865" y="37114"/>
                  </a:cubicBezTo>
                  <a:cubicBezTo>
                    <a:pt x="20903" y="37114"/>
                    <a:pt x="20943" y="37108"/>
                    <a:pt x="20983" y="37094"/>
                  </a:cubicBezTo>
                  <a:cubicBezTo>
                    <a:pt x="21708" y="36960"/>
                    <a:pt x="22300" y="35872"/>
                    <a:pt x="22753" y="35371"/>
                  </a:cubicBezTo>
                  <a:cubicBezTo>
                    <a:pt x="23612" y="34464"/>
                    <a:pt x="24519" y="33648"/>
                    <a:pt x="25473" y="32923"/>
                  </a:cubicBezTo>
                  <a:cubicBezTo>
                    <a:pt x="28102" y="33286"/>
                    <a:pt x="29190" y="34736"/>
                    <a:pt x="30097" y="37232"/>
                  </a:cubicBezTo>
                  <a:cubicBezTo>
                    <a:pt x="31095" y="39995"/>
                    <a:pt x="32045" y="42763"/>
                    <a:pt x="32727" y="45617"/>
                  </a:cubicBezTo>
                  <a:cubicBezTo>
                    <a:pt x="32781" y="45800"/>
                    <a:pt x="32931" y="45880"/>
                    <a:pt x="33083" y="45880"/>
                  </a:cubicBezTo>
                  <a:cubicBezTo>
                    <a:pt x="33306" y="45880"/>
                    <a:pt x="33532" y="45706"/>
                    <a:pt x="33452" y="45436"/>
                  </a:cubicBezTo>
                  <a:cubicBezTo>
                    <a:pt x="32636" y="42128"/>
                    <a:pt x="31548" y="38817"/>
                    <a:pt x="30188" y="35690"/>
                  </a:cubicBezTo>
                  <a:cubicBezTo>
                    <a:pt x="29325" y="33739"/>
                    <a:pt x="27874" y="32651"/>
                    <a:pt x="25879" y="32608"/>
                  </a:cubicBezTo>
                  <a:cubicBezTo>
                    <a:pt x="25970" y="32560"/>
                    <a:pt x="26017" y="32517"/>
                    <a:pt x="26108" y="32470"/>
                  </a:cubicBezTo>
                  <a:cubicBezTo>
                    <a:pt x="26151" y="32426"/>
                    <a:pt x="26198" y="32379"/>
                    <a:pt x="26198" y="32288"/>
                  </a:cubicBezTo>
                  <a:cubicBezTo>
                    <a:pt x="29553" y="31338"/>
                    <a:pt x="32273" y="29434"/>
                    <a:pt x="32999" y="25760"/>
                  </a:cubicBezTo>
                  <a:cubicBezTo>
                    <a:pt x="33112" y="25855"/>
                    <a:pt x="33257" y="25903"/>
                    <a:pt x="33427" y="25903"/>
                  </a:cubicBezTo>
                  <a:cubicBezTo>
                    <a:pt x="33664" y="25903"/>
                    <a:pt x="33951" y="25810"/>
                    <a:pt x="34268" y="25626"/>
                  </a:cubicBezTo>
                  <a:cubicBezTo>
                    <a:pt x="35356" y="24991"/>
                    <a:pt x="35400" y="22815"/>
                    <a:pt x="35309" y="21771"/>
                  </a:cubicBezTo>
                  <a:cubicBezTo>
                    <a:pt x="35309" y="21255"/>
                    <a:pt x="35227" y="19396"/>
                    <a:pt x="34409" y="19396"/>
                  </a:cubicBezTo>
                  <a:cubicBezTo>
                    <a:pt x="34364" y="19396"/>
                    <a:pt x="34317" y="19402"/>
                    <a:pt x="34268" y="19413"/>
                  </a:cubicBezTo>
                  <a:cubicBezTo>
                    <a:pt x="34087" y="19413"/>
                    <a:pt x="33949" y="19504"/>
                    <a:pt x="33815" y="19595"/>
                  </a:cubicBezTo>
                  <a:cubicBezTo>
                    <a:pt x="34812" y="16287"/>
                    <a:pt x="35537" y="9215"/>
                    <a:pt x="32226" y="8986"/>
                  </a:cubicBezTo>
                  <a:cubicBezTo>
                    <a:pt x="32317" y="8805"/>
                    <a:pt x="32407" y="8623"/>
                    <a:pt x="32498" y="8399"/>
                  </a:cubicBezTo>
                  <a:cubicBezTo>
                    <a:pt x="32636" y="8127"/>
                    <a:pt x="32817" y="7807"/>
                    <a:pt x="32999" y="7535"/>
                  </a:cubicBezTo>
                  <a:cubicBezTo>
                    <a:pt x="33123" y="7318"/>
                    <a:pt x="32968" y="7142"/>
                    <a:pt x="32800" y="7142"/>
                  </a:cubicBezTo>
                  <a:cubicBezTo>
                    <a:pt x="32724" y="7142"/>
                    <a:pt x="32645" y="7179"/>
                    <a:pt x="32589" y="7263"/>
                  </a:cubicBezTo>
                  <a:cubicBezTo>
                    <a:pt x="32226" y="7717"/>
                    <a:pt x="32001" y="8308"/>
                    <a:pt x="31863" y="8895"/>
                  </a:cubicBezTo>
                  <a:cubicBezTo>
                    <a:pt x="31682" y="8623"/>
                    <a:pt x="31548" y="8308"/>
                    <a:pt x="31457" y="7989"/>
                  </a:cubicBezTo>
                  <a:cubicBezTo>
                    <a:pt x="31319" y="7626"/>
                    <a:pt x="31367" y="7220"/>
                    <a:pt x="31276" y="6857"/>
                  </a:cubicBezTo>
                  <a:cubicBezTo>
                    <a:pt x="31229" y="6738"/>
                    <a:pt x="31107" y="6669"/>
                    <a:pt x="30989" y="6669"/>
                  </a:cubicBezTo>
                  <a:cubicBezTo>
                    <a:pt x="30881" y="6669"/>
                    <a:pt x="30775" y="6727"/>
                    <a:pt x="30732" y="6857"/>
                  </a:cubicBezTo>
                  <a:cubicBezTo>
                    <a:pt x="30594" y="7535"/>
                    <a:pt x="30866" y="8351"/>
                    <a:pt x="31276" y="8986"/>
                  </a:cubicBezTo>
                  <a:cubicBezTo>
                    <a:pt x="30880" y="9032"/>
                    <a:pt x="30485" y="9053"/>
                    <a:pt x="30091" y="9053"/>
                  </a:cubicBezTo>
                  <a:cubicBezTo>
                    <a:pt x="29311" y="9053"/>
                    <a:pt x="28538" y="8972"/>
                    <a:pt x="27783" y="8852"/>
                  </a:cubicBezTo>
                  <a:cubicBezTo>
                    <a:pt x="28962" y="7717"/>
                    <a:pt x="28962" y="5994"/>
                    <a:pt x="28012" y="4862"/>
                  </a:cubicBezTo>
                  <a:cubicBezTo>
                    <a:pt x="28646" y="3999"/>
                    <a:pt x="29234" y="2186"/>
                    <a:pt x="28012" y="1732"/>
                  </a:cubicBezTo>
                  <a:cubicBezTo>
                    <a:pt x="27890" y="1689"/>
                    <a:pt x="27776" y="1669"/>
                    <a:pt x="27670" y="1669"/>
                  </a:cubicBezTo>
                  <a:cubicBezTo>
                    <a:pt x="26787" y="1669"/>
                    <a:pt x="26443" y="3065"/>
                    <a:pt x="26605" y="3956"/>
                  </a:cubicBezTo>
                  <a:cubicBezTo>
                    <a:pt x="26470" y="3956"/>
                    <a:pt x="26380" y="3909"/>
                    <a:pt x="26242" y="3909"/>
                  </a:cubicBezTo>
                  <a:cubicBezTo>
                    <a:pt x="26064" y="3874"/>
                    <a:pt x="25873" y="3857"/>
                    <a:pt x="25676" y="3857"/>
                  </a:cubicBezTo>
                  <a:cubicBezTo>
                    <a:pt x="24315" y="3857"/>
                    <a:pt x="22650" y="4665"/>
                    <a:pt x="22887" y="6132"/>
                  </a:cubicBezTo>
                  <a:cubicBezTo>
                    <a:pt x="22162" y="5269"/>
                    <a:pt x="21618" y="4318"/>
                    <a:pt x="20983" y="3412"/>
                  </a:cubicBezTo>
                  <a:cubicBezTo>
                    <a:pt x="20348" y="2505"/>
                    <a:pt x="19579" y="1508"/>
                    <a:pt x="18444" y="1417"/>
                  </a:cubicBezTo>
                  <a:cubicBezTo>
                    <a:pt x="18401" y="1414"/>
                    <a:pt x="18360" y="1413"/>
                    <a:pt x="18319" y="1413"/>
                  </a:cubicBezTo>
                  <a:cubicBezTo>
                    <a:pt x="16464" y="1413"/>
                    <a:pt x="16790" y="4431"/>
                    <a:pt x="17766" y="5450"/>
                  </a:cubicBezTo>
                  <a:cubicBezTo>
                    <a:pt x="13777" y="4090"/>
                    <a:pt x="9740" y="2730"/>
                    <a:pt x="6385" y="57"/>
                  </a:cubicBezTo>
                  <a:cubicBezTo>
                    <a:pt x="6347" y="18"/>
                    <a:pt x="6305" y="1"/>
                    <a:pt x="626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9"/>
            <p:cNvSpPr/>
            <p:nvPr/>
          </p:nvSpPr>
          <p:spPr>
            <a:xfrm>
              <a:off x="1612662" y="1967777"/>
              <a:ext cx="51005" cy="148248"/>
            </a:xfrm>
            <a:custGeom>
              <a:rect b="b" l="l" r="r" t="t"/>
              <a:pathLst>
                <a:path extrusionOk="0" h="4883" w="1680">
                  <a:moveTo>
                    <a:pt x="1078" y="0"/>
                  </a:moveTo>
                  <a:cubicBezTo>
                    <a:pt x="1000" y="0"/>
                    <a:pt x="920" y="37"/>
                    <a:pt x="863" y="113"/>
                  </a:cubicBezTo>
                  <a:cubicBezTo>
                    <a:pt x="773" y="247"/>
                    <a:pt x="682" y="428"/>
                    <a:pt x="635" y="566"/>
                  </a:cubicBezTo>
                  <a:cubicBezTo>
                    <a:pt x="591" y="610"/>
                    <a:pt x="544" y="610"/>
                    <a:pt x="544" y="700"/>
                  </a:cubicBezTo>
                  <a:cubicBezTo>
                    <a:pt x="501" y="791"/>
                    <a:pt x="501" y="838"/>
                    <a:pt x="501" y="929"/>
                  </a:cubicBezTo>
                  <a:cubicBezTo>
                    <a:pt x="410" y="1244"/>
                    <a:pt x="319" y="1607"/>
                    <a:pt x="319" y="1926"/>
                  </a:cubicBezTo>
                  <a:cubicBezTo>
                    <a:pt x="138" y="2604"/>
                    <a:pt x="0" y="3286"/>
                    <a:pt x="138" y="3964"/>
                  </a:cubicBezTo>
                  <a:cubicBezTo>
                    <a:pt x="210" y="4252"/>
                    <a:pt x="510" y="4882"/>
                    <a:pt x="903" y="4882"/>
                  </a:cubicBezTo>
                  <a:cubicBezTo>
                    <a:pt x="1005" y="4882"/>
                    <a:pt x="1114" y="4840"/>
                    <a:pt x="1226" y="4737"/>
                  </a:cubicBezTo>
                  <a:cubicBezTo>
                    <a:pt x="1679" y="4236"/>
                    <a:pt x="1632" y="3239"/>
                    <a:pt x="1632" y="2604"/>
                  </a:cubicBezTo>
                  <a:cubicBezTo>
                    <a:pt x="1589" y="1835"/>
                    <a:pt x="1589" y="929"/>
                    <a:pt x="1317" y="203"/>
                  </a:cubicBezTo>
                  <a:cubicBezTo>
                    <a:pt x="1289" y="71"/>
                    <a:pt x="1186" y="0"/>
                    <a:pt x="1078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9"/>
            <p:cNvSpPr/>
            <p:nvPr/>
          </p:nvSpPr>
          <p:spPr>
            <a:xfrm>
              <a:off x="2046251" y="1967777"/>
              <a:ext cx="50914" cy="148248"/>
            </a:xfrm>
            <a:custGeom>
              <a:rect b="b" l="l" r="r" t="t"/>
              <a:pathLst>
                <a:path extrusionOk="0" h="4883" w="1677">
                  <a:moveTo>
                    <a:pt x="1043" y="0"/>
                  </a:moveTo>
                  <a:cubicBezTo>
                    <a:pt x="968" y="0"/>
                    <a:pt x="898" y="37"/>
                    <a:pt x="860" y="113"/>
                  </a:cubicBezTo>
                  <a:cubicBezTo>
                    <a:pt x="769" y="247"/>
                    <a:pt x="679" y="428"/>
                    <a:pt x="588" y="566"/>
                  </a:cubicBezTo>
                  <a:cubicBezTo>
                    <a:pt x="545" y="610"/>
                    <a:pt x="497" y="610"/>
                    <a:pt x="497" y="700"/>
                  </a:cubicBezTo>
                  <a:cubicBezTo>
                    <a:pt x="497" y="791"/>
                    <a:pt x="497" y="838"/>
                    <a:pt x="454" y="929"/>
                  </a:cubicBezTo>
                  <a:cubicBezTo>
                    <a:pt x="363" y="1244"/>
                    <a:pt x="316" y="1607"/>
                    <a:pt x="273" y="1926"/>
                  </a:cubicBezTo>
                  <a:cubicBezTo>
                    <a:pt x="135" y="2604"/>
                    <a:pt x="1" y="3286"/>
                    <a:pt x="91" y="3964"/>
                  </a:cubicBezTo>
                  <a:cubicBezTo>
                    <a:pt x="163" y="4252"/>
                    <a:pt x="491" y="4882"/>
                    <a:pt x="873" y="4882"/>
                  </a:cubicBezTo>
                  <a:cubicBezTo>
                    <a:pt x="973" y="4882"/>
                    <a:pt x="1076" y="4840"/>
                    <a:pt x="1179" y="4737"/>
                  </a:cubicBezTo>
                  <a:cubicBezTo>
                    <a:pt x="1676" y="4236"/>
                    <a:pt x="1586" y="3239"/>
                    <a:pt x="1586" y="2604"/>
                  </a:cubicBezTo>
                  <a:cubicBezTo>
                    <a:pt x="1586" y="1835"/>
                    <a:pt x="1542" y="929"/>
                    <a:pt x="1314" y="203"/>
                  </a:cubicBezTo>
                  <a:cubicBezTo>
                    <a:pt x="1261" y="71"/>
                    <a:pt x="1147" y="0"/>
                    <a:pt x="1043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9"/>
            <p:cNvSpPr/>
            <p:nvPr/>
          </p:nvSpPr>
          <p:spPr>
            <a:xfrm>
              <a:off x="1835619" y="1971997"/>
              <a:ext cx="64788" cy="170532"/>
            </a:xfrm>
            <a:custGeom>
              <a:rect b="b" l="l" r="r" t="t"/>
              <a:pathLst>
                <a:path extrusionOk="0" h="5617" w="2134">
                  <a:moveTo>
                    <a:pt x="340" y="1"/>
                  </a:moveTo>
                  <a:cubicBezTo>
                    <a:pt x="284" y="1"/>
                    <a:pt x="229" y="34"/>
                    <a:pt x="229" y="108"/>
                  </a:cubicBezTo>
                  <a:cubicBezTo>
                    <a:pt x="91" y="1787"/>
                    <a:pt x="1" y="3553"/>
                    <a:pt x="229" y="5276"/>
                  </a:cubicBezTo>
                  <a:cubicBezTo>
                    <a:pt x="229" y="5367"/>
                    <a:pt x="320" y="5457"/>
                    <a:pt x="410" y="5457"/>
                  </a:cubicBezTo>
                  <a:cubicBezTo>
                    <a:pt x="733" y="5547"/>
                    <a:pt x="1038" y="5617"/>
                    <a:pt x="1336" y="5617"/>
                  </a:cubicBezTo>
                  <a:cubicBezTo>
                    <a:pt x="1496" y="5617"/>
                    <a:pt x="1655" y="5596"/>
                    <a:pt x="1814" y="5548"/>
                  </a:cubicBezTo>
                  <a:cubicBezTo>
                    <a:pt x="2133" y="5457"/>
                    <a:pt x="2086" y="5004"/>
                    <a:pt x="1770" y="5004"/>
                  </a:cubicBezTo>
                  <a:cubicBezTo>
                    <a:pt x="1646" y="5004"/>
                    <a:pt x="1517" y="5015"/>
                    <a:pt x="1395" y="5015"/>
                  </a:cubicBezTo>
                  <a:cubicBezTo>
                    <a:pt x="1072" y="5015"/>
                    <a:pt x="792" y="4942"/>
                    <a:pt x="726" y="4417"/>
                  </a:cubicBezTo>
                  <a:cubicBezTo>
                    <a:pt x="682" y="3873"/>
                    <a:pt x="682" y="3372"/>
                    <a:pt x="635" y="2828"/>
                  </a:cubicBezTo>
                  <a:cubicBezTo>
                    <a:pt x="635" y="1921"/>
                    <a:pt x="682" y="971"/>
                    <a:pt x="454" y="64"/>
                  </a:cubicBezTo>
                  <a:cubicBezTo>
                    <a:pt x="434" y="23"/>
                    <a:pt x="387" y="1"/>
                    <a:pt x="34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9"/>
            <p:cNvSpPr/>
            <p:nvPr/>
          </p:nvSpPr>
          <p:spPr>
            <a:xfrm>
              <a:off x="1850829" y="2242440"/>
              <a:ext cx="63331" cy="76021"/>
            </a:xfrm>
            <a:custGeom>
              <a:rect b="b" l="l" r="r" t="t"/>
              <a:pathLst>
                <a:path extrusionOk="0" h="2504" w="2086">
                  <a:moveTo>
                    <a:pt x="907" y="448"/>
                  </a:moveTo>
                  <a:cubicBezTo>
                    <a:pt x="1041" y="448"/>
                    <a:pt x="1179" y="630"/>
                    <a:pt x="1222" y="720"/>
                  </a:cubicBezTo>
                  <a:cubicBezTo>
                    <a:pt x="1404" y="1039"/>
                    <a:pt x="1541" y="1493"/>
                    <a:pt x="1360" y="1808"/>
                  </a:cubicBezTo>
                  <a:cubicBezTo>
                    <a:pt x="1262" y="1971"/>
                    <a:pt x="1147" y="2035"/>
                    <a:pt x="1033" y="2035"/>
                  </a:cubicBezTo>
                  <a:cubicBezTo>
                    <a:pt x="829" y="2035"/>
                    <a:pt x="630" y="1832"/>
                    <a:pt x="544" y="1627"/>
                  </a:cubicBezTo>
                  <a:cubicBezTo>
                    <a:pt x="453" y="1355"/>
                    <a:pt x="406" y="1083"/>
                    <a:pt x="453" y="767"/>
                  </a:cubicBezTo>
                  <a:cubicBezTo>
                    <a:pt x="635" y="677"/>
                    <a:pt x="769" y="495"/>
                    <a:pt x="907" y="448"/>
                  </a:cubicBezTo>
                  <a:close/>
                  <a:moveTo>
                    <a:pt x="848" y="1"/>
                  </a:moveTo>
                  <a:cubicBezTo>
                    <a:pt x="562" y="1"/>
                    <a:pt x="298" y="159"/>
                    <a:pt x="225" y="495"/>
                  </a:cubicBezTo>
                  <a:cubicBezTo>
                    <a:pt x="0" y="949"/>
                    <a:pt x="0" y="1536"/>
                    <a:pt x="181" y="1990"/>
                  </a:cubicBezTo>
                  <a:cubicBezTo>
                    <a:pt x="328" y="2332"/>
                    <a:pt x="659" y="2503"/>
                    <a:pt x="990" y="2503"/>
                  </a:cubicBezTo>
                  <a:cubicBezTo>
                    <a:pt x="1273" y="2503"/>
                    <a:pt x="1556" y="2378"/>
                    <a:pt x="1723" y="2127"/>
                  </a:cubicBezTo>
                  <a:cubicBezTo>
                    <a:pt x="2085" y="1583"/>
                    <a:pt x="1948" y="811"/>
                    <a:pt x="1541" y="358"/>
                  </a:cubicBezTo>
                  <a:cubicBezTo>
                    <a:pt x="1371" y="124"/>
                    <a:pt x="1101" y="1"/>
                    <a:pt x="848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9"/>
            <p:cNvSpPr/>
            <p:nvPr/>
          </p:nvSpPr>
          <p:spPr>
            <a:xfrm>
              <a:off x="1558380" y="1488701"/>
              <a:ext cx="163155" cy="93873"/>
            </a:xfrm>
            <a:custGeom>
              <a:rect b="b" l="l" r="r" t="t"/>
              <a:pathLst>
                <a:path extrusionOk="0" h="3092" w="5374">
                  <a:moveTo>
                    <a:pt x="214" y="1"/>
                  </a:moveTo>
                  <a:cubicBezTo>
                    <a:pt x="99" y="1"/>
                    <a:pt x="1" y="141"/>
                    <a:pt x="113" y="250"/>
                  </a:cubicBezTo>
                  <a:cubicBezTo>
                    <a:pt x="1382" y="1567"/>
                    <a:pt x="3330" y="2201"/>
                    <a:pt x="4918" y="3061"/>
                  </a:cubicBezTo>
                  <a:cubicBezTo>
                    <a:pt x="4960" y="3082"/>
                    <a:pt x="5001" y="3092"/>
                    <a:pt x="5039" y="3092"/>
                  </a:cubicBezTo>
                  <a:cubicBezTo>
                    <a:pt x="5248" y="3092"/>
                    <a:pt x="5373" y="2808"/>
                    <a:pt x="5143" y="2655"/>
                  </a:cubicBezTo>
                  <a:cubicBezTo>
                    <a:pt x="3602" y="1657"/>
                    <a:pt x="1745" y="1248"/>
                    <a:pt x="294" y="25"/>
                  </a:cubicBezTo>
                  <a:cubicBezTo>
                    <a:pt x="268" y="8"/>
                    <a:pt x="241" y="1"/>
                    <a:pt x="214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9"/>
            <p:cNvSpPr/>
            <p:nvPr/>
          </p:nvSpPr>
          <p:spPr>
            <a:xfrm>
              <a:off x="1509866" y="1546962"/>
              <a:ext cx="85372" cy="54982"/>
            </a:xfrm>
            <a:custGeom>
              <a:rect b="b" l="l" r="r" t="t"/>
              <a:pathLst>
                <a:path extrusionOk="0" h="1811" w="2812">
                  <a:moveTo>
                    <a:pt x="203" y="1"/>
                  </a:moveTo>
                  <a:cubicBezTo>
                    <a:pt x="89" y="1"/>
                    <a:pt x="1" y="114"/>
                    <a:pt x="79" y="192"/>
                  </a:cubicBezTo>
                  <a:cubicBezTo>
                    <a:pt x="804" y="779"/>
                    <a:pt x="1620" y="1371"/>
                    <a:pt x="2436" y="1777"/>
                  </a:cubicBezTo>
                  <a:cubicBezTo>
                    <a:pt x="2475" y="1800"/>
                    <a:pt x="2512" y="1811"/>
                    <a:pt x="2546" y="1811"/>
                  </a:cubicBezTo>
                  <a:cubicBezTo>
                    <a:pt x="2712" y="1811"/>
                    <a:pt x="2811" y="1572"/>
                    <a:pt x="2661" y="1461"/>
                  </a:cubicBezTo>
                  <a:cubicBezTo>
                    <a:pt x="1892" y="917"/>
                    <a:pt x="985" y="554"/>
                    <a:pt x="260" y="10"/>
                  </a:cubicBezTo>
                  <a:cubicBezTo>
                    <a:pt x="241" y="4"/>
                    <a:pt x="221" y="1"/>
                    <a:pt x="203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9"/>
            <p:cNvSpPr/>
            <p:nvPr/>
          </p:nvSpPr>
          <p:spPr>
            <a:xfrm>
              <a:off x="1451030" y="1591894"/>
              <a:ext cx="73744" cy="41624"/>
            </a:xfrm>
            <a:custGeom>
              <a:rect b="b" l="l" r="r" t="t"/>
              <a:pathLst>
                <a:path extrusionOk="0" h="1371" w="2429">
                  <a:moveTo>
                    <a:pt x="214" y="0"/>
                  </a:moveTo>
                  <a:cubicBezTo>
                    <a:pt x="99" y="0"/>
                    <a:pt x="0" y="141"/>
                    <a:pt x="113" y="253"/>
                  </a:cubicBezTo>
                  <a:cubicBezTo>
                    <a:pt x="657" y="750"/>
                    <a:pt x="1335" y="1069"/>
                    <a:pt x="2017" y="1341"/>
                  </a:cubicBezTo>
                  <a:cubicBezTo>
                    <a:pt x="2051" y="1362"/>
                    <a:pt x="2086" y="1371"/>
                    <a:pt x="2118" y="1371"/>
                  </a:cubicBezTo>
                  <a:cubicBezTo>
                    <a:pt x="2300" y="1371"/>
                    <a:pt x="2428" y="1099"/>
                    <a:pt x="2198" y="1022"/>
                  </a:cubicBezTo>
                  <a:cubicBezTo>
                    <a:pt x="1563" y="707"/>
                    <a:pt x="838" y="478"/>
                    <a:pt x="294" y="25"/>
                  </a:cubicBezTo>
                  <a:cubicBezTo>
                    <a:pt x="268" y="8"/>
                    <a:pt x="241" y="0"/>
                    <a:pt x="21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2" name="Google Shape;1662;p29"/>
          <p:cNvGrpSpPr/>
          <p:nvPr/>
        </p:nvGrpSpPr>
        <p:grpSpPr>
          <a:xfrm>
            <a:off x="5976300" y="1178450"/>
            <a:ext cx="2496275" cy="1587857"/>
            <a:chOff x="5976300" y="1178450"/>
            <a:chExt cx="2496275" cy="1587857"/>
          </a:xfrm>
        </p:grpSpPr>
        <p:sp>
          <p:nvSpPr>
            <p:cNvPr id="1663" name="Google Shape;1663;p29"/>
            <p:cNvSpPr txBox="1"/>
            <p:nvPr/>
          </p:nvSpPr>
          <p:spPr>
            <a:xfrm>
              <a:off x="6274392" y="1348755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Values &amp; Fears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64" name="Google Shape;1664;p29"/>
            <p:cNvSpPr txBox="1"/>
            <p:nvPr/>
          </p:nvSpPr>
          <p:spPr>
            <a:xfrm>
              <a:off x="6274400" y="1694403"/>
              <a:ext cx="2084700" cy="79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big quantity of Iron oxide dust of planet Mars is the cause of the red cast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5" name="Google Shape;1665;p29"/>
            <p:cNvSpPr/>
            <p:nvPr/>
          </p:nvSpPr>
          <p:spPr>
            <a:xfrm>
              <a:off x="6178005" y="1178450"/>
              <a:ext cx="2271722" cy="1416152"/>
            </a:xfrm>
            <a:custGeom>
              <a:rect b="b" l="l" r="r" t="t"/>
              <a:pathLst>
                <a:path extrusionOk="0" h="9196" w="16601">
                  <a:moveTo>
                    <a:pt x="16301" y="298"/>
                  </a:moveTo>
                  <a:lnTo>
                    <a:pt x="16301" y="8895"/>
                  </a:lnTo>
                  <a:lnTo>
                    <a:pt x="298" y="8895"/>
                  </a:lnTo>
                  <a:lnTo>
                    <a:pt x="298" y="298"/>
                  </a:lnTo>
                  <a:close/>
                  <a:moveTo>
                    <a:pt x="148" y="0"/>
                  </a:moveTo>
                  <a:cubicBezTo>
                    <a:pt x="67" y="0"/>
                    <a:pt x="0" y="67"/>
                    <a:pt x="0" y="148"/>
                  </a:cubicBezTo>
                  <a:lnTo>
                    <a:pt x="0" y="9045"/>
                  </a:lnTo>
                  <a:cubicBezTo>
                    <a:pt x="0" y="9127"/>
                    <a:pt x="67" y="9196"/>
                    <a:pt x="148" y="9196"/>
                  </a:cubicBezTo>
                  <a:lnTo>
                    <a:pt x="16451" y="9196"/>
                  </a:lnTo>
                  <a:cubicBezTo>
                    <a:pt x="16532" y="9196"/>
                    <a:pt x="16601" y="9127"/>
                    <a:pt x="16599" y="9045"/>
                  </a:cubicBezTo>
                  <a:lnTo>
                    <a:pt x="16599" y="148"/>
                  </a:lnTo>
                  <a:cubicBezTo>
                    <a:pt x="16599" y="67"/>
                    <a:pt x="16532" y="0"/>
                    <a:pt x="164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9"/>
            <p:cNvSpPr/>
            <p:nvPr/>
          </p:nvSpPr>
          <p:spPr>
            <a:xfrm>
              <a:off x="5987795" y="1350155"/>
              <a:ext cx="2271722" cy="1416152"/>
            </a:xfrm>
            <a:custGeom>
              <a:rect b="b" l="l" r="r" t="t"/>
              <a:pathLst>
                <a:path extrusionOk="0" h="9196" w="16601">
                  <a:moveTo>
                    <a:pt x="150" y="0"/>
                  </a:moveTo>
                  <a:cubicBezTo>
                    <a:pt x="67" y="0"/>
                    <a:pt x="0" y="67"/>
                    <a:pt x="0" y="148"/>
                  </a:cubicBezTo>
                  <a:lnTo>
                    <a:pt x="0" y="9045"/>
                  </a:lnTo>
                  <a:cubicBezTo>
                    <a:pt x="0" y="9129"/>
                    <a:pt x="67" y="9196"/>
                    <a:pt x="150" y="9196"/>
                  </a:cubicBezTo>
                  <a:lnTo>
                    <a:pt x="16450" y="9196"/>
                  </a:lnTo>
                  <a:cubicBezTo>
                    <a:pt x="16534" y="9196"/>
                    <a:pt x="16600" y="9129"/>
                    <a:pt x="16600" y="9045"/>
                  </a:cubicBezTo>
                  <a:lnTo>
                    <a:pt x="16600" y="8822"/>
                  </a:lnTo>
                  <a:cubicBezTo>
                    <a:pt x="16500" y="8831"/>
                    <a:pt x="16302" y="8895"/>
                    <a:pt x="16302" y="8895"/>
                  </a:cubicBezTo>
                  <a:lnTo>
                    <a:pt x="298" y="8895"/>
                  </a:lnTo>
                  <a:lnTo>
                    <a:pt x="298" y="500"/>
                  </a:lnTo>
                  <a:cubicBezTo>
                    <a:pt x="290" y="463"/>
                    <a:pt x="286" y="425"/>
                    <a:pt x="286" y="384"/>
                  </a:cubicBezTo>
                  <a:cubicBezTo>
                    <a:pt x="284" y="254"/>
                    <a:pt x="284" y="127"/>
                    <a:pt x="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9"/>
            <p:cNvSpPr/>
            <p:nvPr/>
          </p:nvSpPr>
          <p:spPr>
            <a:xfrm>
              <a:off x="5979584" y="1189384"/>
              <a:ext cx="223327" cy="194960"/>
            </a:xfrm>
            <a:custGeom>
              <a:rect b="b" l="l" r="r" t="t"/>
              <a:pathLst>
                <a:path extrusionOk="0" h="1266" w="1632">
                  <a:moveTo>
                    <a:pt x="1430" y="0"/>
                  </a:moveTo>
                  <a:cubicBezTo>
                    <a:pt x="1258" y="0"/>
                    <a:pt x="1120" y="136"/>
                    <a:pt x="952" y="269"/>
                  </a:cubicBezTo>
                  <a:cubicBezTo>
                    <a:pt x="654" y="502"/>
                    <a:pt x="333" y="744"/>
                    <a:pt x="79" y="1028"/>
                  </a:cubicBezTo>
                  <a:cubicBezTo>
                    <a:pt x="1" y="1114"/>
                    <a:pt x="72" y="1265"/>
                    <a:pt x="173" y="1265"/>
                  </a:cubicBezTo>
                  <a:cubicBezTo>
                    <a:pt x="196" y="1265"/>
                    <a:pt x="219" y="1258"/>
                    <a:pt x="244" y="1240"/>
                  </a:cubicBezTo>
                  <a:cubicBezTo>
                    <a:pt x="477" y="1065"/>
                    <a:pt x="687" y="859"/>
                    <a:pt x="913" y="673"/>
                  </a:cubicBezTo>
                  <a:cubicBezTo>
                    <a:pt x="1150" y="477"/>
                    <a:pt x="1427" y="304"/>
                    <a:pt x="1627" y="71"/>
                  </a:cubicBezTo>
                  <a:cubicBezTo>
                    <a:pt x="1632" y="67"/>
                    <a:pt x="1632" y="60"/>
                    <a:pt x="1627" y="56"/>
                  </a:cubicBezTo>
                  <a:cubicBezTo>
                    <a:pt x="1555" y="17"/>
                    <a:pt x="1491" y="0"/>
                    <a:pt x="14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9"/>
            <p:cNvSpPr/>
            <p:nvPr/>
          </p:nvSpPr>
          <p:spPr>
            <a:xfrm>
              <a:off x="8219553" y="2519441"/>
              <a:ext cx="253022" cy="243931"/>
            </a:xfrm>
            <a:custGeom>
              <a:rect b="b" l="l" r="r" t="t"/>
              <a:pathLst>
                <a:path extrusionOk="0" h="1584" w="1849">
                  <a:moveTo>
                    <a:pt x="1531" y="1"/>
                  </a:moveTo>
                  <a:cubicBezTo>
                    <a:pt x="1475" y="1"/>
                    <a:pt x="1417" y="57"/>
                    <a:pt x="1438" y="119"/>
                  </a:cubicBezTo>
                  <a:cubicBezTo>
                    <a:pt x="1529" y="435"/>
                    <a:pt x="965" y="717"/>
                    <a:pt x="750" y="877"/>
                  </a:cubicBezTo>
                  <a:cubicBezTo>
                    <a:pt x="529" y="1044"/>
                    <a:pt x="260" y="1194"/>
                    <a:pt x="68" y="1390"/>
                  </a:cubicBezTo>
                  <a:cubicBezTo>
                    <a:pt x="1" y="1458"/>
                    <a:pt x="46" y="1584"/>
                    <a:pt x="143" y="1584"/>
                  </a:cubicBezTo>
                  <a:cubicBezTo>
                    <a:pt x="145" y="1584"/>
                    <a:pt x="146" y="1584"/>
                    <a:pt x="148" y="1584"/>
                  </a:cubicBezTo>
                  <a:cubicBezTo>
                    <a:pt x="346" y="1578"/>
                    <a:pt x="475" y="1446"/>
                    <a:pt x="625" y="1330"/>
                  </a:cubicBezTo>
                  <a:cubicBezTo>
                    <a:pt x="850" y="1157"/>
                    <a:pt x="1077" y="984"/>
                    <a:pt x="1302" y="806"/>
                  </a:cubicBezTo>
                  <a:cubicBezTo>
                    <a:pt x="1536" y="623"/>
                    <a:pt x="1848" y="327"/>
                    <a:pt x="1590" y="29"/>
                  </a:cubicBezTo>
                  <a:cubicBezTo>
                    <a:pt x="1574" y="9"/>
                    <a:pt x="1552" y="1"/>
                    <a:pt x="15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9"/>
            <p:cNvSpPr/>
            <p:nvPr/>
          </p:nvSpPr>
          <p:spPr>
            <a:xfrm>
              <a:off x="6129700" y="1179682"/>
              <a:ext cx="96063" cy="49125"/>
            </a:xfrm>
            <a:custGeom>
              <a:rect b="b" l="l" r="r" t="t"/>
              <a:pathLst>
                <a:path extrusionOk="0" h="319" w="702">
                  <a:moveTo>
                    <a:pt x="391" y="1"/>
                  </a:moveTo>
                  <a:cubicBezTo>
                    <a:pt x="253" y="1"/>
                    <a:pt x="132" y="69"/>
                    <a:pt x="53" y="180"/>
                  </a:cubicBezTo>
                  <a:cubicBezTo>
                    <a:pt x="1" y="252"/>
                    <a:pt x="74" y="319"/>
                    <a:pt x="145" y="319"/>
                  </a:cubicBezTo>
                  <a:cubicBezTo>
                    <a:pt x="159" y="319"/>
                    <a:pt x="172" y="316"/>
                    <a:pt x="184" y="311"/>
                  </a:cubicBezTo>
                  <a:cubicBezTo>
                    <a:pt x="266" y="274"/>
                    <a:pt x="349" y="238"/>
                    <a:pt x="435" y="209"/>
                  </a:cubicBezTo>
                  <a:cubicBezTo>
                    <a:pt x="514" y="184"/>
                    <a:pt x="605" y="199"/>
                    <a:pt x="678" y="167"/>
                  </a:cubicBezTo>
                  <a:cubicBezTo>
                    <a:pt x="695" y="161"/>
                    <a:pt x="701" y="146"/>
                    <a:pt x="695" y="128"/>
                  </a:cubicBezTo>
                  <a:cubicBezTo>
                    <a:pt x="649" y="32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9"/>
            <p:cNvSpPr/>
            <p:nvPr/>
          </p:nvSpPr>
          <p:spPr>
            <a:xfrm>
              <a:off x="6016258" y="1258374"/>
              <a:ext cx="182685" cy="159848"/>
            </a:xfrm>
            <a:custGeom>
              <a:rect b="b" l="l" r="r" t="t"/>
              <a:pathLst>
                <a:path extrusionOk="0" h="1038" w="1335">
                  <a:moveTo>
                    <a:pt x="1268" y="1"/>
                  </a:moveTo>
                  <a:cubicBezTo>
                    <a:pt x="1261" y="1"/>
                    <a:pt x="1253" y="3"/>
                    <a:pt x="1245" y="6"/>
                  </a:cubicBezTo>
                  <a:cubicBezTo>
                    <a:pt x="1013" y="115"/>
                    <a:pt x="843" y="332"/>
                    <a:pt x="636" y="477"/>
                  </a:cubicBezTo>
                  <a:cubicBezTo>
                    <a:pt x="440" y="617"/>
                    <a:pt x="226" y="728"/>
                    <a:pt x="57" y="901"/>
                  </a:cubicBezTo>
                  <a:cubicBezTo>
                    <a:pt x="0" y="959"/>
                    <a:pt x="54" y="1037"/>
                    <a:pt x="117" y="1037"/>
                  </a:cubicBezTo>
                  <a:cubicBezTo>
                    <a:pt x="135" y="1037"/>
                    <a:pt x="154" y="1031"/>
                    <a:pt x="171" y="1015"/>
                  </a:cubicBezTo>
                  <a:cubicBezTo>
                    <a:pt x="353" y="846"/>
                    <a:pt x="561" y="723"/>
                    <a:pt x="753" y="571"/>
                  </a:cubicBezTo>
                  <a:cubicBezTo>
                    <a:pt x="947" y="423"/>
                    <a:pt x="1126" y="246"/>
                    <a:pt x="1305" y="81"/>
                  </a:cubicBezTo>
                  <a:lnTo>
                    <a:pt x="1303" y="81"/>
                  </a:lnTo>
                  <a:cubicBezTo>
                    <a:pt x="1335" y="52"/>
                    <a:pt x="1309" y="1"/>
                    <a:pt x="12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9"/>
            <p:cNvSpPr/>
            <p:nvPr/>
          </p:nvSpPr>
          <p:spPr>
            <a:xfrm>
              <a:off x="6019679" y="1320742"/>
              <a:ext cx="176253" cy="164622"/>
            </a:xfrm>
            <a:custGeom>
              <a:rect b="b" l="l" r="r" t="t"/>
              <a:pathLst>
                <a:path extrusionOk="0" h="1069" w="1288">
                  <a:moveTo>
                    <a:pt x="1228" y="0"/>
                  </a:moveTo>
                  <a:cubicBezTo>
                    <a:pt x="1221" y="0"/>
                    <a:pt x="1214" y="2"/>
                    <a:pt x="1207" y="6"/>
                  </a:cubicBezTo>
                  <a:cubicBezTo>
                    <a:pt x="928" y="154"/>
                    <a:pt x="674" y="375"/>
                    <a:pt x="409" y="552"/>
                  </a:cubicBezTo>
                  <a:cubicBezTo>
                    <a:pt x="263" y="650"/>
                    <a:pt x="17" y="785"/>
                    <a:pt x="5" y="983"/>
                  </a:cubicBezTo>
                  <a:cubicBezTo>
                    <a:pt x="1" y="1034"/>
                    <a:pt x="50" y="1068"/>
                    <a:pt x="96" y="1068"/>
                  </a:cubicBezTo>
                  <a:cubicBezTo>
                    <a:pt x="123" y="1068"/>
                    <a:pt x="150" y="1056"/>
                    <a:pt x="163" y="1027"/>
                  </a:cubicBezTo>
                  <a:cubicBezTo>
                    <a:pt x="253" y="825"/>
                    <a:pt x="472" y="710"/>
                    <a:pt x="645" y="587"/>
                  </a:cubicBezTo>
                  <a:cubicBezTo>
                    <a:pt x="851" y="437"/>
                    <a:pt x="1099" y="277"/>
                    <a:pt x="1259" y="75"/>
                  </a:cubicBezTo>
                  <a:cubicBezTo>
                    <a:pt x="1288" y="52"/>
                    <a:pt x="1264" y="0"/>
                    <a:pt x="1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9"/>
            <p:cNvSpPr/>
            <p:nvPr/>
          </p:nvSpPr>
          <p:spPr>
            <a:xfrm>
              <a:off x="6004353" y="1366170"/>
              <a:ext cx="193085" cy="168164"/>
            </a:xfrm>
            <a:custGeom>
              <a:rect b="b" l="l" r="r" t="t"/>
              <a:pathLst>
                <a:path extrusionOk="0" h="1092" w="1411">
                  <a:moveTo>
                    <a:pt x="1366" y="0"/>
                  </a:moveTo>
                  <a:cubicBezTo>
                    <a:pt x="1185" y="0"/>
                    <a:pt x="964" y="236"/>
                    <a:pt x="827" y="334"/>
                  </a:cubicBezTo>
                  <a:cubicBezTo>
                    <a:pt x="563" y="521"/>
                    <a:pt x="271" y="697"/>
                    <a:pt x="56" y="942"/>
                  </a:cubicBezTo>
                  <a:cubicBezTo>
                    <a:pt x="0" y="1007"/>
                    <a:pt x="55" y="1091"/>
                    <a:pt x="120" y="1091"/>
                  </a:cubicBezTo>
                  <a:cubicBezTo>
                    <a:pt x="140" y="1091"/>
                    <a:pt x="160" y="1084"/>
                    <a:pt x="179" y="1065"/>
                  </a:cubicBezTo>
                  <a:cubicBezTo>
                    <a:pt x="415" y="842"/>
                    <a:pt x="659" y="644"/>
                    <a:pt x="915" y="446"/>
                  </a:cubicBezTo>
                  <a:cubicBezTo>
                    <a:pt x="1069" y="328"/>
                    <a:pt x="1286" y="196"/>
                    <a:pt x="1401" y="38"/>
                  </a:cubicBezTo>
                  <a:cubicBezTo>
                    <a:pt x="1411" y="21"/>
                    <a:pt x="1396" y="3"/>
                    <a:pt x="1378" y="0"/>
                  </a:cubicBezTo>
                  <a:cubicBezTo>
                    <a:pt x="1374" y="0"/>
                    <a:pt x="1370" y="0"/>
                    <a:pt x="13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9"/>
            <p:cNvSpPr/>
            <p:nvPr/>
          </p:nvSpPr>
          <p:spPr>
            <a:xfrm>
              <a:off x="6011332" y="1423303"/>
              <a:ext cx="183916" cy="161080"/>
            </a:xfrm>
            <a:custGeom>
              <a:rect b="b" l="l" r="r" t="t"/>
              <a:pathLst>
                <a:path extrusionOk="0" h="1046" w="1344">
                  <a:moveTo>
                    <a:pt x="1296" y="0"/>
                  </a:moveTo>
                  <a:cubicBezTo>
                    <a:pt x="1293" y="0"/>
                    <a:pt x="1289" y="1"/>
                    <a:pt x="1285" y="2"/>
                  </a:cubicBezTo>
                  <a:cubicBezTo>
                    <a:pt x="1039" y="103"/>
                    <a:pt x="856" y="307"/>
                    <a:pt x="633" y="448"/>
                  </a:cubicBezTo>
                  <a:cubicBezTo>
                    <a:pt x="420" y="586"/>
                    <a:pt x="193" y="711"/>
                    <a:pt x="45" y="922"/>
                  </a:cubicBezTo>
                  <a:cubicBezTo>
                    <a:pt x="1" y="983"/>
                    <a:pt x="62" y="1046"/>
                    <a:pt x="122" y="1046"/>
                  </a:cubicBezTo>
                  <a:cubicBezTo>
                    <a:pt x="147" y="1046"/>
                    <a:pt x="172" y="1034"/>
                    <a:pt x="189" y="1007"/>
                  </a:cubicBezTo>
                  <a:cubicBezTo>
                    <a:pt x="326" y="786"/>
                    <a:pt x="572" y="657"/>
                    <a:pt x="776" y="505"/>
                  </a:cubicBezTo>
                  <a:cubicBezTo>
                    <a:pt x="960" y="365"/>
                    <a:pt x="1106" y="173"/>
                    <a:pt x="1312" y="65"/>
                  </a:cubicBezTo>
                  <a:cubicBezTo>
                    <a:pt x="1344" y="50"/>
                    <a:pt x="1327" y="0"/>
                    <a:pt x="12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9"/>
            <p:cNvSpPr/>
            <p:nvPr/>
          </p:nvSpPr>
          <p:spPr>
            <a:xfrm>
              <a:off x="5980816" y="1475507"/>
              <a:ext cx="209232" cy="176634"/>
            </a:xfrm>
            <a:custGeom>
              <a:rect b="b" l="l" r="r" t="t"/>
              <a:pathLst>
                <a:path extrusionOk="0" h="1147" w="1529">
                  <a:moveTo>
                    <a:pt x="1483" y="1"/>
                  </a:moveTo>
                  <a:cubicBezTo>
                    <a:pt x="1479" y="1"/>
                    <a:pt x="1475" y="1"/>
                    <a:pt x="1470" y="3"/>
                  </a:cubicBezTo>
                  <a:cubicBezTo>
                    <a:pt x="1239" y="105"/>
                    <a:pt x="1085" y="318"/>
                    <a:pt x="883" y="462"/>
                  </a:cubicBezTo>
                  <a:cubicBezTo>
                    <a:pt x="616" y="649"/>
                    <a:pt x="332" y="812"/>
                    <a:pt x="70" y="1008"/>
                  </a:cubicBezTo>
                  <a:cubicBezTo>
                    <a:pt x="0" y="1059"/>
                    <a:pt x="44" y="1147"/>
                    <a:pt x="108" y="1147"/>
                  </a:cubicBezTo>
                  <a:cubicBezTo>
                    <a:pt x="125" y="1147"/>
                    <a:pt x="143" y="1141"/>
                    <a:pt x="162" y="1127"/>
                  </a:cubicBezTo>
                  <a:cubicBezTo>
                    <a:pt x="403" y="935"/>
                    <a:pt x="649" y="747"/>
                    <a:pt x="891" y="556"/>
                  </a:cubicBezTo>
                  <a:cubicBezTo>
                    <a:pt x="1095" y="393"/>
                    <a:pt x="1258" y="160"/>
                    <a:pt x="1500" y="53"/>
                  </a:cubicBezTo>
                  <a:cubicBezTo>
                    <a:pt x="1529" y="40"/>
                    <a:pt x="1510" y="1"/>
                    <a:pt x="14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9"/>
            <p:cNvSpPr/>
            <p:nvPr/>
          </p:nvSpPr>
          <p:spPr>
            <a:xfrm>
              <a:off x="6000384" y="1515700"/>
              <a:ext cx="189527" cy="164776"/>
            </a:xfrm>
            <a:custGeom>
              <a:rect b="b" l="l" r="r" t="t"/>
              <a:pathLst>
                <a:path extrusionOk="0" h="1070" w="1385">
                  <a:moveTo>
                    <a:pt x="1343" y="1"/>
                  </a:moveTo>
                  <a:cubicBezTo>
                    <a:pt x="1340" y="1"/>
                    <a:pt x="1337" y="1"/>
                    <a:pt x="1334" y="3"/>
                  </a:cubicBezTo>
                  <a:cubicBezTo>
                    <a:pt x="1115" y="86"/>
                    <a:pt x="965" y="278"/>
                    <a:pt x="777" y="411"/>
                  </a:cubicBezTo>
                  <a:cubicBezTo>
                    <a:pt x="540" y="582"/>
                    <a:pt x="283" y="716"/>
                    <a:pt x="66" y="916"/>
                  </a:cubicBezTo>
                  <a:cubicBezTo>
                    <a:pt x="0" y="975"/>
                    <a:pt x="66" y="1069"/>
                    <a:pt x="135" y="1069"/>
                  </a:cubicBezTo>
                  <a:cubicBezTo>
                    <a:pt x="155" y="1069"/>
                    <a:pt x="176" y="1061"/>
                    <a:pt x="194" y="1043"/>
                  </a:cubicBezTo>
                  <a:cubicBezTo>
                    <a:pt x="383" y="847"/>
                    <a:pt x="610" y="705"/>
                    <a:pt x="823" y="538"/>
                  </a:cubicBezTo>
                  <a:cubicBezTo>
                    <a:pt x="1011" y="390"/>
                    <a:pt x="1140" y="165"/>
                    <a:pt x="1357" y="59"/>
                  </a:cubicBezTo>
                  <a:cubicBezTo>
                    <a:pt x="1385" y="46"/>
                    <a:pt x="1371" y="1"/>
                    <a:pt x="1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9"/>
            <p:cNvSpPr/>
            <p:nvPr/>
          </p:nvSpPr>
          <p:spPr>
            <a:xfrm>
              <a:off x="6013247" y="1562976"/>
              <a:ext cx="177622" cy="167086"/>
            </a:xfrm>
            <a:custGeom>
              <a:rect b="b" l="l" r="r" t="t"/>
              <a:pathLst>
                <a:path extrusionOk="0" h="1085" w="1298">
                  <a:moveTo>
                    <a:pt x="1265" y="0"/>
                  </a:moveTo>
                  <a:cubicBezTo>
                    <a:pt x="1261" y="0"/>
                    <a:pt x="1257" y="1"/>
                    <a:pt x="1252" y="4"/>
                  </a:cubicBezTo>
                  <a:cubicBezTo>
                    <a:pt x="1031" y="119"/>
                    <a:pt x="833" y="308"/>
                    <a:pt x="644" y="469"/>
                  </a:cubicBezTo>
                  <a:cubicBezTo>
                    <a:pt x="527" y="567"/>
                    <a:pt x="412" y="667"/>
                    <a:pt x="293" y="765"/>
                  </a:cubicBezTo>
                  <a:cubicBezTo>
                    <a:pt x="248" y="804"/>
                    <a:pt x="195" y="840"/>
                    <a:pt x="150" y="882"/>
                  </a:cubicBezTo>
                  <a:cubicBezTo>
                    <a:pt x="122" y="907"/>
                    <a:pt x="67" y="923"/>
                    <a:pt x="93" y="923"/>
                  </a:cubicBezTo>
                  <a:cubicBezTo>
                    <a:pt x="98" y="923"/>
                    <a:pt x="106" y="923"/>
                    <a:pt x="119" y="921"/>
                  </a:cubicBezTo>
                  <a:lnTo>
                    <a:pt x="119" y="921"/>
                  </a:lnTo>
                  <a:cubicBezTo>
                    <a:pt x="35" y="931"/>
                    <a:pt x="0" y="1061"/>
                    <a:pt x="98" y="1082"/>
                  </a:cubicBezTo>
                  <a:cubicBezTo>
                    <a:pt x="105" y="1083"/>
                    <a:pt x="113" y="1084"/>
                    <a:pt x="121" y="1084"/>
                  </a:cubicBezTo>
                  <a:cubicBezTo>
                    <a:pt x="281" y="1084"/>
                    <a:pt x="502" y="779"/>
                    <a:pt x="594" y="692"/>
                  </a:cubicBezTo>
                  <a:cubicBezTo>
                    <a:pt x="812" y="479"/>
                    <a:pt x="1023" y="217"/>
                    <a:pt x="1277" y="46"/>
                  </a:cubicBezTo>
                  <a:cubicBezTo>
                    <a:pt x="1298" y="30"/>
                    <a:pt x="1286" y="0"/>
                    <a:pt x="1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9"/>
            <p:cNvSpPr/>
            <p:nvPr/>
          </p:nvSpPr>
          <p:spPr>
            <a:xfrm>
              <a:off x="6016805" y="1615335"/>
              <a:ext cx="190074" cy="182640"/>
            </a:xfrm>
            <a:custGeom>
              <a:rect b="b" l="l" r="r" t="t"/>
              <a:pathLst>
                <a:path extrusionOk="0" h="1186" w="1389">
                  <a:moveTo>
                    <a:pt x="1336" y="0"/>
                  </a:moveTo>
                  <a:cubicBezTo>
                    <a:pt x="1328" y="0"/>
                    <a:pt x="1321" y="2"/>
                    <a:pt x="1314" y="8"/>
                  </a:cubicBezTo>
                  <a:cubicBezTo>
                    <a:pt x="1037" y="229"/>
                    <a:pt x="768" y="456"/>
                    <a:pt x="472" y="650"/>
                  </a:cubicBezTo>
                  <a:cubicBezTo>
                    <a:pt x="297" y="763"/>
                    <a:pt x="97" y="888"/>
                    <a:pt x="22" y="1092"/>
                  </a:cubicBezTo>
                  <a:cubicBezTo>
                    <a:pt x="1" y="1144"/>
                    <a:pt x="51" y="1186"/>
                    <a:pt x="98" y="1186"/>
                  </a:cubicBezTo>
                  <a:cubicBezTo>
                    <a:pt x="122" y="1186"/>
                    <a:pt x="146" y="1175"/>
                    <a:pt x="159" y="1150"/>
                  </a:cubicBezTo>
                  <a:cubicBezTo>
                    <a:pt x="280" y="919"/>
                    <a:pt x="499" y="790"/>
                    <a:pt x="699" y="635"/>
                  </a:cubicBezTo>
                  <a:cubicBezTo>
                    <a:pt x="932" y="456"/>
                    <a:pt x="1132" y="239"/>
                    <a:pt x="1362" y="56"/>
                  </a:cubicBezTo>
                  <a:cubicBezTo>
                    <a:pt x="1388" y="35"/>
                    <a:pt x="1363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9"/>
            <p:cNvSpPr/>
            <p:nvPr/>
          </p:nvSpPr>
          <p:spPr>
            <a:xfrm>
              <a:off x="5976300" y="1689714"/>
              <a:ext cx="222506" cy="191110"/>
            </a:xfrm>
            <a:custGeom>
              <a:rect b="b" l="l" r="r" t="t"/>
              <a:pathLst>
                <a:path extrusionOk="0" h="1241" w="1626">
                  <a:moveTo>
                    <a:pt x="1587" y="0"/>
                  </a:moveTo>
                  <a:cubicBezTo>
                    <a:pt x="1583" y="0"/>
                    <a:pt x="1580" y="1"/>
                    <a:pt x="1576" y="2"/>
                  </a:cubicBezTo>
                  <a:cubicBezTo>
                    <a:pt x="1243" y="119"/>
                    <a:pt x="947" y="398"/>
                    <a:pt x="674" y="611"/>
                  </a:cubicBezTo>
                  <a:cubicBezTo>
                    <a:pt x="578" y="686"/>
                    <a:pt x="1" y="1032"/>
                    <a:pt x="103" y="1201"/>
                  </a:cubicBezTo>
                  <a:cubicBezTo>
                    <a:pt x="119" y="1227"/>
                    <a:pt x="147" y="1241"/>
                    <a:pt x="175" y="1241"/>
                  </a:cubicBezTo>
                  <a:cubicBezTo>
                    <a:pt x="201" y="1241"/>
                    <a:pt x="227" y="1229"/>
                    <a:pt x="243" y="1204"/>
                  </a:cubicBezTo>
                  <a:lnTo>
                    <a:pt x="243" y="1204"/>
                  </a:lnTo>
                  <a:cubicBezTo>
                    <a:pt x="234" y="1218"/>
                    <a:pt x="231" y="1224"/>
                    <a:pt x="232" y="1224"/>
                  </a:cubicBezTo>
                  <a:cubicBezTo>
                    <a:pt x="234" y="1224"/>
                    <a:pt x="262" y="1186"/>
                    <a:pt x="276" y="1174"/>
                  </a:cubicBezTo>
                  <a:cubicBezTo>
                    <a:pt x="320" y="1130"/>
                    <a:pt x="363" y="1086"/>
                    <a:pt x="409" y="1044"/>
                  </a:cubicBezTo>
                  <a:cubicBezTo>
                    <a:pt x="545" y="919"/>
                    <a:pt x="686" y="801"/>
                    <a:pt x="826" y="682"/>
                  </a:cubicBezTo>
                  <a:cubicBezTo>
                    <a:pt x="1072" y="475"/>
                    <a:pt x="1324" y="221"/>
                    <a:pt x="1599" y="57"/>
                  </a:cubicBezTo>
                  <a:cubicBezTo>
                    <a:pt x="1625" y="42"/>
                    <a:pt x="1613" y="0"/>
                    <a:pt x="1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9"/>
            <p:cNvSpPr/>
            <p:nvPr/>
          </p:nvSpPr>
          <p:spPr>
            <a:xfrm>
              <a:off x="5986289" y="1753930"/>
              <a:ext cx="208001" cy="171860"/>
            </a:xfrm>
            <a:custGeom>
              <a:rect b="b" l="l" r="r" t="t"/>
              <a:pathLst>
                <a:path extrusionOk="0" h="1116" w="1520">
                  <a:moveTo>
                    <a:pt x="1478" y="0"/>
                  </a:moveTo>
                  <a:cubicBezTo>
                    <a:pt x="1473" y="0"/>
                    <a:pt x="1468" y="1"/>
                    <a:pt x="1464" y="4"/>
                  </a:cubicBezTo>
                  <a:cubicBezTo>
                    <a:pt x="982" y="273"/>
                    <a:pt x="534" y="632"/>
                    <a:pt x="80" y="942"/>
                  </a:cubicBezTo>
                  <a:cubicBezTo>
                    <a:pt x="1" y="997"/>
                    <a:pt x="51" y="1115"/>
                    <a:pt x="124" y="1115"/>
                  </a:cubicBezTo>
                  <a:cubicBezTo>
                    <a:pt x="139" y="1115"/>
                    <a:pt x="155" y="1110"/>
                    <a:pt x="172" y="1098"/>
                  </a:cubicBezTo>
                  <a:cubicBezTo>
                    <a:pt x="634" y="790"/>
                    <a:pt x="1082" y="419"/>
                    <a:pt x="1497" y="48"/>
                  </a:cubicBezTo>
                  <a:cubicBezTo>
                    <a:pt x="1520" y="31"/>
                    <a:pt x="1500" y="0"/>
                    <a:pt x="14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9"/>
            <p:cNvSpPr/>
            <p:nvPr/>
          </p:nvSpPr>
          <p:spPr>
            <a:xfrm>
              <a:off x="5996416" y="1794123"/>
              <a:ext cx="206632" cy="174324"/>
            </a:xfrm>
            <a:custGeom>
              <a:rect b="b" l="l" r="r" t="t"/>
              <a:pathLst>
                <a:path extrusionOk="0" h="1132" w="1510">
                  <a:moveTo>
                    <a:pt x="1431" y="1"/>
                  </a:moveTo>
                  <a:cubicBezTo>
                    <a:pt x="1428" y="1"/>
                    <a:pt x="1425" y="1"/>
                    <a:pt x="1421" y="2"/>
                  </a:cubicBezTo>
                  <a:cubicBezTo>
                    <a:pt x="1067" y="66"/>
                    <a:pt x="798" y="366"/>
                    <a:pt x="498" y="548"/>
                  </a:cubicBezTo>
                  <a:cubicBezTo>
                    <a:pt x="316" y="656"/>
                    <a:pt x="18" y="804"/>
                    <a:pt x="4" y="1044"/>
                  </a:cubicBezTo>
                  <a:cubicBezTo>
                    <a:pt x="0" y="1101"/>
                    <a:pt x="45" y="1131"/>
                    <a:pt x="91" y="1131"/>
                  </a:cubicBezTo>
                  <a:cubicBezTo>
                    <a:pt x="129" y="1131"/>
                    <a:pt x="167" y="1111"/>
                    <a:pt x="179" y="1069"/>
                  </a:cubicBezTo>
                  <a:cubicBezTo>
                    <a:pt x="243" y="854"/>
                    <a:pt x="531" y="744"/>
                    <a:pt x="702" y="623"/>
                  </a:cubicBezTo>
                  <a:cubicBezTo>
                    <a:pt x="956" y="444"/>
                    <a:pt x="1181" y="241"/>
                    <a:pt x="1461" y="95"/>
                  </a:cubicBezTo>
                  <a:cubicBezTo>
                    <a:pt x="1509" y="66"/>
                    <a:pt x="1480" y="1"/>
                    <a:pt x="14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9"/>
            <p:cNvSpPr/>
            <p:nvPr/>
          </p:nvSpPr>
          <p:spPr>
            <a:xfrm>
              <a:off x="6002026" y="1845250"/>
              <a:ext cx="181727" cy="162004"/>
            </a:xfrm>
            <a:custGeom>
              <a:rect b="b" l="l" r="r" t="t"/>
              <a:pathLst>
                <a:path extrusionOk="0" h="1052" w="1328">
                  <a:moveTo>
                    <a:pt x="1281" y="1"/>
                  </a:moveTo>
                  <a:cubicBezTo>
                    <a:pt x="1137" y="1"/>
                    <a:pt x="903" y="224"/>
                    <a:pt x="807" y="295"/>
                  </a:cubicBezTo>
                  <a:cubicBezTo>
                    <a:pt x="644" y="418"/>
                    <a:pt x="482" y="541"/>
                    <a:pt x="315" y="660"/>
                  </a:cubicBezTo>
                  <a:cubicBezTo>
                    <a:pt x="211" y="735"/>
                    <a:pt x="107" y="797"/>
                    <a:pt x="38" y="910"/>
                  </a:cubicBezTo>
                  <a:cubicBezTo>
                    <a:pt x="1" y="971"/>
                    <a:pt x="51" y="1051"/>
                    <a:pt x="118" y="1051"/>
                  </a:cubicBezTo>
                  <a:cubicBezTo>
                    <a:pt x="126" y="1051"/>
                    <a:pt x="135" y="1050"/>
                    <a:pt x="144" y="1047"/>
                  </a:cubicBezTo>
                  <a:cubicBezTo>
                    <a:pt x="165" y="1041"/>
                    <a:pt x="186" y="1035"/>
                    <a:pt x="207" y="1029"/>
                  </a:cubicBezTo>
                  <a:cubicBezTo>
                    <a:pt x="255" y="1012"/>
                    <a:pt x="273" y="962"/>
                    <a:pt x="265" y="920"/>
                  </a:cubicBezTo>
                  <a:cubicBezTo>
                    <a:pt x="346" y="835"/>
                    <a:pt x="463" y="764"/>
                    <a:pt x="548" y="695"/>
                  </a:cubicBezTo>
                  <a:cubicBezTo>
                    <a:pt x="701" y="574"/>
                    <a:pt x="851" y="451"/>
                    <a:pt x="1003" y="330"/>
                  </a:cubicBezTo>
                  <a:cubicBezTo>
                    <a:pt x="1080" y="268"/>
                    <a:pt x="1320" y="147"/>
                    <a:pt x="1328" y="32"/>
                  </a:cubicBezTo>
                  <a:cubicBezTo>
                    <a:pt x="1328" y="20"/>
                    <a:pt x="1317" y="5"/>
                    <a:pt x="1305" y="3"/>
                  </a:cubicBezTo>
                  <a:cubicBezTo>
                    <a:pt x="1297" y="2"/>
                    <a:pt x="1289" y="1"/>
                    <a:pt x="1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9"/>
            <p:cNvSpPr/>
            <p:nvPr/>
          </p:nvSpPr>
          <p:spPr>
            <a:xfrm>
              <a:off x="6004900" y="1869889"/>
              <a:ext cx="185148" cy="175710"/>
            </a:xfrm>
            <a:custGeom>
              <a:rect b="b" l="l" r="r" t="t"/>
              <a:pathLst>
                <a:path extrusionOk="0" h="1141" w="1353">
                  <a:moveTo>
                    <a:pt x="1250" y="0"/>
                  </a:moveTo>
                  <a:cubicBezTo>
                    <a:pt x="1056" y="0"/>
                    <a:pt x="806" y="309"/>
                    <a:pt x="698" y="410"/>
                  </a:cubicBezTo>
                  <a:cubicBezTo>
                    <a:pt x="502" y="593"/>
                    <a:pt x="69" y="741"/>
                    <a:pt x="13" y="1027"/>
                  </a:cubicBezTo>
                  <a:cubicBezTo>
                    <a:pt x="0" y="1087"/>
                    <a:pt x="57" y="1141"/>
                    <a:pt x="109" y="1141"/>
                  </a:cubicBezTo>
                  <a:cubicBezTo>
                    <a:pt x="135" y="1141"/>
                    <a:pt x="161" y="1127"/>
                    <a:pt x="175" y="1094"/>
                  </a:cubicBezTo>
                  <a:cubicBezTo>
                    <a:pt x="277" y="854"/>
                    <a:pt x="577" y="748"/>
                    <a:pt x="761" y="571"/>
                  </a:cubicBezTo>
                  <a:cubicBezTo>
                    <a:pt x="942" y="398"/>
                    <a:pt x="1115" y="243"/>
                    <a:pt x="1315" y="95"/>
                  </a:cubicBezTo>
                  <a:cubicBezTo>
                    <a:pt x="1342" y="77"/>
                    <a:pt x="1353" y="31"/>
                    <a:pt x="1315" y="14"/>
                  </a:cubicBezTo>
                  <a:cubicBezTo>
                    <a:pt x="1294" y="5"/>
                    <a:pt x="1272" y="0"/>
                    <a:pt x="12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9"/>
            <p:cNvSpPr/>
            <p:nvPr/>
          </p:nvSpPr>
          <p:spPr>
            <a:xfrm>
              <a:off x="6010237" y="1927329"/>
              <a:ext cx="204990" cy="161080"/>
            </a:xfrm>
            <a:custGeom>
              <a:rect b="b" l="l" r="r" t="t"/>
              <a:pathLst>
                <a:path extrusionOk="0" h="1046" w="1498">
                  <a:moveTo>
                    <a:pt x="1412" y="0"/>
                  </a:moveTo>
                  <a:cubicBezTo>
                    <a:pt x="1408" y="0"/>
                    <a:pt x="1404" y="1"/>
                    <a:pt x="1399" y="2"/>
                  </a:cubicBezTo>
                  <a:cubicBezTo>
                    <a:pt x="1137" y="47"/>
                    <a:pt x="928" y="256"/>
                    <a:pt x="720" y="406"/>
                  </a:cubicBezTo>
                  <a:cubicBezTo>
                    <a:pt x="507" y="560"/>
                    <a:pt x="282" y="691"/>
                    <a:pt x="78" y="856"/>
                  </a:cubicBezTo>
                  <a:cubicBezTo>
                    <a:pt x="1" y="921"/>
                    <a:pt x="70" y="1042"/>
                    <a:pt x="157" y="1044"/>
                  </a:cubicBezTo>
                  <a:cubicBezTo>
                    <a:pt x="163" y="1046"/>
                    <a:pt x="167" y="1046"/>
                    <a:pt x="174" y="1046"/>
                  </a:cubicBezTo>
                  <a:cubicBezTo>
                    <a:pt x="203" y="1046"/>
                    <a:pt x="224" y="1035"/>
                    <a:pt x="240" y="1019"/>
                  </a:cubicBezTo>
                  <a:cubicBezTo>
                    <a:pt x="288" y="994"/>
                    <a:pt x="326" y="950"/>
                    <a:pt x="365" y="917"/>
                  </a:cubicBezTo>
                  <a:cubicBezTo>
                    <a:pt x="495" y="808"/>
                    <a:pt x="638" y="719"/>
                    <a:pt x="772" y="614"/>
                  </a:cubicBezTo>
                  <a:cubicBezTo>
                    <a:pt x="997" y="441"/>
                    <a:pt x="1199" y="260"/>
                    <a:pt x="1445" y="114"/>
                  </a:cubicBezTo>
                  <a:cubicBezTo>
                    <a:pt x="1498" y="83"/>
                    <a:pt x="1474" y="0"/>
                    <a:pt x="14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9"/>
            <p:cNvSpPr/>
            <p:nvPr/>
          </p:nvSpPr>
          <p:spPr>
            <a:xfrm>
              <a:off x="6000247" y="2007715"/>
              <a:ext cx="200611" cy="147529"/>
            </a:xfrm>
            <a:custGeom>
              <a:rect b="b" l="l" r="r" t="t"/>
              <a:pathLst>
                <a:path extrusionOk="0" h="958" w="1466">
                  <a:moveTo>
                    <a:pt x="1458" y="1"/>
                  </a:moveTo>
                  <a:cubicBezTo>
                    <a:pt x="1183" y="49"/>
                    <a:pt x="955" y="182"/>
                    <a:pt x="714" y="315"/>
                  </a:cubicBezTo>
                  <a:cubicBezTo>
                    <a:pt x="482" y="443"/>
                    <a:pt x="253" y="580"/>
                    <a:pt x="72" y="772"/>
                  </a:cubicBezTo>
                  <a:cubicBezTo>
                    <a:pt x="1" y="846"/>
                    <a:pt x="62" y="958"/>
                    <a:pt x="148" y="958"/>
                  </a:cubicBezTo>
                  <a:cubicBezTo>
                    <a:pt x="166" y="958"/>
                    <a:pt x="184" y="953"/>
                    <a:pt x="203" y="943"/>
                  </a:cubicBezTo>
                  <a:cubicBezTo>
                    <a:pt x="224" y="930"/>
                    <a:pt x="245" y="920"/>
                    <a:pt x="265" y="907"/>
                  </a:cubicBezTo>
                  <a:cubicBezTo>
                    <a:pt x="295" y="891"/>
                    <a:pt x="309" y="864"/>
                    <a:pt x="311" y="834"/>
                  </a:cubicBezTo>
                  <a:cubicBezTo>
                    <a:pt x="643" y="503"/>
                    <a:pt x="1089" y="288"/>
                    <a:pt x="1462" y="9"/>
                  </a:cubicBezTo>
                  <a:cubicBezTo>
                    <a:pt x="1466" y="7"/>
                    <a:pt x="1462" y="1"/>
                    <a:pt x="1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9"/>
            <p:cNvSpPr/>
            <p:nvPr/>
          </p:nvSpPr>
          <p:spPr>
            <a:xfrm>
              <a:off x="6023511" y="2040516"/>
              <a:ext cx="179401" cy="147067"/>
            </a:xfrm>
            <a:custGeom>
              <a:rect b="b" l="l" r="r" t="t"/>
              <a:pathLst>
                <a:path extrusionOk="0" h="955" w="1311">
                  <a:moveTo>
                    <a:pt x="1255" y="0"/>
                  </a:moveTo>
                  <a:cubicBezTo>
                    <a:pt x="1249" y="0"/>
                    <a:pt x="1242" y="2"/>
                    <a:pt x="1236" y="6"/>
                  </a:cubicBezTo>
                  <a:cubicBezTo>
                    <a:pt x="958" y="196"/>
                    <a:pt x="692" y="400"/>
                    <a:pt x="406" y="573"/>
                  </a:cubicBezTo>
                  <a:cubicBezTo>
                    <a:pt x="308" y="634"/>
                    <a:pt x="35" y="736"/>
                    <a:pt x="10" y="869"/>
                  </a:cubicBezTo>
                  <a:cubicBezTo>
                    <a:pt x="1" y="921"/>
                    <a:pt x="38" y="955"/>
                    <a:pt x="78" y="955"/>
                  </a:cubicBezTo>
                  <a:cubicBezTo>
                    <a:pt x="99" y="955"/>
                    <a:pt x="121" y="945"/>
                    <a:pt x="137" y="924"/>
                  </a:cubicBezTo>
                  <a:cubicBezTo>
                    <a:pt x="243" y="782"/>
                    <a:pt x="412" y="682"/>
                    <a:pt x="554" y="580"/>
                  </a:cubicBezTo>
                  <a:cubicBezTo>
                    <a:pt x="794" y="411"/>
                    <a:pt x="1033" y="242"/>
                    <a:pt x="1275" y="75"/>
                  </a:cubicBezTo>
                  <a:cubicBezTo>
                    <a:pt x="1310" y="53"/>
                    <a:pt x="1288" y="0"/>
                    <a:pt x="12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9"/>
            <p:cNvSpPr/>
            <p:nvPr/>
          </p:nvSpPr>
          <p:spPr>
            <a:xfrm>
              <a:off x="6003258" y="2076705"/>
              <a:ext cx="202390" cy="168472"/>
            </a:xfrm>
            <a:custGeom>
              <a:rect b="b" l="l" r="r" t="t"/>
              <a:pathLst>
                <a:path extrusionOk="0" h="1094" w="1479">
                  <a:moveTo>
                    <a:pt x="1417" y="1"/>
                  </a:moveTo>
                  <a:cubicBezTo>
                    <a:pt x="1412" y="1"/>
                    <a:pt x="1406" y="2"/>
                    <a:pt x="1400" y="5"/>
                  </a:cubicBezTo>
                  <a:cubicBezTo>
                    <a:pt x="1119" y="142"/>
                    <a:pt x="860" y="332"/>
                    <a:pt x="596" y="501"/>
                  </a:cubicBezTo>
                  <a:cubicBezTo>
                    <a:pt x="396" y="628"/>
                    <a:pt x="183" y="755"/>
                    <a:pt x="45" y="953"/>
                  </a:cubicBezTo>
                  <a:cubicBezTo>
                    <a:pt x="0" y="1019"/>
                    <a:pt x="65" y="1093"/>
                    <a:pt x="131" y="1093"/>
                  </a:cubicBezTo>
                  <a:cubicBezTo>
                    <a:pt x="152" y="1093"/>
                    <a:pt x="174" y="1085"/>
                    <a:pt x="191" y="1066"/>
                  </a:cubicBezTo>
                  <a:cubicBezTo>
                    <a:pt x="558" y="674"/>
                    <a:pt x="1038" y="411"/>
                    <a:pt x="1448" y="67"/>
                  </a:cubicBezTo>
                  <a:cubicBezTo>
                    <a:pt x="1478" y="41"/>
                    <a:pt x="1450" y="1"/>
                    <a:pt x="14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9"/>
            <p:cNvSpPr/>
            <p:nvPr/>
          </p:nvSpPr>
          <p:spPr>
            <a:xfrm>
              <a:off x="6006132" y="2132913"/>
              <a:ext cx="189253" cy="162312"/>
            </a:xfrm>
            <a:custGeom>
              <a:rect b="b" l="l" r="r" t="t"/>
              <a:pathLst>
                <a:path extrusionOk="0" h="1054" w="1383">
                  <a:moveTo>
                    <a:pt x="1336" y="0"/>
                  </a:moveTo>
                  <a:cubicBezTo>
                    <a:pt x="1332" y="0"/>
                    <a:pt x="1328" y="1"/>
                    <a:pt x="1323" y="3"/>
                  </a:cubicBezTo>
                  <a:cubicBezTo>
                    <a:pt x="1058" y="96"/>
                    <a:pt x="852" y="303"/>
                    <a:pt x="614" y="449"/>
                  </a:cubicBezTo>
                  <a:cubicBezTo>
                    <a:pt x="408" y="576"/>
                    <a:pt x="156" y="705"/>
                    <a:pt x="33" y="926"/>
                  </a:cubicBezTo>
                  <a:cubicBezTo>
                    <a:pt x="0" y="983"/>
                    <a:pt x="56" y="1054"/>
                    <a:pt x="111" y="1054"/>
                  </a:cubicBezTo>
                  <a:cubicBezTo>
                    <a:pt x="130" y="1054"/>
                    <a:pt x="149" y="1045"/>
                    <a:pt x="164" y="1026"/>
                  </a:cubicBezTo>
                  <a:cubicBezTo>
                    <a:pt x="318" y="826"/>
                    <a:pt x="502" y="684"/>
                    <a:pt x="706" y="536"/>
                  </a:cubicBezTo>
                  <a:cubicBezTo>
                    <a:pt x="917" y="386"/>
                    <a:pt x="1098" y="161"/>
                    <a:pt x="1342" y="73"/>
                  </a:cubicBezTo>
                  <a:cubicBezTo>
                    <a:pt x="1383" y="60"/>
                    <a:pt x="1372" y="0"/>
                    <a:pt x="1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9"/>
            <p:cNvSpPr/>
            <p:nvPr/>
          </p:nvSpPr>
          <p:spPr>
            <a:xfrm>
              <a:off x="6001205" y="2186041"/>
              <a:ext cx="202116" cy="189108"/>
            </a:xfrm>
            <a:custGeom>
              <a:rect b="b" l="l" r="r" t="t"/>
              <a:pathLst>
                <a:path extrusionOk="0" h="1228" w="1477">
                  <a:moveTo>
                    <a:pt x="1391" y="0"/>
                  </a:moveTo>
                  <a:cubicBezTo>
                    <a:pt x="1381" y="0"/>
                    <a:pt x="1371" y="2"/>
                    <a:pt x="1361" y="8"/>
                  </a:cubicBezTo>
                  <a:cubicBezTo>
                    <a:pt x="1119" y="127"/>
                    <a:pt x="902" y="322"/>
                    <a:pt x="696" y="493"/>
                  </a:cubicBezTo>
                  <a:cubicBezTo>
                    <a:pt x="463" y="683"/>
                    <a:pt x="236" y="873"/>
                    <a:pt x="42" y="1102"/>
                  </a:cubicBezTo>
                  <a:cubicBezTo>
                    <a:pt x="1" y="1150"/>
                    <a:pt x="36" y="1228"/>
                    <a:pt x="89" y="1228"/>
                  </a:cubicBezTo>
                  <a:cubicBezTo>
                    <a:pt x="101" y="1228"/>
                    <a:pt x="114" y="1224"/>
                    <a:pt x="127" y="1214"/>
                  </a:cubicBezTo>
                  <a:cubicBezTo>
                    <a:pt x="352" y="1056"/>
                    <a:pt x="552" y="873"/>
                    <a:pt x="759" y="691"/>
                  </a:cubicBezTo>
                  <a:cubicBezTo>
                    <a:pt x="980" y="497"/>
                    <a:pt x="1236" y="322"/>
                    <a:pt x="1436" y="106"/>
                  </a:cubicBezTo>
                  <a:lnTo>
                    <a:pt x="1436" y="104"/>
                  </a:lnTo>
                  <a:cubicBezTo>
                    <a:pt x="1476" y="67"/>
                    <a:pt x="1441" y="0"/>
                    <a:pt x="1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9"/>
            <p:cNvSpPr/>
            <p:nvPr/>
          </p:nvSpPr>
          <p:spPr>
            <a:xfrm>
              <a:off x="5988342" y="2257341"/>
              <a:ext cx="214706" cy="179252"/>
            </a:xfrm>
            <a:custGeom>
              <a:rect b="b" l="l" r="r" t="t"/>
              <a:pathLst>
                <a:path extrusionOk="0" h="1164" w="1569">
                  <a:moveTo>
                    <a:pt x="1501" y="1"/>
                  </a:moveTo>
                  <a:cubicBezTo>
                    <a:pt x="1499" y="1"/>
                    <a:pt x="1498" y="1"/>
                    <a:pt x="1497" y="1"/>
                  </a:cubicBezTo>
                  <a:cubicBezTo>
                    <a:pt x="1205" y="20"/>
                    <a:pt x="984" y="287"/>
                    <a:pt x="757" y="443"/>
                  </a:cubicBezTo>
                  <a:cubicBezTo>
                    <a:pt x="505" y="618"/>
                    <a:pt x="234" y="772"/>
                    <a:pt x="52" y="1022"/>
                  </a:cubicBezTo>
                  <a:cubicBezTo>
                    <a:pt x="0" y="1094"/>
                    <a:pt x="70" y="1164"/>
                    <a:pt x="141" y="1164"/>
                  </a:cubicBezTo>
                  <a:cubicBezTo>
                    <a:pt x="163" y="1164"/>
                    <a:pt x="186" y="1157"/>
                    <a:pt x="205" y="1141"/>
                  </a:cubicBezTo>
                  <a:cubicBezTo>
                    <a:pt x="623" y="772"/>
                    <a:pt x="1059" y="408"/>
                    <a:pt x="1524" y="99"/>
                  </a:cubicBezTo>
                  <a:cubicBezTo>
                    <a:pt x="1568" y="77"/>
                    <a:pt x="1550" y="1"/>
                    <a:pt x="1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9"/>
            <p:cNvSpPr/>
            <p:nvPr/>
          </p:nvSpPr>
          <p:spPr>
            <a:xfrm>
              <a:off x="6002300" y="2305850"/>
              <a:ext cx="196643" cy="178944"/>
            </a:xfrm>
            <a:custGeom>
              <a:rect b="b" l="l" r="r" t="t"/>
              <a:pathLst>
                <a:path extrusionOk="0" h="1162" w="1437">
                  <a:moveTo>
                    <a:pt x="1392" y="0"/>
                  </a:moveTo>
                  <a:cubicBezTo>
                    <a:pt x="1388" y="0"/>
                    <a:pt x="1384" y="1"/>
                    <a:pt x="1380" y="3"/>
                  </a:cubicBezTo>
                  <a:cubicBezTo>
                    <a:pt x="1128" y="118"/>
                    <a:pt x="934" y="307"/>
                    <a:pt x="728" y="486"/>
                  </a:cubicBezTo>
                  <a:cubicBezTo>
                    <a:pt x="501" y="684"/>
                    <a:pt x="263" y="860"/>
                    <a:pt x="44" y="1066"/>
                  </a:cubicBezTo>
                  <a:cubicBezTo>
                    <a:pt x="1" y="1106"/>
                    <a:pt x="47" y="1161"/>
                    <a:pt x="89" y="1161"/>
                  </a:cubicBezTo>
                  <a:cubicBezTo>
                    <a:pt x="106" y="1161"/>
                    <a:pt x="122" y="1153"/>
                    <a:pt x="132" y="1133"/>
                  </a:cubicBezTo>
                  <a:cubicBezTo>
                    <a:pt x="257" y="874"/>
                    <a:pt x="526" y="734"/>
                    <a:pt x="738" y="553"/>
                  </a:cubicBezTo>
                  <a:cubicBezTo>
                    <a:pt x="951" y="370"/>
                    <a:pt x="1149" y="170"/>
                    <a:pt x="1407" y="51"/>
                  </a:cubicBezTo>
                  <a:cubicBezTo>
                    <a:pt x="1436" y="38"/>
                    <a:pt x="1418" y="0"/>
                    <a:pt x="13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9"/>
            <p:cNvSpPr/>
            <p:nvPr/>
          </p:nvSpPr>
          <p:spPr>
            <a:xfrm>
              <a:off x="5987247" y="2346658"/>
              <a:ext cx="220590" cy="201119"/>
            </a:xfrm>
            <a:custGeom>
              <a:rect b="b" l="l" r="r" t="t"/>
              <a:pathLst>
                <a:path extrusionOk="0" h="1306" w="1612">
                  <a:moveTo>
                    <a:pt x="1502" y="0"/>
                  </a:moveTo>
                  <a:cubicBezTo>
                    <a:pt x="1490" y="0"/>
                    <a:pt x="1476" y="3"/>
                    <a:pt x="1461" y="11"/>
                  </a:cubicBezTo>
                  <a:cubicBezTo>
                    <a:pt x="1115" y="192"/>
                    <a:pt x="857" y="484"/>
                    <a:pt x="542" y="707"/>
                  </a:cubicBezTo>
                  <a:cubicBezTo>
                    <a:pt x="369" y="830"/>
                    <a:pt x="102" y="968"/>
                    <a:pt x="27" y="1176"/>
                  </a:cubicBezTo>
                  <a:cubicBezTo>
                    <a:pt x="1" y="1251"/>
                    <a:pt x="66" y="1305"/>
                    <a:pt x="130" y="1305"/>
                  </a:cubicBezTo>
                  <a:cubicBezTo>
                    <a:pt x="164" y="1305"/>
                    <a:pt x="197" y="1291"/>
                    <a:pt x="217" y="1257"/>
                  </a:cubicBezTo>
                  <a:cubicBezTo>
                    <a:pt x="333" y="1061"/>
                    <a:pt x="569" y="943"/>
                    <a:pt x="746" y="805"/>
                  </a:cubicBezTo>
                  <a:cubicBezTo>
                    <a:pt x="1017" y="592"/>
                    <a:pt x="1250" y="340"/>
                    <a:pt x="1542" y="151"/>
                  </a:cubicBezTo>
                  <a:cubicBezTo>
                    <a:pt x="1612" y="115"/>
                    <a:pt x="1578" y="0"/>
                    <a:pt x="1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9"/>
            <p:cNvSpPr/>
            <p:nvPr/>
          </p:nvSpPr>
          <p:spPr>
            <a:xfrm>
              <a:off x="6005311" y="2383001"/>
              <a:ext cx="207453" cy="189878"/>
            </a:xfrm>
            <a:custGeom>
              <a:rect b="b" l="l" r="r" t="t"/>
              <a:pathLst>
                <a:path extrusionOk="0" h="1233" w="1516">
                  <a:moveTo>
                    <a:pt x="1434" y="1"/>
                  </a:moveTo>
                  <a:cubicBezTo>
                    <a:pt x="1421" y="1"/>
                    <a:pt x="1407" y="6"/>
                    <a:pt x="1396" y="19"/>
                  </a:cubicBezTo>
                  <a:cubicBezTo>
                    <a:pt x="962" y="375"/>
                    <a:pt x="439" y="632"/>
                    <a:pt x="62" y="1053"/>
                  </a:cubicBezTo>
                  <a:cubicBezTo>
                    <a:pt x="0" y="1121"/>
                    <a:pt x="55" y="1232"/>
                    <a:pt x="134" y="1232"/>
                  </a:cubicBezTo>
                  <a:cubicBezTo>
                    <a:pt x="151" y="1232"/>
                    <a:pt x="169" y="1227"/>
                    <a:pt x="187" y="1215"/>
                  </a:cubicBezTo>
                  <a:cubicBezTo>
                    <a:pt x="228" y="1188"/>
                    <a:pt x="256" y="1167"/>
                    <a:pt x="293" y="1134"/>
                  </a:cubicBezTo>
                  <a:cubicBezTo>
                    <a:pt x="314" y="1115"/>
                    <a:pt x="322" y="1094"/>
                    <a:pt x="322" y="1073"/>
                  </a:cubicBezTo>
                  <a:cubicBezTo>
                    <a:pt x="672" y="709"/>
                    <a:pt x="1133" y="471"/>
                    <a:pt x="1477" y="98"/>
                  </a:cubicBezTo>
                  <a:cubicBezTo>
                    <a:pt x="1515" y="58"/>
                    <a:pt x="1476" y="1"/>
                    <a:pt x="14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9"/>
            <p:cNvSpPr/>
            <p:nvPr/>
          </p:nvSpPr>
          <p:spPr>
            <a:xfrm>
              <a:off x="5980542" y="2441673"/>
              <a:ext cx="228390" cy="186182"/>
            </a:xfrm>
            <a:custGeom>
              <a:rect b="b" l="l" r="r" t="t"/>
              <a:pathLst>
                <a:path extrusionOk="0" h="1209" w="1669">
                  <a:moveTo>
                    <a:pt x="1608" y="0"/>
                  </a:moveTo>
                  <a:cubicBezTo>
                    <a:pt x="1422" y="0"/>
                    <a:pt x="1249" y="163"/>
                    <a:pt x="1114" y="276"/>
                  </a:cubicBezTo>
                  <a:cubicBezTo>
                    <a:pt x="970" y="396"/>
                    <a:pt x="828" y="515"/>
                    <a:pt x="683" y="630"/>
                  </a:cubicBezTo>
                  <a:cubicBezTo>
                    <a:pt x="610" y="688"/>
                    <a:pt x="1" y="1099"/>
                    <a:pt x="284" y="1203"/>
                  </a:cubicBezTo>
                  <a:cubicBezTo>
                    <a:pt x="294" y="1207"/>
                    <a:pt x="303" y="1208"/>
                    <a:pt x="312" y="1208"/>
                  </a:cubicBezTo>
                  <a:cubicBezTo>
                    <a:pt x="372" y="1208"/>
                    <a:pt x="415" y="1133"/>
                    <a:pt x="387" y="1078"/>
                  </a:cubicBezTo>
                  <a:lnTo>
                    <a:pt x="387" y="1078"/>
                  </a:lnTo>
                  <a:cubicBezTo>
                    <a:pt x="401" y="1105"/>
                    <a:pt x="403" y="1122"/>
                    <a:pt x="401" y="1132"/>
                  </a:cubicBezTo>
                  <a:cubicBezTo>
                    <a:pt x="405" y="1124"/>
                    <a:pt x="416" y="1111"/>
                    <a:pt x="441" y="1088"/>
                  </a:cubicBezTo>
                  <a:cubicBezTo>
                    <a:pt x="487" y="1049"/>
                    <a:pt x="528" y="1001"/>
                    <a:pt x="572" y="959"/>
                  </a:cubicBezTo>
                  <a:cubicBezTo>
                    <a:pt x="672" y="863"/>
                    <a:pt x="776" y="774"/>
                    <a:pt x="881" y="682"/>
                  </a:cubicBezTo>
                  <a:cubicBezTo>
                    <a:pt x="1120" y="476"/>
                    <a:pt x="1333" y="201"/>
                    <a:pt x="1629" y="78"/>
                  </a:cubicBezTo>
                  <a:cubicBezTo>
                    <a:pt x="1668" y="63"/>
                    <a:pt x="1666" y="3"/>
                    <a:pt x="1618" y="0"/>
                  </a:cubicBezTo>
                  <a:cubicBezTo>
                    <a:pt x="1615" y="0"/>
                    <a:pt x="1611" y="0"/>
                    <a:pt x="16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9"/>
            <p:cNvSpPr/>
            <p:nvPr/>
          </p:nvSpPr>
          <p:spPr>
            <a:xfrm>
              <a:off x="6034868" y="2615996"/>
              <a:ext cx="684" cy="1232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cubicBezTo>
                    <a:pt x="1" y="5"/>
                    <a:pt x="1" y="8"/>
                    <a:pt x="1" y="8"/>
                  </a:cubicBezTo>
                  <a:cubicBezTo>
                    <a:pt x="2" y="8"/>
                    <a:pt x="3" y="5"/>
                    <a:pt x="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9"/>
            <p:cNvSpPr/>
            <p:nvPr/>
          </p:nvSpPr>
          <p:spPr>
            <a:xfrm>
              <a:off x="6013932" y="2492954"/>
              <a:ext cx="174474" cy="176018"/>
            </a:xfrm>
            <a:custGeom>
              <a:rect b="b" l="l" r="r" t="t"/>
              <a:pathLst>
                <a:path extrusionOk="0" h="1143" w="1275">
                  <a:moveTo>
                    <a:pt x="1233" y="1"/>
                  </a:moveTo>
                  <a:cubicBezTo>
                    <a:pt x="1178" y="3"/>
                    <a:pt x="1122" y="59"/>
                    <a:pt x="1083" y="91"/>
                  </a:cubicBezTo>
                  <a:cubicBezTo>
                    <a:pt x="947" y="188"/>
                    <a:pt x="826" y="303"/>
                    <a:pt x="695" y="403"/>
                  </a:cubicBezTo>
                  <a:cubicBezTo>
                    <a:pt x="466" y="580"/>
                    <a:pt x="186" y="749"/>
                    <a:pt x="38" y="1005"/>
                  </a:cubicBezTo>
                  <a:cubicBezTo>
                    <a:pt x="1" y="1068"/>
                    <a:pt x="61" y="1143"/>
                    <a:pt x="121" y="1143"/>
                  </a:cubicBezTo>
                  <a:cubicBezTo>
                    <a:pt x="142" y="1143"/>
                    <a:pt x="162" y="1134"/>
                    <a:pt x="178" y="1114"/>
                  </a:cubicBezTo>
                  <a:cubicBezTo>
                    <a:pt x="489" y="716"/>
                    <a:pt x="903" y="420"/>
                    <a:pt x="1256" y="59"/>
                  </a:cubicBezTo>
                  <a:lnTo>
                    <a:pt x="1256" y="57"/>
                  </a:lnTo>
                  <a:cubicBezTo>
                    <a:pt x="1274" y="38"/>
                    <a:pt x="1264" y="1"/>
                    <a:pt x="12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9"/>
            <p:cNvSpPr/>
            <p:nvPr/>
          </p:nvSpPr>
          <p:spPr>
            <a:xfrm>
              <a:off x="6010237" y="2554090"/>
              <a:ext cx="175295" cy="160618"/>
            </a:xfrm>
            <a:custGeom>
              <a:rect b="b" l="l" r="r" t="t"/>
              <a:pathLst>
                <a:path extrusionOk="0" h="1043" w="1281">
                  <a:moveTo>
                    <a:pt x="1217" y="0"/>
                  </a:moveTo>
                  <a:cubicBezTo>
                    <a:pt x="1211" y="0"/>
                    <a:pt x="1205" y="1"/>
                    <a:pt x="1199" y="4"/>
                  </a:cubicBezTo>
                  <a:cubicBezTo>
                    <a:pt x="949" y="123"/>
                    <a:pt x="747" y="323"/>
                    <a:pt x="513" y="471"/>
                  </a:cubicBezTo>
                  <a:cubicBezTo>
                    <a:pt x="332" y="583"/>
                    <a:pt x="124" y="704"/>
                    <a:pt x="32" y="907"/>
                  </a:cubicBezTo>
                  <a:cubicBezTo>
                    <a:pt x="1" y="978"/>
                    <a:pt x="61" y="1043"/>
                    <a:pt x="118" y="1043"/>
                  </a:cubicBezTo>
                  <a:cubicBezTo>
                    <a:pt x="144" y="1043"/>
                    <a:pt x="169" y="1029"/>
                    <a:pt x="184" y="996"/>
                  </a:cubicBezTo>
                  <a:cubicBezTo>
                    <a:pt x="286" y="779"/>
                    <a:pt x="491" y="658"/>
                    <a:pt x="674" y="517"/>
                  </a:cubicBezTo>
                  <a:cubicBezTo>
                    <a:pt x="866" y="371"/>
                    <a:pt x="1020" y="179"/>
                    <a:pt x="1241" y="75"/>
                  </a:cubicBezTo>
                  <a:cubicBezTo>
                    <a:pt x="1281" y="55"/>
                    <a:pt x="1256" y="0"/>
                    <a:pt x="12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29"/>
            <p:cNvSpPr/>
            <p:nvPr/>
          </p:nvSpPr>
          <p:spPr>
            <a:xfrm>
              <a:off x="6001753" y="2551164"/>
              <a:ext cx="221959" cy="192804"/>
            </a:xfrm>
            <a:custGeom>
              <a:rect b="b" l="l" r="r" t="t"/>
              <a:pathLst>
                <a:path extrusionOk="0" h="1252" w="1622">
                  <a:moveTo>
                    <a:pt x="1531" y="1"/>
                  </a:moveTo>
                  <a:cubicBezTo>
                    <a:pt x="1522" y="1"/>
                    <a:pt x="1513" y="5"/>
                    <a:pt x="1509" y="13"/>
                  </a:cubicBezTo>
                  <a:cubicBezTo>
                    <a:pt x="1407" y="181"/>
                    <a:pt x="1147" y="304"/>
                    <a:pt x="990" y="417"/>
                  </a:cubicBezTo>
                  <a:cubicBezTo>
                    <a:pt x="871" y="500"/>
                    <a:pt x="755" y="590"/>
                    <a:pt x="638" y="677"/>
                  </a:cubicBezTo>
                  <a:cubicBezTo>
                    <a:pt x="482" y="794"/>
                    <a:pt x="296" y="996"/>
                    <a:pt x="111" y="1059"/>
                  </a:cubicBezTo>
                  <a:cubicBezTo>
                    <a:pt x="0" y="1098"/>
                    <a:pt x="34" y="1251"/>
                    <a:pt x="138" y="1251"/>
                  </a:cubicBezTo>
                  <a:cubicBezTo>
                    <a:pt x="146" y="1251"/>
                    <a:pt x="154" y="1250"/>
                    <a:pt x="163" y="1249"/>
                  </a:cubicBezTo>
                  <a:cubicBezTo>
                    <a:pt x="352" y="1205"/>
                    <a:pt x="519" y="994"/>
                    <a:pt x="663" y="873"/>
                  </a:cubicBezTo>
                  <a:cubicBezTo>
                    <a:pt x="821" y="742"/>
                    <a:pt x="978" y="611"/>
                    <a:pt x="1136" y="482"/>
                  </a:cubicBezTo>
                  <a:cubicBezTo>
                    <a:pt x="1219" y="413"/>
                    <a:pt x="1622" y="154"/>
                    <a:pt x="1551" y="13"/>
                  </a:cubicBezTo>
                  <a:cubicBezTo>
                    <a:pt x="1547" y="5"/>
                    <a:pt x="1539" y="1"/>
                    <a:pt x="15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29"/>
            <p:cNvSpPr/>
            <p:nvPr/>
          </p:nvSpPr>
          <p:spPr>
            <a:xfrm>
              <a:off x="6078521" y="2558864"/>
              <a:ext cx="180358" cy="194190"/>
            </a:xfrm>
            <a:custGeom>
              <a:rect b="b" l="l" r="r" t="t"/>
              <a:pathLst>
                <a:path extrusionOk="0" h="1261" w="1318">
                  <a:moveTo>
                    <a:pt x="1232" y="1"/>
                  </a:moveTo>
                  <a:cubicBezTo>
                    <a:pt x="1217" y="1"/>
                    <a:pt x="1203" y="7"/>
                    <a:pt x="1190" y="21"/>
                  </a:cubicBezTo>
                  <a:cubicBezTo>
                    <a:pt x="961" y="202"/>
                    <a:pt x="767" y="423"/>
                    <a:pt x="542" y="611"/>
                  </a:cubicBezTo>
                  <a:cubicBezTo>
                    <a:pt x="358" y="761"/>
                    <a:pt x="144" y="911"/>
                    <a:pt x="33" y="1126"/>
                  </a:cubicBezTo>
                  <a:cubicBezTo>
                    <a:pt x="1" y="1188"/>
                    <a:pt x="56" y="1260"/>
                    <a:pt x="113" y="1260"/>
                  </a:cubicBezTo>
                  <a:cubicBezTo>
                    <a:pt x="133" y="1260"/>
                    <a:pt x="152" y="1252"/>
                    <a:pt x="169" y="1232"/>
                  </a:cubicBezTo>
                  <a:cubicBezTo>
                    <a:pt x="498" y="821"/>
                    <a:pt x="927" y="505"/>
                    <a:pt x="1277" y="109"/>
                  </a:cubicBezTo>
                  <a:cubicBezTo>
                    <a:pt x="1317" y="62"/>
                    <a:pt x="1277" y="1"/>
                    <a:pt x="12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29"/>
            <p:cNvSpPr/>
            <p:nvPr/>
          </p:nvSpPr>
          <p:spPr>
            <a:xfrm>
              <a:off x="6142563" y="2570875"/>
              <a:ext cx="150800" cy="158924"/>
            </a:xfrm>
            <a:custGeom>
              <a:rect b="b" l="l" r="r" t="t"/>
              <a:pathLst>
                <a:path extrusionOk="0" h="1032" w="1102">
                  <a:moveTo>
                    <a:pt x="1055" y="0"/>
                  </a:moveTo>
                  <a:cubicBezTo>
                    <a:pt x="905" y="0"/>
                    <a:pt x="739" y="222"/>
                    <a:pt x="645" y="310"/>
                  </a:cubicBezTo>
                  <a:cubicBezTo>
                    <a:pt x="441" y="504"/>
                    <a:pt x="193" y="652"/>
                    <a:pt x="42" y="898"/>
                  </a:cubicBezTo>
                  <a:cubicBezTo>
                    <a:pt x="1" y="965"/>
                    <a:pt x="65" y="1031"/>
                    <a:pt x="126" y="1031"/>
                  </a:cubicBezTo>
                  <a:cubicBezTo>
                    <a:pt x="153" y="1031"/>
                    <a:pt x="180" y="1018"/>
                    <a:pt x="197" y="987"/>
                  </a:cubicBezTo>
                  <a:cubicBezTo>
                    <a:pt x="322" y="758"/>
                    <a:pt x="541" y="612"/>
                    <a:pt x="718" y="427"/>
                  </a:cubicBezTo>
                  <a:cubicBezTo>
                    <a:pt x="839" y="301"/>
                    <a:pt x="964" y="176"/>
                    <a:pt x="1087" y="51"/>
                  </a:cubicBezTo>
                  <a:cubicBezTo>
                    <a:pt x="1101" y="37"/>
                    <a:pt x="1097" y="6"/>
                    <a:pt x="1074" y="1"/>
                  </a:cubicBezTo>
                  <a:cubicBezTo>
                    <a:pt x="1068" y="0"/>
                    <a:pt x="1061" y="0"/>
                    <a:pt x="10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29"/>
            <p:cNvSpPr/>
            <p:nvPr/>
          </p:nvSpPr>
          <p:spPr>
            <a:xfrm>
              <a:off x="6168563" y="2583503"/>
              <a:ext cx="163527" cy="153997"/>
            </a:xfrm>
            <a:custGeom>
              <a:rect b="b" l="l" r="r" t="t"/>
              <a:pathLst>
                <a:path extrusionOk="0" h="1000" w="1195">
                  <a:moveTo>
                    <a:pt x="1125" y="1"/>
                  </a:moveTo>
                  <a:cubicBezTo>
                    <a:pt x="993" y="1"/>
                    <a:pt x="774" y="237"/>
                    <a:pt x="694" y="303"/>
                  </a:cubicBezTo>
                  <a:cubicBezTo>
                    <a:pt x="480" y="480"/>
                    <a:pt x="186" y="624"/>
                    <a:pt x="38" y="868"/>
                  </a:cubicBezTo>
                  <a:cubicBezTo>
                    <a:pt x="1" y="928"/>
                    <a:pt x="60" y="1000"/>
                    <a:pt x="118" y="1000"/>
                  </a:cubicBezTo>
                  <a:cubicBezTo>
                    <a:pt x="138" y="1000"/>
                    <a:pt x="158" y="991"/>
                    <a:pt x="173" y="972"/>
                  </a:cubicBezTo>
                  <a:cubicBezTo>
                    <a:pt x="340" y="766"/>
                    <a:pt x="557" y="618"/>
                    <a:pt x="753" y="440"/>
                  </a:cubicBezTo>
                  <a:cubicBezTo>
                    <a:pt x="886" y="322"/>
                    <a:pt x="1053" y="211"/>
                    <a:pt x="1172" y="80"/>
                  </a:cubicBezTo>
                  <a:cubicBezTo>
                    <a:pt x="1195" y="55"/>
                    <a:pt x="1184" y="15"/>
                    <a:pt x="1153" y="5"/>
                  </a:cubicBezTo>
                  <a:cubicBezTo>
                    <a:pt x="1144" y="2"/>
                    <a:pt x="1135" y="1"/>
                    <a:pt x="11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29"/>
            <p:cNvSpPr/>
            <p:nvPr/>
          </p:nvSpPr>
          <p:spPr>
            <a:xfrm>
              <a:off x="6213311" y="2579961"/>
              <a:ext cx="179948" cy="160002"/>
            </a:xfrm>
            <a:custGeom>
              <a:rect b="b" l="l" r="r" t="t"/>
              <a:pathLst>
                <a:path extrusionOk="0" h="1039" w="1315">
                  <a:moveTo>
                    <a:pt x="1260" y="0"/>
                  </a:moveTo>
                  <a:cubicBezTo>
                    <a:pt x="1254" y="0"/>
                    <a:pt x="1248" y="2"/>
                    <a:pt x="1243" y="5"/>
                  </a:cubicBezTo>
                  <a:cubicBezTo>
                    <a:pt x="830" y="255"/>
                    <a:pt x="465" y="597"/>
                    <a:pt x="74" y="876"/>
                  </a:cubicBezTo>
                  <a:cubicBezTo>
                    <a:pt x="1" y="928"/>
                    <a:pt x="44" y="1038"/>
                    <a:pt x="114" y="1038"/>
                  </a:cubicBezTo>
                  <a:cubicBezTo>
                    <a:pt x="128" y="1038"/>
                    <a:pt x="144" y="1034"/>
                    <a:pt x="159" y="1024"/>
                  </a:cubicBezTo>
                  <a:cubicBezTo>
                    <a:pt x="570" y="764"/>
                    <a:pt x="924" y="384"/>
                    <a:pt x="1289" y="65"/>
                  </a:cubicBezTo>
                  <a:cubicBezTo>
                    <a:pt x="1315" y="41"/>
                    <a:pt x="1290" y="0"/>
                    <a:pt x="12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29"/>
            <p:cNvSpPr/>
            <p:nvPr/>
          </p:nvSpPr>
          <p:spPr>
            <a:xfrm>
              <a:off x="6269279" y="2568104"/>
              <a:ext cx="182548" cy="162620"/>
            </a:xfrm>
            <a:custGeom>
              <a:rect b="b" l="l" r="r" t="t"/>
              <a:pathLst>
                <a:path extrusionOk="0" h="1056" w="1334">
                  <a:moveTo>
                    <a:pt x="1267" y="0"/>
                  </a:moveTo>
                  <a:cubicBezTo>
                    <a:pt x="1260" y="0"/>
                    <a:pt x="1252" y="3"/>
                    <a:pt x="1244" y="9"/>
                  </a:cubicBezTo>
                  <a:cubicBezTo>
                    <a:pt x="957" y="226"/>
                    <a:pt x="684" y="455"/>
                    <a:pt x="386" y="655"/>
                  </a:cubicBezTo>
                  <a:cubicBezTo>
                    <a:pt x="304" y="709"/>
                    <a:pt x="0" y="851"/>
                    <a:pt x="11" y="978"/>
                  </a:cubicBezTo>
                  <a:cubicBezTo>
                    <a:pt x="14" y="1026"/>
                    <a:pt x="57" y="1055"/>
                    <a:pt x="97" y="1055"/>
                  </a:cubicBezTo>
                  <a:cubicBezTo>
                    <a:pt x="127" y="1055"/>
                    <a:pt x="156" y="1038"/>
                    <a:pt x="165" y="999"/>
                  </a:cubicBezTo>
                  <a:lnTo>
                    <a:pt x="165" y="999"/>
                  </a:lnTo>
                  <a:cubicBezTo>
                    <a:pt x="162" y="1012"/>
                    <a:pt x="163" y="1018"/>
                    <a:pt x="166" y="1018"/>
                  </a:cubicBezTo>
                  <a:cubicBezTo>
                    <a:pt x="175" y="1018"/>
                    <a:pt x="201" y="980"/>
                    <a:pt x="219" y="968"/>
                  </a:cubicBezTo>
                  <a:cubicBezTo>
                    <a:pt x="252" y="943"/>
                    <a:pt x="286" y="913"/>
                    <a:pt x="319" y="888"/>
                  </a:cubicBezTo>
                  <a:cubicBezTo>
                    <a:pt x="402" y="822"/>
                    <a:pt x="490" y="757"/>
                    <a:pt x="575" y="693"/>
                  </a:cubicBezTo>
                  <a:cubicBezTo>
                    <a:pt x="828" y="499"/>
                    <a:pt x="1053" y="280"/>
                    <a:pt x="1301" y="82"/>
                  </a:cubicBezTo>
                  <a:cubicBezTo>
                    <a:pt x="1333" y="55"/>
                    <a:pt x="1302" y="0"/>
                    <a:pt x="12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29"/>
            <p:cNvSpPr/>
            <p:nvPr/>
          </p:nvSpPr>
          <p:spPr>
            <a:xfrm>
              <a:off x="6304584" y="2583811"/>
              <a:ext cx="165853" cy="158616"/>
            </a:xfrm>
            <a:custGeom>
              <a:rect b="b" l="l" r="r" t="t"/>
              <a:pathLst>
                <a:path extrusionOk="0" h="1030" w="1212">
                  <a:moveTo>
                    <a:pt x="1174" y="1"/>
                  </a:moveTo>
                  <a:cubicBezTo>
                    <a:pt x="1089" y="1"/>
                    <a:pt x="1009" y="84"/>
                    <a:pt x="947" y="134"/>
                  </a:cubicBezTo>
                  <a:cubicBezTo>
                    <a:pt x="824" y="232"/>
                    <a:pt x="709" y="340"/>
                    <a:pt x="584" y="434"/>
                  </a:cubicBezTo>
                  <a:cubicBezTo>
                    <a:pt x="413" y="561"/>
                    <a:pt x="32" y="718"/>
                    <a:pt x="5" y="957"/>
                  </a:cubicBezTo>
                  <a:cubicBezTo>
                    <a:pt x="0" y="1006"/>
                    <a:pt x="36" y="1029"/>
                    <a:pt x="74" y="1029"/>
                  </a:cubicBezTo>
                  <a:cubicBezTo>
                    <a:pt x="106" y="1029"/>
                    <a:pt x="140" y="1012"/>
                    <a:pt x="153" y="978"/>
                  </a:cubicBezTo>
                  <a:cubicBezTo>
                    <a:pt x="228" y="770"/>
                    <a:pt x="534" y="638"/>
                    <a:pt x="695" y="497"/>
                  </a:cubicBezTo>
                  <a:cubicBezTo>
                    <a:pt x="859" y="353"/>
                    <a:pt x="1003" y="172"/>
                    <a:pt x="1189" y="53"/>
                  </a:cubicBezTo>
                  <a:cubicBezTo>
                    <a:pt x="1212" y="38"/>
                    <a:pt x="1203" y="1"/>
                    <a:pt x="11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29"/>
            <p:cNvSpPr/>
            <p:nvPr/>
          </p:nvSpPr>
          <p:spPr>
            <a:xfrm>
              <a:off x="6335511" y="2565948"/>
              <a:ext cx="194727" cy="188030"/>
            </a:xfrm>
            <a:custGeom>
              <a:rect b="b" l="l" r="r" t="t"/>
              <a:pathLst>
                <a:path extrusionOk="0" h="1221" w="1423">
                  <a:moveTo>
                    <a:pt x="1365" y="1"/>
                  </a:moveTo>
                  <a:cubicBezTo>
                    <a:pt x="1358" y="1"/>
                    <a:pt x="1350" y="3"/>
                    <a:pt x="1342" y="8"/>
                  </a:cubicBezTo>
                  <a:cubicBezTo>
                    <a:pt x="1044" y="198"/>
                    <a:pt x="796" y="444"/>
                    <a:pt x="514" y="652"/>
                  </a:cubicBezTo>
                  <a:cubicBezTo>
                    <a:pt x="339" y="784"/>
                    <a:pt x="104" y="907"/>
                    <a:pt x="23" y="1119"/>
                  </a:cubicBezTo>
                  <a:cubicBezTo>
                    <a:pt x="1" y="1178"/>
                    <a:pt x="53" y="1221"/>
                    <a:pt x="105" y="1221"/>
                  </a:cubicBezTo>
                  <a:cubicBezTo>
                    <a:pt x="132" y="1221"/>
                    <a:pt x="159" y="1209"/>
                    <a:pt x="175" y="1182"/>
                  </a:cubicBezTo>
                  <a:cubicBezTo>
                    <a:pt x="291" y="982"/>
                    <a:pt x="502" y="861"/>
                    <a:pt x="675" y="713"/>
                  </a:cubicBezTo>
                  <a:cubicBezTo>
                    <a:pt x="915" y="506"/>
                    <a:pt x="1131" y="275"/>
                    <a:pt x="1386" y="83"/>
                  </a:cubicBezTo>
                  <a:cubicBezTo>
                    <a:pt x="1422" y="57"/>
                    <a:pt x="1401" y="1"/>
                    <a:pt x="13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29"/>
            <p:cNvSpPr/>
            <p:nvPr/>
          </p:nvSpPr>
          <p:spPr>
            <a:xfrm>
              <a:off x="6382721" y="2577805"/>
              <a:ext cx="169958" cy="173092"/>
            </a:xfrm>
            <a:custGeom>
              <a:rect b="b" l="l" r="r" t="t"/>
              <a:pathLst>
                <a:path extrusionOk="0" h="1124" w="1242">
                  <a:moveTo>
                    <a:pt x="1182" y="1"/>
                  </a:moveTo>
                  <a:cubicBezTo>
                    <a:pt x="1176" y="1"/>
                    <a:pt x="1171" y="2"/>
                    <a:pt x="1166" y="4"/>
                  </a:cubicBezTo>
                  <a:cubicBezTo>
                    <a:pt x="941" y="106"/>
                    <a:pt x="780" y="321"/>
                    <a:pt x="595" y="482"/>
                  </a:cubicBezTo>
                  <a:cubicBezTo>
                    <a:pt x="488" y="573"/>
                    <a:pt x="376" y="663"/>
                    <a:pt x="272" y="757"/>
                  </a:cubicBezTo>
                  <a:cubicBezTo>
                    <a:pt x="194" y="825"/>
                    <a:pt x="78" y="905"/>
                    <a:pt x="34" y="998"/>
                  </a:cubicBezTo>
                  <a:cubicBezTo>
                    <a:pt x="1" y="1069"/>
                    <a:pt x="56" y="1123"/>
                    <a:pt x="110" y="1123"/>
                  </a:cubicBezTo>
                  <a:cubicBezTo>
                    <a:pt x="141" y="1123"/>
                    <a:pt x="172" y="1105"/>
                    <a:pt x="186" y="1063"/>
                  </a:cubicBezTo>
                  <a:cubicBezTo>
                    <a:pt x="224" y="978"/>
                    <a:pt x="372" y="875"/>
                    <a:pt x="436" y="813"/>
                  </a:cubicBezTo>
                  <a:cubicBezTo>
                    <a:pt x="528" y="723"/>
                    <a:pt x="624" y="638"/>
                    <a:pt x="718" y="548"/>
                  </a:cubicBezTo>
                  <a:cubicBezTo>
                    <a:pt x="884" y="386"/>
                    <a:pt x="1028" y="206"/>
                    <a:pt x="1212" y="63"/>
                  </a:cubicBezTo>
                  <a:cubicBezTo>
                    <a:pt x="1242" y="38"/>
                    <a:pt x="1213" y="1"/>
                    <a:pt x="11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29"/>
            <p:cNvSpPr/>
            <p:nvPr/>
          </p:nvSpPr>
          <p:spPr>
            <a:xfrm>
              <a:off x="6417479" y="2561174"/>
              <a:ext cx="187611" cy="176942"/>
            </a:xfrm>
            <a:custGeom>
              <a:rect b="b" l="l" r="r" t="t"/>
              <a:pathLst>
                <a:path extrusionOk="0" h="1149" w="1371">
                  <a:moveTo>
                    <a:pt x="1311" y="1"/>
                  </a:moveTo>
                  <a:cubicBezTo>
                    <a:pt x="1305" y="1"/>
                    <a:pt x="1298" y="3"/>
                    <a:pt x="1291" y="8"/>
                  </a:cubicBezTo>
                  <a:cubicBezTo>
                    <a:pt x="870" y="321"/>
                    <a:pt x="470" y="652"/>
                    <a:pt x="70" y="990"/>
                  </a:cubicBezTo>
                  <a:cubicBezTo>
                    <a:pt x="0" y="1050"/>
                    <a:pt x="68" y="1149"/>
                    <a:pt x="139" y="1149"/>
                  </a:cubicBezTo>
                  <a:cubicBezTo>
                    <a:pt x="160" y="1149"/>
                    <a:pt x="181" y="1141"/>
                    <a:pt x="199" y="1121"/>
                  </a:cubicBezTo>
                  <a:cubicBezTo>
                    <a:pt x="551" y="746"/>
                    <a:pt x="951" y="408"/>
                    <a:pt x="1341" y="73"/>
                  </a:cubicBezTo>
                  <a:cubicBezTo>
                    <a:pt x="1370" y="49"/>
                    <a:pt x="1343" y="1"/>
                    <a:pt x="13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29"/>
            <p:cNvSpPr/>
            <p:nvPr/>
          </p:nvSpPr>
          <p:spPr>
            <a:xfrm>
              <a:off x="6488637" y="2565948"/>
              <a:ext cx="166127" cy="176018"/>
            </a:xfrm>
            <a:custGeom>
              <a:rect b="b" l="l" r="r" t="t"/>
              <a:pathLst>
                <a:path extrusionOk="0" h="1143" w="1214">
                  <a:moveTo>
                    <a:pt x="1143" y="1"/>
                  </a:moveTo>
                  <a:cubicBezTo>
                    <a:pt x="1135" y="1"/>
                    <a:pt x="1127" y="3"/>
                    <a:pt x="1119" y="6"/>
                  </a:cubicBezTo>
                  <a:lnTo>
                    <a:pt x="1117" y="6"/>
                  </a:lnTo>
                  <a:cubicBezTo>
                    <a:pt x="1096" y="21"/>
                    <a:pt x="1075" y="35"/>
                    <a:pt x="1052" y="52"/>
                  </a:cubicBezTo>
                  <a:cubicBezTo>
                    <a:pt x="1019" y="75"/>
                    <a:pt x="982" y="100"/>
                    <a:pt x="959" y="131"/>
                  </a:cubicBezTo>
                  <a:cubicBezTo>
                    <a:pt x="821" y="250"/>
                    <a:pt x="694" y="390"/>
                    <a:pt x="561" y="511"/>
                  </a:cubicBezTo>
                  <a:cubicBezTo>
                    <a:pt x="388" y="671"/>
                    <a:pt x="175" y="823"/>
                    <a:pt x="39" y="1015"/>
                  </a:cubicBezTo>
                  <a:cubicBezTo>
                    <a:pt x="1" y="1071"/>
                    <a:pt x="56" y="1143"/>
                    <a:pt x="114" y="1143"/>
                  </a:cubicBezTo>
                  <a:cubicBezTo>
                    <a:pt x="128" y="1143"/>
                    <a:pt x="141" y="1139"/>
                    <a:pt x="154" y="1130"/>
                  </a:cubicBezTo>
                  <a:cubicBezTo>
                    <a:pt x="348" y="996"/>
                    <a:pt x="511" y="794"/>
                    <a:pt x="677" y="627"/>
                  </a:cubicBezTo>
                  <a:cubicBezTo>
                    <a:pt x="850" y="456"/>
                    <a:pt x="1061" y="286"/>
                    <a:pt x="1190" y="77"/>
                  </a:cubicBezTo>
                  <a:cubicBezTo>
                    <a:pt x="1214" y="38"/>
                    <a:pt x="1180" y="1"/>
                    <a:pt x="1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29"/>
            <p:cNvSpPr/>
            <p:nvPr/>
          </p:nvSpPr>
          <p:spPr>
            <a:xfrm>
              <a:off x="6537627" y="2574109"/>
              <a:ext cx="157095" cy="155229"/>
            </a:xfrm>
            <a:custGeom>
              <a:rect b="b" l="l" r="r" t="t"/>
              <a:pathLst>
                <a:path extrusionOk="0" h="1008" w="1148">
                  <a:moveTo>
                    <a:pt x="1093" y="0"/>
                  </a:moveTo>
                  <a:cubicBezTo>
                    <a:pt x="1086" y="0"/>
                    <a:pt x="1078" y="2"/>
                    <a:pt x="1072" y="5"/>
                  </a:cubicBezTo>
                  <a:cubicBezTo>
                    <a:pt x="1072" y="5"/>
                    <a:pt x="1072" y="5"/>
                    <a:pt x="1072" y="3"/>
                  </a:cubicBezTo>
                  <a:cubicBezTo>
                    <a:pt x="880" y="107"/>
                    <a:pt x="703" y="264"/>
                    <a:pt x="534" y="401"/>
                  </a:cubicBezTo>
                  <a:cubicBezTo>
                    <a:pt x="367" y="541"/>
                    <a:pt x="236" y="716"/>
                    <a:pt x="71" y="858"/>
                  </a:cubicBezTo>
                  <a:cubicBezTo>
                    <a:pt x="0" y="919"/>
                    <a:pt x="65" y="1007"/>
                    <a:pt x="141" y="1007"/>
                  </a:cubicBezTo>
                  <a:cubicBezTo>
                    <a:pt x="161" y="1007"/>
                    <a:pt x="181" y="1001"/>
                    <a:pt x="200" y="987"/>
                  </a:cubicBezTo>
                  <a:cubicBezTo>
                    <a:pt x="378" y="847"/>
                    <a:pt x="501" y="639"/>
                    <a:pt x="667" y="485"/>
                  </a:cubicBezTo>
                  <a:cubicBezTo>
                    <a:pt x="761" y="397"/>
                    <a:pt x="859" y="312"/>
                    <a:pt x="959" y="230"/>
                  </a:cubicBezTo>
                  <a:cubicBezTo>
                    <a:pt x="1020" y="178"/>
                    <a:pt x="1109" y="133"/>
                    <a:pt x="1136" y="55"/>
                  </a:cubicBezTo>
                  <a:cubicBezTo>
                    <a:pt x="1148" y="23"/>
                    <a:pt x="1121" y="0"/>
                    <a:pt x="10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29"/>
            <p:cNvSpPr/>
            <p:nvPr/>
          </p:nvSpPr>
          <p:spPr>
            <a:xfrm>
              <a:off x="6584427" y="2572569"/>
              <a:ext cx="164348" cy="158000"/>
            </a:xfrm>
            <a:custGeom>
              <a:rect b="b" l="l" r="r" t="t"/>
              <a:pathLst>
                <a:path extrusionOk="0" h="1026" w="1201">
                  <a:moveTo>
                    <a:pt x="1154" y="0"/>
                  </a:moveTo>
                  <a:cubicBezTo>
                    <a:pt x="1148" y="0"/>
                    <a:pt x="1142" y="2"/>
                    <a:pt x="1136" y="5"/>
                  </a:cubicBezTo>
                  <a:cubicBezTo>
                    <a:pt x="880" y="128"/>
                    <a:pt x="636" y="361"/>
                    <a:pt x="419" y="545"/>
                  </a:cubicBezTo>
                  <a:cubicBezTo>
                    <a:pt x="309" y="639"/>
                    <a:pt x="196" y="728"/>
                    <a:pt x="90" y="824"/>
                  </a:cubicBezTo>
                  <a:cubicBezTo>
                    <a:pt x="40" y="868"/>
                    <a:pt x="0" y="895"/>
                    <a:pt x="13" y="968"/>
                  </a:cubicBezTo>
                  <a:cubicBezTo>
                    <a:pt x="20" y="1005"/>
                    <a:pt x="59" y="1026"/>
                    <a:pt x="94" y="1026"/>
                  </a:cubicBezTo>
                  <a:cubicBezTo>
                    <a:pt x="99" y="1026"/>
                    <a:pt x="105" y="1025"/>
                    <a:pt x="111" y="1024"/>
                  </a:cubicBezTo>
                  <a:cubicBezTo>
                    <a:pt x="117" y="1022"/>
                    <a:pt x="123" y="1020"/>
                    <a:pt x="127" y="1020"/>
                  </a:cubicBezTo>
                  <a:cubicBezTo>
                    <a:pt x="152" y="1014"/>
                    <a:pt x="169" y="995"/>
                    <a:pt x="175" y="972"/>
                  </a:cubicBezTo>
                  <a:cubicBezTo>
                    <a:pt x="200" y="953"/>
                    <a:pt x="242" y="922"/>
                    <a:pt x="261" y="905"/>
                  </a:cubicBezTo>
                  <a:cubicBezTo>
                    <a:pt x="379" y="801"/>
                    <a:pt x="488" y="684"/>
                    <a:pt x="602" y="576"/>
                  </a:cubicBezTo>
                  <a:cubicBezTo>
                    <a:pt x="786" y="407"/>
                    <a:pt x="1024" y="255"/>
                    <a:pt x="1180" y="61"/>
                  </a:cubicBezTo>
                  <a:cubicBezTo>
                    <a:pt x="1201" y="35"/>
                    <a:pt x="1182" y="0"/>
                    <a:pt x="11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29"/>
            <p:cNvSpPr/>
            <p:nvPr/>
          </p:nvSpPr>
          <p:spPr>
            <a:xfrm>
              <a:off x="6639163" y="2562098"/>
              <a:ext cx="175979" cy="182948"/>
            </a:xfrm>
            <a:custGeom>
              <a:rect b="b" l="l" r="r" t="t"/>
              <a:pathLst>
                <a:path extrusionOk="0" h="1188" w="1286">
                  <a:moveTo>
                    <a:pt x="1234" y="0"/>
                  </a:moveTo>
                  <a:cubicBezTo>
                    <a:pt x="1231" y="0"/>
                    <a:pt x="1227" y="1"/>
                    <a:pt x="1224" y="2"/>
                  </a:cubicBezTo>
                  <a:cubicBezTo>
                    <a:pt x="972" y="106"/>
                    <a:pt x="782" y="352"/>
                    <a:pt x="563" y="513"/>
                  </a:cubicBezTo>
                  <a:cubicBezTo>
                    <a:pt x="357" y="665"/>
                    <a:pt x="109" y="819"/>
                    <a:pt x="21" y="1075"/>
                  </a:cubicBezTo>
                  <a:cubicBezTo>
                    <a:pt x="0" y="1138"/>
                    <a:pt x="59" y="1187"/>
                    <a:pt x="113" y="1187"/>
                  </a:cubicBezTo>
                  <a:cubicBezTo>
                    <a:pt x="140" y="1187"/>
                    <a:pt x="167" y="1174"/>
                    <a:pt x="182" y="1144"/>
                  </a:cubicBezTo>
                  <a:cubicBezTo>
                    <a:pt x="305" y="894"/>
                    <a:pt x="513" y="746"/>
                    <a:pt x="719" y="571"/>
                  </a:cubicBezTo>
                  <a:cubicBezTo>
                    <a:pt x="907" y="409"/>
                    <a:pt x="1065" y="219"/>
                    <a:pt x="1259" y="63"/>
                  </a:cubicBezTo>
                  <a:cubicBezTo>
                    <a:pt x="1285" y="44"/>
                    <a:pt x="1263" y="0"/>
                    <a:pt x="12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29"/>
            <p:cNvSpPr/>
            <p:nvPr/>
          </p:nvSpPr>
          <p:spPr>
            <a:xfrm>
              <a:off x="6681174" y="2564716"/>
              <a:ext cx="193495" cy="192650"/>
            </a:xfrm>
            <a:custGeom>
              <a:rect b="b" l="l" r="r" t="t"/>
              <a:pathLst>
                <a:path extrusionOk="0" h="1251" w="1414">
                  <a:moveTo>
                    <a:pt x="1358" y="0"/>
                  </a:moveTo>
                  <a:cubicBezTo>
                    <a:pt x="1352" y="0"/>
                    <a:pt x="1346" y="2"/>
                    <a:pt x="1340" y="6"/>
                  </a:cubicBezTo>
                  <a:cubicBezTo>
                    <a:pt x="1036" y="187"/>
                    <a:pt x="798" y="448"/>
                    <a:pt x="510" y="650"/>
                  </a:cubicBezTo>
                  <a:cubicBezTo>
                    <a:pt x="317" y="787"/>
                    <a:pt x="121" y="917"/>
                    <a:pt x="27" y="1142"/>
                  </a:cubicBezTo>
                  <a:cubicBezTo>
                    <a:pt x="0" y="1206"/>
                    <a:pt x="57" y="1251"/>
                    <a:pt x="114" y="1251"/>
                  </a:cubicBezTo>
                  <a:cubicBezTo>
                    <a:pt x="150" y="1251"/>
                    <a:pt x="187" y="1233"/>
                    <a:pt x="202" y="1190"/>
                  </a:cubicBezTo>
                  <a:cubicBezTo>
                    <a:pt x="285" y="958"/>
                    <a:pt x="540" y="825"/>
                    <a:pt x="719" y="675"/>
                  </a:cubicBezTo>
                  <a:cubicBezTo>
                    <a:pt x="948" y="481"/>
                    <a:pt x="1150" y="256"/>
                    <a:pt x="1386" y="64"/>
                  </a:cubicBezTo>
                  <a:cubicBezTo>
                    <a:pt x="1413" y="42"/>
                    <a:pt x="1388" y="0"/>
                    <a:pt x="13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29"/>
            <p:cNvSpPr/>
            <p:nvPr/>
          </p:nvSpPr>
          <p:spPr>
            <a:xfrm>
              <a:off x="6737827" y="2569335"/>
              <a:ext cx="172558" cy="161696"/>
            </a:xfrm>
            <a:custGeom>
              <a:rect b="b" l="l" r="r" t="t"/>
              <a:pathLst>
                <a:path extrusionOk="0" h="1050" w="1261">
                  <a:moveTo>
                    <a:pt x="1225" y="0"/>
                  </a:moveTo>
                  <a:cubicBezTo>
                    <a:pt x="1222" y="0"/>
                    <a:pt x="1219" y="1"/>
                    <a:pt x="1216" y="3"/>
                  </a:cubicBezTo>
                  <a:cubicBezTo>
                    <a:pt x="968" y="155"/>
                    <a:pt x="747" y="334"/>
                    <a:pt x="515" y="509"/>
                  </a:cubicBezTo>
                  <a:cubicBezTo>
                    <a:pt x="344" y="639"/>
                    <a:pt x="173" y="753"/>
                    <a:pt x="44" y="928"/>
                  </a:cubicBezTo>
                  <a:cubicBezTo>
                    <a:pt x="0" y="987"/>
                    <a:pt x="60" y="1050"/>
                    <a:pt x="119" y="1050"/>
                  </a:cubicBezTo>
                  <a:cubicBezTo>
                    <a:pt x="144" y="1050"/>
                    <a:pt x="169" y="1039"/>
                    <a:pt x="186" y="1012"/>
                  </a:cubicBezTo>
                  <a:cubicBezTo>
                    <a:pt x="309" y="818"/>
                    <a:pt x="501" y="687"/>
                    <a:pt x="667" y="537"/>
                  </a:cubicBezTo>
                  <a:cubicBezTo>
                    <a:pt x="855" y="366"/>
                    <a:pt x="1043" y="197"/>
                    <a:pt x="1243" y="41"/>
                  </a:cubicBezTo>
                  <a:cubicBezTo>
                    <a:pt x="1260" y="26"/>
                    <a:pt x="1244" y="0"/>
                    <a:pt x="12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29"/>
            <p:cNvSpPr/>
            <p:nvPr/>
          </p:nvSpPr>
          <p:spPr>
            <a:xfrm>
              <a:off x="6769163" y="2566872"/>
              <a:ext cx="194180" cy="189570"/>
            </a:xfrm>
            <a:custGeom>
              <a:rect b="b" l="l" r="r" t="t"/>
              <a:pathLst>
                <a:path extrusionOk="0" h="1231" w="1419">
                  <a:moveTo>
                    <a:pt x="1360" y="0"/>
                  </a:moveTo>
                  <a:cubicBezTo>
                    <a:pt x="1351" y="0"/>
                    <a:pt x="1341" y="3"/>
                    <a:pt x="1333" y="11"/>
                  </a:cubicBezTo>
                  <a:cubicBezTo>
                    <a:pt x="1039" y="269"/>
                    <a:pt x="728" y="498"/>
                    <a:pt x="415" y="734"/>
                  </a:cubicBezTo>
                  <a:cubicBezTo>
                    <a:pt x="307" y="817"/>
                    <a:pt x="1" y="1001"/>
                    <a:pt x="57" y="1174"/>
                  </a:cubicBezTo>
                  <a:cubicBezTo>
                    <a:pt x="69" y="1209"/>
                    <a:pt x="106" y="1230"/>
                    <a:pt x="142" y="1230"/>
                  </a:cubicBezTo>
                  <a:cubicBezTo>
                    <a:pt x="174" y="1230"/>
                    <a:pt x="205" y="1213"/>
                    <a:pt x="213" y="1174"/>
                  </a:cubicBezTo>
                  <a:cubicBezTo>
                    <a:pt x="245" y="999"/>
                    <a:pt x="526" y="836"/>
                    <a:pt x="657" y="734"/>
                  </a:cubicBezTo>
                  <a:cubicBezTo>
                    <a:pt x="916" y="532"/>
                    <a:pt x="1172" y="317"/>
                    <a:pt x="1391" y="69"/>
                  </a:cubicBezTo>
                  <a:cubicBezTo>
                    <a:pt x="1418" y="38"/>
                    <a:pt x="1392" y="0"/>
                    <a:pt x="13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29"/>
            <p:cNvSpPr/>
            <p:nvPr/>
          </p:nvSpPr>
          <p:spPr>
            <a:xfrm>
              <a:off x="6818016" y="2571337"/>
              <a:ext cx="189937" cy="181562"/>
            </a:xfrm>
            <a:custGeom>
              <a:rect b="b" l="l" r="r" t="t"/>
              <a:pathLst>
                <a:path extrusionOk="0" h="1179" w="1388">
                  <a:moveTo>
                    <a:pt x="1339" y="0"/>
                  </a:moveTo>
                  <a:cubicBezTo>
                    <a:pt x="1332" y="0"/>
                    <a:pt x="1325" y="3"/>
                    <a:pt x="1317" y="9"/>
                  </a:cubicBezTo>
                  <a:cubicBezTo>
                    <a:pt x="894" y="334"/>
                    <a:pt x="444" y="653"/>
                    <a:pt x="63" y="1026"/>
                  </a:cubicBezTo>
                  <a:cubicBezTo>
                    <a:pt x="0" y="1088"/>
                    <a:pt x="62" y="1178"/>
                    <a:pt x="130" y="1178"/>
                  </a:cubicBezTo>
                  <a:cubicBezTo>
                    <a:pt x="151" y="1178"/>
                    <a:pt x="172" y="1170"/>
                    <a:pt x="190" y="1151"/>
                  </a:cubicBezTo>
                  <a:cubicBezTo>
                    <a:pt x="550" y="763"/>
                    <a:pt x="1038" y="490"/>
                    <a:pt x="1365" y="73"/>
                  </a:cubicBezTo>
                  <a:cubicBezTo>
                    <a:pt x="1387" y="46"/>
                    <a:pt x="1368" y="0"/>
                    <a:pt x="13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9"/>
            <p:cNvSpPr/>
            <p:nvPr/>
          </p:nvSpPr>
          <p:spPr>
            <a:xfrm>
              <a:off x="6864132" y="2569797"/>
              <a:ext cx="185422" cy="185720"/>
            </a:xfrm>
            <a:custGeom>
              <a:rect b="b" l="l" r="r" t="t"/>
              <a:pathLst>
                <a:path extrusionOk="0" h="1206" w="1355">
                  <a:moveTo>
                    <a:pt x="1348" y="1"/>
                  </a:moveTo>
                  <a:cubicBezTo>
                    <a:pt x="1347" y="1"/>
                    <a:pt x="1346" y="1"/>
                    <a:pt x="1345" y="2"/>
                  </a:cubicBezTo>
                  <a:cubicBezTo>
                    <a:pt x="1085" y="263"/>
                    <a:pt x="753" y="448"/>
                    <a:pt x="463" y="673"/>
                  </a:cubicBezTo>
                  <a:cubicBezTo>
                    <a:pt x="351" y="763"/>
                    <a:pt x="1" y="982"/>
                    <a:pt x="38" y="1153"/>
                  </a:cubicBezTo>
                  <a:cubicBezTo>
                    <a:pt x="46" y="1189"/>
                    <a:pt x="75" y="1206"/>
                    <a:pt x="106" y="1206"/>
                  </a:cubicBezTo>
                  <a:cubicBezTo>
                    <a:pt x="125" y="1206"/>
                    <a:pt x="146" y="1199"/>
                    <a:pt x="161" y="1186"/>
                  </a:cubicBezTo>
                  <a:cubicBezTo>
                    <a:pt x="170" y="1180"/>
                    <a:pt x="178" y="1171"/>
                    <a:pt x="186" y="1165"/>
                  </a:cubicBezTo>
                  <a:cubicBezTo>
                    <a:pt x="217" y="1140"/>
                    <a:pt x="215" y="1107"/>
                    <a:pt x="197" y="1082"/>
                  </a:cubicBezTo>
                  <a:cubicBezTo>
                    <a:pt x="253" y="1007"/>
                    <a:pt x="445" y="834"/>
                    <a:pt x="468" y="811"/>
                  </a:cubicBezTo>
                  <a:cubicBezTo>
                    <a:pt x="563" y="719"/>
                    <a:pt x="666" y="634"/>
                    <a:pt x="768" y="548"/>
                  </a:cubicBezTo>
                  <a:cubicBezTo>
                    <a:pt x="972" y="375"/>
                    <a:pt x="1166" y="200"/>
                    <a:pt x="1351" y="8"/>
                  </a:cubicBezTo>
                  <a:cubicBezTo>
                    <a:pt x="1354" y="5"/>
                    <a:pt x="1352" y="1"/>
                    <a:pt x="1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9"/>
            <p:cNvSpPr/>
            <p:nvPr/>
          </p:nvSpPr>
          <p:spPr>
            <a:xfrm>
              <a:off x="6924890" y="2561790"/>
              <a:ext cx="186927" cy="182024"/>
            </a:xfrm>
            <a:custGeom>
              <a:rect b="b" l="l" r="r" t="t"/>
              <a:pathLst>
                <a:path extrusionOk="0" h="1182" w="1366">
                  <a:moveTo>
                    <a:pt x="1300" y="0"/>
                  </a:moveTo>
                  <a:cubicBezTo>
                    <a:pt x="1291" y="0"/>
                    <a:pt x="1281" y="3"/>
                    <a:pt x="1272" y="10"/>
                  </a:cubicBezTo>
                  <a:cubicBezTo>
                    <a:pt x="1016" y="215"/>
                    <a:pt x="757" y="419"/>
                    <a:pt x="499" y="621"/>
                  </a:cubicBezTo>
                  <a:cubicBezTo>
                    <a:pt x="334" y="748"/>
                    <a:pt x="113" y="865"/>
                    <a:pt x="26" y="1063"/>
                  </a:cubicBezTo>
                  <a:cubicBezTo>
                    <a:pt x="1" y="1117"/>
                    <a:pt x="45" y="1181"/>
                    <a:pt x="95" y="1181"/>
                  </a:cubicBezTo>
                  <a:cubicBezTo>
                    <a:pt x="112" y="1181"/>
                    <a:pt x="130" y="1174"/>
                    <a:pt x="147" y="1157"/>
                  </a:cubicBezTo>
                  <a:cubicBezTo>
                    <a:pt x="501" y="759"/>
                    <a:pt x="934" y="425"/>
                    <a:pt x="1332" y="69"/>
                  </a:cubicBezTo>
                  <a:cubicBezTo>
                    <a:pt x="1365" y="41"/>
                    <a:pt x="1335" y="0"/>
                    <a:pt x="1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9"/>
            <p:cNvSpPr/>
            <p:nvPr/>
          </p:nvSpPr>
          <p:spPr>
            <a:xfrm>
              <a:off x="6980311" y="2554552"/>
              <a:ext cx="186653" cy="179714"/>
            </a:xfrm>
            <a:custGeom>
              <a:rect b="b" l="l" r="r" t="t"/>
              <a:pathLst>
                <a:path extrusionOk="0" h="1167" w="1364">
                  <a:moveTo>
                    <a:pt x="1312" y="1"/>
                  </a:moveTo>
                  <a:cubicBezTo>
                    <a:pt x="1303" y="1"/>
                    <a:pt x="1294" y="4"/>
                    <a:pt x="1286" y="11"/>
                  </a:cubicBezTo>
                  <a:cubicBezTo>
                    <a:pt x="921" y="357"/>
                    <a:pt x="236" y="549"/>
                    <a:pt x="29" y="1039"/>
                  </a:cubicBezTo>
                  <a:cubicBezTo>
                    <a:pt x="1" y="1106"/>
                    <a:pt x="53" y="1167"/>
                    <a:pt x="106" y="1167"/>
                  </a:cubicBezTo>
                  <a:cubicBezTo>
                    <a:pt x="131" y="1167"/>
                    <a:pt x="155" y="1154"/>
                    <a:pt x="173" y="1124"/>
                  </a:cubicBezTo>
                  <a:cubicBezTo>
                    <a:pt x="454" y="662"/>
                    <a:pt x="982" y="455"/>
                    <a:pt x="1338" y="64"/>
                  </a:cubicBezTo>
                  <a:cubicBezTo>
                    <a:pt x="1364" y="36"/>
                    <a:pt x="1340" y="1"/>
                    <a:pt x="13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9"/>
            <p:cNvSpPr/>
            <p:nvPr/>
          </p:nvSpPr>
          <p:spPr>
            <a:xfrm>
              <a:off x="7026837" y="2567488"/>
              <a:ext cx="176116" cy="172168"/>
            </a:xfrm>
            <a:custGeom>
              <a:rect b="b" l="l" r="r" t="t"/>
              <a:pathLst>
                <a:path extrusionOk="0" h="1118" w="1287">
                  <a:moveTo>
                    <a:pt x="1239" y="0"/>
                  </a:moveTo>
                  <a:cubicBezTo>
                    <a:pt x="1226" y="0"/>
                    <a:pt x="1212" y="5"/>
                    <a:pt x="1204" y="17"/>
                  </a:cubicBezTo>
                  <a:cubicBezTo>
                    <a:pt x="1056" y="223"/>
                    <a:pt x="813" y="355"/>
                    <a:pt x="610" y="505"/>
                  </a:cubicBezTo>
                  <a:cubicBezTo>
                    <a:pt x="417" y="647"/>
                    <a:pt x="223" y="784"/>
                    <a:pt x="62" y="967"/>
                  </a:cubicBezTo>
                  <a:cubicBezTo>
                    <a:pt x="1" y="1038"/>
                    <a:pt x="60" y="1118"/>
                    <a:pt x="128" y="1118"/>
                  </a:cubicBezTo>
                  <a:cubicBezTo>
                    <a:pt x="154" y="1118"/>
                    <a:pt x="182" y="1106"/>
                    <a:pt x="204" y="1076"/>
                  </a:cubicBezTo>
                  <a:cubicBezTo>
                    <a:pt x="379" y="851"/>
                    <a:pt x="617" y="669"/>
                    <a:pt x="838" y="490"/>
                  </a:cubicBezTo>
                  <a:cubicBezTo>
                    <a:pt x="996" y="361"/>
                    <a:pt x="1194" y="242"/>
                    <a:pt x="1275" y="46"/>
                  </a:cubicBezTo>
                  <a:cubicBezTo>
                    <a:pt x="1286" y="18"/>
                    <a:pt x="1263" y="0"/>
                    <a:pt x="12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29"/>
            <p:cNvSpPr/>
            <p:nvPr/>
          </p:nvSpPr>
          <p:spPr>
            <a:xfrm>
              <a:off x="7092795" y="2571029"/>
              <a:ext cx="174611" cy="169858"/>
            </a:xfrm>
            <a:custGeom>
              <a:rect b="b" l="l" r="r" t="t"/>
              <a:pathLst>
                <a:path extrusionOk="0" h="1103" w="1276">
                  <a:moveTo>
                    <a:pt x="1201" y="1"/>
                  </a:moveTo>
                  <a:cubicBezTo>
                    <a:pt x="1193" y="1"/>
                    <a:pt x="1185" y="3"/>
                    <a:pt x="1177" y="7"/>
                  </a:cubicBezTo>
                  <a:cubicBezTo>
                    <a:pt x="1177" y="7"/>
                    <a:pt x="1175" y="5"/>
                    <a:pt x="1175" y="5"/>
                  </a:cubicBezTo>
                  <a:cubicBezTo>
                    <a:pt x="933" y="155"/>
                    <a:pt x="747" y="384"/>
                    <a:pt x="520" y="555"/>
                  </a:cubicBezTo>
                  <a:cubicBezTo>
                    <a:pt x="351" y="684"/>
                    <a:pt x="143" y="792"/>
                    <a:pt x="37" y="982"/>
                  </a:cubicBezTo>
                  <a:cubicBezTo>
                    <a:pt x="1" y="1049"/>
                    <a:pt x="54" y="1103"/>
                    <a:pt x="110" y="1103"/>
                  </a:cubicBezTo>
                  <a:cubicBezTo>
                    <a:pt x="136" y="1103"/>
                    <a:pt x="161" y="1092"/>
                    <a:pt x="180" y="1067"/>
                  </a:cubicBezTo>
                  <a:cubicBezTo>
                    <a:pt x="314" y="888"/>
                    <a:pt x="499" y="776"/>
                    <a:pt x="666" y="632"/>
                  </a:cubicBezTo>
                  <a:cubicBezTo>
                    <a:pt x="864" y="461"/>
                    <a:pt x="1052" y="269"/>
                    <a:pt x="1239" y="86"/>
                  </a:cubicBezTo>
                  <a:cubicBezTo>
                    <a:pt x="1276" y="49"/>
                    <a:pt x="1242" y="1"/>
                    <a:pt x="12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9"/>
            <p:cNvSpPr/>
            <p:nvPr/>
          </p:nvSpPr>
          <p:spPr>
            <a:xfrm>
              <a:off x="7143290" y="2577343"/>
              <a:ext cx="175295" cy="168780"/>
            </a:xfrm>
            <a:custGeom>
              <a:rect b="b" l="l" r="r" t="t"/>
              <a:pathLst>
                <a:path extrusionOk="0" h="1096" w="1281">
                  <a:moveTo>
                    <a:pt x="1219" y="1"/>
                  </a:moveTo>
                  <a:cubicBezTo>
                    <a:pt x="1009" y="1"/>
                    <a:pt x="805" y="233"/>
                    <a:pt x="668" y="362"/>
                  </a:cubicBezTo>
                  <a:cubicBezTo>
                    <a:pt x="466" y="551"/>
                    <a:pt x="149" y="720"/>
                    <a:pt x="32" y="974"/>
                  </a:cubicBezTo>
                  <a:cubicBezTo>
                    <a:pt x="0" y="1044"/>
                    <a:pt x="53" y="1096"/>
                    <a:pt x="106" y="1096"/>
                  </a:cubicBezTo>
                  <a:cubicBezTo>
                    <a:pt x="137" y="1096"/>
                    <a:pt x="168" y="1079"/>
                    <a:pt x="185" y="1039"/>
                  </a:cubicBezTo>
                  <a:cubicBezTo>
                    <a:pt x="274" y="822"/>
                    <a:pt x="545" y="668"/>
                    <a:pt x="706" y="501"/>
                  </a:cubicBezTo>
                  <a:cubicBezTo>
                    <a:pt x="829" y="374"/>
                    <a:pt x="1041" y="84"/>
                    <a:pt x="1233" y="76"/>
                  </a:cubicBezTo>
                  <a:cubicBezTo>
                    <a:pt x="1281" y="74"/>
                    <a:pt x="1281" y="3"/>
                    <a:pt x="1233" y="1"/>
                  </a:cubicBezTo>
                  <a:cubicBezTo>
                    <a:pt x="1228" y="1"/>
                    <a:pt x="1224" y="1"/>
                    <a:pt x="12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9"/>
            <p:cNvSpPr/>
            <p:nvPr/>
          </p:nvSpPr>
          <p:spPr>
            <a:xfrm>
              <a:off x="7184069" y="2563792"/>
              <a:ext cx="188158" cy="177096"/>
            </a:xfrm>
            <a:custGeom>
              <a:rect b="b" l="l" r="r" t="t"/>
              <a:pathLst>
                <a:path extrusionOk="0" h="1150" w="1375">
                  <a:moveTo>
                    <a:pt x="1315" y="1"/>
                  </a:moveTo>
                  <a:cubicBezTo>
                    <a:pt x="1305" y="1"/>
                    <a:pt x="1295" y="5"/>
                    <a:pt x="1285" y="14"/>
                  </a:cubicBezTo>
                  <a:cubicBezTo>
                    <a:pt x="1029" y="245"/>
                    <a:pt x="720" y="429"/>
                    <a:pt x="435" y="623"/>
                  </a:cubicBezTo>
                  <a:cubicBezTo>
                    <a:pt x="280" y="729"/>
                    <a:pt x="32" y="864"/>
                    <a:pt x="7" y="1071"/>
                  </a:cubicBezTo>
                  <a:cubicBezTo>
                    <a:pt x="1" y="1124"/>
                    <a:pt x="38" y="1150"/>
                    <a:pt x="79" y="1150"/>
                  </a:cubicBezTo>
                  <a:cubicBezTo>
                    <a:pt x="115" y="1150"/>
                    <a:pt x="153" y="1130"/>
                    <a:pt x="168" y="1094"/>
                  </a:cubicBezTo>
                  <a:cubicBezTo>
                    <a:pt x="247" y="889"/>
                    <a:pt x="506" y="758"/>
                    <a:pt x="672" y="631"/>
                  </a:cubicBezTo>
                  <a:cubicBezTo>
                    <a:pt x="904" y="454"/>
                    <a:pt x="1154" y="293"/>
                    <a:pt x="1345" y="74"/>
                  </a:cubicBezTo>
                  <a:cubicBezTo>
                    <a:pt x="1374" y="43"/>
                    <a:pt x="1348" y="1"/>
                    <a:pt x="13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9"/>
            <p:cNvSpPr/>
            <p:nvPr/>
          </p:nvSpPr>
          <p:spPr>
            <a:xfrm>
              <a:off x="7229774" y="2560866"/>
              <a:ext cx="206632" cy="192188"/>
            </a:xfrm>
            <a:custGeom>
              <a:rect b="b" l="l" r="r" t="t"/>
              <a:pathLst>
                <a:path extrusionOk="0" h="1248" w="1510">
                  <a:moveTo>
                    <a:pt x="1446" y="0"/>
                  </a:moveTo>
                  <a:cubicBezTo>
                    <a:pt x="1439" y="0"/>
                    <a:pt x="1431" y="2"/>
                    <a:pt x="1424" y="8"/>
                  </a:cubicBezTo>
                  <a:cubicBezTo>
                    <a:pt x="1087" y="260"/>
                    <a:pt x="766" y="529"/>
                    <a:pt x="426" y="779"/>
                  </a:cubicBezTo>
                  <a:cubicBezTo>
                    <a:pt x="324" y="854"/>
                    <a:pt x="1" y="1023"/>
                    <a:pt x="11" y="1173"/>
                  </a:cubicBezTo>
                  <a:cubicBezTo>
                    <a:pt x="14" y="1216"/>
                    <a:pt x="54" y="1248"/>
                    <a:pt x="93" y="1248"/>
                  </a:cubicBezTo>
                  <a:cubicBezTo>
                    <a:pt x="115" y="1248"/>
                    <a:pt x="138" y="1237"/>
                    <a:pt x="151" y="1211"/>
                  </a:cubicBezTo>
                  <a:cubicBezTo>
                    <a:pt x="226" y="1061"/>
                    <a:pt x="482" y="925"/>
                    <a:pt x="611" y="819"/>
                  </a:cubicBezTo>
                  <a:cubicBezTo>
                    <a:pt x="903" y="577"/>
                    <a:pt x="1184" y="319"/>
                    <a:pt x="1478" y="77"/>
                  </a:cubicBezTo>
                  <a:cubicBezTo>
                    <a:pt x="1509" y="51"/>
                    <a:pt x="1479" y="0"/>
                    <a:pt x="14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9"/>
            <p:cNvSpPr/>
            <p:nvPr/>
          </p:nvSpPr>
          <p:spPr>
            <a:xfrm>
              <a:off x="7280406" y="2569335"/>
              <a:ext cx="188569" cy="178636"/>
            </a:xfrm>
            <a:custGeom>
              <a:rect b="b" l="l" r="r" t="t"/>
              <a:pathLst>
                <a:path extrusionOk="0" h="1160" w="1378">
                  <a:moveTo>
                    <a:pt x="1324" y="0"/>
                  </a:moveTo>
                  <a:cubicBezTo>
                    <a:pt x="1318" y="0"/>
                    <a:pt x="1311" y="2"/>
                    <a:pt x="1304" y="7"/>
                  </a:cubicBezTo>
                  <a:cubicBezTo>
                    <a:pt x="1033" y="199"/>
                    <a:pt x="787" y="426"/>
                    <a:pt x="516" y="620"/>
                  </a:cubicBezTo>
                  <a:cubicBezTo>
                    <a:pt x="356" y="737"/>
                    <a:pt x="123" y="862"/>
                    <a:pt x="31" y="1047"/>
                  </a:cubicBezTo>
                  <a:cubicBezTo>
                    <a:pt x="1" y="1109"/>
                    <a:pt x="47" y="1160"/>
                    <a:pt x="99" y="1160"/>
                  </a:cubicBezTo>
                  <a:cubicBezTo>
                    <a:pt x="122" y="1160"/>
                    <a:pt x="146" y="1149"/>
                    <a:pt x="164" y="1124"/>
                  </a:cubicBezTo>
                  <a:cubicBezTo>
                    <a:pt x="302" y="941"/>
                    <a:pt x="500" y="816"/>
                    <a:pt x="677" y="672"/>
                  </a:cubicBezTo>
                  <a:cubicBezTo>
                    <a:pt x="910" y="484"/>
                    <a:pt x="1144" y="282"/>
                    <a:pt x="1352" y="68"/>
                  </a:cubicBezTo>
                  <a:cubicBezTo>
                    <a:pt x="1378" y="44"/>
                    <a:pt x="1354" y="0"/>
                    <a:pt x="1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9"/>
            <p:cNvSpPr/>
            <p:nvPr/>
          </p:nvSpPr>
          <p:spPr>
            <a:xfrm>
              <a:off x="7318037" y="2568257"/>
              <a:ext cx="189937" cy="190648"/>
            </a:xfrm>
            <a:custGeom>
              <a:rect b="b" l="l" r="r" t="t"/>
              <a:pathLst>
                <a:path extrusionOk="0" h="1238" w="1388">
                  <a:moveTo>
                    <a:pt x="1348" y="0"/>
                  </a:moveTo>
                  <a:cubicBezTo>
                    <a:pt x="1341" y="0"/>
                    <a:pt x="1334" y="3"/>
                    <a:pt x="1327" y="10"/>
                  </a:cubicBezTo>
                  <a:cubicBezTo>
                    <a:pt x="948" y="429"/>
                    <a:pt x="427" y="681"/>
                    <a:pt x="52" y="1106"/>
                  </a:cubicBezTo>
                  <a:cubicBezTo>
                    <a:pt x="1" y="1162"/>
                    <a:pt x="55" y="1238"/>
                    <a:pt x="110" y="1238"/>
                  </a:cubicBezTo>
                  <a:cubicBezTo>
                    <a:pt x="127" y="1238"/>
                    <a:pt x="144" y="1230"/>
                    <a:pt x="158" y="1213"/>
                  </a:cubicBezTo>
                  <a:cubicBezTo>
                    <a:pt x="506" y="769"/>
                    <a:pt x="1004" y="479"/>
                    <a:pt x="1369" y="52"/>
                  </a:cubicBezTo>
                  <a:cubicBezTo>
                    <a:pt x="1388" y="30"/>
                    <a:pt x="1370" y="0"/>
                    <a:pt x="13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9"/>
            <p:cNvSpPr/>
            <p:nvPr/>
          </p:nvSpPr>
          <p:spPr>
            <a:xfrm>
              <a:off x="7362648" y="2558402"/>
              <a:ext cx="198558" cy="195576"/>
            </a:xfrm>
            <a:custGeom>
              <a:rect b="b" l="l" r="r" t="t"/>
              <a:pathLst>
                <a:path extrusionOk="0" h="1270" w="1451">
                  <a:moveTo>
                    <a:pt x="1386" y="0"/>
                  </a:moveTo>
                  <a:cubicBezTo>
                    <a:pt x="1379" y="0"/>
                    <a:pt x="1371" y="2"/>
                    <a:pt x="1364" y="7"/>
                  </a:cubicBezTo>
                  <a:cubicBezTo>
                    <a:pt x="1030" y="241"/>
                    <a:pt x="726" y="508"/>
                    <a:pt x="403" y="758"/>
                  </a:cubicBezTo>
                  <a:cubicBezTo>
                    <a:pt x="272" y="860"/>
                    <a:pt x="1" y="1014"/>
                    <a:pt x="32" y="1212"/>
                  </a:cubicBezTo>
                  <a:cubicBezTo>
                    <a:pt x="39" y="1253"/>
                    <a:pt x="67" y="1269"/>
                    <a:pt x="98" y="1269"/>
                  </a:cubicBezTo>
                  <a:cubicBezTo>
                    <a:pt x="134" y="1269"/>
                    <a:pt x="174" y="1247"/>
                    <a:pt x="188" y="1212"/>
                  </a:cubicBezTo>
                  <a:cubicBezTo>
                    <a:pt x="261" y="1026"/>
                    <a:pt x="489" y="895"/>
                    <a:pt x="632" y="766"/>
                  </a:cubicBezTo>
                  <a:cubicBezTo>
                    <a:pt x="891" y="533"/>
                    <a:pt x="1143" y="295"/>
                    <a:pt x="1418" y="76"/>
                  </a:cubicBezTo>
                  <a:cubicBezTo>
                    <a:pt x="1451" y="50"/>
                    <a:pt x="1421" y="0"/>
                    <a:pt x="13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9"/>
            <p:cNvSpPr/>
            <p:nvPr/>
          </p:nvSpPr>
          <p:spPr>
            <a:xfrm>
              <a:off x="7380164" y="2579653"/>
              <a:ext cx="205127" cy="182486"/>
            </a:xfrm>
            <a:custGeom>
              <a:rect b="b" l="l" r="r" t="t"/>
              <a:pathLst>
                <a:path extrusionOk="0" h="1185" w="1499">
                  <a:moveTo>
                    <a:pt x="1441" y="0"/>
                  </a:moveTo>
                  <a:cubicBezTo>
                    <a:pt x="1432" y="0"/>
                    <a:pt x="1422" y="4"/>
                    <a:pt x="1413" y="11"/>
                  </a:cubicBezTo>
                  <a:cubicBezTo>
                    <a:pt x="1140" y="244"/>
                    <a:pt x="830" y="434"/>
                    <a:pt x="544" y="649"/>
                  </a:cubicBezTo>
                  <a:cubicBezTo>
                    <a:pt x="454" y="718"/>
                    <a:pt x="0" y="984"/>
                    <a:pt x="108" y="1145"/>
                  </a:cubicBezTo>
                  <a:cubicBezTo>
                    <a:pt x="128" y="1172"/>
                    <a:pt x="154" y="1184"/>
                    <a:pt x="179" y="1184"/>
                  </a:cubicBezTo>
                  <a:cubicBezTo>
                    <a:pt x="219" y="1184"/>
                    <a:pt x="258" y="1154"/>
                    <a:pt x="264" y="1104"/>
                  </a:cubicBezTo>
                  <a:lnTo>
                    <a:pt x="264" y="1104"/>
                  </a:lnTo>
                  <a:cubicBezTo>
                    <a:pt x="263" y="1117"/>
                    <a:pt x="263" y="1122"/>
                    <a:pt x="265" y="1122"/>
                  </a:cubicBezTo>
                  <a:cubicBezTo>
                    <a:pt x="271" y="1122"/>
                    <a:pt x="287" y="1085"/>
                    <a:pt x="306" y="1066"/>
                  </a:cubicBezTo>
                  <a:cubicBezTo>
                    <a:pt x="350" y="1024"/>
                    <a:pt x="394" y="982"/>
                    <a:pt x="438" y="941"/>
                  </a:cubicBezTo>
                  <a:cubicBezTo>
                    <a:pt x="563" y="828"/>
                    <a:pt x="694" y="724"/>
                    <a:pt x="825" y="618"/>
                  </a:cubicBezTo>
                  <a:cubicBezTo>
                    <a:pt x="1040" y="442"/>
                    <a:pt x="1282" y="274"/>
                    <a:pt x="1471" y="69"/>
                  </a:cubicBezTo>
                  <a:cubicBezTo>
                    <a:pt x="1499" y="39"/>
                    <a:pt x="1472" y="0"/>
                    <a:pt x="14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9"/>
            <p:cNvSpPr/>
            <p:nvPr/>
          </p:nvSpPr>
          <p:spPr>
            <a:xfrm>
              <a:off x="7441058" y="2566102"/>
              <a:ext cx="182822" cy="182640"/>
            </a:xfrm>
            <a:custGeom>
              <a:rect b="b" l="l" r="r" t="t"/>
              <a:pathLst>
                <a:path extrusionOk="0" h="1186" w="1336">
                  <a:moveTo>
                    <a:pt x="1276" y="1"/>
                  </a:moveTo>
                  <a:cubicBezTo>
                    <a:pt x="1266" y="1"/>
                    <a:pt x="1256" y="5"/>
                    <a:pt x="1247" y="14"/>
                  </a:cubicBezTo>
                  <a:cubicBezTo>
                    <a:pt x="887" y="408"/>
                    <a:pt x="410" y="670"/>
                    <a:pt x="47" y="1054"/>
                  </a:cubicBezTo>
                  <a:cubicBezTo>
                    <a:pt x="1" y="1102"/>
                    <a:pt x="43" y="1185"/>
                    <a:pt x="100" y="1185"/>
                  </a:cubicBezTo>
                  <a:cubicBezTo>
                    <a:pt x="113" y="1185"/>
                    <a:pt x="126" y="1181"/>
                    <a:pt x="139" y="1172"/>
                  </a:cubicBezTo>
                  <a:cubicBezTo>
                    <a:pt x="564" y="874"/>
                    <a:pt x="983" y="476"/>
                    <a:pt x="1310" y="76"/>
                  </a:cubicBezTo>
                  <a:cubicBezTo>
                    <a:pt x="1336" y="44"/>
                    <a:pt x="1308" y="1"/>
                    <a:pt x="12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9"/>
            <p:cNvSpPr/>
            <p:nvPr/>
          </p:nvSpPr>
          <p:spPr>
            <a:xfrm>
              <a:off x="7494290" y="2562868"/>
              <a:ext cx="169137" cy="163852"/>
            </a:xfrm>
            <a:custGeom>
              <a:rect b="b" l="l" r="r" t="t"/>
              <a:pathLst>
                <a:path extrusionOk="0" h="1064" w="1236">
                  <a:moveTo>
                    <a:pt x="1187" y="0"/>
                  </a:moveTo>
                  <a:cubicBezTo>
                    <a:pt x="1180" y="0"/>
                    <a:pt x="1172" y="3"/>
                    <a:pt x="1165" y="10"/>
                  </a:cubicBezTo>
                  <a:cubicBezTo>
                    <a:pt x="956" y="201"/>
                    <a:pt x="723" y="360"/>
                    <a:pt x="498" y="529"/>
                  </a:cubicBezTo>
                  <a:cubicBezTo>
                    <a:pt x="333" y="654"/>
                    <a:pt x="143" y="783"/>
                    <a:pt x="33" y="960"/>
                  </a:cubicBezTo>
                  <a:cubicBezTo>
                    <a:pt x="0" y="1010"/>
                    <a:pt x="47" y="1063"/>
                    <a:pt x="96" y="1063"/>
                  </a:cubicBezTo>
                  <a:cubicBezTo>
                    <a:pt x="113" y="1063"/>
                    <a:pt x="129" y="1057"/>
                    <a:pt x="143" y="1043"/>
                  </a:cubicBezTo>
                  <a:cubicBezTo>
                    <a:pt x="314" y="879"/>
                    <a:pt x="471" y="708"/>
                    <a:pt x="654" y="554"/>
                  </a:cubicBezTo>
                  <a:cubicBezTo>
                    <a:pt x="846" y="393"/>
                    <a:pt x="1040" y="237"/>
                    <a:pt x="1213" y="55"/>
                  </a:cubicBezTo>
                  <a:cubicBezTo>
                    <a:pt x="1235" y="33"/>
                    <a:pt x="1213" y="0"/>
                    <a:pt x="11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9"/>
            <p:cNvSpPr/>
            <p:nvPr/>
          </p:nvSpPr>
          <p:spPr>
            <a:xfrm>
              <a:off x="7514406" y="2562098"/>
              <a:ext cx="178716" cy="174478"/>
            </a:xfrm>
            <a:custGeom>
              <a:rect b="b" l="l" r="r" t="t"/>
              <a:pathLst>
                <a:path extrusionOk="0" h="1133" w="1306">
                  <a:moveTo>
                    <a:pt x="1258" y="0"/>
                  </a:moveTo>
                  <a:cubicBezTo>
                    <a:pt x="1252" y="0"/>
                    <a:pt x="1246" y="2"/>
                    <a:pt x="1239" y="6"/>
                  </a:cubicBezTo>
                  <a:cubicBezTo>
                    <a:pt x="805" y="277"/>
                    <a:pt x="386" y="613"/>
                    <a:pt x="53" y="1000"/>
                  </a:cubicBezTo>
                  <a:cubicBezTo>
                    <a:pt x="1" y="1062"/>
                    <a:pt x="50" y="1132"/>
                    <a:pt x="111" y="1132"/>
                  </a:cubicBezTo>
                  <a:cubicBezTo>
                    <a:pt x="129" y="1132"/>
                    <a:pt x="148" y="1126"/>
                    <a:pt x="165" y="1113"/>
                  </a:cubicBezTo>
                  <a:cubicBezTo>
                    <a:pt x="190" y="1096"/>
                    <a:pt x="211" y="1075"/>
                    <a:pt x="228" y="1048"/>
                  </a:cubicBezTo>
                  <a:cubicBezTo>
                    <a:pt x="232" y="1044"/>
                    <a:pt x="234" y="1040"/>
                    <a:pt x="236" y="1034"/>
                  </a:cubicBezTo>
                  <a:cubicBezTo>
                    <a:pt x="551" y="679"/>
                    <a:pt x="897" y="358"/>
                    <a:pt x="1274" y="69"/>
                  </a:cubicBezTo>
                  <a:cubicBezTo>
                    <a:pt x="1305" y="46"/>
                    <a:pt x="1289" y="0"/>
                    <a:pt x="12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9"/>
            <p:cNvSpPr/>
            <p:nvPr/>
          </p:nvSpPr>
          <p:spPr>
            <a:xfrm>
              <a:off x="7535890" y="2556246"/>
              <a:ext cx="199380" cy="206201"/>
            </a:xfrm>
            <a:custGeom>
              <a:rect b="b" l="l" r="r" t="t"/>
              <a:pathLst>
                <a:path extrusionOk="0" h="1339" w="1457">
                  <a:moveTo>
                    <a:pt x="1397" y="1"/>
                  </a:moveTo>
                  <a:cubicBezTo>
                    <a:pt x="1387" y="1"/>
                    <a:pt x="1378" y="4"/>
                    <a:pt x="1369" y="13"/>
                  </a:cubicBezTo>
                  <a:cubicBezTo>
                    <a:pt x="946" y="419"/>
                    <a:pt x="475" y="778"/>
                    <a:pt x="60" y="1193"/>
                  </a:cubicBezTo>
                  <a:cubicBezTo>
                    <a:pt x="1" y="1254"/>
                    <a:pt x="58" y="1338"/>
                    <a:pt x="124" y="1338"/>
                  </a:cubicBezTo>
                  <a:cubicBezTo>
                    <a:pt x="143" y="1338"/>
                    <a:pt x="163" y="1331"/>
                    <a:pt x="181" y="1314"/>
                  </a:cubicBezTo>
                  <a:cubicBezTo>
                    <a:pt x="602" y="905"/>
                    <a:pt x="1021" y="492"/>
                    <a:pt x="1428" y="71"/>
                  </a:cubicBezTo>
                  <a:cubicBezTo>
                    <a:pt x="1457" y="42"/>
                    <a:pt x="1428" y="1"/>
                    <a:pt x="13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9"/>
            <p:cNvSpPr/>
            <p:nvPr/>
          </p:nvSpPr>
          <p:spPr>
            <a:xfrm>
              <a:off x="7618132" y="2584889"/>
              <a:ext cx="141358" cy="157230"/>
            </a:xfrm>
            <a:custGeom>
              <a:rect b="b" l="l" r="r" t="t"/>
              <a:pathLst>
                <a:path extrusionOk="0" h="1021" w="1033">
                  <a:moveTo>
                    <a:pt x="963" y="0"/>
                  </a:moveTo>
                  <a:cubicBezTo>
                    <a:pt x="953" y="0"/>
                    <a:pt x="943" y="3"/>
                    <a:pt x="933" y="10"/>
                  </a:cubicBezTo>
                  <a:cubicBezTo>
                    <a:pt x="895" y="37"/>
                    <a:pt x="858" y="67"/>
                    <a:pt x="825" y="96"/>
                  </a:cubicBezTo>
                  <a:cubicBezTo>
                    <a:pt x="541" y="321"/>
                    <a:pt x="270" y="590"/>
                    <a:pt x="47" y="871"/>
                  </a:cubicBezTo>
                  <a:cubicBezTo>
                    <a:pt x="0" y="931"/>
                    <a:pt x="35" y="1020"/>
                    <a:pt x="108" y="1020"/>
                  </a:cubicBezTo>
                  <a:cubicBezTo>
                    <a:pt x="115" y="1020"/>
                    <a:pt x="124" y="1019"/>
                    <a:pt x="133" y="1017"/>
                  </a:cubicBezTo>
                  <a:cubicBezTo>
                    <a:pt x="187" y="1005"/>
                    <a:pt x="206" y="988"/>
                    <a:pt x="235" y="942"/>
                  </a:cubicBezTo>
                  <a:cubicBezTo>
                    <a:pt x="241" y="932"/>
                    <a:pt x="243" y="919"/>
                    <a:pt x="243" y="909"/>
                  </a:cubicBezTo>
                  <a:cubicBezTo>
                    <a:pt x="483" y="625"/>
                    <a:pt x="764" y="383"/>
                    <a:pt x="1002" y="100"/>
                  </a:cubicBezTo>
                  <a:cubicBezTo>
                    <a:pt x="1032" y="63"/>
                    <a:pt x="1005" y="0"/>
                    <a:pt x="9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9"/>
            <p:cNvSpPr/>
            <p:nvPr/>
          </p:nvSpPr>
          <p:spPr>
            <a:xfrm>
              <a:off x="7695722" y="2577651"/>
              <a:ext cx="148474" cy="154459"/>
            </a:xfrm>
            <a:custGeom>
              <a:rect b="b" l="l" r="r" t="t"/>
              <a:pathLst>
                <a:path extrusionOk="0" h="1003" w="1085">
                  <a:moveTo>
                    <a:pt x="1030" y="0"/>
                  </a:moveTo>
                  <a:cubicBezTo>
                    <a:pt x="1020" y="0"/>
                    <a:pt x="1009" y="9"/>
                    <a:pt x="1008" y="20"/>
                  </a:cubicBezTo>
                  <a:cubicBezTo>
                    <a:pt x="1004" y="49"/>
                    <a:pt x="854" y="145"/>
                    <a:pt x="827" y="168"/>
                  </a:cubicBezTo>
                  <a:cubicBezTo>
                    <a:pt x="716" y="260"/>
                    <a:pt x="606" y="351"/>
                    <a:pt x="493" y="443"/>
                  </a:cubicBezTo>
                  <a:cubicBezTo>
                    <a:pt x="389" y="531"/>
                    <a:pt x="283" y="620"/>
                    <a:pt x="180" y="712"/>
                  </a:cubicBezTo>
                  <a:cubicBezTo>
                    <a:pt x="128" y="762"/>
                    <a:pt x="24" y="835"/>
                    <a:pt x="10" y="912"/>
                  </a:cubicBezTo>
                  <a:cubicBezTo>
                    <a:pt x="1" y="965"/>
                    <a:pt x="37" y="1003"/>
                    <a:pt x="80" y="1003"/>
                  </a:cubicBezTo>
                  <a:cubicBezTo>
                    <a:pt x="97" y="1003"/>
                    <a:pt x="116" y="997"/>
                    <a:pt x="132" y="983"/>
                  </a:cubicBezTo>
                  <a:cubicBezTo>
                    <a:pt x="214" y="918"/>
                    <a:pt x="278" y="814"/>
                    <a:pt x="353" y="739"/>
                  </a:cubicBezTo>
                  <a:cubicBezTo>
                    <a:pt x="468" y="624"/>
                    <a:pt x="587" y="512"/>
                    <a:pt x="704" y="401"/>
                  </a:cubicBezTo>
                  <a:cubicBezTo>
                    <a:pt x="758" y="349"/>
                    <a:pt x="1085" y="107"/>
                    <a:pt x="1043" y="9"/>
                  </a:cubicBezTo>
                  <a:cubicBezTo>
                    <a:pt x="1040" y="3"/>
                    <a:pt x="1035" y="0"/>
                    <a:pt x="10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9"/>
            <p:cNvSpPr/>
            <p:nvPr/>
          </p:nvSpPr>
          <p:spPr>
            <a:xfrm>
              <a:off x="7747037" y="2570875"/>
              <a:ext cx="170779" cy="150917"/>
            </a:xfrm>
            <a:custGeom>
              <a:rect b="b" l="l" r="r" t="t"/>
              <a:pathLst>
                <a:path extrusionOk="0" h="980" w="1248">
                  <a:moveTo>
                    <a:pt x="1197" y="0"/>
                  </a:moveTo>
                  <a:cubicBezTo>
                    <a:pt x="1190" y="0"/>
                    <a:pt x="1183" y="3"/>
                    <a:pt x="1177" y="8"/>
                  </a:cubicBezTo>
                  <a:cubicBezTo>
                    <a:pt x="964" y="174"/>
                    <a:pt x="743" y="329"/>
                    <a:pt x="524" y="487"/>
                  </a:cubicBezTo>
                  <a:cubicBezTo>
                    <a:pt x="368" y="602"/>
                    <a:pt x="183" y="714"/>
                    <a:pt x="51" y="858"/>
                  </a:cubicBezTo>
                  <a:cubicBezTo>
                    <a:pt x="1" y="913"/>
                    <a:pt x="48" y="980"/>
                    <a:pt x="106" y="980"/>
                  </a:cubicBezTo>
                  <a:cubicBezTo>
                    <a:pt x="122" y="980"/>
                    <a:pt x="139" y="975"/>
                    <a:pt x="156" y="962"/>
                  </a:cubicBezTo>
                  <a:cubicBezTo>
                    <a:pt x="522" y="675"/>
                    <a:pt x="854" y="341"/>
                    <a:pt x="1221" y="53"/>
                  </a:cubicBezTo>
                  <a:cubicBezTo>
                    <a:pt x="1247" y="34"/>
                    <a:pt x="1223" y="0"/>
                    <a:pt x="1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9"/>
            <p:cNvSpPr/>
            <p:nvPr/>
          </p:nvSpPr>
          <p:spPr>
            <a:xfrm>
              <a:off x="7781932" y="2561328"/>
              <a:ext cx="184737" cy="181870"/>
            </a:xfrm>
            <a:custGeom>
              <a:rect b="b" l="l" r="r" t="t"/>
              <a:pathLst>
                <a:path extrusionOk="0" h="1181" w="1350">
                  <a:moveTo>
                    <a:pt x="1291" y="1"/>
                  </a:moveTo>
                  <a:cubicBezTo>
                    <a:pt x="1282" y="1"/>
                    <a:pt x="1271" y="5"/>
                    <a:pt x="1262" y="13"/>
                  </a:cubicBezTo>
                  <a:cubicBezTo>
                    <a:pt x="1039" y="220"/>
                    <a:pt x="811" y="422"/>
                    <a:pt x="576" y="616"/>
                  </a:cubicBezTo>
                  <a:cubicBezTo>
                    <a:pt x="449" y="722"/>
                    <a:pt x="317" y="824"/>
                    <a:pt x="180" y="920"/>
                  </a:cubicBezTo>
                  <a:cubicBezTo>
                    <a:pt x="115" y="966"/>
                    <a:pt x="57" y="989"/>
                    <a:pt x="26" y="1064"/>
                  </a:cubicBezTo>
                  <a:cubicBezTo>
                    <a:pt x="1" y="1123"/>
                    <a:pt x="61" y="1180"/>
                    <a:pt x="120" y="1180"/>
                  </a:cubicBezTo>
                  <a:cubicBezTo>
                    <a:pt x="135" y="1180"/>
                    <a:pt x="150" y="1177"/>
                    <a:pt x="163" y="1168"/>
                  </a:cubicBezTo>
                  <a:cubicBezTo>
                    <a:pt x="174" y="1162"/>
                    <a:pt x="184" y="1155"/>
                    <a:pt x="192" y="1149"/>
                  </a:cubicBezTo>
                  <a:cubicBezTo>
                    <a:pt x="217" y="1133"/>
                    <a:pt x="228" y="1110"/>
                    <a:pt x="230" y="1085"/>
                  </a:cubicBezTo>
                  <a:cubicBezTo>
                    <a:pt x="282" y="1041"/>
                    <a:pt x="392" y="976"/>
                    <a:pt x="422" y="951"/>
                  </a:cubicBezTo>
                  <a:cubicBezTo>
                    <a:pt x="532" y="860"/>
                    <a:pt x="640" y="762"/>
                    <a:pt x="747" y="664"/>
                  </a:cubicBezTo>
                  <a:cubicBezTo>
                    <a:pt x="947" y="476"/>
                    <a:pt x="1136" y="276"/>
                    <a:pt x="1322" y="72"/>
                  </a:cubicBezTo>
                  <a:cubicBezTo>
                    <a:pt x="1349" y="41"/>
                    <a:pt x="1323" y="1"/>
                    <a:pt x="12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9"/>
            <p:cNvSpPr/>
            <p:nvPr/>
          </p:nvSpPr>
          <p:spPr>
            <a:xfrm>
              <a:off x="7841048" y="2573801"/>
              <a:ext cx="173243" cy="177558"/>
            </a:xfrm>
            <a:custGeom>
              <a:rect b="b" l="l" r="r" t="t"/>
              <a:pathLst>
                <a:path extrusionOk="0" h="1153" w="1266">
                  <a:moveTo>
                    <a:pt x="1224" y="0"/>
                  </a:moveTo>
                  <a:cubicBezTo>
                    <a:pt x="1217" y="0"/>
                    <a:pt x="1211" y="2"/>
                    <a:pt x="1205" y="7"/>
                  </a:cubicBezTo>
                  <a:cubicBezTo>
                    <a:pt x="813" y="339"/>
                    <a:pt x="350" y="603"/>
                    <a:pt x="35" y="1016"/>
                  </a:cubicBezTo>
                  <a:cubicBezTo>
                    <a:pt x="0" y="1060"/>
                    <a:pt x="38" y="1131"/>
                    <a:pt x="85" y="1143"/>
                  </a:cubicBezTo>
                  <a:cubicBezTo>
                    <a:pt x="96" y="1145"/>
                    <a:pt x="104" y="1147"/>
                    <a:pt x="113" y="1149"/>
                  </a:cubicBezTo>
                  <a:cubicBezTo>
                    <a:pt x="119" y="1151"/>
                    <a:pt x="127" y="1152"/>
                    <a:pt x="135" y="1152"/>
                  </a:cubicBezTo>
                  <a:cubicBezTo>
                    <a:pt x="157" y="1152"/>
                    <a:pt x="180" y="1145"/>
                    <a:pt x="194" y="1129"/>
                  </a:cubicBezTo>
                  <a:cubicBezTo>
                    <a:pt x="202" y="1118"/>
                    <a:pt x="211" y="1106"/>
                    <a:pt x="219" y="1095"/>
                  </a:cubicBezTo>
                  <a:cubicBezTo>
                    <a:pt x="233" y="1074"/>
                    <a:pt x="240" y="1054"/>
                    <a:pt x="238" y="1035"/>
                  </a:cubicBezTo>
                  <a:cubicBezTo>
                    <a:pt x="536" y="668"/>
                    <a:pt x="930" y="399"/>
                    <a:pt x="1246" y="49"/>
                  </a:cubicBezTo>
                  <a:cubicBezTo>
                    <a:pt x="1266" y="26"/>
                    <a:pt x="1246" y="0"/>
                    <a:pt x="1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9"/>
            <p:cNvSpPr/>
            <p:nvPr/>
          </p:nvSpPr>
          <p:spPr>
            <a:xfrm>
              <a:off x="7892911" y="2570567"/>
              <a:ext cx="183232" cy="182486"/>
            </a:xfrm>
            <a:custGeom>
              <a:rect b="b" l="l" r="r" t="t"/>
              <a:pathLst>
                <a:path extrusionOk="0" h="1185" w="1339">
                  <a:moveTo>
                    <a:pt x="1292" y="0"/>
                  </a:moveTo>
                  <a:cubicBezTo>
                    <a:pt x="1285" y="0"/>
                    <a:pt x="1278" y="3"/>
                    <a:pt x="1272" y="10"/>
                  </a:cubicBezTo>
                  <a:cubicBezTo>
                    <a:pt x="897" y="397"/>
                    <a:pt x="405" y="658"/>
                    <a:pt x="48" y="1058"/>
                  </a:cubicBezTo>
                  <a:cubicBezTo>
                    <a:pt x="0" y="1112"/>
                    <a:pt x="47" y="1185"/>
                    <a:pt x="102" y="1185"/>
                  </a:cubicBezTo>
                  <a:cubicBezTo>
                    <a:pt x="119" y="1185"/>
                    <a:pt x="136" y="1178"/>
                    <a:pt x="152" y="1162"/>
                  </a:cubicBezTo>
                  <a:cubicBezTo>
                    <a:pt x="530" y="783"/>
                    <a:pt x="942" y="439"/>
                    <a:pt x="1315" y="55"/>
                  </a:cubicBezTo>
                  <a:cubicBezTo>
                    <a:pt x="1338" y="33"/>
                    <a:pt x="1316" y="0"/>
                    <a:pt x="12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9"/>
            <p:cNvSpPr/>
            <p:nvPr/>
          </p:nvSpPr>
          <p:spPr>
            <a:xfrm>
              <a:off x="7944227" y="2570567"/>
              <a:ext cx="185558" cy="180022"/>
            </a:xfrm>
            <a:custGeom>
              <a:rect b="b" l="l" r="r" t="t"/>
              <a:pathLst>
                <a:path extrusionOk="0" h="1169" w="1356">
                  <a:moveTo>
                    <a:pt x="1316" y="1"/>
                  </a:moveTo>
                  <a:cubicBezTo>
                    <a:pt x="1309" y="1"/>
                    <a:pt x="1301" y="4"/>
                    <a:pt x="1295" y="12"/>
                  </a:cubicBezTo>
                  <a:cubicBezTo>
                    <a:pt x="936" y="422"/>
                    <a:pt x="434" y="658"/>
                    <a:pt x="53" y="1041"/>
                  </a:cubicBezTo>
                  <a:cubicBezTo>
                    <a:pt x="1" y="1095"/>
                    <a:pt x="52" y="1169"/>
                    <a:pt x="109" y="1169"/>
                  </a:cubicBezTo>
                  <a:cubicBezTo>
                    <a:pt x="126" y="1169"/>
                    <a:pt x="143" y="1163"/>
                    <a:pt x="159" y="1148"/>
                  </a:cubicBezTo>
                  <a:cubicBezTo>
                    <a:pt x="544" y="777"/>
                    <a:pt x="1007" y="479"/>
                    <a:pt x="1339" y="53"/>
                  </a:cubicBezTo>
                  <a:cubicBezTo>
                    <a:pt x="1356" y="31"/>
                    <a:pt x="1337" y="1"/>
                    <a:pt x="13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9"/>
            <p:cNvSpPr/>
            <p:nvPr/>
          </p:nvSpPr>
          <p:spPr>
            <a:xfrm>
              <a:off x="7997459" y="2572107"/>
              <a:ext cx="181179" cy="174478"/>
            </a:xfrm>
            <a:custGeom>
              <a:rect b="b" l="l" r="r" t="t"/>
              <a:pathLst>
                <a:path extrusionOk="0" h="1133" w="1324">
                  <a:moveTo>
                    <a:pt x="1241" y="0"/>
                  </a:moveTo>
                  <a:cubicBezTo>
                    <a:pt x="1228" y="0"/>
                    <a:pt x="1214" y="5"/>
                    <a:pt x="1202" y="16"/>
                  </a:cubicBezTo>
                  <a:cubicBezTo>
                    <a:pt x="833" y="354"/>
                    <a:pt x="418" y="639"/>
                    <a:pt x="60" y="988"/>
                  </a:cubicBezTo>
                  <a:cubicBezTo>
                    <a:pt x="1" y="1045"/>
                    <a:pt x="53" y="1132"/>
                    <a:pt x="120" y="1132"/>
                  </a:cubicBezTo>
                  <a:cubicBezTo>
                    <a:pt x="134" y="1132"/>
                    <a:pt x="148" y="1129"/>
                    <a:pt x="162" y="1121"/>
                  </a:cubicBezTo>
                  <a:cubicBezTo>
                    <a:pt x="176" y="1115"/>
                    <a:pt x="189" y="1106"/>
                    <a:pt x="203" y="1098"/>
                  </a:cubicBezTo>
                  <a:cubicBezTo>
                    <a:pt x="222" y="1088"/>
                    <a:pt x="230" y="1071"/>
                    <a:pt x="235" y="1052"/>
                  </a:cubicBezTo>
                  <a:cubicBezTo>
                    <a:pt x="568" y="717"/>
                    <a:pt x="947" y="429"/>
                    <a:pt x="1283" y="95"/>
                  </a:cubicBezTo>
                  <a:cubicBezTo>
                    <a:pt x="1323" y="55"/>
                    <a:pt x="1285" y="0"/>
                    <a:pt x="12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9"/>
            <p:cNvSpPr/>
            <p:nvPr/>
          </p:nvSpPr>
          <p:spPr>
            <a:xfrm>
              <a:off x="8036869" y="2565948"/>
              <a:ext cx="180222" cy="184642"/>
            </a:xfrm>
            <a:custGeom>
              <a:rect b="b" l="l" r="r" t="t"/>
              <a:pathLst>
                <a:path extrusionOk="0" h="1199" w="1317">
                  <a:moveTo>
                    <a:pt x="1251" y="1"/>
                  </a:moveTo>
                  <a:cubicBezTo>
                    <a:pt x="1240" y="1"/>
                    <a:pt x="1230" y="5"/>
                    <a:pt x="1222" y="15"/>
                  </a:cubicBezTo>
                  <a:cubicBezTo>
                    <a:pt x="1026" y="250"/>
                    <a:pt x="797" y="459"/>
                    <a:pt x="549" y="638"/>
                  </a:cubicBezTo>
                  <a:cubicBezTo>
                    <a:pt x="366" y="769"/>
                    <a:pt x="145" y="886"/>
                    <a:pt x="30" y="1088"/>
                  </a:cubicBezTo>
                  <a:cubicBezTo>
                    <a:pt x="0" y="1139"/>
                    <a:pt x="49" y="1199"/>
                    <a:pt x="97" y="1199"/>
                  </a:cubicBezTo>
                  <a:cubicBezTo>
                    <a:pt x="113" y="1199"/>
                    <a:pt x="129" y="1192"/>
                    <a:pt x="143" y="1175"/>
                  </a:cubicBezTo>
                  <a:cubicBezTo>
                    <a:pt x="313" y="965"/>
                    <a:pt x="534" y="832"/>
                    <a:pt x="737" y="657"/>
                  </a:cubicBezTo>
                  <a:cubicBezTo>
                    <a:pt x="941" y="479"/>
                    <a:pt x="1130" y="288"/>
                    <a:pt x="1293" y="69"/>
                  </a:cubicBezTo>
                  <a:cubicBezTo>
                    <a:pt x="1316" y="38"/>
                    <a:pt x="1283" y="1"/>
                    <a:pt x="1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9"/>
            <p:cNvSpPr/>
            <p:nvPr/>
          </p:nvSpPr>
          <p:spPr>
            <a:xfrm>
              <a:off x="8071627" y="2563638"/>
              <a:ext cx="205537" cy="192804"/>
            </a:xfrm>
            <a:custGeom>
              <a:rect b="b" l="l" r="r" t="t"/>
              <a:pathLst>
                <a:path extrusionOk="0" h="1252" w="1502">
                  <a:moveTo>
                    <a:pt x="1462" y="1"/>
                  </a:moveTo>
                  <a:cubicBezTo>
                    <a:pt x="1456" y="1"/>
                    <a:pt x="1450" y="3"/>
                    <a:pt x="1445" y="9"/>
                  </a:cubicBezTo>
                  <a:cubicBezTo>
                    <a:pt x="1052" y="457"/>
                    <a:pt x="499" y="713"/>
                    <a:pt x="64" y="1115"/>
                  </a:cubicBezTo>
                  <a:cubicBezTo>
                    <a:pt x="1" y="1172"/>
                    <a:pt x="60" y="1252"/>
                    <a:pt x="128" y="1252"/>
                  </a:cubicBezTo>
                  <a:cubicBezTo>
                    <a:pt x="133" y="1252"/>
                    <a:pt x="137" y="1252"/>
                    <a:pt x="141" y="1251"/>
                  </a:cubicBezTo>
                  <a:cubicBezTo>
                    <a:pt x="195" y="1243"/>
                    <a:pt x="197" y="1241"/>
                    <a:pt x="243" y="1207"/>
                  </a:cubicBezTo>
                  <a:cubicBezTo>
                    <a:pt x="268" y="1186"/>
                    <a:pt x="276" y="1161"/>
                    <a:pt x="276" y="1134"/>
                  </a:cubicBezTo>
                  <a:cubicBezTo>
                    <a:pt x="672" y="761"/>
                    <a:pt x="1152" y="482"/>
                    <a:pt x="1487" y="42"/>
                  </a:cubicBezTo>
                  <a:cubicBezTo>
                    <a:pt x="1501" y="23"/>
                    <a:pt x="1481" y="1"/>
                    <a:pt x="14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9"/>
            <p:cNvSpPr/>
            <p:nvPr/>
          </p:nvSpPr>
          <p:spPr>
            <a:xfrm>
              <a:off x="8134301" y="2560096"/>
              <a:ext cx="191579" cy="178482"/>
            </a:xfrm>
            <a:custGeom>
              <a:rect b="b" l="l" r="r" t="t"/>
              <a:pathLst>
                <a:path extrusionOk="0" h="1159" w="1400">
                  <a:moveTo>
                    <a:pt x="1353" y="0"/>
                  </a:moveTo>
                  <a:cubicBezTo>
                    <a:pt x="1345" y="0"/>
                    <a:pt x="1337" y="4"/>
                    <a:pt x="1329" y="11"/>
                  </a:cubicBezTo>
                  <a:cubicBezTo>
                    <a:pt x="940" y="392"/>
                    <a:pt x="429" y="628"/>
                    <a:pt x="54" y="1024"/>
                  </a:cubicBezTo>
                  <a:cubicBezTo>
                    <a:pt x="1" y="1080"/>
                    <a:pt x="54" y="1158"/>
                    <a:pt x="113" y="1158"/>
                  </a:cubicBezTo>
                  <a:cubicBezTo>
                    <a:pt x="130" y="1158"/>
                    <a:pt x="148" y="1151"/>
                    <a:pt x="164" y="1134"/>
                  </a:cubicBezTo>
                  <a:cubicBezTo>
                    <a:pt x="544" y="745"/>
                    <a:pt x="1012" y="459"/>
                    <a:pt x="1377" y="59"/>
                  </a:cubicBezTo>
                  <a:cubicBezTo>
                    <a:pt x="1400" y="33"/>
                    <a:pt x="1379" y="0"/>
                    <a:pt x="13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9"/>
            <p:cNvSpPr/>
            <p:nvPr/>
          </p:nvSpPr>
          <p:spPr>
            <a:xfrm>
              <a:off x="8196290" y="2555014"/>
              <a:ext cx="174474" cy="173708"/>
            </a:xfrm>
            <a:custGeom>
              <a:rect b="b" l="l" r="r" t="t"/>
              <a:pathLst>
                <a:path extrusionOk="0" h="1128" w="1275">
                  <a:moveTo>
                    <a:pt x="1231" y="0"/>
                  </a:moveTo>
                  <a:cubicBezTo>
                    <a:pt x="1224" y="0"/>
                    <a:pt x="1217" y="3"/>
                    <a:pt x="1210" y="11"/>
                  </a:cubicBezTo>
                  <a:cubicBezTo>
                    <a:pt x="868" y="392"/>
                    <a:pt x="391" y="611"/>
                    <a:pt x="47" y="988"/>
                  </a:cubicBezTo>
                  <a:cubicBezTo>
                    <a:pt x="0" y="1040"/>
                    <a:pt x="35" y="1128"/>
                    <a:pt x="100" y="1128"/>
                  </a:cubicBezTo>
                  <a:cubicBezTo>
                    <a:pt x="108" y="1128"/>
                    <a:pt x="117" y="1127"/>
                    <a:pt x="126" y="1124"/>
                  </a:cubicBezTo>
                  <a:cubicBezTo>
                    <a:pt x="174" y="1109"/>
                    <a:pt x="191" y="1092"/>
                    <a:pt x="222" y="1053"/>
                  </a:cubicBezTo>
                  <a:cubicBezTo>
                    <a:pt x="232" y="1040"/>
                    <a:pt x="234" y="1030"/>
                    <a:pt x="236" y="1017"/>
                  </a:cubicBezTo>
                  <a:cubicBezTo>
                    <a:pt x="547" y="667"/>
                    <a:pt x="964" y="427"/>
                    <a:pt x="1256" y="56"/>
                  </a:cubicBezTo>
                  <a:cubicBezTo>
                    <a:pt x="1275" y="33"/>
                    <a:pt x="1255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9"/>
            <p:cNvSpPr/>
            <p:nvPr/>
          </p:nvSpPr>
          <p:spPr>
            <a:xfrm>
              <a:off x="8242817" y="2570105"/>
              <a:ext cx="181179" cy="166470"/>
            </a:xfrm>
            <a:custGeom>
              <a:rect b="b" l="l" r="r" t="t"/>
              <a:pathLst>
                <a:path extrusionOk="0" h="1081" w="1324">
                  <a:moveTo>
                    <a:pt x="1273" y="0"/>
                  </a:moveTo>
                  <a:cubicBezTo>
                    <a:pt x="1265" y="0"/>
                    <a:pt x="1257" y="3"/>
                    <a:pt x="1249" y="11"/>
                  </a:cubicBezTo>
                  <a:cubicBezTo>
                    <a:pt x="882" y="357"/>
                    <a:pt x="486" y="642"/>
                    <a:pt x="71" y="928"/>
                  </a:cubicBezTo>
                  <a:cubicBezTo>
                    <a:pt x="0" y="976"/>
                    <a:pt x="42" y="1080"/>
                    <a:pt x="112" y="1080"/>
                  </a:cubicBezTo>
                  <a:cubicBezTo>
                    <a:pt x="125" y="1080"/>
                    <a:pt x="140" y="1076"/>
                    <a:pt x="155" y="1067"/>
                  </a:cubicBezTo>
                  <a:cubicBezTo>
                    <a:pt x="584" y="803"/>
                    <a:pt x="953" y="423"/>
                    <a:pt x="1299" y="61"/>
                  </a:cubicBezTo>
                  <a:cubicBezTo>
                    <a:pt x="1323" y="35"/>
                    <a:pt x="1300" y="0"/>
                    <a:pt x="12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4" name="Google Shape;1744;p29"/>
          <p:cNvGrpSpPr/>
          <p:nvPr/>
        </p:nvGrpSpPr>
        <p:grpSpPr>
          <a:xfrm>
            <a:off x="3228975" y="2946675"/>
            <a:ext cx="2496275" cy="1587857"/>
            <a:chOff x="3228975" y="2946675"/>
            <a:chExt cx="2496275" cy="1587857"/>
          </a:xfrm>
        </p:grpSpPr>
        <p:sp>
          <p:nvSpPr>
            <p:cNvPr id="1745" name="Google Shape;1745;p29"/>
            <p:cNvSpPr txBox="1"/>
            <p:nvPr/>
          </p:nvSpPr>
          <p:spPr>
            <a:xfrm>
              <a:off x="3534956" y="3153823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Affinities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46" name="Google Shape;1746;p29"/>
            <p:cNvSpPr txBox="1"/>
            <p:nvPr/>
          </p:nvSpPr>
          <p:spPr>
            <a:xfrm>
              <a:off x="3525425" y="3500073"/>
              <a:ext cx="2084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Earth is the third planet from the Sun and the one that harbors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7" name="Google Shape;1747;p29"/>
            <p:cNvSpPr/>
            <p:nvPr/>
          </p:nvSpPr>
          <p:spPr>
            <a:xfrm>
              <a:off x="3430680" y="2946675"/>
              <a:ext cx="2271722" cy="1416152"/>
            </a:xfrm>
            <a:custGeom>
              <a:rect b="b" l="l" r="r" t="t"/>
              <a:pathLst>
                <a:path extrusionOk="0" h="9196" w="16601">
                  <a:moveTo>
                    <a:pt x="16301" y="298"/>
                  </a:moveTo>
                  <a:lnTo>
                    <a:pt x="16301" y="8895"/>
                  </a:lnTo>
                  <a:lnTo>
                    <a:pt x="298" y="8895"/>
                  </a:lnTo>
                  <a:lnTo>
                    <a:pt x="298" y="298"/>
                  </a:lnTo>
                  <a:close/>
                  <a:moveTo>
                    <a:pt x="148" y="0"/>
                  </a:moveTo>
                  <a:cubicBezTo>
                    <a:pt x="67" y="0"/>
                    <a:pt x="0" y="67"/>
                    <a:pt x="0" y="148"/>
                  </a:cubicBezTo>
                  <a:lnTo>
                    <a:pt x="0" y="9045"/>
                  </a:lnTo>
                  <a:cubicBezTo>
                    <a:pt x="0" y="9127"/>
                    <a:pt x="67" y="9196"/>
                    <a:pt x="148" y="9196"/>
                  </a:cubicBezTo>
                  <a:lnTo>
                    <a:pt x="16451" y="9196"/>
                  </a:lnTo>
                  <a:cubicBezTo>
                    <a:pt x="16532" y="9196"/>
                    <a:pt x="16601" y="9127"/>
                    <a:pt x="16599" y="9045"/>
                  </a:cubicBezTo>
                  <a:lnTo>
                    <a:pt x="16599" y="148"/>
                  </a:lnTo>
                  <a:cubicBezTo>
                    <a:pt x="16599" y="67"/>
                    <a:pt x="16532" y="0"/>
                    <a:pt x="16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9"/>
            <p:cNvSpPr/>
            <p:nvPr/>
          </p:nvSpPr>
          <p:spPr>
            <a:xfrm>
              <a:off x="3240470" y="3118380"/>
              <a:ext cx="2271722" cy="1416152"/>
            </a:xfrm>
            <a:custGeom>
              <a:rect b="b" l="l" r="r" t="t"/>
              <a:pathLst>
                <a:path extrusionOk="0" h="9196" w="16601">
                  <a:moveTo>
                    <a:pt x="150" y="0"/>
                  </a:moveTo>
                  <a:cubicBezTo>
                    <a:pt x="67" y="0"/>
                    <a:pt x="0" y="67"/>
                    <a:pt x="0" y="148"/>
                  </a:cubicBezTo>
                  <a:lnTo>
                    <a:pt x="0" y="9045"/>
                  </a:lnTo>
                  <a:cubicBezTo>
                    <a:pt x="0" y="9129"/>
                    <a:pt x="67" y="9196"/>
                    <a:pt x="150" y="9196"/>
                  </a:cubicBezTo>
                  <a:lnTo>
                    <a:pt x="16450" y="9196"/>
                  </a:lnTo>
                  <a:cubicBezTo>
                    <a:pt x="16534" y="9196"/>
                    <a:pt x="16600" y="9129"/>
                    <a:pt x="16600" y="9045"/>
                  </a:cubicBezTo>
                  <a:lnTo>
                    <a:pt x="16600" y="8822"/>
                  </a:lnTo>
                  <a:cubicBezTo>
                    <a:pt x="16500" y="8831"/>
                    <a:pt x="16302" y="8895"/>
                    <a:pt x="16302" y="8895"/>
                  </a:cubicBezTo>
                  <a:lnTo>
                    <a:pt x="298" y="8895"/>
                  </a:lnTo>
                  <a:lnTo>
                    <a:pt x="298" y="500"/>
                  </a:lnTo>
                  <a:cubicBezTo>
                    <a:pt x="290" y="463"/>
                    <a:pt x="286" y="425"/>
                    <a:pt x="286" y="384"/>
                  </a:cubicBezTo>
                  <a:cubicBezTo>
                    <a:pt x="284" y="254"/>
                    <a:pt x="284" y="127"/>
                    <a:pt x="2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9"/>
            <p:cNvSpPr/>
            <p:nvPr/>
          </p:nvSpPr>
          <p:spPr>
            <a:xfrm>
              <a:off x="3232259" y="2957609"/>
              <a:ext cx="223327" cy="194960"/>
            </a:xfrm>
            <a:custGeom>
              <a:rect b="b" l="l" r="r" t="t"/>
              <a:pathLst>
                <a:path extrusionOk="0" h="1266" w="1632">
                  <a:moveTo>
                    <a:pt x="1430" y="0"/>
                  </a:moveTo>
                  <a:cubicBezTo>
                    <a:pt x="1258" y="0"/>
                    <a:pt x="1120" y="136"/>
                    <a:pt x="952" y="269"/>
                  </a:cubicBezTo>
                  <a:cubicBezTo>
                    <a:pt x="654" y="502"/>
                    <a:pt x="333" y="744"/>
                    <a:pt x="79" y="1028"/>
                  </a:cubicBezTo>
                  <a:cubicBezTo>
                    <a:pt x="1" y="1114"/>
                    <a:pt x="72" y="1265"/>
                    <a:pt x="173" y="1265"/>
                  </a:cubicBezTo>
                  <a:cubicBezTo>
                    <a:pt x="196" y="1265"/>
                    <a:pt x="219" y="1258"/>
                    <a:pt x="244" y="1240"/>
                  </a:cubicBezTo>
                  <a:cubicBezTo>
                    <a:pt x="477" y="1065"/>
                    <a:pt x="687" y="859"/>
                    <a:pt x="913" y="673"/>
                  </a:cubicBezTo>
                  <a:cubicBezTo>
                    <a:pt x="1150" y="477"/>
                    <a:pt x="1427" y="304"/>
                    <a:pt x="1627" y="71"/>
                  </a:cubicBezTo>
                  <a:cubicBezTo>
                    <a:pt x="1632" y="67"/>
                    <a:pt x="1632" y="60"/>
                    <a:pt x="1627" y="56"/>
                  </a:cubicBezTo>
                  <a:cubicBezTo>
                    <a:pt x="1555" y="17"/>
                    <a:pt x="1491" y="0"/>
                    <a:pt x="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9"/>
            <p:cNvSpPr/>
            <p:nvPr/>
          </p:nvSpPr>
          <p:spPr>
            <a:xfrm>
              <a:off x="5472228" y="4287666"/>
              <a:ext cx="253022" cy="243931"/>
            </a:xfrm>
            <a:custGeom>
              <a:rect b="b" l="l" r="r" t="t"/>
              <a:pathLst>
                <a:path extrusionOk="0" h="1584" w="1849">
                  <a:moveTo>
                    <a:pt x="1531" y="1"/>
                  </a:moveTo>
                  <a:cubicBezTo>
                    <a:pt x="1475" y="1"/>
                    <a:pt x="1417" y="57"/>
                    <a:pt x="1438" y="119"/>
                  </a:cubicBezTo>
                  <a:cubicBezTo>
                    <a:pt x="1529" y="435"/>
                    <a:pt x="965" y="717"/>
                    <a:pt x="750" y="877"/>
                  </a:cubicBezTo>
                  <a:cubicBezTo>
                    <a:pt x="529" y="1044"/>
                    <a:pt x="260" y="1194"/>
                    <a:pt x="68" y="1390"/>
                  </a:cubicBezTo>
                  <a:cubicBezTo>
                    <a:pt x="1" y="1458"/>
                    <a:pt x="46" y="1584"/>
                    <a:pt x="143" y="1584"/>
                  </a:cubicBezTo>
                  <a:cubicBezTo>
                    <a:pt x="145" y="1584"/>
                    <a:pt x="146" y="1584"/>
                    <a:pt x="148" y="1584"/>
                  </a:cubicBezTo>
                  <a:cubicBezTo>
                    <a:pt x="346" y="1578"/>
                    <a:pt x="475" y="1446"/>
                    <a:pt x="625" y="1330"/>
                  </a:cubicBezTo>
                  <a:cubicBezTo>
                    <a:pt x="850" y="1157"/>
                    <a:pt x="1077" y="984"/>
                    <a:pt x="1302" y="806"/>
                  </a:cubicBezTo>
                  <a:cubicBezTo>
                    <a:pt x="1536" y="623"/>
                    <a:pt x="1848" y="327"/>
                    <a:pt x="1590" y="29"/>
                  </a:cubicBezTo>
                  <a:cubicBezTo>
                    <a:pt x="1574" y="9"/>
                    <a:pt x="1552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9"/>
            <p:cNvSpPr/>
            <p:nvPr/>
          </p:nvSpPr>
          <p:spPr>
            <a:xfrm>
              <a:off x="3382375" y="2947907"/>
              <a:ext cx="96063" cy="49125"/>
            </a:xfrm>
            <a:custGeom>
              <a:rect b="b" l="l" r="r" t="t"/>
              <a:pathLst>
                <a:path extrusionOk="0" h="319" w="702">
                  <a:moveTo>
                    <a:pt x="391" y="1"/>
                  </a:moveTo>
                  <a:cubicBezTo>
                    <a:pt x="253" y="1"/>
                    <a:pt x="132" y="69"/>
                    <a:pt x="53" y="180"/>
                  </a:cubicBezTo>
                  <a:cubicBezTo>
                    <a:pt x="1" y="252"/>
                    <a:pt x="74" y="319"/>
                    <a:pt x="145" y="319"/>
                  </a:cubicBezTo>
                  <a:cubicBezTo>
                    <a:pt x="159" y="319"/>
                    <a:pt x="172" y="316"/>
                    <a:pt x="184" y="311"/>
                  </a:cubicBezTo>
                  <a:cubicBezTo>
                    <a:pt x="266" y="274"/>
                    <a:pt x="349" y="238"/>
                    <a:pt x="435" y="209"/>
                  </a:cubicBezTo>
                  <a:cubicBezTo>
                    <a:pt x="514" y="184"/>
                    <a:pt x="605" y="199"/>
                    <a:pt x="678" y="167"/>
                  </a:cubicBezTo>
                  <a:cubicBezTo>
                    <a:pt x="695" y="161"/>
                    <a:pt x="701" y="146"/>
                    <a:pt x="695" y="128"/>
                  </a:cubicBezTo>
                  <a:cubicBezTo>
                    <a:pt x="649" y="32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9"/>
            <p:cNvSpPr/>
            <p:nvPr/>
          </p:nvSpPr>
          <p:spPr>
            <a:xfrm>
              <a:off x="3268933" y="3026599"/>
              <a:ext cx="182685" cy="159848"/>
            </a:xfrm>
            <a:custGeom>
              <a:rect b="b" l="l" r="r" t="t"/>
              <a:pathLst>
                <a:path extrusionOk="0" h="1038" w="1335">
                  <a:moveTo>
                    <a:pt x="1268" y="1"/>
                  </a:moveTo>
                  <a:cubicBezTo>
                    <a:pt x="1261" y="1"/>
                    <a:pt x="1253" y="3"/>
                    <a:pt x="1245" y="6"/>
                  </a:cubicBezTo>
                  <a:cubicBezTo>
                    <a:pt x="1013" y="115"/>
                    <a:pt x="843" y="332"/>
                    <a:pt x="636" y="477"/>
                  </a:cubicBezTo>
                  <a:cubicBezTo>
                    <a:pt x="440" y="617"/>
                    <a:pt x="226" y="728"/>
                    <a:pt x="57" y="901"/>
                  </a:cubicBezTo>
                  <a:cubicBezTo>
                    <a:pt x="0" y="959"/>
                    <a:pt x="54" y="1037"/>
                    <a:pt x="117" y="1037"/>
                  </a:cubicBezTo>
                  <a:cubicBezTo>
                    <a:pt x="135" y="1037"/>
                    <a:pt x="154" y="1031"/>
                    <a:pt x="171" y="1015"/>
                  </a:cubicBezTo>
                  <a:cubicBezTo>
                    <a:pt x="353" y="846"/>
                    <a:pt x="561" y="723"/>
                    <a:pt x="753" y="571"/>
                  </a:cubicBezTo>
                  <a:cubicBezTo>
                    <a:pt x="947" y="423"/>
                    <a:pt x="1126" y="246"/>
                    <a:pt x="1305" y="81"/>
                  </a:cubicBezTo>
                  <a:lnTo>
                    <a:pt x="1303" y="81"/>
                  </a:lnTo>
                  <a:cubicBezTo>
                    <a:pt x="1335" y="52"/>
                    <a:pt x="1309" y="1"/>
                    <a:pt x="12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9"/>
            <p:cNvSpPr/>
            <p:nvPr/>
          </p:nvSpPr>
          <p:spPr>
            <a:xfrm>
              <a:off x="3272354" y="3088967"/>
              <a:ext cx="176253" cy="164622"/>
            </a:xfrm>
            <a:custGeom>
              <a:rect b="b" l="l" r="r" t="t"/>
              <a:pathLst>
                <a:path extrusionOk="0" h="1069" w="1288">
                  <a:moveTo>
                    <a:pt x="1228" y="0"/>
                  </a:moveTo>
                  <a:cubicBezTo>
                    <a:pt x="1221" y="0"/>
                    <a:pt x="1214" y="2"/>
                    <a:pt x="1207" y="6"/>
                  </a:cubicBezTo>
                  <a:cubicBezTo>
                    <a:pt x="928" y="154"/>
                    <a:pt x="674" y="375"/>
                    <a:pt x="409" y="552"/>
                  </a:cubicBezTo>
                  <a:cubicBezTo>
                    <a:pt x="263" y="650"/>
                    <a:pt x="17" y="785"/>
                    <a:pt x="5" y="983"/>
                  </a:cubicBezTo>
                  <a:cubicBezTo>
                    <a:pt x="1" y="1034"/>
                    <a:pt x="50" y="1068"/>
                    <a:pt x="96" y="1068"/>
                  </a:cubicBezTo>
                  <a:cubicBezTo>
                    <a:pt x="123" y="1068"/>
                    <a:pt x="150" y="1056"/>
                    <a:pt x="163" y="1027"/>
                  </a:cubicBezTo>
                  <a:cubicBezTo>
                    <a:pt x="253" y="825"/>
                    <a:pt x="472" y="710"/>
                    <a:pt x="645" y="587"/>
                  </a:cubicBezTo>
                  <a:cubicBezTo>
                    <a:pt x="851" y="437"/>
                    <a:pt x="1099" y="277"/>
                    <a:pt x="1259" y="75"/>
                  </a:cubicBezTo>
                  <a:cubicBezTo>
                    <a:pt x="1288" y="52"/>
                    <a:pt x="1264" y="0"/>
                    <a:pt x="12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9"/>
            <p:cNvSpPr/>
            <p:nvPr/>
          </p:nvSpPr>
          <p:spPr>
            <a:xfrm>
              <a:off x="3257028" y="3134395"/>
              <a:ext cx="193085" cy="168164"/>
            </a:xfrm>
            <a:custGeom>
              <a:rect b="b" l="l" r="r" t="t"/>
              <a:pathLst>
                <a:path extrusionOk="0" h="1092" w="1411">
                  <a:moveTo>
                    <a:pt x="1366" y="0"/>
                  </a:moveTo>
                  <a:cubicBezTo>
                    <a:pt x="1185" y="0"/>
                    <a:pt x="964" y="236"/>
                    <a:pt x="827" y="334"/>
                  </a:cubicBezTo>
                  <a:cubicBezTo>
                    <a:pt x="563" y="521"/>
                    <a:pt x="271" y="697"/>
                    <a:pt x="56" y="942"/>
                  </a:cubicBezTo>
                  <a:cubicBezTo>
                    <a:pt x="0" y="1007"/>
                    <a:pt x="55" y="1091"/>
                    <a:pt x="120" y="1091"/>
                  </a:cubicBezTo>
                  <a:cubicBezTo>
                    <a:pt x="140" y="1091"/>
                    <a:pt x="160" y="1084"/>
                    <a:pt x="179" y="1065"/>
                  </a:cubicBezTo>
                  <a:cubicBezTo>
                    <a:pt x="415" y="842"/>
                    <a:pt x="659" y="644"/>
                    <a:pt x="915" y="446"/>
                  </a:cubicBezTo>
                  <a:cubicBezTo>
                    <a:pt x="1069" y="328"/>
                    <a:pt x="1286" y="196"/>
                    <a:pt x="1401" y="38"/>
                  </a:cubicBezTo>
                  <a:cubicBezTo>
                    <a:pt x="1411" y="21"/>
                    <a:pt x="1396" y="3"/>
                    <a:pt x="1378" y="0"/>
                  </a:cubicBezTo>
                  <a:cubicBezTo>
                    <a:pt x="1374" y="0"/>
                    <a:pt x="1370" y="0"/>
                    <a:pt x="1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9"/>
            <p:cNvSpPr/>
            <p:nvPr/>
          </p:nvSpPr>
          <p:spPr>
            <a:xfrm>
              <a:off x="3264007" y="3191528"/>
              <a:ext cx="183916" cy="161080"/>
            </a:xfrm>
            <a:custGeom>
              <a:rect b="b" l="l" r="r" t="t"/>
              <a:pathLst>
                <a:path extrusionOk="0" h="1046" w="1344">
                  <a:moveTo>
                    <a:pt x="1296" y="0"/>
                  </a:moveTo>
                  <a:cubicBezTo>
                    <a:pt x="1293" y="0"/>
                    <a:pt x="1289" y="1"/>
                    <a:pt x="1285" y="2"/>
                  </a:cubicBezTo>
                  <a:cubicBezTo>
                    <a:pt x="1039" y="103"/>
                    <a:pt x="856" y="307"/>
                    <a:pt x="633" y="448"/>
                  </a:cubicBezTo>
                  <a:cubicBezTo>
                    <a:pt x="420" y="586"/>
                    <a:pt x="193" y="711"/>
                    <a:pt x="45" y="922"/>
                  </a:cubicBezTo>
                  <a:cubicBezTo>
                    <a:pt x="1" y="983"/>
                    <a:pt x="62" y="1046"/>
                    <a:pt x="122" y="1046"/>
                  </a:cubicBezTo>
                  <a:cubicBezTo>
                    <a:pt x="147" y="1046"/>
                    <a:pt x="172" y="1034"/>
                    <a:pt x="189" y="1007"/>
                  </a:cubicBezTo>
                  <a:cubicBezTo>
                    <a:pt x="326" y="786"/>
                    <a:pt x="572" y="657"/>
                    <a:pt x="776" y="505"/>
                  </a:cubicBezTo>
                  <a:cubicBezTo>
                    <a:pt x="960" y="365"/>
                    <a:pt x="1106" y="173"/>
                    <a:pt x="1312" y="65"/>
                  </a:cubicBezTo>
                  <a:cubicBezTo>
                    <a:pt x="1344" y="50"/>
                    <a:pt x="1327" y="0"/>
                    <a:pt x="12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9"/>
            <p:cNvSpPr/>
            <p:nvPr/>
          </p:nvSpPr>
          <p:spPr>
            <a:xfrm>
              <a:off x="3233491" y="3243732"/>
              <a:ext cx="209232" cy="176634"/>
            </a:xfrm>
            <a:custGeom>
              <a:rect b="b" l="l" r="r" t="t"/>
              <a:pathLst>
                <a:path extrusionOk="0" h="1147" w="1529">
                  <a:moveTo>
                    <a:pt x="1483" y="1"/>
                  </a:moveTo>
                  <a:cubicBezTo>
                    <a:pt x="1479" y="1"/>
                    <a:pt x="1475" y="1"/>
                    <a:pt x="1470" y="3"/>
                  </a:cubicBezTo>
                  <a:cubicBezTo>
                    <a:pt x="1239" y="105"/>
                    <a:pt x="1085" y="318"/>
                    <a:pt x="883" y="462"/>
                  </a:cubicBezTo>
                  <a:cubicBezTo>
                    <a:pt x="616" y="649"/>
                    <a:pt x="332" y="812"/>
                    <a:pt x="70" y="1008"/>
                  </a:cubicBezTo>
                  <a:cubicBezTo>
                    <a:pt x="0" y="1059"/>
                    <a:pt x="44" y="1147"/>
                    <a:pt x="108" y="1147"/>
                  </a:cubicBezTo>
                  <a:cubicBezTo>
                    <a:pt x="125" y="1147"/>
                    <a:pt x="143" y="1141"/>
                    <a:pt x="162" y="1127"/>
                  </a:cubicBezTo>
                  <a:cubicBezTo>
                    <a:pt x="403" y="935"/>
                    <a:pt x="649" y="747"/>
                    <a:pt x="891" y="556"/>
                  </a:cubicBezTo>
                  <a:cubicBezTo>
                    <a:pt x="1095" y="393"/>
                    <a:pt x="1258" y="160"/>
                    <a:pt x="1500" y="53"/>
                  </a:cubicBezTo>
                  <a:cubicBezTo>
                    <a:pt x="1529" y="40"/>
                    <a:pt x="1510" y="1"/>
                    <a:pt x="14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9"/>
            <p:cNvSpPr/>
            <p:nvPr/>
          </p:nvSpPr>
          <p:spPr>
            <a:xfrm>
              <a:off x="3253059" y="3283925"/>
              <a:ext cx="189527" cy="164776"/>
            </a:xfrm>
            <a:custGeom>
              <a:rect b="b" l="l" r="r" t="t"/>
              <a:pathLst>
                <a:path extrusionOk="0" h="1070" w="1385">
                  <a:moveTo>
                    <a:pt x="1343" y="1"/>
                  </a:moveTo>
                  <a:cubicBezTo>
                    <a:pt x="1340" y="1"/>
                    <a:pt x="1337" y="1"/>
                    <a:pt x="1334" y="3"/>
                  </a:cubicBezTo>
                  <a:cubicBezTo>
                    <a:pt x="1115" y="86"/>
                    <a:pt x="965" y="278"/>
                    <a:pt x="777" y="411"/>
                  </a:cubicBezTo>
                  <a:cubicBezTo>
                    <a:pt x="540" y="582"/>
                    <a:pt x="283" y="716"/>
                    <a:pt x="66" y="916"/>
                  </a:cubicBezTo>
                  <a:cubicBezTo>
                    <a:pt x="0" y="975"/>
                    <a:pt x="66" y="1069"/>
                    <a:pt x="135" y="1069"/>
                  </a:cubicBezTo>
                  <a:cubicBezTo>
                    <a:pt x="155" y="1069"/>
                    <a:pt x="176" y="1061"/>
                    <a:pt x="194" y="1043"/>
                  </a:cubicBezTo>
                  <a:cubicBezTo>
                    <a:pt x="383" y="847"/>
                    <a:pt x="610" y="705"/>
                    <a:pt x="823" y="538"/>
                  </a:cubicBezTo>
                  <a:cubicBezTo>
                    <a:pt x="1011" y="390"/>
                    <a:pt x="1140" y="165"/>
                    <a:pt x="1357" y="59"/>
                  </a:cubicBezTo>
                  <a:cubicBezTo>
                    <a:pt x="1385" y="46"/>
                    <a:pt x="1371" y="1"/>
                    <a:pt x="1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9"/>
            <p:cNvSpPr/>
            <p:nvPr/>
          </p:nvSpPr>
          <p:spPr>
            <a:xfrm>
              <a:off x="3265922" y="3331201"/>
              <a:ext cx="177622" cy="167086"/>
            </a:xfrm>
            <a:custGeom>
              <a:rect b="b" l="l" r="r" t="t"/>
              <a:pathLst>
                <a:path extrusionOk="0" h="1085" w="1298">
                  <a:moveTo>
                    <a:pt x="1265" y="0"/>
                  </a:moveTo>
                  <a:cubicBezTo>
                    <a:pt x="1261" y="0"/>
                    <a:pt x="1257" y="1"/>
                    <a:pt x="1252" y="4"/>
                  </a:cubicBezTo>
                  <a:cubicBezTo>
                    <a:pt x="1031" y="119"/>
                    <a:pt x="833" y="308"/>
                    <a:pt x="644" y="469"/>
                  </a:cubicBezTo>
                  <a:cubicBezTo>
                    <a:pt x="527" y="567"/>
                    <a:pt x="412" y="667"/>
                    <a:pt x="293" y="765"/>
                  </a:cubicBezTo>
                  <a:cubicBezTo>
                    <a:pt x="248" y="804"/>
                    <a:pt x="195" y="840"/>
                    <a:pt x="150" y="882"/>
                  </a:cubicBezTo>
                  <a:cubicBezTo>
                    <a:pt x="122" y="907"/>
                    <a:pt x="67" y="923"/>
                    <a:pt x="93" y="923"/>
                  </a:cubicBezTo>
                  <a:cubicBezTo>
                    <a:pt x="98" y="923"/>
                    <a:pt x="106" y="923"/>
                    <a:pt x="119" y="921"/>
                  </a:cubicBezTo>
                  <a:lnTo>
                    <a:pt x="119" y="921"/>
                  </a:lnTo>
                  <a:cubicBezTo>
                    <a:pt x="35" y="931"/>
                    <a:pt x="0" y="1061"/>
                    <a:pt x="98" y="1082"/>
                  </a:cubicBezTo>
                  <a:cubicBezTo>
                    <a:pt x="105" y="1083"/>
                    <a:pt x="113" y="1084"/>
                    <a:pt x="121" y="1084"/>
                  </a:cubicBezTo>
                  <a:cubicBezTo>
                    <a:pt x="281" y="1084"/>
                    <a:pt x="502" y="779"/>
                    <a:pt x="594" y="692"/>
                  </a:cubicBezTo>
                  <a:cubicBezTo>
                    <a:pt x="812" y="479"/>
                    <a:pt x="1023" y="217"/>
                    <a:pt x="1277" y="46"/>
                  </a:cubicBezTo>
                  <a:cubicBezTo>
                    <a:pt x="1298" y="30"/>
                    <a:pt x="1286" y="0"/>
                    <a:pt x="12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9"/>
            <p:cNvSpPr/>
            <p:nvPr/>
          </p:nvSpPr>
          <p:spPr>
            <a:xfrm>
              <a:off x="3269480" y="3383560"/>
              <a:ext cx="190074" cy="182640"/>
            </a:xfrm>
            <a:custGeom>
              <a:rect b="b" l="l" r="r" t="t"/>
              <a:pathLst>
                <a:path extrusionOk="0" h="1186" w="1389">
                  <a:moveTo>
                    <a:pt x="1336" y="0"/>
                  </a:moveTo>
                  <a:cubicBezTo>
                    <a:pt x="1328" y="0"/>
                    <a:pt x="1321" y="2"/>
                    <a:pt x="1314" y="8"/>
                  </a:cubicBezTo>
                  <a:cubicBezTo>
                    <a:pt x="1037" y="229"/>
                    <a:pt x="768" y="456"/>
                    <a:pt x="472" y="650"/>
                  </a:cubicBezTo>
                  <a:cubicBezTo>
                    <a:pt x="297" y="763"/>
                    <a:pt x="97" y="888"/>
                    <a:pt x="22" y="1092"/>
                  </a:cubicBezTo>
                  <a:cubicBezTo>
                    <a:pt x="1" y="1144"/>
                    <a:pt x="51" y="1186"/>
                    <a:pt x="98" y="1186"/>
                  </a:cubicBezTo>
                  <a:cubicBezTo>
                    <a:pt x="122" y="1186"/>
                    <a:pt x="146" y="1175"/>
                    <a:pt x="159" y="1150"/>
                  </a:cubicBezTo>
                  <a:cubicBezTo>
                    <a:pt x="280" y="919"/>
                    <a:pt x="499" y="790"/>
                    <a:pt x="699" y="635"/>
                  </a:cubicBezTo>
                  <a:cubicBezTo>
                    <a:pt x="932" y="456"/>
                    <a:pt x="1132" y="239"/>
                    <a:pt x="1362" y="56"/>
                  </a:cubicBezTo>
                  <a:cubicBezTo>
                    <a:pt x="1388" y="35"/>
                    <a:pt x="1363" y="0"/>
                    <a:pt x="1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9"/>
            <p:cNvSpPr/>
            <p:nvPr/>
          </p:nvSpPr>
          <p:spPr>
            <a:xfrm>
              <a:off x="3228975" y="3457939"/>
              <a:ext cx="222506" cy="191110"/>
            </a:xfrm>
            <a:custGeom>
              <a:rect b="b" l="l" r="r" t="t"/>
              <a:pathLst>
                <a:path extrusionOk="0" h="1241" w="1626">
                  <a:moveTo>
                    <a:pt x="1587" y="0"/>
                  </a:moveTo>
                  <a:cubicBezTo>
                    <a:pt x="1583" y="0"/>
                    <a:pt x="1580" y="1"/>
                    <a:pt x="1576" y="2"/>
                  </a:cubicBezTo>
                  <a:cubicBezTo>
                    <a:pt x="1243" y="119"/>
                    <a:pt x="947" y="398"/>
                    <a:pt x="674" y="611"/>
                  </a:cubicBezTo>
                  <a:cubicBezTo>
                    <a:pt x="578" y="686"/>
                    <a:pt x="1" y="1032"/>
                    <a:pt x="103" y="1201"/>
                  </a:cubicBezTo>
                  <a:cubicBezTo>
                    <a:pt x="119" y="1227"/>
                    <a:pt x="147" y="1241"/>
                    <a:pt x="175" y="1241"/>
                  </a:cubicBezTo>
                  <a:cubicBezTo>
                    <a:pt x="201" y="1241"/>
                    <a:pt x="227" y="1229"/>
                    <a:pt x="243" y="1204"/>
                  </a:cubicBezTo>
                  <a:lnTo>
                    <a:pt x="243" y="1204"/>
                  </a:lnTo>
                  <a:cubicBezTo>
                    <a:pt x="234" y="1218"/>
                    <a:pt x="231" y="1224"/>
                    <a:pt x="232" y="1224"/>
                  </a:cubicBezTo>
                  <a:cubicBezTo>
                    <a:pt x="234" y="1224"/>
                    <a:pt x="262" y="1186"/>
                    <a:pt x="276" y="1174"/>
                  </a:cubicBezTo>
                  <a:cubicBezTo>
                    <a:pt x="320" y="1130"/>
                    <a:pt x="363" y="1086"/>
                    <a:pt x="409" y="1044"/>
                  </a:cubicBezTo>
                  <a:cubicBezTo>
                    <a:pt x="545" y="919"/>
                    <a:pt x="686" y="801"/>
                    <a:pt x="826" y="682"/>
                  </a:cubicBezTo>
                  <a:cubicBezTo>
                    <a:pt x="1072" y="475"/>
                    <a:pt x="1324" y="221"/>
                    <a:pt x="1599" y="57"/>
                  </a:cubicBezTo>
                  <a:cubicBezTo>
                    <a:pt x="1625" y="42"/>
                    <a:pt x="1613" y="0"/>
                    <a:pt x="15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9"/>
            <p:cNvSpPr/>
            <p:nvPr/>
          </p:nvSpPr>
          <p:spPr>
            <a:xfrm>
              <a:off x="3238964" y="3522155"/>
              <a:ext cx="208001" cy="171860"/>
            </a:xfrm>
            <a:custGeom>
              <a:rect b="b" l="l" r="r" t="t"/>
              <a:pathLst>
                <a:path extrusionOk="0" h="1116" w="1520">
                  <a:moveTo>
                    <a:pt x="1478" y="0"/>
                  </a:moveTo>
                  <a:cubicBezTo>
                    <a:pt x="1473" y="0"/>
                    <a:pt x="1468" y="1"/>
                    <a:pt x="1464" y="4"/>
                  </a:cubicBezTo>
                  <a:cubicBezTo>
                    <a:pt x="982" y="273"/>
                    <a:pt x="534" y="632"/>
                    <a:pt x="80" y="942"/>
                  </a:cubicBezTo>
                  <a:cubicBezTo>
                    <a:pt x="1" y="997"/>
                    <a:pt x="51" y="1115"/>
                    <a:pt x="124" y="1115"/>
                  </a:cubicBezTo>
                  <a:cubicBezTo>
                    <a:pt x="139" y="1115"/>
                    <a:pt x="155" y="1110"/>
                    <a:pt x="172" y="1098"/>
                  </a:cubicBezTo>
                  <a:cubicBezTo>
                    <a:pt x="634" y="790"/>
                    <a:pt x="1082" y="419"/>
                    <a:pt x="1497" y="48"/>
                  </a:cubicBezTo>
                  <a:cubicBezTo>
                    <a:pt x="1520" y="31"/>
                    <a:pt x="1500" y="0"/>
                    <a:pt x="14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9"/>
            <p:cNvSpPr/>
            <p:nvPr/>
          </p:nvSpPr>
          <p:spPr>
            <a:xfrm>
              <a:off x="3249091" y="3562348"/>
              <a:ext cx="206632" cy="174324"/>
            </a:xfrm>
            <a:custGeom>
              <a:rect b="b" l="l" r="r" t="t"/>
              <a:pathLst>
                <a:path extrusionOk="0" h="1132" w="1510">
                  <a:moveTo>
                    <a:pt x="1431" y="1"/>
                  </a:moveTo>
                  <a:cubicBezTo>
                    <a:pt x="1428" y="1"/>
                    <a:pt x="1425" y="1"/>
                    <a:pt x="1421" y="2"/>
                  </a:cubicBezTo>
                  <a:cubicBezTo>
                    <a:pt x="1067" y="66"/>
                    <a:pt x="798" y="366"/>
                    <a:pt x="498" y="548"/>
                  </a:cubicBezTo>
                  <a:cubicBezTo>
                    <a:pt x="316" y="656"/>
                    <a:pt x="18" y="804"/>
                    <a:pt x="4" y="1044"/>
                  </a:cubicBezTo>
                  <a:cubicBezTo>
                    <a:pt x="0" y="1101"/>
                    <a:pt x="45" y="1131"/>
                    <a:pt x="91" y="1131"/>
                  </a:cubicBezTo>
                  <a:cubicBezTo>
                    <a:pt x="129" y="1131"/>
                    <a:pt x="167" y="1111"/>
                    <a:pt x="179" y="1069"/>
                  </a:cubicBezTo>
                  <a:cubicBezTo>
                    <a:pt x="243" y="854"/>
                    <a:pt x="531" y="744"/>
                    <a:pt x="702" y="623"/>
                  </a:cubicBezTo>
                  <a:cubicBezTo>
                    <a:pt x="956" y="444"/>
                    <a:pt x="1181" y="241"/>
                    <a:pt x="1461" y="95"/>
                  </a:cubicBezTo>
                  <a:cubicBezTo>
                    <a:pt x="1509" y="66"/>
                    <a:pt x="1480" y="1"/>
                    <a:pt x="1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9"/>
            <p:cNvSpPr/>
            <p:nvPr/>
          </p:nvSpPr>
          <p:spPr>
            <a:xfrm>
              <a:off x="3254701" y="3613475"/>
              <a:ext cx="181727" cy="162004"/>
            </a:xfrm>
            <a:custGeom>
              <a:rect b="b" l="l" r="r" t="t"/>
              <a:pathLst>
                <a:path extrusionOk="0" h="1052" w="1328">
                  <a:moveTo>
                    <a:pt x="1281" y="1"/>
                  </a:moveTo>
                  <a:cubicBezTo>
                    <a:pt x="1137" y="1"/>
                    <a:pt x="903" y="224"/>
                    <a:pt x="807" y="295"/>
                  </a:cubicBezTo>
                  <a:cubicBezTo>
                    <a:pt x="644" y="418"/>
                    <a:pt x="482" y="541"/>
                    <a:pt x="315" y="660"/>
                  </a:cubicBezTo>
                  <a:cubicBezTo>
                    <a:pt x="211" y="735"/>
                    <a:pt x="107" y="797"/>
                    <a:pt x="38" y="910"/>
                  </a:cubicBezTo>
                  <a:cubicBezTo>
                    <a:pt x="1" y="971"/>
                    <a:pt x="51" y="1051"/>
                    <a:pt x="118" y="1051"/>
                  </a:cubicBezTo>
                  <a:cubicBezTo>
                    <a:pt x="126" y="1051"/>
                    <a:pt x="135" y="1050"/>
                    <a:pt x="144" y="1047"/>
                  </a:cubicBezTo>
                  <a:cubicBezTo>
                    <a:pt x="165" y="1041"/>
                    <a:pt x="186" y="1035"/>
                    <a:pt x="207" y="1029"/>
                  </a:cubicBezTo>
                  <a:cubicBezTo>
                    <a:pt x="255" y="1012"/>
                    <a:pt x="273" y="962"/>
                    <a:pt x="265" y="920"/>
                  </a:cubicBezTo>
                  <a:cubicBezTo>
                    <a:pt x="346" y="835"/>
                    <a:pt x="463" y="764"/>
                    <a:pt x="548" y="695"/>
                  </a:cubicBezTo>
                  <a:cubicBezTo>
                    <a:pt x="701" y="574"/>
                    <a:pt x="851" y="451"/>
                    <a:pt x="1003" y="330"/>
                  </a:cubicBezTo>
                  <a:cubicBezTo>
                    <a:pt x="1080" y="268"/>
                    <a:pt x="1320" y="147"/>
                    <a:pt x="1328" y="32"/>
                  </a:cubicBezTo>
                  <a:cubicBezTo>
                    <a:pt x="1328" y="20"/>
                    <a:pt x="1317" y="5"/>
                    <a:pt x="1305" y="3"/>
                  </a:cubicBezTo>
                  <a:cubicBezTo>
                    <a:pt x="1297" y="2"/>
                    <a:pt x="1289" y="1"/>
                    <a:pt x="12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9"/>
            <p:cNvSpPr/>
            <p:nvPr/>
          </p:nvSpPr>
          <p:spPr>
            <a:xfrm>
              <a:off x="3257575" y="3638114"/>
              <a:ext cx="185148" cy="175710"/>
            </a:xfrm>
            <a:custGeom>
              <a:rect b="b" l="l" r="r" t="t"/>
              <a:pathLst>
                <a:path extrusionOk="0" h="1141" w="1353">
                  <a:moveTo>
                    <a:pt x="1250" y="0"/>
                  </a:moveTo>
                  <a:cubicBezTo>
                    <a:pt x="1056" y="0"/>
                    <a:pt x="806" y="309"/>
                    <a:pt x="698" y="410"/>
                  </a:cubicBezTo>
                  <a:cubicBezTo>
                    <a:pt x="502" y="593"/>
                    <a:pt x="69" y="741"/>
                    <a:pt x="13" y="1027"/>
                  </a:cubicBezTo>
                  <a:cubicBezTo>
                    <a:pt x="0" y="1087"/>
                    <a:pt x="57" y="1141"/>
                    <a:pt x="109" y="1141"/>
                  </a:cubicBezTo>
                  <a:cubicBezTo>
                    <a:pt x="135" y="1141"/>
                    <a:pt x="161" y="1127"/>
                    <a:pt x="175" y="1094"/>
                  </a:cubicBezTo>
                  <a:cubicBezTo>
                    <a:pt x="277" y="854"/>
                    <a:pt x="577" y="748"/>
                    <a:pt x="761" y="571"/>
                  </a:cubicBezTo>
                  <a:cubicBezTo>
                    <a:pt x="942" y="398"/>
                    <a:pt x="1115" y="243"/>
                    <a:pt x="1315" y="95"/>
                  </a:cubicBezTo>
                  <a:cubicBezTo>
                    <a:pt x="1342" y="77"/>
                    <a:pt x="1353" y="31"/>
                    <a:pt x="1315" y="14"/>
                  </a:cubicBezTo>
                  <a:cubicBezTo>
                    <a:pt x="1294" y="5"/>
                    <a:pt x="1272" y="0"/>
                    <a:pt x="12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9"/>
            <p:cNvSpPr/>
            <p:nvPr/>
          </p:nvSpPr>
          <p:spPr>
            <a:xfrm>
              <a:off x="3262912" y="3695554"/>
              <a:ext cx="204990" cy="161080"/>
            </a:xfrm>
            <a:custGeom>
              <a:rect b="b" l="l" r="r" t="t"/>
              <a:pathLst>
                <a:path extrusionOk="0" h="1046" w="1498">
                  <a:moveTo>
                    <a:pt x="1412" y="0"/>
                  </a:moveTo>
                  <a:cubicBezTo>
                    <a:pt x="1408" y="0"/>
                    <a:pt x="1404" y="1"/>
                    <a:pt x="1399" y="2"/>
                  </a:cubicBezTo>
                  <a:cubicBezTo>
                    <a:pt x="1137" y="47"/>
                    <a:pt x="928" y="256"/>
                    <a:pt x="720" y="406"/>
                  </a:cubicBezTo>
                  <a:cubicBezTo>
                    <a:pt x="507" y="560"/>
                    <a:pt x="282" y="691"/>
                    <a:pt x="78" y="856"/>
                  </a:cubicBezTo>
                  <a:cubicBezTo>
                    <a:pt x="1" y="921"/>
                    <a:pt x="70" y="1042"/>
                    <a:pt x="157" y="1044"/>
                  </a:cubicBezTo>
                  <a:cubicBezTo>
                    <a:pt x="163" y="1046"/>
                    <a:pt x="167" y="1046"/>
                    <a:pt x="174" y="1046"/>
                  </a:cubicBezTo>
                  <a:cubicBezTo>
                    <a:pt x="203" y="1046"/>
                    <a:pt x="224" y="1035"/>
                    <a:pt x="240" y="1019"/>
                  </a:cubicBezTo>
                  <a:cubicBezTo>
                    <a:pt x="288" y="994"/>
                    <a:pt x="326" y="950"/>
                    <a:pt x="365" y="917"/>
                  </a:cubicBezTo>
                  <a:cubicBezTo>
                    <a:pt x="495" y="808"/>
                    <a:pt x="638" y="719"/>
                    <a:pt x="772" y="614"/>
                  </a:cubicBezTo>
                  <a:cubicBezTo>
                    <a:pt x="997" y="441"/>
                    <a:pt x="1199" y="260"/>
                    <a:pt x="1445" y="114"/>
                  </a:cubicBezTo>
                  <a:cubicBezTo>
                    <a:pt x="1498" y="83"/>
                    <a:pt x="1474" y="0"/>
                    <a:pt x="14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9"/>
            <p:cNvSpPr/>
            <p:nvPr/>
          </p:nvSpPr>
          <p:spPr>
            <a:xfrm>
              <a:off x="3252922" y="3775940"/>
              <a:ext cx="200611" cy="147529"/>
            </a:xfrm>
            <a:custGeom>
              <a:rect b="b" l="l" r="r" t="t"/>
              <a:pathLst>
                <a:path extrusionOk="0" h="958" w="1466">
                  <a:moveTo>
                    <a:pt x="1458" y="1"/>
                  </a:moveTo>
                  <a:cubicBezTo>
                    <a:pt x="1183" y="49"/>
                    <a:pt x="955" y="182"/>
                    <a:pt x="714" y="315"/>
                  </a:cubicBezTo>
                  <a:cubicBezTo>
                    <a:pt x="482" y="443"/>
                    <a:pt x="253" y="580"/>
                    <a:pt x="72" y="772"/>
                  </a:cubicBezTo>
                  <a:cubicBezTo>
                    <a:pt x="1" y="846"/>
                    <a:pt x="62" y="958"/>
                    <a:pt x="148" y="958"/>
                  </a:cubicBezTo>
                  <a:cubicBezTo>
                    <a:pt x="166" y="958"/>
                    <a:pt x="184" y="953"/>
                    <a:pt x="203" y="943"/>
                  </a:cubicBezTo>
                  <a:cubicBezTo>
                    <a:pt x="224" y="930"/>
                    <a:pt x="245" y="920"/>
                    <a:pt x="265" y="907"/>
                  </a:cubicBezTo>
                  <a:cubicBezTo>
                    <a:pt x="295" y="891"/>
                    <a:pt x="309" y="864"/>
                    <a:pt x="311" y="834"/>
                  </a:cubicBezTo>
                  <a:cubicBezTo>
                    <a:pt x="643" y="503"/>
                    <a:pt x="1089" y="288"/>
                    <a:pt x="1462" y="9"/>
                  </a:cubicBezTo>
                  <a:cubicBezTo>
                    <a:pt x="1466" y="7"/>
                    <a:pt x="1462" y="1"/>
                    <a:pt x="1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9"/>
            <p:cNvSpPr/>
            <p:nvPr/>
          </p:nvSpPr>
          <p:spPr>
            <a:xfrm>
              <a:off x="3276186" y="3808741"/>
              <a:ext cx="179401" cy="147067"/>
            </a:xfrm>
            <a:custGeom>
              <a:rect b="b" l="l" r="r" t="t"/>
              <a:pathLst>
                <a:path extrusionOk="0" h="955" w="1311">
                  <a:moveTo>
                    <a:pt x="1255" y="0"/>
                  </a:moveTo>
                  <a:cubicBezTo>
                    <a:pt x="1249" y="0"/>
                    <a:pt x="1242" y="2"/>
                    <a:pt x="1236" y="6"/>
                  </a:cubicBezTo>
                  <a:cubicBezTo>
                    <a:pt x="958" y="196"/>
                    <a:pt x="692" y="400"/>
                    <a:pt x="406" y="573"/>
                  </a:cubicBezTo>
                  <a:cubicBezTo>
                    <a:pt x="308" y="634"/>
                    <a:pt x="35" y="736"/>
                    <a:pt x="10" y="869"/>
                  </a:cubicBezTo>
                  <a:cubicBezTo>
                    <a:pt x="1" y="921"/>
                    <a:pt x="38" y="955"/>
                    <a:pt x="78" y="955"/>
                  </a:cubicBezTo>
                  <a:cubicBezTo>
                    <a:pt x="99" y="955"/>
                    <a:pt x="121" y="945"/>
                    <a:pt x="137" y="924"/>
                  </a:cubicBezTo>
                  <a:cubicBezTo>
                    <a:pt x="243" y="782"/>
                    <a:pt x="412" y="682"/>
                    <a:pt x="554" y="580"/>
                  </a:cubicBezTo>
                  <a:cubicBezTo>
                    <a:pt x="794" y="411"/>
                    <a:pt x="1033" y="242"/>
                    <a:pt x="1275" y="75"/>
                  </a:cubicBezTo>
                  <a:cubicBezTo>
                    <a:pt x="1310" y="53"/>
                    <a:pt x="1288" y="0"/>
                    <a:pt x="12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9"/>
            <p:cNvSpPr/>
            <p:nvPr/>
          </p:nvSpPr>
          <p:spPr>
            <a:xfrm>
              <a:off x="3255933" y="3844930"/>
              <a:ext cx="202390" cy="168472"/>
            </a:xfrm>
            <a:custGeom>
              <a:rect b="b" l="l" r="r" t="t"/>
              <a:pathLst>
                <a:path extrusionOk="0" h="1094" w="1479">
                  <a:moveTo>
                    <a:pt x="1417" y="1"/>
                  </a:moveTo>
                  <a:cubicBezTo>
                    <a:pt x="1412" y="1"/>
                    <a:pt x="1406" y="2"/>
                    <a:pt x="1400" y="5"/>
                  </a:cubicBezTo>
                  <a:cubicBezTo>
                    <a:pt x="1119" y="142"/>
                    <a:pt x="860" y="332"/>
                    <a:pt x="596" y="501"/>
                  </a:cubicBezTo>
                  <a:cubicBezTo>
                    <a:pt x="396" y="628"/>
                    <a:pt x="183" y="755"/>
                    <a:pt x="45" y="953"/>
                  </a:cubicBezTo>
                  <a:cubicBezTo>
                    <a:pt x="0" y="1019"/>
                    <a:pt x="65" y="1093"/>
                    <a:pt x="131" y="1093"/>
                  </a:cubicBezTo>
                  <a:cubicBezTo>
                    <a:pt x="152" y="1093"/>
                    <a:pt x="174" y="1085"/>
                    <a:pt x="191" y="1066"/>
                  </a:cubicBezTo>
                  <a:cubicBezTo>
                    <a:pt x="558" y="674"/>
                    <a:pt x="1038" y="411"/>
                    <a:pt x="1448" y="67"/>
                  </a:cubicBezTo>
                  <a:cubicBezTo>
                    <a:pt x="1478" y="41"/>
                    <a:pt x="1450" y="1"/>
                    <a:pt x="14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9"/>
            <p:cNvSpPr/>
            <p:nvPr/>
          </p:nvSpPr>
          <p:spPr>
            <a:xfrm>
              <a:off x="3258807" y="3901138"/>
              <a:ext cx="189253" cy="162312"/>
            </a:xfrm>
            <a:custGeom>
              <a:rect b="b" l="l" r="r" t="t"/>
              <a:pathLst>
                <a:path extrusionOk="0" h="1054" w="1383">
                  <a:moveTo>
                    <a:pt x="1336" y="0"/>
                  </a:moveTo>
                  <a:cubicBezTo>
                    <a:pt x="1332" y="0"/>
                    <a:pt x="1328" y="1"/>
                    <a:pt x="1323" y="3"/>
                  </a:cubicBezTo>
                  <a:cubicBezTo>
                    <a:pt x="1058" y="96"/>
                    <a:pt x="852" y="303"/>
                    <a:pt x="614" y="449"/>
                  </a:cubicBezTo>
                  <a:cubicBezTo>
                    <a:pt x="408" y="576"/>
                    <a:pt x="156" y="705"/>
                    <a:pt x="33" y="926"/>
                  </a:cubicBezTo>
                  <a:cubicBezTo>
                    <a:pt x="0" y="983"/>
                    <a:pt x="56" y="1054"/>
                    <a:pt x="111" y="1054"/>
                  </a:cubicBezTo>
                  <a:cubicBezTo>
                    <a:pt x="130" y="1054"/>
                    <a:pt x="149" y="1045"/>
                    <a:pt x="164" y="1026"/>
                  </a:cubicBezTo>
                  <a:cubicBezTo>
                    <a:pt x="318" y="826"/>
                    <a:pt x="502" y="684"/>
                    <a:pt x="706" y="536"/>
                  </a:cubicBezTo>
                  <a:cubicBezTo>
                    <a:pt x="917" y="386"/>
                    <a:pt x="1098" y="161"/>
                    <a:pt x="1342" y="73"/>
                  </a:cubicBezTo>
                  <a:cubicBezTo>
                    <a:pt x="1383" y="60"/>
                    <a:pt x="1372" y="0"/>
                    <a:pt x="1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9"/>
            <p:cNvSpPr/>
            <p:nvPr/>
          </p:nvSpPr>
          <p:spPr>
            <a:xfrm>
              <a:off x="3253880" y="3954266"/>
              <a:ext cx="202116" cy="189108"/>
            </a:xfrm>
            <a:custGeom>
              <a:rect b="b" l="l" r="r" t="t"/>
              <a:pathLst>
                <a:path extrusionOk="0" h="1228" w="1477">
                  <a:moveTo>
                    <a:pt x="1391" y="0"/>
                  </a:moveTo>
                  <a:cubicBezTo>
                    <a:pt x="1381" y="0"/>
                    <a:pt x="1371" y="2"/>
                    <a:pt x="1361" y="8"/>
                  </a:cubicBezTo>
                  <a:cubicBezTo>
                    <a:pt x="1119" y="127"/>
                    <a:pt x="902" y="322"/>
                    <a:pt x="696" y="493"/>
                  </a:cubicBezTo>
                  <a:cubicBezTo>
                    <a:pt x="463" y="683"/>
                    <a:pt x="236" y="873"/>
                    <a:pt x="42" y="1102"/>
                  </a:cubicBezTo>
                  <a:cubicBezTo>
                    <a:pt x="1" y="1150"/>
                    <a:pt x="36" y="1228"/>
                    <a:pt x="89" y="1228"/>
                  </a:cubicBezTo>
                  <a:cubicBezTo>
                    <a:pt x="101" y="1228"/>
                    <a:pt x="114" y="1224"/>
                    <a:pt x="127" y="1214"/>
                  </a:cubicBezTo>
                  <a:cubicBezTo>
                    <a:pt x="352" y="1056"/>
                    <a:pt x="552" y="873"/>
                    <a:pt x="759" y="691"/>
                  </a:cubicBezTo>
                  <a:cubicBezTo>
                    <a:pt x="980" y="497"/>
                    <a:pt x="1236" y="322"/>
                    <a:pt x="1436" y="106"/>
                  </a:cubicBezTo>
                  <a:lnTo>
                    <a:pt x="1436" y="104"/>
                  </a:lnTo>
                  <a:cubicBezTo>
                    <a:pt x="1476" y="67"/>
                    <a:pt x="1441" y="0"/>
                    <a:pt x="1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9"/>
            <p:cNvSpPr/>
            <p:nvPr/>
          </p:nvSpPr>
          <p:spPr>
            <a:xfrm>
              <a:off x="3241017" y="4025566"/>
              <a:ext cx="214706" cy="179252"/>
            </a:xfrm>
            <a:custGeom>
              <a:rect b="b" l="l" r="r" t="t"/>
              <a:pathLst>
                <a:path extrusionOk="0" h="1164" w="1569">
                  <a:moveTo>
                    <a:pt x="1501" y="1"/>
                  </a:moveTo>
                  <a:cubicBezTo>
                    <a:pt x="1499" y="1"/>
                    <a:pt x="1498" y="1"/>
                    <a:pt x="1497" y="1"/>
                  </a:cubicBezTo>
                  <a:cubicBezTo>
                    <a:pt x="1205" y="20"/>
                    <a:pt x="984" y="287"/>
                    <a:pt x="757" y="443"/>
                  </a:cubicBezTo>
                  <a:cubicBezTo>
                    <a:pt x="505" y="618"/>
                    <a:pt x="234" y="772"/>
                    <a:pt x="52" y="1022"/>
                  </a:cubicBezTo>
                  <a:cubicBezTo>
                    <a:pt x="0" y="1094"/>
                    <a:pt x="70" y="1164"/>
                    <a:pt x="141" y="1164"/>
                  </a:cubicBezTo>
                  <a:cubicBezTo>
                    <a:pt x="163" y="1164"/>
                    <a:pt x="186" y="1157"/>
                    <a:pt x="205" y="1141"/>
                  </a:cubicBezTo>
                  <a:cubicBezTo>
                    <a:pt x="623" y="772"/>
                    <a:pt x="1059" y="408"/>
                    <a:pt x="1524" y="99"/>
                  </a:cubicBezTo>
                  <a:cubicBezTo>
                    <a:pt x="1568" y="77"/>
                    <a:pt x="1550" y="1"/>
                    <a:pt x="15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9"/>
            <p:cNvSpPr/>
            <p:nvPr/>
          </p:nvSpPr>
          <p:spPr>
            <a:xfrm>
              <a:off x="3254975" y="4074075"/>
              <a:ext cx="196643" cy="178944"/>
            </a:xfrm>
            <a:custGeom>
              <a:rect b="b" l="l" r="r" t="t"/>
              <a:pathLst>
                <a:path extrusionOk="0" h="1162" w="1437">
                  <a:moveTo>
                    <a:pt x="1392" y="0"/>
                  </a:moveTo>
                  <a:cubicBezTo>
                    <a:pt x="1388" y="0"/>
                    <a:pt x="1384" y="1"/>
                    <a:pt x="1380" y="3"/>
                  </a:cubicBezTo>
                  <a:cubicBezTo>
                    <a:pt x="1128" y="118"/>
                    <a:pt x="934" y="307"/>
                    <a:pt x="728" y="486"/>
                  </a:cubicBezTo>
                  <a:cubicBezTo>
                    <a:pt x="501" y="684"/>
                    <a:pt x="263" y="860"/>
                    <a:pt x="44" y="1066"/>
                  </a:cubicBezTo>
                  <a:cubicBezTo>
                    <a:pt x="1" y="1106"/>
                    <a:pt x="47" y="1161"/>
                    <a:pt x="89" y="1161"/>
                  </a:cubicBezTo>
                  <a:cubicBezTo>
                    <a:pt x="106" y="1161"/>
                    <a:pt x="122" y="1153"/>
                    <a:pt x="132" y="1133"/>
                  </a:cubicBezTo>
                  <a:cubicBezTo>
                    <a:pt x="257" y="874"/>
                    <a:pt x="526" y="734"/>
                    <a:pt x="738" y="553"/>
                  </a:cubicBezTo>
                  <a:cubicBezTo>
                    <a:pt x="951" y="370"/>
                    <a:pt x="1149" y="170"/>
                    <a:pt x="1407" y="51"/>
                  </a:cubicBezTo>
                  <a:cubicBezTo>
                    <a:pt x="1436" y="38"/>
                    <a:pt x="1418" y="0"/>
                    <a:pt x="1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9"/>
            <p:cNvSpPr/>
            <p:nvPr/>
          </p:nvSpPr>
          <p:spPr>
            <a:xfrm>
              <a:off x="3239922" y="4114883"/>
              <a:ext cx="220590" cy="201119"/>
            </a:xfrm>
            <a:custGeom>
              <a:rect b="b" l="l" r="r" t="t"/>
              <a:pathLst>
                <a:path extrusionOk="0" h="1306" w="1612">
                  <a:moveTo>
                    <a:pt x="1502" y="0"/>
                  </a:moveTo>
                  <a:cubicBezTo>
                    <a:pt x="1490" y="0"/>
                    <a:pt x="1476" y="3"/>
                    <a:pt x="1461" y="11"/>
                  </a:cubicBezTo>
                  <a:cubicBezTo>
                    <a:pt x="1115" y="192"/>
                    <a:pt x="857" y="484"/>
                    <a:pt x="542" y="707"/>
                  </a:cubicBezTo>
                  <a:cubicBezTo>
                    <a:pt x="369" y="830"/>
                    <a:pt x="102" y="968"/>
                    <a:pt x="27" y="1176"/>
                  </a:cubicBezTo>
                  <a:cubicBezTo>
                    <a:pt x="1" y="1251"/>
                    <a:pt x="66" y="1305"/>
                    <a:pt x="130" y="1305"/>
                  </a:cubicBezTo>
                  <a:cubicBezTo>
                    <a:pt x="164" y="1305"/>
                    <a:pt x="197" y="1291"/>
                    <a:pt x="217" y="1257"/>
                  </a:cubicBezTo>
                  <a:cubicBezTo>
                    <a:pt x="333" y="1061"/>
                    <a:pt x="569" y="943"/>
                    <a:pt x="746" y="805"/>
                  </a:cubicBezTo>
                  <a:cubicBezTo>
                    <a:pt x="1017" y="592"/>
                    <a:pt x="1250" y="340"/>
                    <a:pt x="1542" y="151"/>
                  </a:cubicBezTo>
                  <a:cubicBezTo>
                    <a:pt x="1612" y="115"/>
                    <a:pt x="1578" y="0"/>
                    <a:pt x="1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9"/>
            <p:cNvSpPr/>
            <p:nvPr/>
          </p:nvSpPr>
          <p:spPr>
            <a:xfrm>
              <a:off x="3257986" y="4151226"/>
              <a:ext cx="207453" cy="189878"/>
            </a:xfrm>
            <a:custGeom>
              <a:rect b="b" l="l" r="r" t="t"/>
              <a:pathLst>
                <a:path extrusionOk="0" h="1233" w="1516">
                  <a:moveTo>
                    <a:pt x="1434" y="1"/>
                  </a:moveTo>
                  <a:cubicBezTo>
                    <a:pt x="1421" y="1"/>
                    <a:pt x="1407" y="6"/>
                    <a:pt x="1396" y="19"/>
                  </a:cubicBezTo>
                  <a:cubicBezTo>
                    <a:pt x="962" y="375"/>
                    <a:pt x="439" y="632"/>
                    <a:pt x="62" y="1053"/>
                  </a:cubicBezTo>
                  <a:cubicBezTo>
                    <a:pt x="0" y="1121"/>
                    <a:pt x="55" y="1232"/>
                    <a:pt x="134" y="1232"/>
                  </a:cubicBezTo>
                  <a:cubicBezTo>
                    <a:pt x="151" y="1232"/>
                    <a:pt x="169" y="1227"/>
                    <a:pt x="187" y="1215"/>
                  </a:cubicBezTo>
                  <a:cubicBezTo>
                    <a:pt x="228" y="1188"/>
                    <a:pt x="256" y="1167"/>
                    <a:pt x="293" y="1134"/>
                  </a:cubicBezTo>
                  <a:cubicBezTo>
                    <a:pt x="314" y="1115"/>
                    <a:pt x="322" y="1094"/>
                    <a:pt x="322" y="1073"/>
                  </a:cubicBezTo>
                  <a:cubicBezTo>
                    <a:pt x="672" y="709"/>
                    <a:pt x="1133" y="471"/>
                    <a:pt x="1477" y="98"/>
                  </a:cubicBezTo>
                  <a:cubicBezTo>
                    <a:pt x="1515" y="58"/>
                    <a:pt x="1476" y="1"/>
                    <a:pt x="14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9"/>
            <p:cNvSpPr/>
            <p:nvPr/>
          </p:nvSpPr>
          <p:spPr>
            <a:xfrm>
              <a:off x="3233217" y="4209898"/>
              <a:ext cx="228390" cy="186182"/>
            </a:xfrm>
            <a:custGeom>
              <a:rect b="b" l="l" r="r" t="t"/>
              <a:pathLst>
                <a:path extrusionOk="0" h="1209" w="1669">
                  <a:moveTo>
                    <a:pt x="1608" y="0"/>
                  </a:moveTo>
                  <a:cubicBezTo>
                    <a:pt x="1422" y="0"/>
                    <a:pt x="1249" y="163"/>
                    <a:pt x="1114" y="276"/>
                  </a:cubicBezTo>
                  <a:cubicBezTo>
                    <a:pt x="970" y="396"/>
                    <a:pt x="828" y="515"/>
                    <a:pt x="683" y="630"/>
                  </a:cubicBezTo>
                  <a:cubicBezTo>
                    <a:pt x="610" y="688"/>
                    <a:pt x="1" y="1099"/>
                    <a:pt x="284" y="1203"/>
                  </a:cubicBezTo>
                  <a:cubicBezTo>
                    <a:pt x="294" y="1207"/>
                    <a:pt x="303" y="1208"/>
                    <a:pt x="312" y="1208"/>
                  </a:cubicBezTo>
                  <a:cubicBezTo>
                    <a:pt x="372" y="1208"/>
                    <a:pt x="415" y="1133"/>
                    <a:pt x="387" y="1078"/>
                  </a:cubicBezTo>
                  <a:lnTo>
                    <a:pt x="387" y="1078"/>
                  </a:lnTo>
                  <a:cubicBezTo>
                    <a:pt x="401" y="1105"/>
                    <a:pt x="403" y="1122"/>
                    <a:pt x="401" y="1132"/>
                  </a:cubicBezTo>
                  <a:cubicBezTo>
                    <a:pt x="405" y="1124"/>
                    <a:pt x="416" y="1111"/>
                    <a:pt x="441" y="1088"/>
                  </a:cubicBezTo>
                  <a:cubicBezTo>
                    <a:pt x="487" y="1049"/>
                    <a:pt x="528" y="1001"/>
                    <a:pt x="572" y="959"/>
                  </a:cubicBezTo>
                  <a:cubicBezTo>
                    <a:pt x="672" y="863"/>
                    <a:pt x="776" y="774"/>
                    <a:pt x="881" y="682"/>
                  </a:cubicBezTo>
                  <a:cubicBezTo>
                    <a:pt x="1120" y="476"/>
                    <a:pt x="1333" y="201"/>
                    <a:pt x="1629" y="78"/>
                  </a:cubicBezTo>
                  <a:cubicBezTo>
                    <a:pt x="1668" y="63"/>
                    <a:pt x="1666" y="3"/>
                    <a:pt x="1618" y="0"/>
                  </a:cubicBezTo>
                  <a:cubicBezTo>
                    <a:pt x="1615" y="0"/>
                    <a:pt x="1611" y="0"/>
                    <a:pt x="16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9"/>
            <p:cNvSpPr/>
            <p:nvPr/>
          </p:nvSpPr>
          <p:spPr>
            <a:xfrm>
              <a:off x="3287543" y="4384221"/>
              <a:ext cx="684" cy="1232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cubicBezTo>
                    <a:pt x="1" y="5"/>
                    <a:pt x="1" y="8"/>
                    <a:pt x="1" y="8"/>
                  </a:cubicBezTo>
                  <a:cubicBezTo>
                    <a:pt x="2" y="8"/>
                    <a:pt x="3" y="5"/>
                    <a:pt x="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9"/>
            <p:cNvSpPr/>
            <p:nvPr/>
          </p:nvSpPr>
          <p:spPr>
            <a:xfrm>
              <a:off x="3266607" y="4261179"/>
              <a:ext cx="174474" cy="176018"/>
            </a:xfrm>
            <a:custGeom>
              <a:rect b="b" l="l" r="r" t="t"/>
              <a:pathLst>
                <a:path extrusionOk="0" h="1143" w="1275">
                  <a:moveTo>
                    <a:pt x="1233" y="1"/>
                  </a:moveTo>
                  <a:cubicBezTo>
                    <a:pt x="1178" y="3"/>
                    <a:pt x="1122" y="59"/>
                    <a:pt x="1083" y="91"/>
                  </a:cubicBezTo>
                  <a:cubicBezTo>
                    <a:pt x="947" y="188"/>
                    <a:pt x="826" y="303"/>
                    <a:pt x="695" y="403"/>
                  </a:cubicBezTo>
                  <a:cubicBezTo>
                    <a:pt x="466" y="580"/>
                    <a:pt x="186" y="749"/>
                    <a:pt x="38" y="1005"/>
                  </a:cubicBezTo>
                  <a:cubicBezTo>
                    <a:pt x="1" y="1068"/>
                    <a:pt x="61" y="1143"/>
                    <a:pt x="121" y="1143"/>
                  </a:cubicBezTo>
                  <a:cubicBezTo>
                    <a:pt x="142" y="1143"/>
                    <a:pt x="162" y="1134"/>
                    <a:pt x="178" y="1114"/>
                  </a:cubicBezTo>
                  <a:cubicBezTo>
                    <a:pt x="489" y="716"/>
                    <a:pt x="903" y="420"/>
                    <a:pt x="1256" y="59"/>
                  </a:cubicBezTo>
                  <a:lnTo>
                    <a:pt x="1256" y="57"/>
                  </a:lnTo>
                  <a:cubicBezTo>
                    <a:pt x="1274" y="38"/>
                    <a:pt x="1264" y="1"/>
                    <a:pt x="1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9"/>
            <p:cNvSpPr/>
            <p:nvPr/>
          </p:nvSpPr>
          <p:spPr>
            <a:xfrm>
              <a:off x="3262912" y="4322315"/>
              <a:ext cx="175295" cy="160618"/>
            </a:xfrm>
            <a:custGeom>
              <a:rect b="b" l="l" r="r" t="t"/>
              <a:pathLst>
                <a:path extrusionOk="0" h="1043" w="1281">
                  <a:moveTo>
                    <a:pt x="1217" y="0"/>
                  </a:moveTo>
                  <a:cubicBezTo>
                    <a:pt x="1211" y="0"/>
                    <a:pt x="1205" y="1"/>
                    <a:pt x="1199" y="4"/>
                  </a:cubicBezTo>
                  <a:cubicBezTo>
                    <a:pt x="949" y="123"/>
                    <a:pt x="747" y="323"/>
                    <a:pt x="513" y="471"/>
                  </a:cubicBezTo>
                  <a:cubicBezTo>
                    <a:pt x="332" y="583"/>
                    <a:pt x="124" y="704"/>
                    <a:pt x="32" y="907"/>
                  </a:cubicBezTo>
                  <a:cubicBezTo>
                    <a:pt x="1" y="978"/>
                    <a:pt x="61" y="1043"/>
                    <a:pt x="118" y="1043"/>
                  </a:cubicBezTo>
                  <a:cubicBezTo>
                    <a:pt x="144" y="1043"/>
                    <a:pt x="169" y="1029"/>
                    <a:pt x="184" y="996"/>
                  </a:cubicBezTo>
                  <a:cubicBezTo>
                    <a:pt x="286" y="779"/>
                    <a:pt x="491" y="658"/>
                    <a:pt x="674" y="517"/>
                  </a:cubicBezTo>
                  <a:cubicBezTo>
                    <a:pt x="866" y="371"/>
                    <a:pt x="1020" y="179"/>
                    <a:pt x="1241" y="75"/>
                  </a:cubicBezTo>
                  <a:cubicBezTo>
                    <a:pt x="1281" y="55"/>
                    <a:pt x="1256" y="0"/>
                    <a:pt x="12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9"/>
            <p:cNvSpPr/>
            <p:nvPr/>
          </p:nvSpPr>
          <p:spPr>
            <a:xfrm>
              <a:off x="3254428" y="4319389"/>
              <a:ext cx="221959" cy="192804"/>
            </a:xfrm>
            <a:custGeom>
              <a:rect b="b" l="l" r="r" t="t"/>
              <a:pathLst>
                <a:path extrusionOk="0" h="1252" w="1622">
                  <a:moveTo>
                    <a:pt x="1531" y="1"/>
                  </a:moveTo>
                  <a:cubicBezTo>
                    <a:pt x="1522" y="1"/>
                    <a:pt x="1513" y="5"/>
                    <a:pt x="1509" y="13"/>
                  </a:cubicBezTo>
                  <a:cubicBezTo>
                    <a:pt x="1407" y="181"/>
                    <a:pt x="1147" y="304"/>
                    <a:pt x="990" y="417"/>
                  </a:cubicBezTo>
                  <a:cubicBezTo>
                    <a:pt x="871" y="500"/>
                    <a:pt x="755" y="590"/>
                    <a:pt x="638" y="677"/>
                  </a:cubicBezTo>
                  <a:cubicBezTo>
                    <a:pt x="482" y="794"/>
                    <a:pt x="296" y="996"/>
                    <a:pt x="111" y="1059"/>
                  </a:cubicBezTo>
                  <a:cubicBezTo>
                    <a:pt x="0" y="1098"/>
                    <a:pt x="34" y="1251"/>
                    <a:pt x="138" y="1251"/>
                  </a:cubicBezTo>
                  <a:cubicBezTo>
                    <a:pt x="146" y="1251"/>
                    <a:pt x="154" y="1250"/>
                    <a:pt x="163" y="1249"/>
                  </a:cubicBezTo>
                  <a:cubicBezTo>
                    <a:pt x="352" y="1205"/>
                    <a:pt x="519" y="994"/>
                    <a:pt x="663" y="873"/>
                  </a:cubicBezTo>
                  <a:cubicBezTo>
                    <a:pt x="821" y="742"/>
                    <a:pt x="978" y="611"/>
                    <a:pt x="1136" y="482"/>
                  </a:cubicBezTo>
                  <a:cubicBezTo>
                    <a:pt x="1219" y="413"/>
                    <a:pt x="1622" y="154"/>
                    <a:pt x="1551" y="13"/>
                  </a:cubicBezTo>
                  <a:cubicBezTo>
                    <a:pt x="1547" y="5"/>
                    <a:pt x="1539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9"/>
            <p:cNvSpPr/>
            <p:nvPr/>
          </p:nvSpPr>
          <p:spPr>
            <a:xfrm>
              <a:off x="3331196" y="4327089"/>
              <a:ext cx="180358" cy="194190"/>
            </a:xfrm>
            <a:custGeom>
              <a:rect b="b" l="l" r="r" t="t"/>
              <a:pathLst>
                <a:path extrusionOk="0" h="1261" w="1318">
                  <a:moveTo>
                    <a:pt x="1232" y="1"/>
                  </a:moveTo>
                  <a:cubicBezTo>
                    <a:pt x="1217" y="1"/>
                    <a:pt x="1203" y="7"/>
                    <a:pt x="1190" y="21"/>
                  </a:cubicBezTo>
                  <a:cubicBezTo>
                    <a:pt x="961" y="202"/>
                    <a:pt x="767" y="423"/>
                    <a:pt x="542" y="611"/>
                  </a:cubicBezTo>
                  <a:cubicBezTo>
                    <a:pt x="358" y="761"/>
                    <a:pt x="144" y="911"/>
                    <a:pt x="33" y="1126"/>
                  </a:cubicBezTo>
                  <a:cubicBezTo>
                    <a:pt x="1" y="1188"/>
                    <a:pt x="56" y="1260"/>
                    <a:pt x="113" y="1260"/>
                  </a:cubicBezTo>
                  <a:cubicBezTo>
                    <a:pt x="133" y="1260"/>
                    <a:pt x="152" y="1252"/>
                    <a:pt x="169" y="1232"/>
                  </a:cubicBezTo>
                  <a:cubicBezTo>
                    <a:pt x="498" y="821"/>
                    <a:pt x="927" y="505"/>
                    <a:pt x="1277" y="109"/>
                  </a:cubicBezTo>
                  <a:cubicBezTo>
                    <a:pt x="1317" y="62"/>
                    <a:pt x="1277" y="1"/>
                    <a:pt x="1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9"/>
            <p:cNvSpPr/>
            <p:nvPr/>
          </p:nvSpPr>
          <p:spPr>
            <a:xfrm>
              <a:off x="3395238" y="4339100"/>
              <a:ext cx="150800" cy="158924"/>
            </a:xfrm>
            <a:custGeom>
              <a:rect b="b" l="l" r="r" t="t"/>
              <a:pathLst>
                <a:path extrusionOk="0" h="1032" w="1102">
                  <a:moveTo>
                    <a:pt x="1055" y="0"/>
                  </a:moveTo>
                  <a:cubicBezTo>
                    <a:pt x="905" y="0"/>
                    <a:pt x="739" y="222"/>
                    <a:pt x="645" y="310"/>
                  </a:cubicBezTo>
                  <a:cubicBezTo>
                    <a:pt x="441" y="504"/>
                    <a:pt x="193" y="652"/>
                    <a:pt x="42" y="898"/>
                  </a:cubicBezTo>
                  <a:cubicBezTo>
                    <a:pt x="1" y="965"/>
                    <a:pt x="65" y="1031"/>
                    <a:pt x="126" y="1031"/>
                  </a:cubicBezTo>
                  <a:cubicBezTo>
                    <a:pt x="153" y="1031"/>
                    <a:pt x="180" y="1018"/>
                    <a:pt x="197" y="987"/>
                  </a:cubicBezTo>
                  <a:cubicBezTo>
                    <a:pt x="322" y="758"/>
                    <a:pt x="541" y="612"/>
                    <a:pt x="718" y="427"/>
                  </a:cubicBezTo>
                  <a:cubicBezTo>
                    <a:pt x="839" y="301"/>
                    <a:pt x="964" y="176"/>
                    <a:pt x="1087" y="51"/>
                  </a:cubicBezTo>
                  <a:cubicBezTo>
                    <a:pt x="1101" y="37"/>
                    <a:pt x="1097" y="6"/>
                    <a:pt x="1074" y="1"/>
                  </a:cubicBezTo>
                  <a:cubicBezTo>
                    <a:pt x="1068" y="0"/>
                    <a:pt x="1061" y="0"/>
                    <a:pt x="10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9"/>
            <p:cNvSpPr/>
            <p:nvPr/>
          </p:nvSpPr>
          <p:spPr>
            <a:xfrm>
              <a:off x="3421238" y="4351728"/>
              <a:ext cx="163527" cy="153997"/>
            </a:xfrm>
            <a:custGeom>
              <a:rect b="b" l="l" r="r" t="t"/>
              <a:pathLst>
                <a:path extrusionOk="0" h="1000" w="1195">
                  <a:moveTo>
                    <a:pt x="1125" y="1"/>
                  </a:moveTo>
                  <a:cubicBezTo>
                    <a:pt x="993" y="1"/>
                    <a:pt x="774" y="237"/>
                    <a:pt x="694" y="303"/>
                  </a:cubicBezTo>
                  <a:cubicBezTo>
                    <a:pt x="480" y="480"/>
                    <a:pt x="186" y="624"/>
                    <a:pt x="38" y="868"/>
                  </a:cubicBezTo>
                  <a:cubicBezTo>
                    <a:pt x="1" y="928"/>
                    <a:pt x="60" y="1000"/>
                    <a:pt x="118" y="1000"/>
                  </a:cubicBezTo>
                  <a:cubicBezTo>
                    <a:pt x="138" y="1000"/>
                    <a:pt x="158" y="991"/>
                    <a:pt x="173" y="972"/>
                  </a:cubicBezTo>
                  <a:cubicBezTo>
                    <a:pt x="340" y="766"/>
                    <a:pt x="557" y="618"/>
                    <a:pt x="753" y="440"/>
                  </a:cubicBezTo>
                  <a:cubicBezTo>
                    <a:pt x="886" y="322"/>
                    <a:pt x="1053" y="211"/>
                    <a:pt x="1172" y="80"/>
                  </a:cubicBezTo>
                  <a:cubicBezTo>
                    <a:pt x="1195" y="55"/>
                    <a:pt x="1184" y="15"/>
                    <a:pt x="1153" y="5"/>
                  </a:cubicBezTo>
                  <a:cubicBezTo>
                    <a:pt x="1144" y="2"/>
                    <a:pt x="1135" y="1"/>
                    <a:pt x="11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9"/>
            <p:cNvSpPr/>
            <p:nvPr/>
          </p:nvSpPr>
          <p:spPr>
            <a:xfrm>
              <a:off x="3465986" y="4348186"/>
              <a:ext cx="179948" cy="160002"/>
            </a:xfrm>
            <a:custGeom>
              <a:rect b="b" l="l" r="r" t="t"/>
              <a:pathLst>
                <a:path extrusionOk="0" h="1039" w="1315">
                  <a:moveTo>
                    <a:pt x="1260" y="0"/>
                  </a:moveTo>
                  <a:cubicBezTo>
                    <a:pt x="1254" y="0"/>
                    <a:pt x="1248" y="2"/>
                    <a:pt x="1243" y="5"/>
                  </a:cubicBezTo>
                  <a:cubicBezTo>
                    <a:pt x="830" y="255"/>
                    <a:pt x="465" y="597"/>
                    <a:pt x="74" y="876"/>
                  </a:cubicBezTo>
                  <a:cubicBezTo>
                    <a:pt x="1" y="928"/>
                    <a:pt x="44" y="1038"/>
                    <a:pt x="114" y="1038"/>
                  </a:cubicBezTo>
                  <a:cubicBezTo>
                    <a:pt x="128" y="1038"/>
                    <a:pt x="144" y="1034"/>
                    <a:pt x="159" y="1024"/>
                  </a:cubicBezTo>
                  <a:cubicBezTo>
                    <a:pt x="570" y="764"/>
                    <a:pt x="924" y="384"/>
                    <a:pt x="1289" y="65"/>
                  </a:cubicBezTo>
                  <a:cubicBezTo>
                    <a:pt x="1315" y="41"/>
                    <a:pt x="1290" y="0"/>
                    <a:pt x="12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9"/>
            <p:cNvSpPr/>
            <p:nvPr/>
          </p:nvSpPr>
          <p:spPr>
            <a:xfrm>
              <a:off x="3521954" y="4336329"/>
              <a:ext cx="182548" cy="162620"/>
            </a:xfrm>
            <a:custGeom>
              <a:rect b="b" l="l" r="r" t="t"/>
              <a:pathLst>
                <a:path extrusionOk="0" h="1056" w="1334">
                  <a:moveTo>
                    <a:pt x="1267" y="0"/>
                  </a:moveTo>
                  <a:cubicBezTo>
                    <a:pt x="1260" y="0"/>
                    <a:pt x="1252" y="3"/>
                    <a:pt x="1244" y="9"/>
                  </a:cubicBezTo>
                  <a:cubicBezTo>
                    <a:pt x="957" y="226"/>
                    <a:pt x="684" y="455"/>
                    <a:pt x="386" y="655"/>
                  </a:cubicBezTo>
                  <a:cubicBezTo>
                    <a:pt x="304" y="709"/>
                    <a:pt x="0" y="851"/>
                    <a:pt x="11" y="978"/>
                  </a:cubicBezTo>
                  <a:cubicBezTo>
                    <a:pt x="14" y="1026"/>
                    <a:pt x="57" y="1055"/>
                    <a:pt x="97" y="1055"/>
                  </a:cubicBezTo>
                  <a:cubicBezTo>
                    <a:pt x="127" y="1055"/>
                    <a:pt x="156" y="1038"/>
                    <a:pt x="165" y="999"/>
                  </a:cubicBezTo>
                  <a:lnTo>
                    <a:pt x="165" y="999"/>
                  </a:lnTo>
                  <a:cubicBezTo>
                    <a:pt x="162" y="1012"/>
                    <a:pt x="163" y="1018"/>
                    <a:pt x="166" y="1018"/>
                  </a:cubicBezTo>
                  <a:cubicBezTo>
                    <a:pt x="175" y="1018"/>
                    <a:pt x="201" y="980"/>
                    <a:pt x="219" y="968"/>
                  </a:cubicBezTo>
                  <a:cubicBezTo>
                    <a:pt x="252" y="943"/>
                    <a:pt x="286" y="913"/>
                    <a:pt x="319" y="888"/>
                  </a:cubicBezTo>
                  <a:cubicBezTo>
                    <a:pt x="402" y="822"/>
                    <a:pt x="490" y="757"/>
                    <a:pt x="575" y="693"/>
                  </a:cubicBezTo>
                  <a:cubicBezTo>
                    <a:pt x="828" y="499"/>
                    <a:pt x="1053" y="280"/>
                    <a:pt x="1301" y="82"/>
                  </a:cubicBezTo>
                  <a:cubicBezTo>
                    <a:pt x="1333" y="55"/>
                    <a:pt x="1302" y="0"/>
                    <a:pt x="12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9"/>
            <p:cNvSpPr/>
            <p:nvPr/>
          </p:nvSpPr>
          <p:spPr>
            <a:xfrm>
              <a:off x="3557259" y="4352036"/>
              <a:ext cx="165853" cy="158616"/>
            </a:xfrm>
            <a:custGeom>
              <a:rect b="b" l="l" r="r" t="t"/>
              <a:pathLst>
                <a:path extrusionOk="0" h="1030" w="1212">
                  <a:moveTo>
                    <a:pt x="1174" y="1"/>
                  </a:moveTo>
                  <a:cubicBezTo>
                    <a:pt x="1089" y="1"/>
                    <a:pt x="1009" y="84"/>
                    <a:pt x="947" y="134"/>
                  </a:cubicBezTo>
                  <a:cubicBezTo>
                    <a:pt x="824" y="232"/>
                    <a:pt x="709" y="340"/>
                    <a:pt x="584" y="434"/>
                  </a:cubicBezTo>
                  <a:cubicBezTo>
                    <a:pt x="413" y="561"/>
                    <a:pt x="32" y="718"/>
                    <a:pt x="5" y="957"/>
                  </a:cubicBezTo>
                  <a:cubicBezTo>
                    <a:pt x="0" y="1006"/>
                    <a:pt x="36" y="1029"/>
                    <a:pt x="74" y="1029"/>
                  </a:cubicBezTo>
                  <a:cubicBezTo>
                    <a:pt x="106" y="1029"/>
                    <a:pt x="140" y="1012"/>
                    <a:pt x="153" y="978"/>
                  </a:cubicBezTo>
                  <a:cubicBezTo>
                    <a:pt x="228" y="770"/>
                    <a:pt x="534" y="638"/>
                    <a:pt x="695" y="497"/>
                  </a:cubicBezTo>
                  <a:cubicBezTo>
                    <a:pt x="859" y="353"/>
                    <a:pt x="1003" y="172"/>
                    <a:pt x="1189" y="53"/>
                  </a:cubicBezTo>
                  <a:cubicBezTo>
                    <a:pt x="1212" y="38"/>
                    <a:pt x="1203" y="1"/>
                    <a:pt x="11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9"/>
            <p:cNvSpPr/>
            <p:nvPr/>
          </p:nvSpPr>
          <p:spPr>
            <a:xfrm>
              <a:off x="3588186" y="4334173"/>
              <a:ext cx="194727" cy="188030"/>
            </a:xfrm>
            <a:custGeom>
              <a:rect b="b" l="l" r="r" t="t"/>
              <a:pathLst>
                <a:path extrusionOk="0" h="1221" w="1423">
                  <a:moveTo>
                    <a:pt x="1365" y="1"/>
                  </a:moveTo>
                  <a:cubicBezTo>
                    <a:pt x="1358" y="1"/>
                    <a:pt x="1350" y="3"/>
                    <a:pt x="1342" y="8"/>
                  </a:cubicBezTo>
                  <a:cubicBezTo>
                    <a:pt x="1044" y="198"/>
                    <a:pt x="796" y="444"/>
                    <a:pt x="514" y="652"/>
                  </a:cubicBezTo>
                  <a:cubicBezTo>
                    <a:pt x="339" y="784"/>
                    <a:pt x="104" y="907"/>
                    <a:pt x="23" y="1119"/>
                  </a:cubicBezTo>
                  <a:cubicBezTo>
                    <a:pt x="1" y="1178"/>
                    <a:pt x="53" y="1221"/>
                    <a:pt x="105" y="1221"/>
                  </a:cubicBezTo>
                  <a:cubicBezTo>
                    <a:pt x="132" y="1221"/>
                    <a:pt x="159" y="1209"/>
                    <a:pt x="175" y="1182"/>
                  </a:cubicBezTo>
                  <a:cubicBezTo>
                    <a:pt x="291" y="982"/>
                    <a:pt x="502" y="861"/>
                    <a:pt x="675" y="713"/>
                  </a:cubicBezTo>
                  <a:cubicBezTo>
                    <a:pt x="915" y="506"/>
                    <a:pt x="1131" y="275"/>
                    <a:pt x="1386" y="83"/>
                  </a:cubicBezTo>
                  <a:cubicBezTo>
                    <a:pt x="1422" y="57"/>
                    <a:pt x="1401" y="1"/>
                    <a:pt x="13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9"/>
            <p:cNvSpPr/>
            <p:nvPr/>
          </p:nvSpPr>
          <p:spPr>
            <a:xfrm>
              <a:off x="3635396" y="4346030"/>
              <a:ext cx="169958" cy="173092"/>
            </a:xfrm>
            <a:custGeom>
              <a:rect b="b" l="l" r="r" t="t"/>
              <a:pathLst>
                <a:path extrusionOk="0" h="1124" w="1242">
                  <a:moveTo>
                    <a:pt x="1182" y="1"/>
                  </a:moveTo>
                  <a:cubicBezTo>
                    <a:pt x="1176" y="1"/>
                    <a:pt x="1171" y="2"/>
                    <a:pt x="1166" y="4"/>
                  </a:cubicBezTo>
                  <a:cubicBezTo>
                    <a:pt x="941" y="106"/>
                    <a:pt x="780" y="321"/>
                    <a:pt x="595" y="482"/>
                  </a:cubicBezTo>
                  <a:cubicBezTo>
                    <a:pt x="488" y="573"/>
                    <a:pt x="376" y="663"/>
                    <a:pt x="272" y="757"/>
                  </a:cubicBezTo>
                  <a:cubicBezTo>
                    <a:pt x="194" y="825"/>
                    <a:pt x="78" y="905"/>
                    <a:pt x="34" y="998"/>
                  </a:cubicBezTo>
                  <a:cubicBezTo>
                    <a:pt x="1" y="1069"/>
                    <a:pt x="56" y="1123"/>
                    <a:pt x="110" y="1123"/>
                  </a:cubicBezTo>
                  <a:cubicBezTo>
                    <a:pt x="141" y="1123"/>
                    <a:pt x="172" y="1105"/>
                    <a:pt x="186" y="1063"/>
                  </a:cubicBezTo>
                  <a:cubicBezTo>
                    <a:pt x="224" y="978"/>
                    <a:pt x="372" y="875"/>
                    <a:pt x="436" y="813"/>
                  </a:cubicBezTo>
                  <a:cubicBezTo>
                    <a:pt x="528" y="723"/>
                    <a:pt x="624" y="638"/>
                    <a:pt x="718" y="548"/>
                  </a:cubicBezTo>
                  <a:cubicBezTo>
                    <a:pt x="884" y="386"/>
                    <a:pt x="1028" y="206"/>
                    <a:pt x="1212" y="63"/>
                  </a:cubicBezTo>
                  <a:cubicBezTo>
                    <a:pt x="1242" y="38"/>
                    <a:pt x="1213" y="1"/>
                    <a:pt x="11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9"/>
            <p:cNvSpPr/>
            <p:nvPr/>
          </p:nvSpPr>
          <p:spPr>
            <a:xfrm>
              <a:off x="3670154" y="4329399"/>
              <a:ext cx="187611" cy="176942"/>
            </a:xfrm>
            <a:custGeom>
              <a:rect b="b" l="l" r="r" t="t"/>
              <a:pathLst>
                <a:path extrusionOk="0" h="1149" w="1371">
                  <a:moveTo>
                    <a:pt x="1311" y="1"/>
                  </a:moveTo>
                  <a:cubicBezTo>
                    <a:pt x="1305" y="1"/>
                    <a:pt x="1298" y="3"/>
                    <a:pt x="1291" y="8"/>
                  </a:cubicBezTo>
                  <a:cubicBezTo>
                    <a:pt x="870" y="321"/>
                    <a:pt x="470" y="652"/>
                    <a:pt x="70" y="990"/>
                  </a:cubicBezTo>
                  <a:cubicBezTo>
                    <a:pt x="0" y="1050"/>
                    <a:pt x="68" y="1149"/>
                    <a:pt x="139" y="1149"/>
                  </a:cubicBezTo>
                  <a:cubicBezTo>
                    <a:pt x="160" y="1149"/>
                    <a:pt x="181" y="1141"/>
                    <a:pt x="199" y="1121"/>
                  </a:cubicBezTo>
                  <a:cubicBezTo>
                    <a:pt x="551" y="746"/>
                    <a:pt x="951" y="408"/>
                    <a:pt x="1341" y="73"/>
                  </a:cubicBezTo>
                  <a:cubicBezTo>
                    <a:pt x="1370" y="49"/>
                    <a:pt x="1343" y="1"/>
                    <a:pt x="13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29"/>
            <p:cNvSpPr/>
            <p:nvPr/>
          </p:nvSpPr>
          <p:spPr>
            <a:xfrm>
              <a:off x="3741312" y="4334173"/>
              <a:ext cx="166127" cy="176018"/>
            </a:xfrm>
            <a:custGeom>
              <a:rect b="b" l="l" r="r" t="t"/>
              <a:pathLst>
                <a:path extrusionOk="0" h="1143" w="1214">
                  <a:moveTo>
                    <a:pt x="1143" y="1"/>
                  </a:moveTo>
                  <a:cubicBezTo>
                    <a:pt x="1135" y="1"/>
                    <a:pt x="1127" y="3"/>
                    <a:pt x="1119" y="6"/>
                  </a:cubicBezTo>
                  <a:lnTo>
                    <a:pt x="1117" y="6"/>
                  </a:lnTo>
                  <a:cubicBezTo>
                    <a:pt x="1096" y="21"/>
                    <a:pt x="1075" y="35"/>
                    <a:pt x="1052" y="52"/>
                  </a:cubicBezTo>
                  <a:cubicBezTo>
                    <a:pt x="1019" y="75"/>
                    <a:pt x="982" y="100"/>
                    <a:pt x="959" y="131"/>
                  </a:cubicBezTo>
                  <a:cubicBezTo>
                    <a:pt x="821" y="250"/>
                    <a:pt x="694" y="390"/>
                    <a:pt x="561" y="511"/>
                  </a:cubicBezTo>
                  <a:cubicBezTo>
                    <a:pt x="388" y="671"/>
                    <a:pt x="175" y="823"/>
                    <a:pt x="39" y="1015"/>
                  </a:cubicBezTo>
                  <a:cubicBezTo>
                    <a:pt x="1" y="1071"/>
                    <a:pt x="56" y="1143"/>
                    <a:pt x="114" y="1143"/>
                  </a:cubicBezTo>
                  <a:cubicBezTo>
                    <a:pt x="128" y="1143"/>
                    <a:pt x="141" y="1139"/>
                    <a:pt x="154" y="1130"/>
                  </a:cubicBezTo>
                  <a:cubicBezTo>
                    <a:pt x="348" y="996"/>
                    <a:pt x="511" y="794"/>
                    <a:pt x="677" y="627"/>
                  </a:cubicBezTo>
                  <a:cubicBezTo>
                    <a:pt x="850" y="456"/>
                    <a:pt x="1061" y="286"/>
                    <a:pt x="1190" y="77"/>
                  </a:cubicBezTo>
                  <a:cubicBezTo>
                    <a:pt x="1214" y="38"/>
                    <a:pt x="1180" y="1"/>
                    <a:pt x="1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29"/>
            <p:cNvSpPr/>
            <p:nvPr/>
          </p:nvSpPr>
          <p:spPr>
            <a:xfrm>
              <a:off x="3790302" y="4342334"/>
              <a:ext cx="157095" cy="155229"/>
            </a:xfrm>
            <a:custGeom>
              <a:rect b="b" l="l" r="r" t="t"/>
              <a:pathLst>
                <a:path extrusionOk="0" h="1008" w="1148">
                  <a:moveTo>
                    <a:pt x="1093" y="0"/>
                  </a:moveTo>
                  <a:cubicBezTo>
                    <a:pt x="1086" y="0"/>
                    <a:pt x="1078" y="2"/>
                    <a:pt x="1072" y="5"/>
                  </a:cubicBezTo>
                  <a:cubicBezTo>
                    <a:pt x="1072" y="5"/>
                    <a:pt x="1072" y="5"/>
                    <a:pt x="1072" y="3"/>
                  </a:cubicBezTo>
                  <a:cubicBezTo>
                    <a:pt x="880" y="107"/>
                    <a:pt x="703" y="264"/>
                    <a:pt x="534" y="401"/>
                  </a:cubicBezTo>
                  <a:cubicBezTo>
                    <a:pt x="367" y="541"/>
                    <a:pt x="236" y="716"/>
                    <a:pt x="71" y="858"/>
                  </a:cubicBezTo>
                  <a:cubicBezTo>
                    <a:pt x="0" y="919"/>
                    <a:pt x="65" y="1007"/>
                    <a:pt x="141" y="1007"/>
                  </a:cubicBezTo>
                  <a:cubicBezTo>
                    <a:pt x="161" y="1007"/>
                    <a:pt x="181" y="1001"/>
                    <a:pt x="200" y="987"/>
                  </a:cubicBezTo>
                  <a:cubicBezTo>
                    <a:pt x="378" y="847"/>
                    <a:pt x="501" y="639"/>
                    <a:pt x="667" y="485"/>
                  </a:cubicBezTo>
                  <a:cubicBezTo>
                    <a:pt x="761" y="397"/>
                    <a:pt x="859" y="312"/>
                    <a:pt x="959" y="230"/>
                  </a:cubicBezTo>
                  <a:cubicBezTo>
                    <a:pt x="1020" y="178"/>
                    <a:pt x="1109" y="133"/>
                    <a:pt x="1136" y="55"/>
                  </a:cubicBezTo>
                  <a:cubicBezTo>
                    <a:pt x="1148" y="23"/>
                    <a:pt x="1121" y="0"/>
                    <a:pt x="10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9"/>
            <p:cNvSpPr/>
            <p:nvPr/>
          </p:nvSpPr>
          <p:spPr>
            <a:xfrm>
              <a:off x="3837102" y="4340794"/>
              <a:ext cx="164348" cy="158000"/>
            </a:xfrm>
            <a:custGeom>
              <a:rect b="b" l="l" r="r" t="t"/>
              <a:pathLst>
                <a:path extrusionOk="0" h="1026" w="1201">
                  <a:moveTo>
                    <a:pt x="1154" y="0"/>
                  </a:moveTo>
                  <a:cubicBezTo>
                    <a:pt x="1148" y="0"/>
                    <a:pt x="1142" y="2"/>
                    <a:pt x="1136" y="5"/>
                  </a:cubicBezTo>
                  <a:cubicBezTo>
                    <a:pt x="880" y="128"/>
                    <a:pt x="636" y="361"/>
                    <a:pt x="419" y="545"/>
                  </a:cubicBezTo>
                  <a:cubicBezTo>
                    <a:pt x="309" y="639"/>
                    <a:pt x="196" y="728"/>
                    <a:pt x="90" y="824"/>
                  </a:cubicBezTo>
                  <a:cubicBezTo>
                    <a:pt x="40" y="868"/>
                    <a:pt x="0" y="895"/>
                    <a:pt x="13" y="968"/>
                  </a:cubicBezTo>
                  <a:cubicBezTo>
                    <a:pt x="20" y="1005"/>
                    <a:pt x="59" y="1026"/>
                    <a:pt x="94" y="1026"/>
                  </a:cubicBezTo>
                  <a:cubicBezTo>
                    <a:pt x="99" y="1026"/>
                    <a:pt x="105" y="1025"/>
                    <a:pt x="111" y="1024"/>
                  </a:cubicBezTo>
                  <a:cubicBezTo>
                    <a:pt x="117" y="1022"/>
                    <a:pt x="123" y="1020"/>
                    <a:pt x="127" y="1020"/>
                  </a:cubicBezTo>
                  <a:cubicBezTo>
                    <a:pt x="152" y="1014"/>
                    <a:pt x="169" y="995"/>
                    <a:pt x="175" y="972"/>
                  </a:cubicBezTo>
                  <a:cubicBezTo>
                    <a:pt x="200" y="953"/>
                    <a:pt x="242" y="922"/>
                    <a:pt x="261" y="905"/>
                  </a:cubicBezTo>
                  <a:cubicBezTo>
                    <a:pt x="379" y="801"/>
                    <a:pt x="488" y="684"/>
                    <a:pt x="602" y="576"/>
                  </a:cubicBezTo>
                  <a:cubicBezTo>
                    <a:pt x="786" y="407"/>
                    <a:pt x="1024" y="255"/>
                    <a:pt x="1180" y="61"/>
                  </a:cubicBezTo>
                  <a:cubicBezTo>
                    <a:pt x="1201" y="35"/>
                    <a:pt x="1182" y="0"/>
                    <a:pt x="1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9"/>
            <p:cNvSpPr/>
            <p:nvPr/>
          </p:nvSpPr>
          <p:spPr>
            <a:xfrm>
              <a:off x="3891838" y="4330323"/>
              <a:ext cx="175979" cy="182948"/>
            </a:xfrm>
            <a:custGeom>
              <a:rect b="b" l="l" r="r" t="t"/>
              <a:pathLst>
                <a:path extrusionOk="0" h="1188" w="1286">
                  <a:moveTo>
                    <a:pt x="1234" y="0"/>
                  </a:moveTo>
                  <a:cubicBezTo>
                    <a:pt x="1231" y="0"/>
                    <a:pt x="1227" y="1"/>
                    <a:pt x="1224" y="2"/>
                  </a:cubicBezTo>
                  <a:cubicBezTo>
                    <a:pt x="972" y="106"/>
                    <a:pt x="782" y="352"/>
                    <a:pt x="563" y="513"/>
                  </a:cubicBezTo>
                  <a:cubicBezTo>
                    <a:pt x="357" y="665"/>
                    <a:pt x="109" y="819"/>
                    <a:pt x="21" y="1075"/>
                  </a:cubicBezTo>
                  <a:cubicBezTo>
                    <a:pt x="0" y="1138"/>
                    <a:pt x="59" y="1187"/>
                    <a:pt x="113" y="1187"/>
                  </a:cubicBezTo>
                  <a:cubicBezTo>
                    <a:pt x="140" y="1187"/>
                    <a:pt x="167" y="1174"/>
                    <a:pt x="182" y="1144"/>
                  </a:cubicBezTo>
                  <a:cubicBezTo>
                    <a:pt x="305" y="894"/>
                    <a:pt x="513" y="746"/>
                    <a:pt x="719" y="571"/>
                  </a:cubicBezTo>
                  <a:cubicBezTo>
                    <a:pt x="907" y="409"/>
                    <a:pt x="1065" y="219"/>
                    <a:pt x="1259" y="63"/>
                  </a:cubicBezTo>
                  <a:cubicBezTo>
                    <a:pt x="1285" y="44"/>
                    <a:pt x="1263" y="0"/>
                    <a:pt x="12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9"/>
            <p:cNvSpPr/>
            <p:nvPr/>
          </p:nvSpPr>
          <p:spPr>
            <a:xfrm>
              <a:off x="3933849" y="4332941"/>
              <a:ext cx="193495" cy="192650"/>
            </a:xfrm>
            <a:custGeom>
              <a:rect b="b" l="l" r="r" t="t"/>
              <a:pathLst>
                <a:path extrusionOk="0" h="1251" w="1414">
                  <a:moveTo>
                    <a:pt x="1358" y="0"/>
                  </a:moveTo>
                  <a:cubicBezTo>
                    <a:pt x="1352" y="0"/>
                    <a:pt x="1346" y="2"/>
                    <a:pt x="1340" y="6"/>
                  </a:cubicBezTo>
                  <a:cubicBezTo>
                    <a:pt x="1036" y="187"/>
                    <a:pt x="798" y="448"/>
                    <a:pt x="510" y="650"/>
                  </a:cubicBezTo>
                  <a:cubicBezTo>
                    <a:pt x="317" y="787"/>
                    <a:pt x="121" y="917"/>
                    <a:pt x="27" y="1142"/>
                  </a:cubicBezTo>
                  <a:cubicBezTo>
                    <a:pt x="0" y="1206"/>
                    <a:pt x="57" y="1251"/>
                    <a:pt x="114" y="1251"/>
                  </a:cubicBezTo>
                  <a:cubicBezTo>
                    <a:pt x="150" y="1251"/>
                    <a:pt x="187" y="1233"/>
                    <a:pt x="202" y="1190"/>
                  </a:cubicBezTo>
                  <a:cubicBezTo>
                    <a:pt x="285" y="958"/>
                    <a:pt x="540" y="825"/>
                    <a:pt x="719" y="675"/>
                  </a:cubicBezTo>
                  <a:cubicBezTo>
                    <a:pt x="948" y="481"/>
                    <a:pt x="1150" y="256"/>
                    <a:pt x="1386" y="64"/>
                  </a:cubicBezTo>
                  <a:cubicBezTo>
                    <a:pt x="1413" y="42"/>
                    <a:pt x="1388" y="0"/>
                    <a:pt x="13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9"/>
            <p:cNvSpPr/>
            <p:nvPr/>
          </p:nvSpPr>
          <p:spPr>
            <a:xfrm>
              <a:off x="3990502" y="4337560"/>
              <a:ext cx="172558" cy="161696"/>
            </a:xfrm>
            <a:custGeom>
              <a:rect b="b" l="l" r="r" t="t"/>
              <a:pathLst>
                <a:path extrusionOk="0" h="1050" w="1261">
                  <a:moveTo>
                    <a:pt x="1225" y="0"/>
                  </a:moveTo>
                  <a:cubicBezTo>
                    <a:pt x="1222" y="0"/>
                    <a:pt x="1219" y="1"/>
                    <a:pt x="1216" y="3"/>
                  </a:cubicBezTo>
                  <a:cubicBezTo>
                    <a:pt x="968" y="155"/>
                    <a:pt x="747" y="334"/>
                    <a:pt x="515" y="509"/>
                  </a:cubicBezTo>
                  <a:cubicBezTo>
                    <a:pt x="344" y="639"/>
                    <a:pt x="173" y="753"/>
                    <a:pt x="44" y="928"/>
                  </a:cubicBezTo>
                  <a:cubicBezTo>
                    <a:pt x="0" y="987"/>
                    <a:pt x="60" y="1050"/>
                    <a:pt x="119" y="1050"/>
                  </a:cubicBezTo>
                  <a:cubicBezTo>
                    <a:pt x="144" y="1050"/>
                    <a:pt x="169" y="1039"/>
                    <a:pt x="186" y="1012"/>
                  </a:cubicBezTo>
                  <a:cubicBezTo>
                    <a:pt x="309" y="818"/>
                    <a:pt x="501" y="687"/>
                    <a:pt x="667" y="537"/>
                  </a:cubicBezTo>
                  <a:cubicBezTo>
                    <a:pt x="855" y="366"/>
                    <a:pt x="1043" y="197"/>
                    <a:pt x="1243" y="41"/>
                  </a:cubicBezTo>
                  <a:cubicBezTo>
                    <a:pt x="1260" y="26"/>
                    <a:pt x="1244" y="0"/>
                    <a:pt x="1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29"/>
            <p:cNvSpPr/>
            <p:nvPr/>
          </p:nvSpPr>
          <p:spPr>
            <a:xfrm>
              <a:off x="4021838" y="4335097"/>
              <a:ext cx="194180" cy="189570"/>
            </a:xfrm>
            <a:custGeom>
              <a:rect b="b" l="l" r="r" t="t"/>
              <a:pathLst>
                <a:path extrusionOk="0" h="1231" w="1419">
                  <a:moveTo>
                    <a:pt x="1360" y="0"/>
                  </a:moveTo>
                  <a:cubicBezTo>
                    <a:pt x="1351" y="0"/>
                    <a:pt x="1341" y="3"/>
                    <a:pt x="1333" y="11"/>
                  </a:cubicBezTo>
                  <a:cubicBezTo>
                    <a:pt x="1039" y="269"/>
                    <a:pt x="728" y="498"/>
                    <a:pt x="415" y="734"/>
                  </a:cubicBezTo>
                  <a:cubicBezTo>
                    <a:pt x="307" y="817"/>
                    <a:pt x="1" y="1001"/>
                    <a:pt x="57" y="1174"/>
                  </a:cubicBezTo>
                  <a:cubicBezTo>
                    <a:pt x="69" y="1209"/>
                    <a:pt x="106" y="1230"/>
                    <a:pt x="142" y="1230"/>
                  </a:cubicBezTo>
                  <a:cubicBezTo>
                    <a:pt x="174" y="1230"/>
                    <a:pt x="205" y="1213"/>
                    <a:pt x="213" y="1174"/>
                  </a:cubicBezTo>
                  <a:cubicBezTo>
                    <a:pt x="245" y="999"/>
                    <a:pt x="526" y="836"/>
                    <a:pt x="657" y="734"/>
                  </a:cubicBezTo>
                  <a:cubicBezTo>
                    <a:pt x="916" y="532"/>
                    <a:pt x="1172" y="317"/>
                    <a:pt x="1391" y="69"/>
                  </a:cubicBezTo>
                  <a:cubicBezTo>
                    <a:pt x="1418" y="38"/>
                    <a:pt x="1392" y="0"/>
                    <a:pt x="13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29"/>
            <p:cNvSpPr/>
            <p:nvPr/>
          </p:nvSpPr>
          <p:spPr>
            <a:xfrm>
              <a:off x="4070691" y="4339562"/>
              <a:ext cx="189937" cy="181562"/>
            </a:xfrm>
            <a:custGeom>
              <a:rect b="b" l="l" r="r" t="t"/>
              <a:pathLst>
                <a:path extrusionOk="0" h="1179" w="1388">
                  <a:moveTo>
                    <a:pt x="1339" y="0"/>
                  </a:moveTo>
                  <a:cubicBezTo>
                    <a:pt x="1332" y="0"/>
                    <a:pt x="1325" y="3"/>
                    <a:pt x="1317" y="9"/>
                  </a:cubicBezTo>
                  <a:cubicBezTo>
                    <a:pt x="894" y="334"/>
                    <a:pt x="444" y="653"/>
                    <a:pt x="63" y="1026"/>
                  </a:cubicBezTo>
                  <a:cubicBezTo>
                    <a:pt x="0" y="1088"/>
                    <a:pt x="62" y="1178"/>
                    <a:pt x="130" y="1178"/>
                  </a:cubicBezTo>
                  <a:cubicBezTo>
                    <a:pt x="151" y="1178"/>
                    <a:pt x="172" y="1170"/>
                    <a:pt x="190" y="1151"/>
                  </a:cubicBezTo>
                  <a:cubicBezTo>
                    <a:pt x="550" y="763"/>
                    <a:pt x="1038" y="490"/>
                    <a:pt x="1365" y="73"/>
                  </a:cubicBezTo>
                  <a:cubicBezTo>
                    <a:pt x="1387" y="46"/>
                    <a:pt x="1368" y="0"/>
                    <a:pt x="13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9"/>
            <p:cNvSpPr/>
            <p:nvPr/>
          </p:nvSpPr>
          <p:spPr>
            <a:xfrm>
              <a:off x="4116807" y="4338022"/>
              <a:ext cx="185422" cy="185720"/>
            </a:xfrm>
            <a:custGeom>
              <a:rect b="b" l="l" r="r" t="t"/>
              <a:pathLst>
                <a:path extrusionOk="0" h="1206" w="1355">
                  <a:moveTo>
                    <a:pt x="1348" y="1"/>
                  </a:moveTo>
                  <a:cubicBezTo>
                    <a:pt x="1347" y="1"/>
                    <a:pt x="1346" y="1"/>
                    <a:pt x="1345" y="2"/>
                  </a:cubicBezTo>
                  <a:cubicBezTo>
                    <a:pt x="1085" y="263"/>
                    <a:pt x="753" y="448"/>
                    <a:pt x="463" y="673"/>
                  </a:cubicBezTo>
                  <a:cubicBezTo>
                    <a:pt x="351" y="763"/>
                    <a:pt x="1" y="982"/>
                    <a:pt x="38" y="1153"/>
                  </a:cubicBezTo>
                  <a:cubicBezTo>
                    <a:pt x="46" y="1189"/>
                    <a:pt x="75" y="1206"/>
                    <a:pt x="106" y="1206"/>
                  </a:cubicBezTo>
                  <a:cubicBezTo>
                    <a:pt x="125" y="1206"/>
                    <a:pt x="146" y="1199"/>
                    <a:pt x="161" y="1186"/>
                  </a:cubicBezTo>
                  <a:cubicBezTo>
                    <a:pt x="170" y="1180"/>
                    <a:pt x="178" y="1171"/>
                    <a:pt x="186" y="1165"/>
                  </a:cubicBezTo>
                  <a:cubicBezTo>
                    <a:pt x="217" y="1140"/>
                    <a:pt x="215" y="1107"/>
                    <a:pt x="197" y="1082"/>
                  </a:cubicBezTo>
                  <a:cubicBezTo>
                    <a:pt x="253" y="1007"/>
                    <a:pt x="445" y="834"/>
                    <a:pt x="468" y="811"/>
                  </a:cubicBezTo>
                  <a:cubicBezTo>
                    <a:pt x="563" y="719"/>
                    <a:pt x="666" y="634"/>
                    <a:pt x="768" y="548"/>
                  </a:cubicBezTo>
                  <a:cubicBezTo>
                    <a:pt x="972" y="375"/>
                    <a:pt x="1166" y="200"/>
                    <a:pt x="1351" y="8"/>
                  </a:cubicBezTo>
                  <a:cubicBezTo>
                    <a:pt x="1354" y="5"/>
                    <a:pt x="1352" y="1"/>
                    <a:pt x="1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9"/>
            <p:cNvSpPr/>
            <p:nvPr/>
          </p:nvSpPr>
          <p:spPr>
            <a:xfrm>
              <a:off x="4177565" y="4330015"/>
              <a:ext cx="186927" cy="182024"/>
            </a:xfrm>
            <a:custGeom>
              <a:rect b="b" l="l" r="r" t="t"/>
              <a:pathLst>
                <a:path extrusionOk="0" h="1182" w="1366">
                  <a:moveTo>
                    <a:pt x="1300" y="0"/>
                  </a:moveTo>
                  <a:cubicBezTo>
                    <a:pt x="1291" y="0"/>
                    <a:pt x="1281" y="3"/>
                    <a:pt x="1272" y="10"/>
                  </a:cubicBezTo>
                  <a:cubicBezTo>
                    <a:pt x="1016" y="215"/>
                    <a:pt x="757" y="419"/>
                    <a:pt x="499" y="621"/>
                  </a:cubicBezTo>
                  <a:cubicBezTo>
                    <a:pt x="334" y="748"/>
                    <a:pt x="113" y="865"/>
                    <a:pt x="26" y="1063"/>
                  </a:cubicBezTo>
                  <a:cubicBezTo>
                    <a:pt x="1" y="1117"/>
                    <a:pt x="45" y="1181"/>
                    <a:pt x="95" y="1181"/>
                  </a:cubicBezTo>
                  <a:cubicBezTo>
                    <a:pt x="112" y="1181"/>
                    <a:pt x="130" y="1174"/>
                    <a:pt x="147" y="1157"/>
                  </a:cubicBezTo>
                  <a:cubicBezTo>
                    <a:pt x="501" y="759"/>
                    <a:pt x="934" y="425"/>
                    <a:pt x="1332" y="69"/>
                  </a:cubicBezTo>
                  <a:cubicBezTo>
                    <a:pt x="1365" y="41"/>
                    <a:pt x="1335" y="0"/>
                    <a:pt x="13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9"/>
            <p:cNvSpPr/>
            <p:nvPr/>
          </p:nvSpPr>
          <p:spPr>
            <a:xfrm>
              <a:off x="4232986" y="4322777"/>
              <a:ext cx="186653" cy="179714"/>
            </a:xfrm>
            <a:custGeom>
              <a:rect b="b" l="l" r="r" t="t"/>
              <a:pathLst>
                <a:path extrusionOk="0" h="1167" w="1364">
                  <a:moveTo>
                    <a:pt x="1312" y="1"/>
                  </a:moveTo>
                  <a:cubicBezTo>
                    <a:pt x="1303" y="1"/>
                    <a:pt x="1294" y="4"/>
                    <a:pt x="1286" y="11"/>
                  </a:cubicBezTo>
                  <a:cubicBezTo>
                    <a:pt x="921" y="357"/>
                    <a:pt x="236" y="549"/>
                    <a:pt x="29" y="1039"/>
                  </a:cubicBezTo>
                  <a:cubicBezTo>
                    <a:pt x="1" y="1106"/>
                    <a:pt x="53" y="1167"/>
                    <a:pt x="106" y="1167"/>
                  </a:cubicBezTo>
                  <a:cubicBezTo>
                    <a:pt x="131" y="1167"/>
                    <a:pt x="155" y="1154"/>
                    <a:pt x="173" y="1124"/>
                  </a:cubicBezTo>
                  <a:cubicBezTo>
                    <a:pt x="454" y="662"/>
                    <a:pt x="982" y="455"/>
                    <a:pt x="1338" y="64"/>
                  </a:cubicBezTo>
                  <a:cubicBezTo>
                    <a:pt x="1364" y="36"/>
                    <a:pt x="1340" y="1"/>
                    <a:pt x="13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9"/>
            <p:cNvSpPr/>
            <p:nvPr/>
          </p:nvSpPr>
          <p:spPr>
            <a:xfrm>
              <a:off x="4279512" y="4335713"/>
              <a:ext cx="176116" cy="172168"/>
            </a:xfrm>
            <a:custGeom>
              <a:rect b="b" l="l" r="r" t="t"/>
              <a:pathLst>
                <a:path extrusionOk="0" h="1118" w="1287">
                  <a:moveTo>
                    <a:pt x="1239" y="0"/>
                  </a:moveTo>
                  <a:cubicBezTo>
                    <a:pt x="1226" y="0"/>
                    <a:pt x="1212" y="5"/>
                    <a:pt x="1204" y="17"/>
                  </a:cubicBezTo>
                  <a:cubicBezTo>
                    <a:pt x="1056" y="223"/>
                    <a:pt x="813" y="355"/>
                    <a:pt x="610" y="505"/>
                  </a:cubicBezTo>
                  <a:cubicBezTo>
                    <a:pt x="417" y="647"/>
                    <a:pt x="223" y="784"/>
                    <a:pt x="62" y="967"/>
                  </a:cubicBezTo>
                  <a:cubicBezTo>
                    <a:pt x="1" y="1038"/>
                    <a:pt x="60" y="1118"/>
                    <a:pt x="128" y="1118"/>
                  </a:cubicBezTo>
                  <a:cubicBezTo>
                    <a:pt x="154" y="1118"/>
                    <a:pt x="182" y="1106"/>
                    <a:pt x="204" y="1076"/>
                  </a:cubicBezTo>
                  <a:cubicBezTo>
                    <a:pt x="379" y="851"/>
                    <a:pt x="617" y="669"/>
                    <a:pt x="838" y="490"/>
                  </a:cubicBezTo>
                  <a:cubicBezTo>
                    <a:pt x="996" y="361"/>
                    <a:pt x="1194" y="242"/>
                    <a:pt x="1275" y="46"/>
                  </a:cubicBezTo>
                  <a:cubicBezTo>
                    <a:pt x="1286" y="18"/>
                    <a:pt x="1263" y="0"/>
                    <a:pt x="12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9"/>
            <p:cNvSpPr/>
            <p:nvPr/>
          </p:nvSpPr>
          <p:spPr>
            <a:xfrm>
              <a:off x="4345470" y="4339254"/>
              <a:ext cx="174611" cy="169858"/>
            </a:xfrm>
            <a:custGeom>
              <a:rect b="b" l="l" r="r" t="t"/>
              <a:pathLst>
                <a:path extrusionOk="0" h="1103" w="1276">
                  <a:moveTo>
                    <a:pt x="1201" y="1"/>
                  </a:moveTo>
                  <a:cubicBezTo>
                    <a:pt x="1193" y="1"/>
                    <a:pt x="1185" y="3"/>
                    <a:pt x="1177" y="7"/>
                  </a:cubicBezTo>
                  <a:cubicBezTo>
                    <a:pt x="1177" y="7"/>
                    <a:pt x="1175" y="5"/>
                    <a:pt x="1175" y="5"/>
                  </a:cubicBezTo>
                  <a:cubicBezTo>
                    <a:pt x="933" y="155"/>
                    <a:pt x="747" y="384"/>
                    <a:pt x="520" y="555"/>
                  </a:cubicBezTo>
                  <a:cubicBezTo>
                    <a:pt x="351" y="684"/>
                    <a:pt x="143" y="792"/>
                    <a:pt x="37" y="982"/>
                  </a:cubicBezTo>
                  <a:cubicBezTo>
                    <a:pt x="1" y="1049"/>
                    <a:pt x="54" y="1103"/>
                    <a:pt x="110" y="1103"/>
                  </a:cubicBezTo>
                  <a:cubicBezTo>
                    <a:pt x="136" y="1103"/>
                    <a:pt x="161" y="1092"/>
                    <a:pt x="180" y="1067"/>
                  </a:cubicBezTo>
                  <a:cubicBezTo>
                    <a:pt x="314" y="888"/>
                    <a:pt x="499" y="776"/>
                    <a:pt x="666" y="632"/>
                  </a:cubicBezTo>
                  <a:cubicBezTo>
                    <a:pt x="864" y="461"/>
                    <a:pt x="1052" y="269"/>
                    <a:pt x="1239" y="86"/>
                  </a:cubicBezTo>
                  <a:cubicBezTo>
                    <a:pt x="1276" y="49"/>
                    <a:pt x="1242" y="1"/>
                    <a:pt x="12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29"/>
            <p:cNvSpPr/>
            <p:nvPr/>
          </p:nvSpPr>
          <p:spPr>
            <a:xfrm>
              <a:off x="4395965" y="4345568"/>
              <a:ext cx="175295" cy="168780"/>
            </a:xfrm>
            <a:custGeom>
              <a:rect b="b" l="l" r="r" t="t"/>
              <a:pathLst>
                <a:path extrusionOk="0" h="1096" w="1281">
                  <a:moveTo>
                    <a:pt x="1219" y="1"/>
                  </a:moveTo>
                  <a:cubicBezTo>
                    <a:pt x="1009" y="1"/>
                    <a:pt x="805" y="233"/>
                    <a:pt x="668" y="362"/>
                  </a:cubicBezTo>
                  <a:cubicBezTo>
                    <a:pt x="466" y="551"/>
                    <a:pt x="149" y="720"/>
                    <a:pt x="32" y="974"/>
                  </a:cubicBezTo>
                  <a:cubicBezTo>
                    <a:pt x="0" y="1044"/>
                    <a:pt x="53" y="1096"/>
                    <a:pt x="106" y="1096"/>
                  </a:cubicBezTo>
                  <a:cubicBezTo>
                    <a:pt x="137" y="1096"/>
                    <a:pt x="168" y="1079"/>
                    <a:pt x="185" y="1039"/>
                  </a:cubicBezTo>
                  <a:cubicBezTo>
                    <a:pt x="274" y="822"/>
                    <a:pt x="545" y="668"/>
                    <a:pt x="706" y="501"/>
                  </a:cubicBezTo>
                  <a:cubicBezTo>
                    <a:pt x="829" y="374"/>
                    <a:pt x="1041" y="84"/>
                    <a:pt x="1233" y="76"/>
                  </a:cubicBezTo>
                  <a:cubicBezTo>
                    <a:pt x="1281" y="74"/>
                    <a:pt x="1281" y="3"/>
                    <a:pt x="1233" y="1"/>
                  </a:cubicBezTo>
                  <a:cubicBezTo>
                    <a:pt x="1228" y="1"/>
                    <a:pt x="1224" y="1"/>
                    <a:pt x="12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9"/>
            <p:cNvSpPr/>
            <p:nvPr/>
          </p:nvSpPr>
          <p:spPr>
            <a:xfrm>
              <a:off x="4436744" y="4332017"/>
              <a:ext cx="188158" cy="177096"/>
            </a:xfrm>
            <a:custGeom>
              <a:rect b="b" l="l" r="r" t="t"/>
              <a:pathLst>
                <a:path extrusionOk="0" h="1150" w="1375">
                  <a:moveTo>
                    <a:pt x="1315" y="1"/>
                  </a:moveTo>
                  <a:cubicBezTo>
                    <a:pt x="1305" y="1"/>
                    <a:pt x="1295" y="5"/>
                    <a:pt x="1285" y="14"/>
                  </a:cubicBezTo>
                  <a:cubicBezTo>
                    <a:pt x="1029" y="245"/>
                    <a:pt x="720" y="429"/>
                    <a:pt x="435" y="623"/>
                  </a:cubicBezTo>
                  <a:cubicBezTo>
                    <a:pt x="280" y="729"/>
                    <a:pt x="32" y="864"/>
                    <a:pt x="7" y="1071"/>
                  </a:cubicBezTo>
                  <a:cubicBezTo>
                    <a:pt x="1" y="1124"/>
                    <a:pt x="38" y="1150"/>
                    <a:pt x="79" y="1150"/>
                  </a:cubicBezTo>
                  <a:cubicBezTo>
                    <a:pt x="115" y="1150"/>
                    <a:pt x="153" y="1130"/>
                    <a:pt x="168" y="1094"/>
                  </a:cubicBezTo>
                  <a:cubicBezTo>
                    <a:pt x="247" y="889"/>
                    <a:pt x="506" y="758"/>
                    <a:pt x="672" y="631"/>
                  </a:cubicBezTo>
                  <a:cubicBezTo>
                    <a:pt x="904" y="454"/>
                    <a:pt x="1154" y="293"/>
                    <a:pt x="1345" y="74"/>
                  </a:cubicBezTo>
                  <a:cubicBezTo>
                    <a:pt x="1374" y="43"/>
                    <a:pt x="1348" y="1"/>
                    <a:pt x="13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9"/>
            <p:cNvSpPr/>
            <p:nvPr/>
          </p:nvSpPr>
          <p:spPr>
            <a:xfrm>
              <a:off x="4482449" y="4329091"/>
              <a:ext cx="206632" cy="192188"/>
            </a:xfrm>
            <a:custGeom>
              <a:rect b="b" l="l" r="r" t="t"/>
              <a:pathLst>
                <a:path extrusionOk="0" h="1248" w="1510">
                  <a:moveTo>
                    <a:pt x="1446" y="0"/>
                  </a:moveTo>
                  <a:cubicBezTo>
                    <a:pt x="1439" y="0"/>
                    <a:pt x="1431" y="2"/>
                    <a:pt x="1424" y="8"/>
                  </a:cubicBezTo>
                  <a:cubicBezTo>
                    <a:pt x="1087" y="260"/>
                    <a:pt x="766" y="529"/>
                    <a:pt x="426" y="779"/>
                  </a:cubicBezTo>
                  <a:cubicBezTo>
                    <a:pt x="324" y="854"/>
                    <a:pt x="1" y="1023"/>
                    <a:pt x="11" y="1173"/>
                  </a:cubicBezTo>
                  <a:cubicBezTo>
                    <a:pt x="14" y="1216"/>
                    <a:pt x="54" y="1248"/>
                    <a:pt x="93" y="1248"/>
                  </a:cubicBezTo>
                  <a:cubicBezTo>
                    <a:pt x="115" y="1248"/>
                    <a:pt x="138" y="1237"/>
                    <a:pt x="151" y="1211"/>
                  </a:cubicBezTo>
                  <a:cubicBezTo>
                    <a:pt x="226" y="1061"/>
                    <a:pt x="482" y="925"/>
                    <a:pt x="611" y="819"/>
                  </a:cubicBezTo>
                  <a:cubicBezTo>
                    <a:pt x="903" y="577"/>
                    <a:pt x="1184" y="319"/>
                    <a:pt x="1478" y="77"/>
                  </a:cubicBezTo>
                  <a:cubicBezTo>
                    <a:pt x="1509" y="51"/>
                    <a:pt x="1479" y="0"/>
                    <a:pt x="14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9"/>
            <p:cNvSpPr/>
            <p:nvPr/>
          </p:nvSpPr>
          <p:spPr>
            <a:xfrm>
              <a:off x="4533081" y="4337560"/>
              <a:ext cx="188569" cy="178636"/>
            </a:xfrm>
            <a:custGeom>
              <a:rect b="b" l="l" r="r" t="t"/>
              <a:pathLst>
                <a:path extrusionOk="0" h="1160" w="1378">
                  <a:moveTo>
                    <a:pt x="1324" y="0"/>
                  </a:moveTo>
                  <a:cubicBezTo>
                    <a:pt x="1318" y="0"/>
                    <a:pt x="1311" y="2"/>
                    <a:pt x="1304" y="7"/>
                  </a:cubicBezTo>
                  <a:cubicBezTo>
                    <a:pt x="1033" y="199"/>
                    <a:pt x="787" y="426"/>
                    <a:pt x="516" y="620"/>
                  </a:cubicBezTo>
                  <a:cubicBezTo>
                    <a:pt x="356" y="737"/>
                    <a:pt x="123" y="862"/>
                    <a:pt x="31" y="1047"/>
                  </a:cubicBezTo>
                  <a:cubicBezTo>
                    <a:pt x="1" y="1109"/>
                    <a:pt x="47" y="1160"/>
                    <a:pt x="99" y="1160"/>
                  </a:cubicBezTo>
                  <a:cubicBezTo>
                    <a:pt x="122" y="1160"/>
                    <a:pt x="146" y="1149"/>
                    <a:pt x="164" y="1124"/>
                  </a:cubicBezTo>
                  <a:cubicBezTo>
                    <a:pt x="302" y="941"/>
                    <a:pt x="500" y="816"/>
                    <a:pt x="677" y="672"/>
                  </a:cubicBezTo>
                  <a:cubicBezTo>
                    <a:pt x="910" y="484"/>
                    <a:pt x="1144" y="282"/>
                    <a:pt x="1352" y="68"/>
                  </a:cubicBezTo>
                  <a:cubicBezTo>
                    <a:pt x="1378" y="44"/>
                    <a:pt x="1354" y="0"/>
                    <a:pt x="1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29"/>
            <p:cNvSpPr/>
            <p:nvPr/>
          </p:nvSpPr>
          <p:spPr>
            <a:xfrm>
              <a:off x="4570712" y="4336482"/>
              <a:ext cx="189937" cy="190648"/>
            </a:xfrm>
            <a:custGeom>
              <a:rect b="b" l="l" r="r" t="t"/>
              <a:pathLst>
                <a:path extrusionOk="0" h="1238" w="1388">
                  <a:moveTo>
                    <a:pt x="1348" y="0"/>
                  </a:moveTo>
                  <a:cubicBezTo>
                    <a:pt x="1341" y="0"/>
                    <a:pt x="1334" y="3"/>
                    <a:pt x="1327" y="10"/>
                  </a:cubicBezTo>
                  <a:cubicBezTo>
                    <a:pt x="948" y="429"/>
                    <a:pt x="427" y="681"/>
                    <a:pt x="52" y="1106"/>
                  </a:cubicBezTo>
                  <a:cubicBezTo>
                    <a:pt x="1" y="1162"/>
                    <a:pt x="55" y="1238"/>
                    <a:pt x="110" y="1238"/>
                  </a:cubicBezTo>
                  <a:cubicBezTo>
                    <a:pt x="127" y="1238"/>
                    <a:pt x="144" y="1230"/>
                    <a:pt x="158" y="1213"/>
                  </a:cubicBezTo>
                  <a:cubicBezTo>
                    <a:pt x="506" y="769"/>
                    <a:pt x="1004" y="479"/>
                    <a:pt x="1369" y="52"/>
                  </a:cubicBezTo>
                  <a:cubicBezTo>
                    <a:pt x="1388" y="30"/>
                    <a:pt x="1370" y="0"/>
                    <a:pt x="13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9"/>
            <p:cNvSpPr/>
            <p:nvPr/>
          </p:nvSpPr>
          <p:spPr>
            <a:xfrm>
              <a:off x="4615323" y="4326627"/>
              <a:ext cx="198558" cy="195576"/>
            </a:xfrm>
            <a:custGeom>
              <a:rect b="b" l="l" r="r" t="t"/>
              <a:pathLst>
                <a:path extrusionOk="0" h="1270" w="1451">
                  <a:moveTo>
                    <a:pt x="1386" y="0"/>
                  </a:moveTo>
                  <a:cubicBezTo>
                    <a:pt x="1379" y="0"/>
                    <a:pt x="1371" y="2"/>
                    <a:pt x="1364" y="7"/>
                  </a:cubicBezTo>
                  <a:cubicBezTo>
                    <a:pt x="1030" y="241"/>
                    <a:pt x="726" y="508"/>
                    <a:pt x="403" y="758"/>
                  </a:cubicBezTo>
                  <a:cubicBezTo>
                    <a:pt x="272" y="860"/>
                    <a:pt x="1" y="1014"/>
                    <a:pt x="32" y="1212"/>
                  </a:cubicBezTo>
                  <a:cubicBezTo>
                    <a:pt x="39" y="1253"/>
                    <a:pt x="67" y="1269"/>
                    <a:pt x="98" y="1269"/>
                  </a:cubicBezTo>
                  <a:cubicBezTo>
                    <a:pt x="134" y="1269"/>
                    <a:pt x="174" y="1247"/>
                    <a:pt x="188" y="1212"/>
                  </a:cubicBezTo>
                  <a:cubicBezTo>
                    <a:pt x="261" y="1026"/>
                    <a:pt x="489" y="895"/>
                    <a:pt x="632" y="766"/>
                  </a:cubicBezTo>
                  <a:cubicBezTo>
                    <a:pt x="891" y="533"/>
                    <a:pt x="1143" y="295"/>
                    <a:pt x="1418" y="76"/>
                  </a:cubicBezTo>
                  <a:cubicBezTo>
                    <a:pt x="1451" y="50"/>
                    <a:pt x="1421" y="0"/>
                    <a:pt x="13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9"/>
            <p:cNvSpPr/>
            <p:nvPr/>
          </p:nvSpPr>
          <p:spPr>
            <a:xfrm>
              <a:off x="4632839" y="4347878"/>
              <a:ext cx="205127" cy="182486"/>
            </a:xfrm>
            <a:custGeom>
              <a:rect b="b" l="l" r="r" t="t"/>
              <a:pathLst>
                <a:path extrusionOk="0" h="1185" w="1499">
                  <a:moveTo>
                    <a:pt x="1441" y="0"/>
                  </a:moveTo>
                  <a:cubicBezTo>
                    <a:pt x="1432" y="0"/>
                    <a:pt x="1422" y="4"/>
                    <a:pt x="1413" y="11"/>
                  </a:cubicBezTo>
                  <a:cubicBezTo>
                    <a:pt x="1140" y="244"/>
                    <a:pt x="830" y="434"/>
                    <a:pt x="544" y="649"/>
                  </a:cubicBezTo>
                  <a:cubicBezTo>
                    <a:pt x="454" y="718"/>
                    <a:pt x="0" y="984"/>
                    <a:pt x="108" y="1145"/>
                  </a:cubicBezTo>
                  <a:cubicBezTo>
                    <a:pt x="128" y="1172"/>
                    <a:pt x="154" y="1184"/>
                    <a:pt x="179" y="1184"/>
                  </a:cubicBezTo>
                  <a:cubicBezTo>
                    <a:pt x="219" y="1184"/>
                    <a:pt x="258" y="1154"/>
                    <a:pt x="264" y="1104"/>
                  </a:cubicBezTo>
                  <a:lnTo>
                    <a:pt x="264" y="1104"/>
                  </a:lnTo>
                  <a:cubicBezTo>
                    <a:pt x="263" y="1117"/>
                    <a:pt x="263" y="1122"/>
                    <a:pt x="265" y="1122"/>
                  </a:cubicBezTo>
                  <a:cubicBezTo>
                    <a:pt x="271" y="1122"/>
                    <a:pt x="287" y="1085"/>
                    <a:pt x="306" y="1066"/>
                  </a:cubicBezTo>
                  <a:cubicBezTo>
                    <a:pt x="350" y="1024"/>
                    <a:pt x="394" y="982"/>
                    <a:pt x="438" y="941"/>
                  </a:cubicBezTo>
                  <a:cubicBezTo>
                    <a:pt x="563" y="828"/>
                    <a:pt x="694" y="724"/>
                    <a:pt x="825" y="618"/>
                  </a:cubicBezTo>
                  <a:cubicBezTo>
                    <a:pt x="1040" y="442"/>
                    <a:pt x="1282" y="274"/>
                    <a:pt x="1471" y="69"/>
                  </a:cubicBezTo>
                  <a:cubicBezTo>
                    <a:pt x="1499" y="39"/>
                    <a:pt x="1472" y="0"/>
                    <a:pt x="14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9"/>
            <p:cNvSpPr/>
            <p:nvPr/>
          </p:nvSpPr>
          <p:spPr>
            <a:xfrm>
              <a:off x="4693733" y="4334327"/>
              <a:ext cx="182822" cy="182640"/>
            </a:xfrm>
            <a:custGeom>
              <a:rect b="b" l="l" r="r" t="t"/>
              <a:pathLst>
                <a:path extrusionOk="0" h="1186" w="1336">
                  <a:moveTo>
                    <a:pt x="1276" y="1"/>
                  </a:moveTo>
                  <a:cubicBezTo>
                    <a:pt x="1266" y="1"/>
                    <a:pt x="1256" y="5"/>
                    <a:pt x="1247" y="14"/>
                  </a:cubicBezTo>
                  <a:cubicBezTo>
                    <a:pt x="887" y="408"/>
                    <a:pt x="410" y="670"/>
                    <a:pt x="47" y="1054"/>
                  </a:cubicBezTo>
                  <a:cubicBezTo>
                    <a:pt x="1" y="1102"/>
                    <a:pt x="43" y="1185"/>
                    <a:pt x="100" y="1185"/>
                  </a:cubicBezTo>
                  <a:cubicBezTo>
                    <a:pt x="113" y="1185"/>
                    <a:pt x="126" y="1181"/>
                    <a:pt x="139" y="1172"/>
                  </a:cubicBezTo>
                  <a:cubicBezTo>
                    <a:pt x="564" y="874"/>
                    <a:pt x="983" y="476"/>
                    <a:pt x="1310" y="76"/>
                  </a:cubicBezTo>
                  <a:cubicBezTo>
                    <a:pt x="1336" y="44"/>
                    <a:pt x="1308" y="1"/>
                    <a:pt x="12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9"/>
            <p:cNvSpPr/>
            <p:nvPr/>
          </p:nvSpPr>
          <p:spPr>
            <a:xfrm>
              <a:off x="4746965" y="4331093"/>
              <a:ext cx="169137" cy="163852"/>
            </a:xfrm>
            <a:custGeom>
              <a:rect b="b" l="l" r="r" t="t"/>
              <a:pathLst>
                <a:path extrusionOk="0" h="1064" w="1236">
                  <a:moveTo>
                    <a:pt x="1187" y="0"/>
                  </a:moveTo>
                  <a:cubicBezTo>
                    <a:pt x="1180" y="0"/>
                    <a:pt x="1172" y="3"/>
                    <a:pt x="1165" y="10"/>
                  </a:cubicBezTo>
                  <a:cubicBezTo>
                    <a:pt x="956" y="201"/>
                    <a:pt x="723" y="360"/>
                    <a:pt x="498" y="529"/>
                  </a:cubicBezTo>
                  <a:cubicBezTo>
                    <a:pt x="333" y="654"/>
                    <a:pt x="143" y="783"/>
                    <a:pt x="33" y="960"/>
                  </a:cubicBezTo>
                  <a:cubicBezTo>
                    <a:pt x="0" y="1010"/>
                    <a:pt x="47" y="1063"/>
                    <a:pt x="96" y="1063"/>
                  </a:cubicBezTo>
                  <a:cubicBezTo>
                    <a:pt x="113" y="1063"/>
                    <a:pt x="129" y="1057"/>
                    <a:pt x="143" y="1043"/>
                  </a:cubicBezTo>
                  <a:cubicBezTo>
                    <a:pt x="314" y="879"/>
                    <a:pt x="471" y="708"/>
                    <a:pt x="654" y="554"/>
                  </a:cubicBezTo>
                  <a:cubicBezTo>
                    <a:pt x="846" y="393"/>
                    <a:pt x="1040" y="237"/>
                    <a:pt x="1213" y="55"/>
                  </a:cubicBezTo>
                  <a:cubicBezTo>
                    <a:pt x="1235" y="33"/>
                    <a:pt x="1213" y="0"/>
                    <a:pt x="11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9"/>
            <p:cNvSpPr/>
            <p:nvPr/>
          </p:nvSpPr>
          <p:spPr>
            <a:xfrm>
              <a:off x="4767081" y="4330323"/>
              <a:ext cx="178716" cy="174478"/>
            </a:xfrm>
            <a:custGeom>
              <a:rect b="b" l="l" r="r" t="t"/>
              <a:pathLst>
                <a:path extrusionOk="0" h="1133" w="1306">
                  <a:moveTo>
                    <a:pt x="1258" y="0"/>
                  </a:moveTo>
                  <a:cubicBezTo>
                    <a:pt x="1252" y="0"/>
                    <a:pt x="1246" y="2"/>
                    <a:pt x="1239" y="6"/>
                  </a:cubicBezTo>
                  <a:cubicBezTo>
                    <a:pt x="805" y="277"/>
                    <a:pt x="386" y="613"/>
                    <a:pt x="53" y="1000"/>
                  </a:cubicBezTo>
                  <a:cubicBezTo>
                    <a:pt x="1" y="1062"/>
                    <a:pt x="50" y="1132"/>
                    <a:pt x="111" y="1132"/>
                  </a:cubicBezTo>
                  <a:cubicBezTo>
                    <a:pt x="129" y="1132"/>
                    <a:pt x="148" y="1126"/>
                    <a:pt x="165" y="1113"/>
                  </a:cubicBezTo>
                  <a:cubicBezTo>
                    <a:pt x="190" y="1096"/>
                    <a:pt x="211" y="1075"/>
                    <a:pt x="228" y="1048"/>
                  </a:cubicBezTo>
                  <a:cubicBezTo>
                    <a:pt x="232" y="1044"/>
                    <a:pt x="234" y="1040"/>
                    <a:pt x="236" y="1034"/>
                  </a:cubicBezTo>
                  <a:cubicBezTo>
                    <a:pt x="551" y="679"/>
                    <a:pt x="897" y="358"/>
                    <a:pt x="1274" y="69"/>
                  </a:cubicBezTo>
                  <a:cubicBezTo>
                    <a:pt x="1305" y="46"/>
                    <a:pt x="1289" y="0"/>
                    <a:pt x="1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9"/>
            <p:cNvSpPr/>
            <p:nvPr/>
          </p:nvSpPr>
          <p:spPr>
            <a:xfrm>
              <a:off x="4788565" y="4324471"/>
              <a:ext cx="199380" cy="206201"/>
            </a:xfrm>
            <a:custGeom>
              <a:rect b="b" l="l" r="r" t="t"/>
              <a:pathLst>
                <a:path extrusionOk="0" h="1339" w="1457">
                  <a:moveTo>
                    <a:pt x="1397" y="1"/>
                  </a:moveTo>
                  <a:cubicBezTo>
                    <a:pt x="1387" y="1"/>
                    <a:pt x="1378" y="4"/>
                    <a:pt x="1369" y="13"/>
                  </a:cubicBezTo>
                  <a:cubicBezTo>
                    <a:pt x="946" y="419"/>
                    <a:pt x="475" y="778"/>
                    <a:pt x="60" y="1193"/>
                  </a:cubicBezTo>
                  <a:cubicBezTo>
                    <a:pt x="1" y="1254"/>
                    <a:pt x="58" y="1338"/>
                    <a:pt x="124" y="1338"/>
                  </a:cubicBezTo>
                  <a:cubicBezTo>
                    <a:pt x="143" y="1338"/>
                    <a:pt x="163" y="1331"/>
                    <a:pt x="181" y="1314"/>
                  </a:cubicBezTo>
                  <a:cubicBezTo>
                    <a:pt x="602" y="905"/>
                    <a:pt x="1021" y="492"/>
                    <a:pt x="1428" y="71"/>
                  </a:cubicBezTo>
                  <a:cubicBezTo>
                    <a:pt x="1457" y="42"/>
                    <a:pt x="1428" y="1"/>
                    <a:pt x="13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9"/>
            <p:cNvSpPr/>
            <p:nvPr/>
          </p:nvSpPr>
          <p:spPr>
            <a:xfrm>
              <a:off x="4870807" y="4353114"/>
              <a:ext cx="141358" cy="157230"/>
            </a:xfrm>
            <a:custGeom>
              <a:rect b="b" l="l" r="r" t="t"/>
              <a:pathLst>
                <a:path extrusionOk="0" h="1021" w="1033">
                  <a:moveTo>
                    <a:pt x="963" y="0"/>
                  </a:moveTo>
                  <a:cubicBezTo>
                    <a:pt x="953" y="0"/>
                    <a:pt x="943" y="3"/>
                    <a:pt x="933" y="10"/>
                  </a:cubicBezTo>
                  <a:cubicBezTo>
                    <a:pt x="895" y="37"/>
                    <a:pt x="858" y="67"/>
                    <a:pt x="825" y="96"/>
                  </a:cubicBezTo>
                  <a:cubicBezTo>
                    <a:pt x="541" y="321"/>
                    <a:pt x="270" y="590"/>
                    <a:pt x="47" y="871"/>
                  </a:cubicBezTo>
                  <a:cubicBezTo>
                    <a:pt x="0" y="931"/>
                    <a:pt x="35" y="1020"/>
                    <a:pt x="108" y="1020"/>
                  </a:cubicBezTo>
                  <a:cubicBezTo>
                    <a:pt x="115" y="1020"/>
                    <a:pt x="124" y="1019"/>
                    <a:pt x="133" y="1017"/>
                  </a:cubicBezTo>
                  <a:cubicBezTo>
                    <a:pt x="187" y="1005"/>
                    <a:pt x="206" y="988"/>
                    <a:pt x="235" y="942"/>
                  </a:cubicBezTo>
                  <a:cubicBezTo>
                    <a:pt x="241" y="932"/>
                    <a:pt x="243" y="919"/>
                    <a:pt x="243" y="909"/>
                  </a:cubicBezTo>
                  <a:cubicBezTo>
                    <a:pt x="483" y="625"/>
                    <a:pt x="764" y="383"/>
                    <a:pt x="1002" y="100"/>
                  </a:cubicBezTo>
                  <a:cubicBezTo>
                    <a:pt x="1032" y="63"/>
                    <a:pt x="1005" y="0"/>
                    <a:pt x="9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29"/>
            <p:cNvSpPr/>
            <p:nvPr/>
          </p:nvSpPr>
          <p:spPr>
            <a:xfrm>
              <a:off x="4948397" y="4345876"/>
              <a:ext cx="148474" cy="154459"/>
            </a:xfrm>
            <a:custGeom>
              <a:rect b="b" l="l" r="r" t="t"/>
              <a:pathLst>
                <a:path extrusionOk="0" h="1003" w="1085">
                  <a:moveTo>
                    <a:pt x="1030" y="0"/>
                  </a:moveTo>
                  <a:cubicBezTo>
                    <a:pt x="1020" y="0"/>
                    <a:pt x="1009" y="9"/>
                    <a:pt x="1008" y="20"/>
                  </a:cubicBezTo>
                  <a:cubicBezTo>
                    <a:pt x="1004" y="49"/>
                    <a:pt x="854" y="145"/>
                    <a:pt x="827" y="168"/>
                  </a:cubicBezTo>
                  <a:cubicBezTo>
                    <a:pt x="716" y="260"/>
                    <a:pt x="606" y="351"/>
                    <a:pt x="493" y="443"/>
                  </a:cubicBezTo>
                  <a:cubicBezTo>
                    <a:pt x="389" y="531"/>
                    <a:pt x="283" y="620"/>
                    <a:pt x="180" y="712"/>
                  </a:cubicBezTo>
                  <a:cubicBezTo>
                    <a:pt x="128" y="762"/>
                    <a:pt x="24" y="835"/>
                    <a:pt x="10" y="912"/>
                  </a:cubicBezTo>
                  <a:cubicBezTo>
                    <a:pt x="1" y="965"/>
                    <a:pt x="37" y="1003"/>
                    <a:pt x="80" y="1003"/>
                  </a:cubicBezTo>
                  <a:cubicBezTo>
                    <a:pt x="97" y="1003"/>
                    <a:pt x="116" y="997"/>
                    <a:pt x="132" y="983"/>
                  </a:cubicBezTo>
                  <a:cubicBezTo>
                    <a:pt x="214" y="918"/>
                    <a:pt x="278" y="814"/>
                    <a:pt x="353" y="739"/>
                  </a:cubicBezTo>
                  <a:cubicBezTo>
                    <a:pt x="468" y="624"/>
                    <a:pt x="587" y="512"/>
                    <a:pt x="704" y="401"/>
                  </a:cubicBezTo>
                  <a:cubicBezTo>
                    <a:pt x="758" y="349"/>
                    <a:pt x="1085" y="107"/>
                    <a:pt x="1043" y="9"/>
                  </a:cubicBezTo>
                  <a:cubicBezTo>
                    <a:pt x="1040" y="3"/>
                    <a:pt x="1035" y="0"/>
                    <a:pt x="10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9"/>
            <p:cNvSpPr/>
            <p:nvPr/>
          </p:nvSpPr>
          <p:spPr>
            <a:xfrm>
              <a:off x="4999712" y="4339100"/>
              <a:ext cx="170779" cy="150917"/>
            </a:xfrm>
            <a:custGeom>
              <a:rect b="b" l="l" r="r" t="t"/>
              <a:pathLst>
                <a:path extrusionOk="0" h="980" w="1248">
                  <a:moveTo>
                    <a:pt x="1197" y="0"/>
                  </a:moveTo>
                  <a:cubicBezTo>
                    <a:pt x="1190" y="0"/>
                    <a:pt x="1183" y="3"/>
                    <a:pt x="1177" y="8"/>
                  </a:cubicBezTo>
                  <a:cubicBezTo>
                    <a:pt x="964" y="174"/>
                    <a:pt x="743" y="329"/>
                    <a:pt x="524" y="487"/>
                  </a:cubicBezTo>
                  <a:cubicBezTo>
                    <a:pt x="368" y="602"/>
                    <a:pt x="183" y="714"/>
                    <a:pt x="51" y="858"/>
                  </a:cubicBezTo>
                  <a:cubicBezTo>
                    <a:pt x="1" y="913"/>
                    <a:pt x="48" y="980"/>
                    <a:pt x="106" y="980"/>
                  </a:cubicBezTo>
                  <a:cubicBezTo>
                    <a:pt x="122" y="980"/>
                    <a:pt x="139" y="975"/>
                    <a:pt x="156" y="962"/>
                  </a:cubicBezTo>
                  <a:cubicBezTo>
                    <a:pt x="522" y="675"/>
                    <a:pt x="854" y="341"/>
                    <a:pt x="1221" y="53"/>
                  </a:cubicBezTo>
                  <a:cubicBezTo>
                    <a:pt x="1247" y="34"/>
                    <a:pt x="1223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9"/>
            <p:cNvSpPr/>
            <p:nvPr/>
          </p:nvSpPr>
          <p:spPr>
            <a:xfrm>
              <a:off x="5034607" y="4329553"/>
              <a:ext cx="184737" cy="181870"/>
            </a:xfrm>
            <a:custGeom>
              <a:rect b="b" l="l" r="r" t="t"/>
              <a:pathLst>
                <a:path extrusionOk="0" h="1181" w="1350">
                  <a:moveTo>
                    <a:pt x="1291" y="1"/>
                  </a:moveTo>
                  <a:cubicBezTo>
                    <a:pt x="1282" y="1"/>
                    <a:pt x="1271" y="5"/>
                    <a:pt x="1262" y="13"/>
                  </a:cubicBezTo>
                  <a:cubicBezTo>
                    <a:pt x="1039" y="220"/>
                    <a:pt x="811" y="422"/>
                    <a:pt x="576" y="616"/>
                  </a:cubicBezTo>
                  <a:cubicBezTo>
                    <a:pt x="449" y="722"/>
                    <a:pt x="317" y="824"/>
                    <a:pt x="180" y="920"/>
                  </a:cubicBezTo>
                  <a:cubicBezTo>
                    <a:pt x="115" y="966"/>
                    <a:pt x="57" y="989"/>
                    <a:pt x="26" y="1064"/>
                  </a:cubicBezTo>
                  <a:cubicBezTo>
                    <a:pt x="1" y="1123"/>
                    <a:pt x="61" y="1180"/>
                    <a:pt x="120" y="1180"/>
                  </a:cubicBezTo>
                  <a:cubicBezTo>
                    <a:pt x="135" y="1180"/>
                    <a:pt x="150" y="1177"/>
                    <a:pt x="163" y="1168"/>
                  </a:cubicBezTo>
                  <a:cubicBezTo>
                    <a:pt x="174" y="1162"/>
                    <a:pt x="184" y="1155"/>
                    <a:pt x="192" y="1149"/>
                  </a:cubicBezTo>
                  <a:cubicBezTo>
                    <a:pt x="217" y="1133"/>
                    <a:pt x="228" y="1110"/>
                    <a:pt x="230" y="1085"/>
                  </a:cubicBezTo>
                  <a:cubicBezTo>
                    <a:pt x="282" y="1041"/>
                    <a:pt x="392" y="976"/>
                    <a:pt x="422" y="951"/>
                  </a:cubicBezTo>
                  <a:cubicBezTo>
                    <a:pt x="532" y="860"/>
                    <a:pt x="640" y="762"/>
                    <a:pt x="747" y="664"/>
                  </a:cubicBezTo>
                  <a:cubicBezTo>
                    <a:pt x="947" y="476"/>
                    <a:pt x="1136" y="276"/>
                    <a:pt x="1322" y="72"/>
                  </a:cubicBezTo>
                  <a:cubicBezTo>
                    <a:pt x="1349" y="41"/>
                    <a:pt x="1323" y="1"/>
                    <a:pt x="12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9"/>
            <p:cNvSpPr/>
            <p:nvPr/>
          </p:nvSpPr>
          <p:spPr>
            <a:xfrm>
              <a:off x="5093723" y="4342026"/>
              <a:ext cx="173243" cy="177558"/>
            </a:xfrm>
            <a:custGeom>
              <a:rect b="b" l="l" r="r" t="t"/>
              <a:pathLst>
                <a:path extrusionOk="0" h="1153" w="1266">
                  <a:moveTo>
                    <a:pt x="1224" y="0"/>
                  </a:moveTo>
                  <a:cubicBezTo>
                    <a:pt x="1217" y="0"/>
                    <a:pt x="1211" y="2"/>
                    <a:pt x="1205" y="7"/>
                  </a:cubicBezTo>
                  <a:cubicBezTo>
                    <a:pt x="813" y="339"/>
                    <a:pt x="350" y="603"/>
                    <a:pt x="35" y="1016"/>
                  </a:cubicBezTo>
                  <a:cubicBezTo>
                    <a:pt x="0" y="1060"/>
                    <a:pt x="38" y="1131"/>
                    <a:pt x="85" y="1143"/>
                  </a:cubicBezTo>
                  <a:cubicBezTo>
                    <a:pt x="96" y="1145"/>
                    <a:pt x="104" y="1147"/>
                    <a:pt x="113" y="1149"/>
                  </a:cubicBezTo>
                  <a:cubicBezTo>
                    <a:pt x="119" y="1151"/>
                    <a:pt x="127" y="1152"/>
                    <a:pt x="135" y="1152"/>
                  </a:cubicBezTo>
                  <a:cubicBezTo>
                    <a:pt x="157" y="1152"/>
                    <a:pt x="180" y="1145"/>
                    <a:pt x="194" y="1129"/>
                  </a:cubicBezTo>
                  <a:cubicBezTo>
                    <a:pt x="202" y="1118"/>
                    <a:pt x="211" y="1106"/>
                    <a:pt x="219" y="1095"/>
                  </a:cubicBezTo>
                  <a:cubicBezTo>
                    <a:pt x="233" y="1074"/>
                    <a:pt x="240" y="1054"/>
                    <a:pt x="238" y="1035"/>
                  </a:cubicBezTo>
                  <a:cubicBezTo>
                    <a:pt x="536" y="668"/>
                    <a:pt x="930" y="399"/>
                    <a:pt x="1246" y="49"/>
                  </a:cubicBezTo>
                  <a:cubicBezTo>
                    <a:pt x="1266" y="26"/>
                    <a:pt x="1246" y="0"/>
                    <a:pt x="12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9"/>
            <p:cNvSpPr/>
            <p:nvPr/>
          </p:nvSpPr>
          <p:spPr>
            <a:xfrm>
              <a:off x="5145586" y="4338792"/>
              <a:ext cx="183232" cy="182486"/>
            </a:xfrm>
            <a:custGeom>
              <a:rect b="b" l="l" r="r" t="t"/>
              <a:pathLst>
                <a:path extrusionOk="0" h="1185" w="1339">
                  <a:moveTo>
                    <a:pt x="1292" y="0"/>
                  </a:moveTo>
                  <a:cubicBezTo>
                    <a:pt x="1285" y="0"/>
                    <a:pt x="1278" y="3"/>
                    <a:pt x="1272" y="10"/>
                  </a:cubicBezTo>
                  <a:cubicBezTo>
                    <a:pt x="897" y="397"/>
                    <a:pt x="405" y="658"/>
                    <a:pt x="48" y="1058"/>
                  </a:cubicBezTo>
                  <a:cubicBezTo>
                    <a:pt x="0" y="1112"/>
                    <a:pt x="47" y="1185"/>
                    <a:pt x="102" y="1185"/>
                  </a:cubicBezTo>
                  <a:cubicBezTo>
                    <a:pt x="119" y="1185"/>
                    <a:pt x="136" y="1178"/>
                    <a:pt x="152" y="1162"/>
                  </a:cubicBezTo>
                  <a:cubicBezTo>
                    <a:pt x="530" y="783"/>
                    <a:pt x="942" y="439"/>
                    <a:pt x="1315" y="55"/>
                  </a:cubicBezTo>
                  <a:cubicBezTo>
                    <a:pt x="1338" y="33"/>
                    <a:pt x="1316" y="0"/>
                    <a:pt x="12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9"/>
            <p:cNvSpPr/>
            <p:nvPr/>
          </p:nvSpPr>
          <p:spPr>
            <a:xfrm>
              <a:off x="5196902" y="4338792"/>
              <a:ext cx="185558" cy="180022"/>
            </a:xfrm>
            <a:custGeom>
              <a:rect b="b" l="l" r="r" t="t"/>
              <a:pathLst>
                <a:path extrusionOk="0" h="1169" w="1356">
                  <a:moveTo>
                    <a:pt x="1316" y="1"/>
                  </a:moveTo>
                  <a:cubicBezTo>
                    <a:pt x="1309" y="1"/>
                    <a:pt x="1301" y="4"/>
                    <a:pt x="1295" y="12"/>
                  </a:cubicBezTo>
                  <a:cubicBezTo>
                    <a:pt x="936" y="422"/>
                    <a:pt x="434" y="658"/>
                    <a:pt x="53" y="1041"/>
                  </a:cubicBezTo>
                  <a:cubicBezTo>
                    <a:pt x="1" y="1095"/>
                    <a:pt x="52" y="1169"/>
                    <a:pt x="109" y="1169"/>
                  </a:cubicBezTo>
                  <a:cubicBezTo>
                    <a:pt x="126" y="1169"/>
                    <a:pt x="143" y="1163"/>
                    <a:pt x="159" y="1148"/>
                  </a:cubicBezTo>
                  <a:cubicBezTo>
                    <a:pt x="544" y="777"/>
                    <a:pt x="1007" y="479"/>
                    <a:pt x="1339" y="53"/>
                  </a:cubicBezTo>
                  <a:cubicBezTo>
                    <a:pt x="1356" y="31"/>
                    <a:pt x="1337" y="1"/>
                    <a:pt x="13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9"/>
            <p:cNvSpPr/>
            <p:nvPr/>
          </p:nvSpPr>
          <p:spPr>
            <a:xfrm>
              <a:off x="5250134" y="4340332"/>
              <a:ext cx="181179" cy="174478"/>
            </a:xfrm>
            <a:custGeom>
              <a:rect b="b" l="l" r="r" t="t"/>
              <a:pathLst>
                <a:path extrusionOk="0" h="1133" w="1324">
                  <a:moveTo>
                    <a:pt x="1241" y="0"/>
                  </a:moveTo>
                  <a:cubicBezTo>
                    <a:pt x="1228" y="0"/>
                    <a:pt x="1214" y="5"/>
                    <a:pt x="1202" y="16"/>
                  </a:cubicBezTo>
                  <a:cubicBezTo>
                    <a:pt x="833" y="354"/>
                    <a:pt x="418" y="639"/>
                    <a:pt x="60" y="988"/>
                  </a:cubicBezTo>
                  <a:cubicBezTo>
                    <a:pt x="1" y="1045"/>
                    <a:pt x="53" y="1132"/>
                    <a:pt x="120" y="1132"/>
                  </a:cubicBezTo>
                  <a:cubicBezTo>
                    <a:pt x="134" y="1132"/>
                    <a:pt x="148" y="1129"/>
                    <a:pt x="162" y="1121"/>
                  </a:cubicBezTo>
                  <a:cubicBezTo>
                    <a:pt x="176" y="1115"/>
                    <a:pt x="189" y="1106"/>
                    <a:pt x="203" y="1098"/>
                  </a:cubicBezTo>
                  <a:cubicBezTo>
                    <a:pt x="222" y="1088"/>
                    <a:pt x="230" y="1071"/>
                    <a:pt x="235" y="1052"/>
                  </a:cubicBezTo>
                  <a:cubicBezTo>
                    <a:pt x="568" y="717"/>
                    <a:pt x="947" y="429"/>
                    <a:pt x="1283" y="95"/>
                  </a:cubicBezTo>
                  <a:cubicBezTo>
                    <a:pt x="1323" y="55"/>
                    <a:pt x="1285" y="0"/>
                    <a:pt x="12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9"/>
            <p:cNvSpPr/>
            <p:nvPr/>
          </p:nvSpPr>
          <p:spPr>
            <a:xfrm>
              <a:off x="5289544" y="4334173"/>
              <a:ext cx="180222" cy="184642"/>
            </a:xfrm>
            <a:custGeom>
              <a:rect b="b" l="l" r="r" t="t"/>
              <a:pathLst>
                <a:path extrusionOk="0" h="1199" w="1317">
                  <a:moveTo>
                    <a:pt x="1251" y="1"/>
                  </a:moveTo>
                  <a:cubicBezTo>
                    <a:pt x="1240" y="1"/>
                    <a:pt x="1230" y="5"/>
                    <a:pt x="1222" y="15"/>
                  </a:cubicBezTo>
                  <a:cubicBezTo>
                    <a:pt x="1026" y="250"/>
                    <a:pt x="797" y="459"/>
                    <a:pt x="549" y="638"/>
                  </a:cubicBezTo>
                  <a:cubicBezTo>
                    <a:pt x="366" y="769"/>
                    <a:pt x="145" y="886"/>
                    <a:pt x="30" y="1088"/>
                  </a:cubicBezTo>
                  <a:cubicBezTo>
                    <a:pt x="0" y="1139"/>
                    <a:pt x="49" y="1199"/>
                    <a:pt x="97" y="1199"/>
                  </a:cubicBezTo>
                  <a:cubicBezTo>
                    <a:pt x="113" y="1199"/>
                    <a:pt x="129" y="1192"/>
                    <a:pt x="143" y="1175"/>
                  </a:cubicBezTo>
                  <a:cubicBezTo>
                    <a:pt x="313" y="965"/>
                    <a:pt x="534" y="832"/>
                    <a:pt x="737" y="657"/>
                  </a:cubicBezTo>
                  <a:cubicBezTo>
                    <a:pt x="941" y="479"/>
                    <a:pt x="1130" y="288"/>
                    <a:pt x="1293" y="69"/>
                  </a:cubicBezTo>
                  <a:cubicBezTo>
                    <a:pt x="1316" y="38"/>
                    <a:pt x="1283" y="1"/>
                    <a:pt x="12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9"/>
            <p:cNvSpPr/>
            <p:nvPr/>
          </p:nvSpPr>
          <p:spPr>
            <a:xfrm>
              <a:off x="5324302" y="4331863"/>
              <a:ext cx="205537" cy="192804"/>
            </a:xfrm>
            <a:custGeom>
              <a:rect b="b" l="l" r="r" t="t"/>
              <a:pathLst>
                <a:path extrusionOk="0" h="1252" w="1502">
                  <a:moveTo>
                    <a:pt x="1462" y="1"/>
                  </a:moveTo>
                  <a:cubicBezTo>
                    <a:pt x="1456" y="1"/>
                    <a:pt x="1450" y="3"/>
                    <a:pt x="1445" y="9"/>
                  </a:cubicBezTo>
                  <a:cubicBezTo>
                    <a:pt x="1052" y="457"/>
                    <a:pt x="499" y="713"/>
                    <a:pt x="64" y="1115"/>
                  </a:cubicBezTo>
                  <a:cubicBezTo>
                    <a:pt x="1" y="1172"/>
                    <a:pt x="60" y="1252"/>
                    <a:pt x="128" y="1252"/>
                  </a:cubicBezTo>
                  <a:cubicBezTo>
                    <a:pt x="133" y="1252"/>
                    <a:pt x="137" y="1252"/>
                    <a:pt x="141" y="1251"/>
                  </a:cubicBezTo>
                  <a:cubicBezTo>
                    <a:pt x="195" y="1243"/>
                    <a:pt x="197" y="1241"/>
                    <a:pt x="243" y="1207"/>
                  </a:cubicBezTo>
                  <a:cubicBezTo>
                    <a:pt x="268" y="1186"/>
                    <a:pt x="276" y="1161"/>
                    <a:pt x="276" y="1134"/>
                  </a:cubicBezTo>
                  <a:cubicBezTo>
                    <a:pt x="672" y="761"/>
                    <a:pt x="1152" y="482"/>
                    <a:pt x="1487" y="42"/>
                  </a:cubicBezTo>
                  <a:cubicBezTo>
                    <a:pt x="1501" y="23"/>
                    <a:pt x="1481" y="1"/>
                    <a:pt x="1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9"/>
            <p:cNvSpPr/>
            <p:nvPr/>
          </p:nvSpPr>
          <p:spPr>
            <a:xfrm>
              <a:off x="5386976" y="4328321"/>
              <a:ext cx="191579" cy="178482"/>
            </a:xfrm>
            <a:custGeom>
              <a:rect b="b" l="l" r="r" t="t"/>
              <a:pathLst>
                <a:path extrusionOk="0" h="1159" w="1400">
                  <a:moveTo>
                    <a:pt x="1353" y="0"/>
                  </a:moveTo>
                  <a:cubicBezTo>
                    <a:pt x="1345" y="0"/>
                    <a:pt x="1337" y="4"/>
                    <a:pt x="1329" y="11"/>
                  </a:cubicBezTo>
                  <a:cubicBezTo>
                    <a:pt x="940" y="392"/>
                    <a:pt x="429" y="628"/>
                    <a:pt x="54" y="1024"/>
                  </a:cubicBezTo>
                  <a:cubicBezTo>
                    <a:pt x="1" y="1080"/>
                    <a:pt x="54" y="1158"/>
                    <a:pt x="113" y="1158"/>
                  </a:cubicBezTo>
                  <a:cubicBezTo>
                    <a:pt x="130" y="1158"/>
                    <a:pt x="148" y="1151"/>
                    <a:pt x="164" y="1134"/>
                  </a:cubicBezTo>
                  <a:cubicBezTo>
                    <a:pt x="544" y="745"/>
                    <a:pt x="1012" y="459"/>
                    <a:pt x="1377" y="59"/>
                  </a:cubicBezTo>
                  <a:cubicBezTo>
                    <a:pt x="1400" y="33"/>
                    <a:pt x="1379" y="0"/>
                    <a:pt x="1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9"/>
            <p:cNvSpPr/>
            <p:nvPr/>
          </p:nvSpPr>
          <p:spPr>
            <a:xfrm>
              <a:off x="5448965" y="4323239"/>
              <a:ext cx="174474" cy="173708"/>
            </a:xfrm>
            <a:custGeom>
              <a:rect b="b" l="l" r="r" t="t"/>
              <a:pathLst>
                <a:path extrusionOk="0" h="1128" w="1275">
                  <a:moveTo>
                    <a:pt x="1231" y="0"/>
                  </a:moveTo>
                  <a:cubicBezTo>
                    <a:pt x="1224" y="0"/>
                    <a:pt x="1217" y="3"/>
                    <a:pt x="1210" y="11"/>
                  </a:cubicBezTo>
                  <a:cubicBezTo>
                    <a:pt x="868" y="392"/>
                    <a:pt x="391" y="611"/>
                    <a:pt x="47" y="988"/>
                  </a:cubicBezTo>
                  <a:cubicBezTo>
                    <a:pt x="0" y="1040"/>
                    <a:pt x="35" y="1128"/>
                    <a:pt x="100" y="1128"/>
                  </a:cubicBezTo>
                  <a:cubicBezTo>
                    <a:pt x="108" y="1128"/>
                    <a:pt x="117" y="1127"/>
                    <a:pt x="126" y="1124"/>
                  </a:cubicBezTo>
                  <a:cubicBezTo>
                    <a:pt x="174" y="1109"/>
                    <a:pt x="191" y="1092"/>
                    <a:pt x="222" y="1053"/>
                  </a:cubicBezTo>
                  <a:cubicBezTo>
                    <a:pt x="232" y="1040"/>
                    <a:pt x="234" y="1030"/>
                    <a:pt x="236" y="1017"/>
                  </a:cubicBezTo>
                  <a:cubicBezTo>
                    <a:pt x="547" y="667"/>
                    <a:pt x="964" y="427"/>
                    <a:pt x="1256" y="56"/>
                  </a:cubicBezTo>
                  <a:cubicBezTo>
                    <a:pt x="1275" y="33"/>
                    <a:pt x="1255" y="0"/>
                    <a:pt x="1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9"/>
            <p:cNvSpPr/>
            <p:nvPr/>
          </p:nvSpPr>
          <p:spPr>
            <a:xfrm>
              <a:off x="5495492" y="4338330"/>
              <a:ext cx="181179" cy="166470"/>
            </a:xfrm>
            <a:custGeom>
              <a:rect b="b" l="l" r="r" t="t"/>
              <a:pathLst>
                <a:path extrusionOk="0" h="1081" w="1324">
                  <a:moveTo>
                    <a:pt x="1273" y="0"/>
                  </a:moveTo>
                  <a:cubicBezTo>
                    <a:pt x="1265" y="0"/>
                    <a:pt x="1257" y="3"/>
                    <a:pt x="1249" y="11"/>
                  </a:cubicBezTo>
                  <a:cubicBezTo>
                    <a:pt x="882" y="357"/>
                    <a:pt x="486" y="642"/>
                    <a:pt x="71" y="928"/>
                  </a:cubicBezTo>
                  <a:cubicBezTo>
                    <a:pt x="0" y="976"/>
                    <a:pt x="42" y="1080"/>
                    <a:pt x="112" y="1080"/>
                  </a:cubicBezTo>
                  <a:cubicBezTo>
                    <a:pt x="125" y="1080"/>
                    <a:pt x="140" y="1076"/>
                    <a:pt x="155" y="1067"/>
                  </a:cubicBezTo>
                  <a:cubicBezTo>
                    <a:pt x="584" y="803"/>
                    <a:pt x="953" y="423"/>
                    <a:pt x="1299" y="61"/>
                  </a:cubicBezTo>
                  <a:cubicBezTo>
                    <a:pt x="1323" y="35"/>
                    <a:pt x="1300" y="0"/>
                    <a:pt x="12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6" name="Google Shape;1826;p29"/>
          <p:cNvGrpSpPr/>
          <p:nvPr/>
        </p:nvGrpSpPr>
        <p:grpSpPr>
          <a:xfrm>
            <a:off x="5976300" y="2946675"/>
            <a:ext cx="2496275" cy="1587857"/>
            <a:chOff x="5976300" y="2946675"/>
            <a:chExt cx="2496275" cy="1587857"/>
          </a:xfrm>
        </p:grpSpPr>
        <p:sp>
          <p:nvSpPr>
            <p:cNvPr id="1827" name="Google Shape;1827;p29"/>
            <p:cNvSpPr txBox="1"/>
            <p:nvPr/>
          </p:nvSpPr>
          <p:spPr>
            <a:xfrm>
              <a:off x="6274396" y="3154413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Needs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828" name="Google Shape;1828;p29"/>
            <p:cNvSpPr txBox="1"/>
            <p:nvPr/>
          </p:nvSpPr>
          <p:spPr>
            <a:xfrm>
              <a:off x="6274400" y="3499475"/>
              <a:ext cx="2084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Saturn, the ringed planet, is composed of hydrogen and also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9" name="Google Shape;1829;p29"/>
            <p:cNvSpPr/>
            <p:nvPr/>
          </p:nvSpPr>
          <p:spPr>
            <a:xfrm>
              <a:off x="6178005" y="2946675"/>
              <a:ext cx="2271722" cy="1416152"/>
            </a:xfrm>
            <a:custGeom>
              <a:rect b="b" l="l" r="r" t="t"/>
              <a:pathLst>
                <a:path extrusionOk="0" h="9196" w="16601">
                  <a:moveTo>
                    <a:pt x="16301" y="298"/>
                  </a:moveTo>
                  <a:lnTo>
                    <a:pt x="16301" y="8895"/>
                  </a:lnTo>
                  <a:lnTo>
                    <a:pt x="298" y="8895"/>
                  </a:lnTo>
                  <a:lnTo>
                    <a:pt x="298" y="298"/>
                  </a:lnTo>
                  <a:close/>
                  <a:moveTo>
                    <a:pt x="148" y="0"/>
                  </a:moveTo>
                  <a:cubicBezTo>
                    <a:pt x="67" y="0"/>
                    <a:pt x="0" y="67"/>
                    <a:pt x="0" y="148"/>
                  </a:cubicBezTo>
                  <a:lnTo>
                    <a:pt x="0" y="9045"/>
                  </a:lnTo>
                  <a:cubicBezTo>
                    <a:pt x="0" y="9127"/>
                    <a:pt x="67" y="9196"/>
                    <a:pt x="148" y="9196"/>
                  </a:cubicBezTo>
                  <a:lnTo>
                    <a:pt x="16451" y="9196"/>
                  </a:lnTo>
                  <a:cubicBezTo>
                    <a:pt x="16532" y="9196"/>
                    <a:pt x="16601" y="9127"/>
                    <a:pt x="16599" y="9045"/>
                  </a:cubicBezTo>
                  <a:lnTo>
                    <a:pt x="16599" y="148"/>
                  </a:lnTo>
                  <a:cubicBezTo>
                    <a:pt x="16599" y="67"/>
                    <a:pt x="16532" y="0"/>
                    <a:pt x="164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9"/>
            <p:cNvSpPr/>
            <p:nvPr/>
          </p:nvSpPr>
          <p:spPr>
            <a:xfrm>
              <a:off x="5987795" y="3118380"/>
              <a:ext cx="2271722" cy="1416152"/>
            </a:xfrm>
            <a:custGeom>
              <a:rect b="b" l="l" r="r" t="t"/>
              <a:pathLst>
                <a:path extrusionOk="0" h="9196" w="16601">
                  <a:moveTo>
                    <a:pt x="150" y="0"/>
                  </a:moveTo>
                  <a:cubicBezTo>
                    <a:pt x="67" y="0"/>
                    <a:pt x="0" y="67"/>
                    <a:pt x="0" y="148"/>
                  </a:cubicBezTo>
                  <a:lnTo>
                    <a:pt x="0" y="9045"/>
                  </a:lnTo>
                  <a:cubicBezTo>
                    <a:pt x="0" y="9129"/>
                    <a:pt x="67" y="9196"/>
                    <a:pt x="150" y="9196"/>
                  </a:cubicBezTo>
                  <a:lnTo>
                    <a:pt x="16450" y="9196"/>
                  </a:lnTo>
                  <a:cubicBezTo>
                    <a:pt x="16534" y="9196"/>
                    <a:pt x="16600" y="9129"/>
                    <a:pt x="16600" y="9045"/>
                  </a:cubicBezTo>
                  <a:lnTo>
                    <a:pt x="16600" y="8822"/>
                  </a:lnTo>
                  <a:cubicBezTo>
                    <a:pt x="16500" y="8831"/>
                    <a:pt x="16302" y="8895"/>
                    <a:pt x="16302" y="8895"/>
                  </a:cubicBezTo>
                  <a:lnTo>
                    <a:pt x="298" y="8895"/>
                  </a:lnTo>
                  <a:lnTo>
                    <a:pt x="298" y="500"/>
                  </a:lnTo>
                  <a:cubicBezTo>
                    <a:pt x="290" y="463"/>
                    <a:pt x="286" y="425"/>
                    <a:pt x="286" y="384"/>
                  </a:cubicBezTo>
                  <a:cubicBezTo>
                    <a:pt x="284" y="254"/>
                    <a:pt x="284" y="127"/>
                    <a:pt x="2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29"/>
            <p:cNvSpPr/>
            <p:nvPr/>
          </p:nvSpPr>
          <p:spPr>
            <a:xfrm>
              <a:off x="5979584" y="2957609"/>
              <a:ext cx="223327" cy="194960"/>
            </a:xfrm>
            <a:custGeom>
              <a:rect b="b" l="l" r="r" t="t"/>
              <a:pathLst>
                <a:path extrusionOk="0" h="1266" w="1632">
                  <a:moveTo>
                    <a:pt x="1430" y="0"/>
                  </a:moveTo>
                  <a:cubicBezTo>
                    <a:pt x="1258" y="0"/>
                    <a:pt x="1120" y="136"/>
                    <a:pt x="952" y="269"/>
                  </a:cubicBezTo>
                  <a:cubicBezTo>
                    <a:pt x="654" y="502"/>
                    <a:pt x="333" y="744"/>
                    <a:pt x="79" y="1028"/>
                  </a:cubicBezTo>
                  <a:cubicBezTo>
                    <a:pt x="1" y="1114"/>
                    <a:pt x="72" y="1265"/>
                    <a:pt x="173" y="1265"/>
                  </a:cubicBezTo>
                  <a:cubicBezTo>
                    <a:pt x="196" y="1265"/>
                    <a:pt x="219" y="1258"/>
                    <a:pt x="244" y="1240"/>
                  </a:cubicBezTo>
                  <a:cubicBezTo>
                    <a:pt x="477" y="1065"/>
                    <a:pt x="687" y="859"/>
                    <a:pt x="913" y="673"/>
                  </a:cubicBezTo>
                  <a:cubicBezTo>
                    <a:pt x="1150" y="477"/>
                    <a:pt x="1427" y="304"/>
                    <a:pt x="1627" y="71"/>
                  </a:cubicBezTo>
                  <a:cubicBezTo>
                    <a:pt x="1632" y="67"/>
                    <a:pt x="1632" y="60"/>
                    <a:pt x="1627" y="56"/>
                  </a:cubicBezTo>
                  <a:cubicBezTo>
                    <a:pt x="1555" y="17"/>
                    <a:pt x="1491" y="0"/>
                    <a:pt x="14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29"/>
            <p:cNvSpPr/>
            <p:nvPr/>
          </p:nvSpPr>
          <p:spPr>
            <a:xfrm>
              <a:off x="8219553" y="4287666"/>
              <a:ext cx="253022" cy="243931"/>
            </a:xfrm>
            <a:custGeom>
              <a:rect b="b" l="l" r="r" t="t"/>
              <a:pathLst>
                <a:path extrusionOk="0" h="1584" w="1849">
                  <a:moveTo>
                    <a:pt x="1531" y="1"/>
                  </a:moveTo>
                  <a:cubicBezTo>
                    <a:pt x="1475" y="1"/>
                    <a:pt x="1417" y="57"/>
                    <a:pt x="1438" y="119"/>
                  </a:cubicBezTo>
                  <a:cubicBezTo>
                    <a:pt x="1529" y="435"/>
                    <a:pt x="965" y="717"/>
                    <a:pt x="750" y="877"/>
                  </a:cubicBezTo>
                  <a:cubicBezTo>
                    <a:pt x="529" y="1044"/>
                    <a:pt x="260" y="1194"/>
                    <a:pt x="68" y="1390"/>
                  </a:cubicBezTo>
                  <a:cubicBezTo>
                    <a:pt x="1" y="1458"/>
                    <a:pt x="46" y="1584"/>
                    <a:pt x="143" y="1584"/>
                  </a:cubicBezTo>
                  <a:cubicBezTo>
                    <a:pt x="145" y="1584"/>
                    <a:pt x="146" y="1584"/>
                    <a:pt x="148" y="1584"/>
                  </a:cubicBezTo>
                  <a:cubicBezTo>
                    <a:pt x="346" y="1578"/>
                    <a:pt x="475" y="1446"/>
                    <a:pt x="625" y="1330"/>
                  </a:cubicBezTo>
                  <a:cubicBezTo>
                    <a:pt x="850" y="1157"/>
                    <a:pt x="1077" y="984"/>
                    <a:pt x="1302" y="806"/>
                  </a:cubicBezTo>
                  <a:cubicBezTo>
                    <a:pt x="1536" y="623"/>
                    <a:pt x="1848" y="327"/>
                    <a:pt x="1590" y="29"/>
                  </a:cubicBezTo>
                  <a:cubicBezTo>
                    <a:pt x="1574" y="9"/>
                    <a:pt x="1552" y="1"/>
                    <a:pt x="15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9"/>
            <p:cNvSpPr/>
            <p:nvPr/>
          </p:nvSpPr>
          <p:spPr>
            <a:xfrm>
              <a:off x="6129700" y="2947907"/>
              <a:ext cx="96063" cy="49125"/>
            </a:xfrm>
            <a:custGeom>
              <a:rect b="b" l="l" r="r" t="t"/>
              <a:pathLst>
                <a:path extrusionOk="0" h="319" w="702">
                  <a:moveTo>
                    <a:pt x="391" y="1"/>
                  </a:moveTo>
                  <a:cubicBezTo>
                    <a:pt x="253" y="1"/>
                    <a:pt x="132" y="69"/>
                    <a:pt x="53" y="180"/>
                  </a:cubicBezTo>
                  <a:cubicBezTo>
                    <a:pt x="1" y="252"/>
                    <a:pt x="74" y="319"/>
                    <a:pt x="145" y="319"/>
                  </a:cubicBezTo>
                  <a:cubicBezTo>
                    <a:pt x="159" y="319"/>
                    <a:pt x="172" y="316"/>
                    <a:pt x="184" y="311"/>
                  </a:cubicBezTo>
                  <a:cubicBezTo>
                    <a:pt x="266" y="274"/>
                    <a:pt x="349" y="238"/>
                    <a:pt x="435" y="209"/>
                  </a:cubicBezTo>
                  <a:cubicBezTo>
                    <a:pt x="514" y="184"/>
                    <a:pt x="605" y="199"/>
                    <a:pt x="678" y="167"/>
                  </a:cubicBezTo>
                  <a:cubicBezTo>
                    <a:pt x="695" y="161"/>
                    <a:pt x="701" y="146"/>
                    <a:pt x="695" y="128"/>
                  </a:cubicBezTo>
                  <a:cubicBezTo>
                    <a:pt x="649" y="32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9"/>
            <p:cNvSpPr/>
            <p:nvPr/>
          </p:nvSpPr>
          <p:spPr>
            <a:xfrm>
              <a:off x="6016258" y="3026599"/>
              <a:ext cx="182685" cy="159848"/>
            </a:xfrm>
            <a:custGeom>
              <a:rect b="b" l="l" r="r" t="t"/>
              <a:pathLst>
                <a:path extrusionOk="0" h="1038" w="1335">
                  <a:moveTo>
                    <a:pt x="1268" y="1"/>
                  </a:moveTo>
                  <a:cubicBezTo>
                    <a:pt x="1261" y="1"/>
                    <a:pt x="1253" y="3"/>
                    <a:pt x="1245" y="6"/>
                  </a:cubicBezTo>
                  <a:cubicBezTo>
                    <a:pt x="1013" y="115"/>
                    <a:pt x="843" y="332"/>
                    <a:pt x="636" y="477"/>
                  </a:cubicBezTo>
                  <a:cubicBezTo>
                    <a:pt x="440" y="617"/>
                    <a:pt x="226" y="728"/>
                    <a:pt x="57" y="901"/>
                  </a:cubicBezTo>
                  <a:cubicBezTo>
                    <a:pt x="0" y="959"/>
                    <a:pt x="54" y="1037"/>
                    <a:pt x="117" y="1037"/>
                  </a:cubicBezTo>
                  <a:cubicBezTo>
                    <a:pt x="135" y="1037"/>
                    <a:pt x="154" y="1031"/>
                    <a:pt x="171" y="1015"/>
                  </a:cubicBezTo>
                  <a:cubicBezTo>
                    <a:pt x="353" y="846"/>
                    <a:pt x="561" y="723"/>
                    <a:pt x="753" y="571"/>
                  </a:cubicBezTo>
                  <a:cubicBezTo>
                    <a:pt x="947" y="423"/>
                    <a:pt x="1126" y="246"/>
                    <a:pt x="1305" y="81"/>
                  </a:cubicBezTo>
                  <a:lnTo>
                    <a:pt x="1303" y="81"/>
                  </a:lnTo>
                  <a:cubicBezTo>
                    <a:pt x="1335" y="52"/>
                    <a:pt x="1309" y="1"/>
                    <a:pt x="1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9"/>
            <p:cNvSpPr/>
            <p:nvPr/>
          </p:nvSpPr>
          <p:spPr>
            <a:xfrm>
              <a:off x="6019679" y="3088967"/>
              <a:ext cx="176253" cy="164622"/>
            </a:xfrm>
            <a:custGeom>
              <a:rect b="b" l="l" r="r" t="t"/>
              <a:pathLst>
                <a:path extrusionOk="0" h="1069" w="1288">
                  <a:moveTo>
                    <a:pt x="1228" y="0"/>
                  </a:moveTo>
                  <a:cubicBezTo>
                    <a:pt x="1221" y="0"/>
                    <a:pt x="1214" y="2"/>
                    <a:pt x="1207" y="6"/>
                  </a:cubicBezTo>
                  <a:cubicBezTo>
                    <a:pt x="928" y="154"/>
                    <a:pt x="674" y="375"/>
                    <a:pt x="409" y="552"/>
                  </a:cubicBezTo>
                  <a:cubicBezTo>
                    <a:pt x="263" y="650"/>
                    <a:pt x="17" y="785"/>
                    <a:pt x="5" y="983"/>
                  </a:cubicBezTo>
                  <a:cubicBezTo>
                    <a:pt x="1" y="1034"/>
                    <a:pt x="50" y="1068"/>
                    <a:pt x="96" y="1068"/>
                  </a:cubicBezTo>
                  <a:cubicBezTo>
                    <a:pt x="123" y="1068"/>
                    <a:pt x="150" y="1056"/>
                    <a:pt x="163" y="1027"/>
                  </a:cubicBezTo>
                  <a:cubicBezTo>
                    <a:pt x="253" y="825"/>
                    <a:pt x="472" y="710"/>
                    <a:pt x="645" y="587"/>
                  </a:cubicBezTo>
                  <a:cubicBezTo>
                    <a:pt x="851" y="437"/>
                    <a:pt x="1099" y="277"/>
                    <a:pt x="1259" y="75"/>
                  </a:cubicBezTo>
                  <a:cubicBezTo>
                    <a:pt x="1288" y="52"/>
                    <a:pt x="1264" y="0"/>
                    <a:pt x="12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29"/>
            <p:cNvSpPr/>
            <p:nvPr/>
          </p:nvSpPr>
          <p:spPr>
            <a:xfrm>
              <a:off x="6004353" y="3134395"/>
              <a:ext cx="193085" cy="168164"/>
            </a:xfrm>
            <a:custGeom>
              <a:rect b="b" l="l" r="r" t="t"/>
              <a:pathLst>
                <a:path extrusionOk="0" h="1092" w="1411">
                  <a:moveTo>
                    <a:pt x="1366" y="0"/>
                  </a:moveTo>
                  <a:cubicBezTo>
                    <a:pt x="1185" y="0"/>
                    <a:pt x="964" y="236"/>
                    <a:pt x="827" y="334"/>
                  </a:cubicBezTo>
                  <a:cubicBezTo>
                    <a:pt x="563" y="521"/>
                    <a:pt x="271" y="697"/>
                    <a:pt x="56" y="942"/>
                  </a:cubicBezTo>
                  <a:cubicBezTo>
                    <a:pt x="0" y="1007"/>
                    <a:pt x="55" y="1091"/>
                    <a:pt x="120" y="1091"/>
                  </a:cubicBezTo>
                  <a:cubicBezTo>
                    <a:pt x="140" y="1091"/>
                    <a:pt x="160" y="1084"/>
                    <a:pt x="179" y="1065"/>
                  </a:cubicBezTo>
                  <a:cubicBezTo>
                    <a:pt x="415" y="842"/>
                    <a:pt x="659" y="644"/>
                    <a:pt x="915" y="446"/>
                  </a:cubicBezTo>
                  <a:cubicBezTo>
                    <a:pt x="1069" y="328"/>
                    <a:pt x="1286" y="196"/>
                    <a:pt x="1401" y="38"/>
                  </a:cubicBezTo>
                  <a:cubicBezTo>
                    <a:pt x="1411" y="21"/>
                    <a:pt x="1396" y="3"/>
                    <a:pt x="1378" y="0"/>
                  </a:cubicBezTo>
                  <a:cubicBezTo>
                    <a:pt x="1374" y="0"/>
                    <a:pt x="1370" y="0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29"/>
            <p:cNvSpPr/>
            <p:nvPr/>
          </p:nvSpPr>
          <p:spPr>
            <a:xfrm>
              <a:off x="6011332" y="3191528"/>
              <a:ext cx="183916" cy="161080"/>
            </a:xfrm>
            <a:custGeom>
              <a:rect b="b" l="l" r="r" t="t"/>
              <a:pathLst>
                <a:path extrusionOk="0" h="1046" w="1344">
                  <a:moveTo>
                    <a:pt x="1296" y="0"/>
                  </a:moveTo>
                  <a:cubicBezTo>
                    <a:pt x="1293" y="0"/>
                    <a:pt x="1289" y="1"/>
                    <a:pt x="1285" y="2"/>
                  </a:cubicBezTo>
                  <a:cubicBezTo>
                    <a:pt x="1039" y="103"/>
                    <a:pt x="856" y="307"/>
                    <a:pt x="633" y="448"/>
                  </a:cubicBezTo>
                  <a:cubicBezTo>
                    <a:pt x="420" y="586"/>
                    <a:pt x="193" y="711"/>
                    <a:pt x="45" y="922"/>
                  </a:cubicBezTo>
                  <a:cubicBezTo>
                    <a:pt x="1" y="983"/>
                    <a:pt x="62" y="1046"/>
                    <a:pt x="122" y="1046"/>
                  </a:cubicBezTo>
                  <a:cubicBezTo>
                    <a:pt x="147" y="1046"/>
                    <a:pt x="172" y="1034"/>
                    <a:pt x="189" y="1007"/>
                  </a:cubicBezTo>
                  <a:cubicBezTo>
                    <a:pt x="326" y="786"/>
                    <a:pt x="572" y="657"/>
                    <a:pt x="776" y="505"/>
                  </a:cubicBezTo>
                  <a:cubicBezTo>
                    <a:pt x="960" y="365"/>
                    <a:pt x="1106" y="173"/>
                    <a:pt x="1312" y="65"/>
                  </a:cubicBezTo>
                  <a:cubicBezTo>
                    <a:pt x="1344" y="50"/>
                    <a:pt x="1327" y="0"/>
                    <a:pt x="12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29"/>
            <p:cNvSpPr/>
            <p:nvPr/>
          </p:nvSpPr>
          <p:spPr>
            <a:xfrm>
              <a:off x="5980816" y="3243732"/>
              <a:ext cx="209232" cy="176634"/>
            </a:xfrm>
            <a:custGeom>
              <a:rect b="b" l="l" r="r" t="t"/>
              <a:pathLst>
                <a:path extrusionOk="0" h="1147" w="1529">
                  <a:moveTo>
                    <a:pt x="1483" y="1"/>
                  </a:moveTo>
                  <a:cubicBezTo>
                    <a:pt x="1479" y="1"/>
                    <a:pt x="1475" y="1"/>
                    <a:pt x="1470" y="3"/>
                  </a:cubicBezTo>
                  <a:cubicBezTo>
                    <a:pt x="1239" y="105"/>
                    <a:pt x="1085" y="318"/>
                    <a:pt x="883" y="462"/>
                  </a:cubicBezTo>
                  <a:cubicBezTo>
                    <a:pt x="616" y="649"/>
                    <a:pt x="332" y="812"/>
                    <a:pt x="70" y="1008"/>
                  </a:cubicBezTo>
                  <a:cubicBezTo>
                    <a:pt x="0" y="1059"/>
                    <a:pt x="44" y="1147"/>
                    <a:pt x="108" y="1147"/>
                  </a:cubicBezTo>
                  <a:cubicBezTo>
                    <a:pt x="125" y="1147"/>
                    <a:pt x="143" y="1141"/>
                    <a:pt x="162" y="1127"/>
                  </a:cubicBezTo>
                  <a:cubicBezTo>
                    <a:pt x="403" y="935"/>
                    <a:pt x="649" y="747"/>
                    <a:pt x="891" y="556"/>
                  </a:cubicBezTo>
                  <a:cubicBezTo>
                    <a:pt x="1095" y="393"/>
                    <a:pt x="1258" y="160"/>
                    <a:pt x="1500" y="53"/>
                  </a:cubicBezTo>
                  <a:cubicBezTo>
                    <a:pt x="1529" y="40"/>
                    <a:pt x="1510" y="1"/>
                    <a:pt x="1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29"/>
            <p:cNvSpPr/>
            <p:nvPr/>
          </p:nvSpPr>
          <p:spPr>
            <a:xfrm>
              <a:off x="6000384" y="3283925"/>
              <a:ext cx="189527" cy="164776"/>
            </a:xfrm>
            <a:custGeom>
              <a:rect b="b" l="l" r="r" t="t"/>
              <a:pathLst>
                <a:path extrusionOk="0" h="1070" w="1385">
                  <a:moveTo>
                    <a:pt x="1343" y="1"/>
                  </a:moveTo>
                  <a:cubicBezTo>
                    <a:pt x="1340" y="1"/>
                    <a:pt x="1337" y="1"/>
                    <a:pt x="1334" y="3"/>
                  </a:cubicBezTo>
                  <a:cubicBezTo>
                    <a:pt x="1115" y="86"/>
                    <a:pt x="965" y="278"/>
                    <a:pt x="777" y="411"/>
                  </a:cubicBezTo>
                  <a:cubicBezTo>
                    <a:pt x="540" y="582"/>
                    <a:pt x="283" y="716"/>
                    <a:pt x="66" y="916"/>
                  </a:cubicBezTo>
                  <a:cubicBezTo>
                    <a:pt x="0" y="975"/>
                    <a:pt x="66" y="1069"/>
                    <a:pt x="135" y="1069"/>
                  </a:cubicBezTo>
                  <a:cubicBezTo>
                    <a:pt x="155" y="1069"/>
                    <a:pt x="176" y="1061"/>
                    <a:pt x="194" y="1043"/>
                  </a:cubicBezTo>
                  <a:cubicBezTo>
                    <a:pt x="383" y="847"/>
                    <a:pt x="610" y="705"/>
                    <a:pt x="823" y="538"/>
                  </a:cubicBezTo>
                  <a:cubicBezTo>
                    <a:pt x="1011" y="390"/>
                    <a:pt x="1140" y="165"/>
                    <a:pt x="1357" y="59"/>
                  </a:cubicBezTo>
                  <a:cubicBezTo>
                    <a:pt x="1385" y="46"/>
                    <a:pt x="1371" y="1"/>
                    <a:pt x="13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29"/>
            <p:cNvSpPr/>
            <p:nvPr/>
          </p:nvSpPr>
          <p:spPr>
            <a:xfrm>
              <a:off x="6013247" y="3331201"/>
              <a:ext cx="177622" cy="167086"/>
            </a:xfrm>
            <a:custGeom>
              <a:rect b="b" l="l" r="r" t="t"/>
              <a:pathLst>
                <a:path extrusionOk="0" h="1085" w="1298">
                  <a:moveTo>
                    <a:pt x="1265" y="0"/>
                  </a:moveTo>
                  <a:cubicBezTo>
                    <a:pt x="1261" y="0"/>
                    <a:pt x="1257" y="1"/>
                    <a:pt x="1252" y="4"/>
                  </a:cubicBezTo>
                  <a:cubicBezTo>
                    <a:pt x="1031" y="119"/>
                    <a:pt x="833" y="308"/>
                    <a:pt x="644" y="469"/>
                  </a:cubicBezTo>
                  <a:cubicBezTo>
                    <a:pt x="527" y="567"/>
                    <a:pt x="412" y="667"/>
                    <a:pt x="293" y="765"/>
                  </a:cubicBezTo>
                  <a:cubicBezTo>
                    <a:pt x="248" y="804"/>
                    <a:pt x="195" y="840"/>
                    <a:pt x="150" y="882"/>
                  </a:cubicBezTo>
                  <a:cubicBezTo>
                    <a:pt x="122" y="907"/>
                    <a:pt x="67" y="923"/>
                    <a:pt x="93" y="923"/>
                  </a:cubicBezTo>
                  <a:cubicBezTo>
                    <a:pt x="98" y="923"/>
                    <a:pt x="106" y="923"/>
                    <a:pt x="119" y="921"/>
                  </a:cubicBezTo>
                  <a:lnTo>
                    <a:pt x="119" y="921"/>
                  </a:lnTo>
                  <a:cubicBezTo>
                    <a:pt x="35" y="931"/>
                    <a:pt x="0" y="1061"/>
                    <a:pt x="98" y="1082"/>
                  </a:cubicBezTo>
                  <a:cubicBezTo>
                    <a:pt x="105" y="1083"/>
                    <a:pt x="113" y="1084"/>
                    <a:pt x="121" y="1084"/>
                  </a:cubicBezTo>
                  <a:cubicBezTo>
                    <a:pt x="281" y="1084"/>
                    <a:pt x="502" y="779"/>
                    <a:pt x="594" y="692"/>
                  </a:cubicBezTo>
                  <a:cubicBezTo>
                    <a:pt x="812" y="479"/>
                    <a:pt x="1023" y="217"/>
                    <a:pt x="1277" y="46"/>
                  </a:cubicBezTo>
                  <a:cubicBezTo>
                    <a:pt x="1298" y="30"/>
                    <a:pt x="1286" y="0"/>
                    <a:pt x="12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29"/>
            <p:cNvSpPr/>
            <p:nvPr/>
          </p:nvSpPr>
          <p:spPr>
            <a:xfrm>
              <a:off x="6016805" y="3383560"/>
              <a:ext cx="190074" cy="182640"/>
            </a:xfrm>
            <a:custGeom>
              <a:rect b="b" l="l" r="r" t="t"/>
              <a:pathLst>
                <a:path extrusionOk="0" h="1186" w="1389">
                  <a:moveTo>
                    <a:pt x="1336" y="0"/>
                  </a:moveTo>
                  <a:cubicBezTo>
                    <a:pt x="1328" y="0"/>
                    <a:pt x="1321" y="2"/>
                    <a:pt x="1314" y="8"/>
                  </a:cubicBezTo>
                  <a:cubicBezTo>
                    <a:pt x="1037" y="229"/>
                    <a:pt x="768" y="456"/>
                    <a:pt x="472" y="650"/>
                  </a:cubicBezTo>
                  <a:cubicBezTo>
                    <a:pt x="297" y="763"/>
                    <a:pt x="97" y="888"/>
                    <a:pt x="22" y="1092"/>
                  </a:cubicBezTo>
                  <a:cubicBezTo>
                    <a:pt x="1" y="1144"/>
                    <a:pt x="51" y="1186"/>
                    <a:pt x="98" y="1186"/>
                  </a:cubicBezTo>
                  <a:cubicBezTo>
                    <a:pt x="122" y="1186"/>
                    <a:pt x="146" y="1175"/>
                    <a:pt x="159" y="1150"/>
                  </a:cubicBezTo>
                  <a:cubicBezTo>
                    <a:pt x="280" y="919"/>
                    <a:pt x="499" y="790"/>
                    <a:pt x="699" y="635"/>
                  </a:cubicBezTo>
                  <a:cubicBezTo>
                    <a:pt x="932" y="456"/>
                    <a:pt x="1132" y="239"/>
                    <a:pt x="1362" y="56"/>
                  </a:cubicBezTo>
                  <a:cubicBezTo>
                    <a:pt x="1388" y="35"/>
                    <a:pt x="1363" y="0"/>
                    <a:pt x="13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29"/>
            <p:cNvSpPr/>
            <p:nvPr/>
          </p:nvSpPr>
          <p:spPr>
            <a:xfrm>
              <a:off x="5976300" y="3457939"/>
              <a:ext cx="222506" cy="191110"/>
            </a:xfrm>
            <a:custGeom>
              <a:rect b="b" l="l" r="r" t="t"/>
              <a:pathLst>
                <a:path extrusionOk="0" h="1241" w="1626">
                  <a:moveTo>
                    <a:pt x="1587" y="0"/>
                  </a:moveTo>
                  <a:cubicBezTo>
                    <a:pt x="1583" y="0"/>
                    <a:pt x="1580" y="1"/>
                    <a:pt x="1576" y="2"/>
                  </a:cubicBezTo>
                  <a:cubicBezTo>
                    <a:pt x="1243" y="119"/>
                    <a:pt x="947" y="398"/>
                    <a:pt x="674" y="611"/>
                  </a:cubicBezTo>
                  <a:cubicBezTo>
                    <a:pt x="578" y="686"/>
                    <a:pt x="1" y="1032"/>
                    <a:pt x="103" y="1201"/>
                  </a:cubicBezTo>
                  <a:cubicBezTo>
                    <a:pt x="119" y="1227"/>
                    <a:pt x="147" y="1241"/>
                    <a:pt x="175" y="1241"/>
                  </a:cubicBezTo>
                  <a:cubicBezTo>
                    <a:pt x="201" y="1241"/>
                    <a:pt x="227" y="1229"/>
                    <a:pt x="243" y="1204"/>
                  </a:cubicBezTo>
                  <a:lnTo>
                    <a:pt x="243" y="1204"/>
                  </a:lnTo>
                  <a:cubicBezTo>
                    <a:pt x="234" y="1218"/>
                    <a:pt x="231" y="1224"/>
                    <a:pt x="232" y="1224"/>
                  </a:cubicBezTo>
                  <a:cubicBezTo>
                    <a:pt x="234" y="1224"/>
                    <a:pt x="262" y="1186"/>
                    <a:pt x="276" y="1174"/>
                  </a:cubicBezTo>
                  <a:cubicBezTo>
                    <a:pt x="320" y="1130"/>
                    <a:pt x="363" y="1086"/>
                    <a:pt x="409" y="1044"/>
                  </a:cubicBezTo>
                  <a:cubicBezTo>
                    <a:pt x="545" y="919"/>
                    <a:pt x="686" y="801"/>
                    <a:pt x="826" y="682"/>
                  </a:cubicBezTo>
                  <a:cubicBezTo>
                    <a:pt x="1072" y="475"/>
                    <a:pt x="1324" y="221"/>
                    <a:pt x="1599" y="57"/>
                  </a:cubicBezTo>
                  <a:cubicBezTo>
                    <a:pt x="1625" y="42"/>
                    <a:pt x="1613" y="0"/>
                    <a:pt x="15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29"/>
            <p:cNvSpPr/>
            <p:nvPr/>
          </p:nvSpPr>
          <p:spPr>
            <a:xfrm>
              <a:off x="5986289" y="3522155"/>
              <a:ext cx="208001" cy="171860"/>
            </a:xfrm>
            <a:custGeom>
              <a:rect b="b" l="l" r="r" t="t"/>
              <a:pathLst>
                <a:path extrusionOk="0" h="1116" w="1520">
                  <a:moveTo>
                    <a:pt x="1478" y="0"/>
                  </a:moveTo>
                  <a:cubicBezTo>
                    <a:pt x="1473" y="0"/>
                    <a:pt x="1468" y="1"/>
                    <a:pt x="1464" y="4"/>
                  </a:cubicBezTo>
                  <a:cubicBezTo>
                    <a:pt x="982" y="273"/>
                    <a:pt x="534" y="632"/>
                    <a:pt x="80" y="942"/>
                  </a:cubicBezTo>
                  <a:cubicBezTo>
                    <a:pt x="1" y="997"/>
                    <a:pt x="51" y="1115"/>
                    <a:pt x="124" y="1115"/>
                  </a:cubicBezTo>
                  <a:cubicBezTo>
                    <a:pt x="139" y="1115"/>
                    <a:pt x="155" y="1110"/>
                    <a:pt x="172" y="1098"/>
                  </a:cubicBezTo>
                  <a:cubicBezTo>
                    <a:pt x="634" y="790"/>
                    <a:pt x="1082" y="419"/>
                    <a:pt x="1497" y="48"/>
                  </a:cubicBezTo>
                  <a:cubicBezTo>
                    <a:pt x="1520" y="31"/>
                    <a:pt x="1500" y="0"/>
                    <a:pt x="1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29"/>
            <p:cNvSpPr/>
            <p:nvPr/>
          </p:nvSpPr>
          <p:spPr>
            <a:xfrm>
              <a:off x="5996416" y="3562348"/>
              <a:ext cx="206632" cy="174324"/>
            </a:xfrm>
            <a:custGeom>
              <a:rect b="b" l="l" r="r" t="t"/>
              <a:pathLst>
                <a:path extrusionOk="0" h="1132" w="1510">
                  <a:moveTo>
                    <a:pt x="1431" y="1"/>
                  </a:moveTo>
                  <a:cubicBezTo>
                    <a:pt x="1428" y="1"/>
                    <a:pt x="1425" y="1"/>
                    <a:pt x="1421" y="2"/>
                  </a:cubicBezTo>
                  <a:cubicBezTo>
                    <a:pt x="1067" y="66"/>
                    <a:pt x="798" y="366"/>
                    <a:pt x="498" y="548"/>
                  </a:cubicBezTo>
                  <a:cubicBezTo>
                    <a:pt x="316" y="656"/>
                    <a:pt x="18" y="804"/>
                    <a:pt x="4" y="1044"/>
                  </a:cubicBezTo>
                  <a:cubicBezTo>
                    <a:pt x="0" y="1101"/>
                    <a:pt x="45" y="1131"/>
                    <a:pt x="91" y="1131"/>
                  </a:cubicBezTo>
                  <a:cubicBezTo>
                    <a:pt x="129" y="1131"/>
                    <a:pt x="167" y="1111"/>
                    <a:pt x="179" y="1069"/>
                  </a:cubicBezTo>
                  <a:cubicBezTo>
                    <a:pt x="243" y="854"/>
                    <a:pt x="531" y="744"/>
                    <a:pt x="702" y="623"/>
                  </a:cubicBezTo>
                  <a:cubicBezTo>
                    <a:pt x="956" y="444"/>
                    <a:pt x="1181" y="241"/>
                    <a:pt x="1461" y="95"/>
                  </a:cubicBezTo>
                  <a:cubicBezTo>
                    <a:pt x="1509" y="66"/>
                    <a:pt x="1480" y="1"/>
                    <a:pt x="14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9"/>
            <p:cNvSpPr/>
            <p:nvPr/>
          </p:nvSpPr>
          <p:spPr>
            <a:xfrm>
              <a:off x="6002026" y="3613475"/>
              <a:ext cx="181727" cy="162004"/>
            </a:xfrm>
            <a:custGeom>
              <a:rect b="b" l="l" r="r" t="t"/>
              <a:pathLst>
                <a:path extrusionOk="0" h="1052" w="1328">
                  <a:moveTo>
                    <a:pt x="1281" y="1"/>
                  </a:moveTo>
                  <a:cubicBezTo>
                    <a:pt x="1137" y="1"/>
                    <a:pt x="903" y="224"/>
                    <a:pt x="807" y="295"/>
                  </a:cubicBezTo>
                  <a:cubicBezTo>
                    <a:pt x="644" y="418"/>
                    <a:pt x="482" y="541"/>
                    <a:pt x="315" y="660"/>
                  </a:cubicBezTo>
                  <a:cubicBezTo>
                    <a:pt x="211" y="735"/>
                    <a:pt x="107" y="797"/>
                    <a:pt x="38" y="910"/>
                  </a:cubicBezTo>
                  <a:cubicBezTo>
                    <a:pt x="1" y="971"/>
                    <a:pt x="51" y="1051"/>
                    <a:pt x="118" y="1051"/>
                  </a:cubicBezTo>
                  <a:cubicBezTo>
                    <a:pt x="126" y="1051"/>
                    <a:pt x="135" y="1050"/>
                    <a:pt x="144" y="1047"/>
                  </a:cubicBezTo>
                  <a:cubicBezTo>
                    <a:pt x="165" y="1041"/>
                    <a:pt x="186" y="1035"/>
                    <a:pt x="207" y="1029"/>
                  </a:cubicBezTo>
                  <a:cubicBezTo>
                    <a:pt x="255" y="1012"/>
                    <a:pt x="273" y="962"/>
                    <a:pt x="265" y="920"/>
                  </a:cubicBezTo>
                  <a:cubicBezTo>
                    <a:pt x="346" y="835"/>
                    <a:pt x="463" y="764"/>
                    <a:pt x="548" y="695"/>
                  </a:cubicBezTo>
                  <a:cubicBezTo>
                    <a:pt x="701" y="574"/>
                    <a:pt x="851" y="451"/>
                    <a:pt x="1003" y="330"/>
                  </a:cubicBezTo>
                  <a:cubicBezTo>
                    <a:pt x="1080" y="268"/>
                    <a:pt x="1320" y="147"/>
                    <a:pt x="1328" y="32"/>
                  </a:cubicBezTo>
                  <a:cubicBezTo>
                    <a:pt x="1328" y="20"/>
                    <a:pt x="1317" y="5"/>
                    <a:pt x="1305" y="3"/>
                  </a:cubicBezTo>
                  <a:cubicBezTo>
                    <a:pt x="1297" y="2"/>
                    <a:pt x="1289" y="1"/>
                    <a:pt x="12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9"/>
            <p:cNvSpPr/>
            <p:nvPr/>
          </p:nvSpPr>
          <p:spPr>
            <a:xfrm>
              <a:off x="6004900" y="3638114"/>
              <a:ext cx="185148" cy="175710"/>
            </a:xfrm>
            <a:custGeom>
              <a:rect b="b" l="l" r="r" t="t"/>
              <a:pathLst>
                <a:path extrusionOk="0" h="1141" w="1353">
                  <a:moveTo>
                    <a:pt x="1250" y="0"/>
                  </a:moveTo>
                  <a:cubicBezTo>
                    <a:pt x="1056" y="0"/>
                    <a:pt x="806" y="309"/>
                    <a:pt x="698" y="410"/>
                  </a:cubicBezTo>
                  <a:cubicBezTo>
                    <a:pt x="502" y="593"/>
                    <a:pt x="69" y="741"/>
                    <a:pt x="13" y="1027"/>
                  </a:cubicBezTo>
                  <a:cubicBezTo>
                    <a:pt x="0" y="1087"/>
                    <a:pt x="57" y="1141"/>
                    <a:pt x="109" y="1141"/>
                  </a:cubicBezTo>
                  <a:cubicBezTo>
                    <a:pt x="135" y="1141"/>
                    <a:pt x="161" y="1127"/>
                    <a:pt x="175" y="1094"/>
                  </a:cubicBezTo>
                  <a:cubicBezTo>
                    <a:pt x="277" y="854"/>
                    <a:pt x="577" y="748"/>
                    <a:pt x="761" y="571"/>
                  </a:cubicBezTo>
                  <a:cubicBezTo>
                    <a:pt x="942" y="398"/>
                    <a:pt x="1115" y="243"/>
                    <a:pt x="1315" y="95"/>
                  </a:cubicBezTo>
                  <a:cubicBezTo>
                    <a:pt x="1342" y="77"/>
                    <a:pt x="1353" y="31"/>
                    <a:pt x="1315" y="14"/>
                  </a:cubicBezTo>
                  <a:cubicBezTo>
                    <a:pt x="1294" y="5"/>
                    <a:pt x="1272" y="0"/>
                    <a:pt x="12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9"/>
            <p:cNvSpPr/>
            <p:nvPr/>
          </p:nvSpPr>
          <p:spPr>
            <a:xfrm>
              <a:off x="6010237" y="3695554"/>
              <a:ext cx="204990" cy="161080"/>
            </a:xfrm>
            <a:custGeom>
              <a:rect b="b" l="l" r="r" t="t"/>
              <a:pathLst>
                <a:path extrusionOk="0" h="1046" w="1498">
                  <a:moveTo>
                    <a:pt x="1412" y="0"/>
                  </a:moveTo>
                  <a:cubicBezTo>
                    <a:pt x="1408" y="0"/>
                    <a:pt x="1404" y="1"/>
                    <a:pt x="1399" y="2"/>
                  </a:cubicBezTo>
                  <a:cubicBezTo>
                    <a:pt x="1137" y="47"/>
                    <a:pt x="928" y="256"/>
                    <a:pt x="720" y="406"/>
                  </a:cubicBezTo>
                  <a:cubicBezTo>
                    <a:pt x="507" y="560"/>
                    <a:pt x="282" y="691"/>
                    <a:pt x="78" y="856"/>
                  </a:cubicBezTo>
                  <a:cubicBezTo>
                    <a:pt x="1" y="921"/>
                    <a:pt x="70" y="1042"/>
                    <a:pt x="157" y="1044"/>
                  </a:cubicBezTo>
                  <a:cubicBezTo>
                    <a:pt x="163" y="1046"/>
                    <a:pt x="167" y="1046"/>
                    <a:pt x="174" y="1046"/>
                  </a:cubicBezTo>
                  <a:cubicBezTo>
                    <a:pt x="203" y="1046"/>
                    <a:pt x="224" y="1035"/>
                    <a:pt x="240" y="1019"/>
                  </a:cubicBezTo>
                  <a:cubicBezTo>
                    <a:pt x="288" y="994"/>
                    <a:pt x="326" y="950"/>
                    <a:pt x="365" y="917"/>
                  </a:cubicBezTo>
                  <a:cubicBezTo>
                    <a:pt x="495" y="808"/>
                    <a:pt x="638" y="719"/>
                    <a:pt x="772" y="614"/>
                  </a:cubicBezTo>
                  <a:cubicBezTo>
                    <a:pt x="997" y="441"/>
                    <a:pt x="1199" y="260"/>
                    <a:pt x="1445" y="114"/>
                  </a:cubicBezTo>
                  <a:cubicBezTo>
                    <a:pt x="1498" y="83"/>
                    <a:pt x="1474" y="0"/>
                    <a:pt x="14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9"/>
            <p:cNvSpPr/>
            <p:nvPr/>
          </p:nvSpPr>
          <p:spPr>
            <a:xfrm>
              <a:off x="6000247" y="3775940"/>
              <a:ext cx="200611" cy="147529"/>
            </a:xfrm>
            <a:custGeom>
              <a:rect b="b" l="l" r="r" t="t"/>
              <a:pathLst>
                <a:path extrusionOk="0" h="958" w="1466">
                  <a:moveTo>
                    <a:pt x="1458" y="1"/>
                  </a:moveTo>
                  <a:cubicBezTo>
                    <a:pt x="1183" y="49"/>
                    <a:pt x="955" y="182"/>
                    <a:pt x="714" y="315"/>
                  </a:cubicBezTo>
                  <a:cubicBezTo>
                    <a:pt x="482" y="443"/>
                    <a:pt x="253" y="580"/>
                    <a:pt x="72" y="772"/>
                  </a:cubicBezTo>
                  <a:cubicBezTo>
                    <a:pt x="1" y="846"/>
                    <a:pt x="62" y="958"/>
                    <a:pt x="148" y="958"/>
                  </a:cubicBezTo>
                  <a:cubicBezTo>
                    <a:pt x="166" y="958"/>
                    <a:pt x="184" y="953"/>
                    <a:pt x="203" y="943"/>
                  </a:cubicBezTo>
                  <a:cubicBezTo>
                    <a:pt x="224" y="930"/>
                    <a:pt x="245" y="920"/>
                    <a:pt x="265" y="907"/>
                  </a:cubicBezTo>
                  <a:cubicBezTo>
                    <a:pt x="295" y="891"/>
                    <a:pt x="309" y="864"/>
                    <a:pt x="311" y="834"/>
                  </a:cubicBezTo>
                  <a:cubicBezTo>
                    <a:pt x="643" y="503"/>
                    <a:pt x="1089" y="288"/>
                    <a:pt x="1462" y="9"/>
                  </a:cubicBezTo>
                  <a:cubicBezTo>
                    <a:pt x="1466" y="7"/>
                    <a:pt x="1462" y="1"/>
                    <a:pt x="1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9"/>
            <p:cNvSpPr/>
            <p:nvPr/>
          </p:nvSpPr>
          <p:spPr>
            <a:xfrm>
              <a:off x="6023511" y="3808741"/>
              <a:ext cx="179401" cy="147067"/>
            </a:xfrm>
            <a:custGeom>
              <a:rect b="b" l="l" r="r" t="t"/>
              <a:pathLst>
                <a:path extrusionOk="0" h="955" w="1311">
                  <a:moveTo>
                    <a:pt x="1255" y="0"/>
                  </a:moveTo>
                  <a:cubicBezTo>
                    <a:pt x="1249" y="0"/>
                    <a:pt x="1242" y="2"/>
                    <a:pt x="1236" y="6"/>
                  </a:cubicBezTo>
                  <a:cubicBezTo>
                    <a:pt x="958" y="196"/>
                    <a:pt x="692" y="400"/>
                    <a:pt x="406" y="573"/>
                  </a:cubicBezTo>
                  <a:cubicBezTo>
                    <a:pt x="308" y="634"/>
                    <a:pt x="35" y="736"/>
                    <a:pt x="10" y="869"/>
                  </a:cubicBezTo>
                  <a:cubicBezTo>
                    <a:pt x="1" y="921"/>
                    <a:pt x="38" y="955"/>
                    <a:pt x="78" y="955"/>
                  </a:cubicBezTo>
                  <a:cubicBezTo>
                    <a:pt x="99" y="955"/>
                    <a:pt x="121" y="945"/>
                    <a:pt x="137" y="924"/>
                  </a:cubicBezTo>
                  <a:cubicBezTo>
                    <a:pt x="243" y="782"/>
                    <a:pt x="412" y="682"/>
                    <a:pt x="554" y="580"/>
                  </a:cubicBezTo>
                  <a:cubicBezTo>
                    <a:pt x="794" y="411"/>
                    <a:pt x="1033" y="242"/>
                    <a:pt x="1275" y="75"/>
                  </a:cubicBezTo>
                  <a:cubicBezTo>
                    <a:pt x="1310" y="53"/>
                    <a:pt x="1288" y="0"/>
                    <a:pt x="12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9"/>
            <p:cNvSpPr/>
            <p:nvPr/>
          </p:nvSpPr>
          <p:spPr>
            <a:xfrm>
              <a:off x="6003258" y="3844930"/>
              <a:ext cx="202390" cy="168472"/>
            </a:xfrm>
            <a:custGeom>
              <a:rect b="b" l="l" r="r" t="t"/>
              <a:pathLst>
                <a:path extrusionOk="0" h="1094" w="1479">
                  <a:moveTo>
                    <a:pt x="1417" y="1"/>
                  </a:moveTo>
                  <a:cubicBezTo>
                    <a:pt x="1412" y="1"/>
                    <a:pt x="1406" y="2"/>
                    <a:pt x="1400" y="5"/>
                  </a:cubicBezTo>
                  <a:cubicBezTo>
                    <a:pt x="1119" y="142"/>
                    <a:pt x="860" y="332"/>
                    <a:pt x="596" y="501"/>
                  </a:cubicBezTo>
                  <a:cubicBezTo>
                    <a:pt x="396" y="628"/>
                    <a:pt x="183" y="755"/>
                    <a:pt x="45" y="953"/>
                  </a:cubicBezTo>
                  <a:cubicBezTo>
                    <a:pt x="0" y="1019"/>
                    <a:pt x="65" y="1093"/>
                    <a:pt x="131" y="1093"/>
                  </a:cubicBezTo>
                  <a:cubicBezTo>
                    <a:pt x="152" y="1093"/>
                    <a:pt x="174" y="1085"/>
                    <a:pt x="191" y="1066"/>
                  </a:cubicBezTo>
                  <a:cubicBezTo>
                    <a:pt x="558" y="674"/>
                    <a:pt x="1038" y="411"/>
                    <a:pt x="1448" y="67"/>
                  </a:cubicBezTo>
                  <a:cubicBezTo>
                    <a:pt x="1478" y="41"/>
                    <a:pt x="1450" y="1"/>
                    <a:pt x="14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9"/>
            <p:cNvSpPr/>
            <p:nvPr/>
          </p:nvSpPr>
          <p:spPr>
            <a:xfrm>
              <a:off x="6006132" y="3901138"/>
              <a:ext cx="189253" cy="162312"/>
            </a:xfrm>
            <a:custGeom>
              <a:rect b="b" l="l" r="r" t="t"/>
              <a:pathLst>
                <a:path extrusionOk="0" h="1054" w="1383">
                  <a:moveTo>
                    <a:pt x="1336" y="0"/>
                  </a:moveTo>
                  <a:cubicBezTo>
                    <a:pt x="1332" y="0"/>
                    <a:pt x="1328" y="1"/>
                    <a:pt x="1323" y="3"/>
                  </a:cubicBezTo>
                  <a:cubicBezTo>
                    <a:pt x="1058" y="96"/>
                    <a:pt x="852" y="303"/>
                    <a:pt x="614" y="449"/>
                  </a:cubicBezTo>
                  <a:cubicBezTo>
                    <a:pt x="408" y="576"/>
                    <a:pt x="156" y="705"/>
                    <a:pt x="33" y="926"/>
                  </a:cubicBezTo>
                  <a:cubicBezTo>
                    <a:pt x="0" y="983"/>
                    <a:pt x="56" y="1054"/>
                    <a:pt x="111" y="1054"/>
                  </a:cubicBezTo>
                  <a:cubicBezTo>
                    <a:pt x="130" y="1054"/>
                    <a:pt x="149" y="1045"/>
                    <a:pt x="164" y="1026"/>
                  </a:cubicBezTo>
                  <a:cubicBezTo>
                    <a:pt x="318" y="826"/>
                    <a:pt x="502" y="684"/>
                    <a:pt x="706" y="536"/>
                  </a:cubicBezTo>
                  <a:cubicBezTo>
                    <a:pt x="917" y="386"/>
                    <a:pt x="1098" y="161"/>
                    <a:pt x="1342" y="73"/>
                  </a:cubicBezTo>
                  <a:cubicBezTo>
                    <a:pt x="1383" y="60"/>
                    <a:pt x="1372" y="0"/>
                    <a:pt x="13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9"/>
            <p:cNvSpPr/>
            <p:nvPr/>
          </p:nvSpPr>
          <p:spPr>
            <a:xfrm>
              <a:off x="6001205" y="3954266"/>
              <a:ext cx="202116" cy="189108"/>
            </a:xfrm>
            <a:custGeom>
              <a:rect b="b" l="l" r="r" t="t"/>
              <a:pathLst>
                <a:path extrusionOk="0" h="1228" w="1477">
                  <a:moveTo>
                    <a:pt x="1391" y="0"/>
                  </a:moveTo>
                  <a:cubicBezTo>
                    <a:pt x="1381" y="0"/>
                    <a:pt x="1371" y="2"/>
                    <a:pt x="1361" y="8"/>
                  </a:cubicBezTo>
                  <a:cubicBezTo>
                    <a:pt x="1119" y="127"/>
                    <a:pt x="902" y="322"/>
                    <a:pt x="696" y="493"/>
                  </a:cubicBezTo>
                  <a:cubicBezTo>
                    <a:pt x="463" y="683"/>
                    <a:pt x="236" y="873"/>
                    <a:pt x="42" y="1102"/>
                  </a:cubicBezTo>
                  <a:cubicBezTo>
                    <a:pt x="1" y="1150"/>
                    <a:pt x="36" y="1228"/>
                    <a:pt x="89" y="1228"/>
                  </a:cubicBezTo>
                  <a:cubicBezTo>
                    <a:pt x="101" y="1228"/>
                    <a:pt x="114" y="1224"/>
                    <a:pt x="127" y="1214"/>
                  </a:cubicBezTo>
                  <a:cubicBezTo>
                    <a:pt x="352" y="1056"/>
                    <a:pt x="552" y="873"/>
                    <a:pt x="759" y="691"/>
                  </a:cubicBezTo>
                  <a:cubicBezTo>
                    <a:pt x="980" y="497"/>
                    <a:pt x="1236" y="322"/>
                    <a:pt x="1436" y="106"/>
                  </a:cubicBezTo>
                  <a:lnTo>
                    <a:pt x="1436" y="104"/>
                  </a:lnTo>
                  <a:cubicBezTo>
                    <a:pt x="1476" y="67"/>
                    <a:pt x="1441" y="0"/>
                    <a:pt x="13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9"/>
            <p:cNvSpPr/>
            <p:nvPr/>
          </p:nvSpPr>
          <p:spPr>
            <a:xfrm>
              <a:off x="5988342" y="4025566"/>
              <a:ext cx="214706" cy="179252"/>
            </a:xfrm>
            <a:custGeom>
              <a:rect b="b" l="l" r="r" t="t"/>
              <a:pathLst>
                <a:path extrusionOk="0" h="1164" w="1569">
                  <a:moveTo>
                    <a:pt x="1501" y="1"/>
                  </a:moveTo>
                  <a:cubicBezTo>
                    <a:pt x="1499" y="1"/>
                    <a:pt x="1498" y="1"/>
                    <a:pt x="1497" y="1"/>
                  </a:cubicBezTo>
                  <a:cubicBezTo>
                    <a:pt x="1205" y="20"/>
                    <a:pt x="984" y="287"/>
                    <a:pt x="757" y="443"/>
                  </a:cubicBezTo>
                  <a:cubicBezTo>
                    <a:pt x="505" y="618"/>
                    <a:pt x="234" y="772"/>
                    <a:pt x="52" y="1022"/>
                  </a:cubicBezTo>
                  <a:cubicBezTo>
                    <a:pt x="0" y="1094"/>
                    <a:pt x="70" y="1164"/>
                    <a:pt x="141" y="1164"/>
                  </a:cubicBezTo>
                  <a:cubicBezTo>
                    <a:pt x="163" y="1164"/>
                    <a:pt x="186" y="1157"/>
                    <a:pt x="205" y="1141"/>
                  </a:cubicBezTo>
                  <a:cubicBezTo>
                    <a:pt x="623" y="772"/>
                    <a:pt x="1059" y="408"/>
                    <a:pt x="1524" y="99"/>
                  </a:cubicBezTo>
                  <a:cubicBezTo>
                    <a:pt x="1568" y="77"/>
                    <a:pt x="1550" y="1"/>
                    <a:pt x="15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9"/>
            <p:cNvSpPr/>
            <p:nvPr/>
          </p:nvSpPr>
          <p:spPr>
            <a:xfrm>
              <a:off x="6002300" y="4074075"/>
              <a:ext cx="196643" cy="178944"/>
            </a:xfrm>
            <a:custGeom>
              <a:rect b="b" l="l" r="r" t="t"/>
              <a:pathLst>
                <a:path extrusionOk="0" h="1162" w="1437">
                  <a:moveTo>
                    <a:pt x="1392" y="0"/>
                  </a:moveTo>
                  <a:cubicBezTo>
                    <a:pt x="1388" y="0"/>
                    <a:pt x="1384" y="1"/>
                    <a:pt x="1380" y="3"/>
                  </a:cubicBezTo>
                  <a:cubicBezTo>
                    <a:pt x="1128" y="118"/>
                    <a:pt x="934" y="307"/>
                    <a:pt x="728" y="486"/>
                  </a:cubicBezTo>
                  <a:cubicBezTo>
                    <a:pt x="501" y="684"/>
                    <a:pt x="263" y="860"/>
                    <a:pt x="44" y="1066"/>
                  </a:cubicBezTo>
                  <a:cubicBezTo>
                    <a:pt x="1" y="1106"/>
                    <a:pt x="47" y="1161"/>
                    <a:pt x="89" y="1161"/>
                  </a:cubicBezTo>
                  <a:cubicBezTo>
                    <a:pt x="106" y="1161"/>
                    <a:pt x="122" y="1153"/>
                    <a:pt x="132" y="1133"/>
                  </a:cubicBezTo>
                  <a:cubicBezTo>
                    <a:pt x="257" y="874"/>
                    <a:pt x="526" y="734"/>
                    <a:pt x="738" y="553"/>
                  </a:cubicBezTo>
                  <a:cubicBezTo>
                    <a:pt x="951" y="370"/>
                    <a:pt x="1149" y="170"/>
                    <a:pt x="1407" y="51"/>
                  </a:cubicBezTo>
                  <a:cubicBezTo>
                    <a:pt x="1436" y="38"/>
                    <a:pt x="1418" y="0"/>
                    <a:pt x="13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9"/>
            <p:cNvSpPr/>
            <p:nvPr/>
          </p:nvSpPr>
          <p:spPr>
            <a:xfrm>
              <a:off x="5987247" y="4114883"/>
              <a:ext cx="220590" cy="201119"/>
            </a:xfrm>
            <a:custGeom>
              <a:rect b="b" l="l" r="r" t="t"/>
              <a:pathLst>
                <a:path extrusionOk="0" h="1306" w="1612">
                  <a:moveTo>
                    <a:pt x="1502" y="0"/>
                  </a:moveTo>
                  <a:cubicBezTo>
                    <a:pt x="1490" y="0"/>
                    <a:pt x="1476" y="3"/>
                    <a:pt x="1461" y="11"/>
                  </a:cubicBezTo>
                  <a:cubicBezTo>
                    <a:pt x="1115" y="192"/>
                    <a:pt x="857" y="484"/>
                    <a:pt x="542" y="707"/>
                  </a:cubicBezTo>
                  <a:cubicBezTo>
                    <a:pt x="369" y="830"/>
                    <a:pt x="102" y="968"/>
                    <a:pt x="27" y="1176"/>
                  </a:cubicBezTo>
                  <a:cubicBezTo>
                    <a:pt x="1" y="1251"/>
                    <a:pt x="66" y="1305"/>
                    <a:pt x="130" y="1305"/>
                  </a:cubicBezTo>
                  <a:cubicBezTo>
                    <a:pt x="164" y="1305"/>
                    <a:pt x="197" y="1291"/>
                    <a:pt x="217" y="1257"/>
                  </a:cubicBezTo>
                  <a:cubicBezTo>
                    <a:pt x="333" y="1061"/>
                    <a:pt x="569" y="943"/>
                    <a:pt x="746" y="805"/>
                  </a:cubicBezTo>
                  <a:cubicBezTo>
                    <a:pt x="1017" y="592"/>
                    <a:pt x="1250" y="340"/>
                    <a:pt x="1542" y="151"/>
                  </a:cubicBezTo>
                  <a:cubicBezTo>
                    <a:pt x="1612" y="115"/>
                    <a:pt x="1578" y="0"/>
                    <a:pt x="1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9"/>
            <p:cNvSpPr/>
            <p:nvPr/>
          </p:nvSpPr>
          <p:spPr>
            <a:xfrm>
              <a:off x="6005311" y="4151226"/>
              <a:ext cx="207453" cy="189878"/>
            </a:xfrm>
            <a:custGeom>
              <a:rect b="b" l="l" r="r" t="t"/>
              <a:pathLst>
                <a:path extrusionOk="0" h="1233" w="1516">
                  <a:moveTo>
                    <a:pt x="1434" y="1"/>
                  </a:moveTo>
                  <a:cubicBezTo>
                    <a:pt x="1421" y="1"/>
                    <a:pt x="1407" y="6"/>
                    <a:pt x="1396" y="19"/>
                  </a:cubicBezTo>
                  <a:cubicBezTo>
                    <a:pt x="962" y="375"/>
                    <a:pt x="439" y="632"/>
                    <a:pt x="62" y="1053"/>
                  </a:cubicBezTo>
                  <a:cubicBezTo>
                    <a:pt x="0" y="1121"/>
                    <a:pt x="55" y="1232"/>
                    <a:pt x="134" y="1232"/>
                  </a:cubicBezTo>
                  <a:cubicBezTo>
                    <a:pt x="151" y="1232"/>
                    <a:pt x="169" y="1227"/>
                    <a:pt x="187" y="1215"/>
                  </a:cubicBezTo>
                  <a:cubicBezTo>
                    <a:pt x="228" y="1188"/>
                    <a:pt x="256" y="1167"/>
                    <a:pt x="293" y="1134"/>
                  </a:cubicBezTo>
                  <a:cubicBezTo>
                    <a:pt x="314" y="1115"/>
                    <a:pt x="322" y="1094"/>
                    <a:pt x="322" y="1073"/>
                  </a:cubicBezTo>
                  <a:cubicBezTo>
                    <a:pt x="672" y="709"/>
                    <a:pt x="1133" y="471"/>
                    <a:pt x="1477" y="98"/>
                  </a:cubicBezTo>
                  <a:cubicBezTo>
                    <a:pt x="1515" y="58"/>
                    <a:pt x="1476" y="1"/>
                    <a:pt x="14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9"/>
            <p:cNvSpPr/>
            <p:nvPr/>
          </p:nvSpPr>
          <p:spPr>
            <a:xfrm>
              <a:off x="5980542" y="4209898"/>
              <a:ext cx="228390" cy="186182"/>
            </a:xfrm>
            <a:custGeom>
              <a:rect b="b" l="l" r="r" t="t"/>
              <a:pathLst>
                <a:path extrusionOk="0" h="1209" w="1669">
                  <a:moveTo>
                    <a:pt x="1608" y="0"/>
                  </a:moveTo>
                  <a:cubicBezTo>
                    <a:pt x="1422" y="0"/>
                    <a:pt x="1249" y="163"/>
                    <a:pt x="1114" y="276"/>
                  </a:cubicBezTo>
                  <a:cubicBezTo>
                    <a:pt x="970" y="396"/>
                    <a:pt x="828" y="515"/>
                    <a:pt x="683" y="630"/>
                  </a:cubicBezTo>
                  <a:cubicBezTo>
                    <a:pt x="610" y="688"/>
                    <a:pt x="1" y="1099"/>
                    <a:pt x="284" y="1203"/>
                  </a:cubicBezTo>
                  <a:cubicBezTo>
                    <a:pt x="294" y="1207"/>
                    <a:pt x="303" y="1208"/>
                    <a:pt x="312" y="1208"/>
                  </a:cubicBezTo>
                  <a:cubicBezTo>
                    <a:pt x="372" y="1208"/>
                    <a:pt x="415" y="1133"/>
                    <a:pt x="387" y="1078"/>
                  </a:cubicBezTo>
                  <a:lnTo>
                    <a:pt x="387" y="1078"/>
                  </a:lnTo>
                  <a:cubicBezTo>
                    <a:pt x="401" y="1105"/>
                    <a:pt x="403" y="1122"/>
                    <a:pt x="401" y="1132"/>
                  </a:cubicBezTo>
                  <a:cubicBezTo>
                    <a:pt x="405" y="1124"/>
                    <a:pt x="416" y="1111"/>
                    <a:pt x="441" y="1088"/>
                  </a:cubicBezTo>
                  <a:cubicBezTo>
                    <a:pt x="487" y="1049"/>
                    <a:pt x="528" y="1001"/>
                    <a:pt x="572" y="959"/>
                  </a:cubicBezTo>
                  <a:cubicBezTo>
                    <a:pt x="672" y="863"/>
                    <a:pt x="776" y="774"/>
                    <a:pt x="881" y="682"/>
                  </a:cubicBezTo>
                  <a:cubicBezTo>
                    <a:pt x="1120" y="476"/>
                    <a:pt x="1333" y="201"/>
                    <a:pt x="1629" y="78"/>
                  </a:cubicBezTo>
                  <a:cubicBezTo>
                    <a:pt x="1668" y="63"/>
                    <a:pt x="1666" y="3"/>
                    <a:pt x="1618" y="0"/>
                  </a:cubicBezTo>
                  <a:cubicBezTo>
                    <a:pt x="1615" y="0"/>
                    <a:pt x="1611" y="0"/>
                    <a:pt x="16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9"/>
            <p:cNvSpPr/>
            <p:nvPr/>
          </p:nvSpPr>
          <p:spPr>
            <a:xfrm>
              <a:off x="6034868" y="4384221"/>
              <a:ext cx="684" cy="1232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cubicBezTo>
                    <a:pt x="1" y="5"/>
                    <a:pt x="1" y="8"/>
                    <a:pt x="1" y="8"/>
                  </a:cubicBezTo>
                  <a:cubicBezTo>
                    <a:pt x="2" y="8"/>
                    <a:pt x="3" y="5"/>
                    <a:pt x="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9"/>
            <p:cNvSpPr/>
            <p:nvPr/>
          </p:nvSpPr>
          <p:spPr>
            <a:xfrm>
              <a:off x="6013932" y="4261179"/>
              <a:ext cx="174474" cy="176018"/>
            </a:xfrm>
            <a:custGeom>
              <a:rect b="b" l="l" r="r" t="t"/>
              <a:pathLst>
                <a:path extrusionOk="0" h="1143" w="1275">
                  <a:moveTo>
                    <a:pt x="1233" y="1"/>
                  </a:moveTo>
                  <a:cubicBezTo>
                    <a:pt x="1178" y="3"/>
                    <a:pt x="1122" y="59"/>
                    <a:pt x="1083" y="91"/>
                  </a:cubicBezTo>
                  <a:cubicBezTo>
                    <a:pt x="947" y="188"/>
                    <a:pt x="826" y="303"/>
                    <a:pt x="695" y="403"/>
                  </a:cubicBezTo>
                  <a:cubicBezTo>
                    <a:pt x="466" y="580"/>
                    <a:pt x="186" y="749"/>
                    <a:pt x="38" y="1005"/>
                  </a:cubicBezTo>
                  <a:cubicBezTo>
                    <a:pt x="1" y="1068"/>
                    <a:pt x="61" y="1143"/>
                    <a:pt x="121" y="1143"/>
                  </a:cubicBezTo>
                  <a:cubicBezTo>
                    <a:pt x="142" y="1143"/>
                    <a:pt x="162" y="1134"/>
                    <a:pt x="178" y="1114"/>
                  </a:cubicBezTo>
                  <a:cubicBezTo>
                    <a:pt x="489" y="716"/>
                    <a:pt x="903" y="420"/>
                    <a:pt x="1256" y="59"/>
                  </a:cubicBezTo>
                  <a:lnTo>
                    <a:pt x="1256" y="57"/>
                  </a:lnTo>
                  <a:cubicBezTo>
                    <a:pt x="1274" y="38"/>
                    <a:pt x="1264" y="1"/>
                    <a:pt x="12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9"/>
            <p:cNvSpPr/>
            <p:nvPr/>
          </p:nvSpPr>
          <p:spPr>
            <a:xfrm>
              <a:off x="6010237" y="4322315"/>
              <a:ext cx="175295" cy="160618"/>
            </a:xfrm>
            <a:custGeom>
              <a:rect b="b" l="l" r="r" t="t"/>
              <a:pathLst>
                <a:path extrusionOk="0" h="1043" w="1281">
                  <a:moveTo>
                    <a:pt x="1217" y="0"/>
                  </a:moveTo>
                  <a:cubicBezTo>
                    <a:pt x="1211" y="0"/>
                    <a:pt x="1205" y="1"/>
                    <a:pt x="1199" y="4"/>
                  </a:cubicBezTo>
                  <a:cubicBezTo>
                    <a:pt x="949" y="123"/>
                    <a:pt x="747" y="323"/>
                    <a:pt x="513" y="471"/>
                  </a:cubicBezTo>
                  <a:cubicBezTo>
                    <a:pt x="332" y="583"/>
                    <a:pt x="124" y="704"/>
                    <a:pt x="32" y="907"/>
                  </a:cubicBezTo>
                  <a:cubicBezTo>
                    <a:pt x="1" y="978"/>
                    <a:pt x="61" y="1043"/>
                    <a:pt x="118" y="1043"/>
                  </a:cubicBezTo>
                  <a:cubicBezTo>
                    <a:pt x="144" y="1043"/>
                    <a:pt x="169" y="1029"/>
                    <a:pt x="184" y="996"/>
                  </a:cubicBezTo>
                  <a:cubicBezTo>
                    <a:pt x="286" y="779"/>
                    <a:pt x="491" y="658"/>
                    <a:pt x="674" y="517"/>
                  </a:cubicBezTo>
                  <a:cubicBezTo>
                    <a:pt x="866" y="371"/>
                    <a:pt x="1020" y="179"/>
                    <a:pt x="1241" y="75"/>
                  </a:cubicBezTo>
                  <a:cubicBezTo>
                    <a:pt x="1281" y="55"/>
                    <a:pt x="1256" y="0"/>
                    <a:pt x="12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9"/>
            <p:cNvSpPr/>
            <p:nvPr/>
          </p:nvSpPr>
          <p:spPr>
            <a:xfrm>
              <a:off x="6001753" y="4319389"/>
              <a:ext cx="221959" cy="192804"/>
            </a:xfrm>
            <a:custGeom>
              <a:rect b="b" l="l" r="r" t="t"/>
              <a:pathLst>
                <a:path extrusionOk="0" h="1252" w="1622">
                  <a:moveTo>
                    <a:pt x="1531" y="1"/>
                  </a:moveTo>
                  <a:cubicBezTo>
                    <a:pt x="1522" y="1"/>
                    <a:pt x="1513" y="5"/>
                    <a:pt x="1509" y="13"/>
                  </a:cubicBezTo>
                  <a:cubicBezTo>
                    <a:pt x="1407" y="181"/>
                    <a:pt x="1147" y="304"/>
                    <a:pt x="990" y="417"/>
                  </a:cubicBezTo>
                  <a:cubicBezTo>
                    <a:pt x="871" y="500"/>
                    <a:pt x="755" y="590"/>
                    <a:pt x="638" y="677"/>
                  </a:cubicBezTo>
                  <a:cubicBezTo>
                    <a:pt x="482" y="794"/>
                    <a:pt x="296" y="996"/>
                    <a:pt x="111" y="1059"/>
                  </a:cubicBezTo>
                  <a:cubicBezTo>
                    <a:pt x="0" y="1098"/>
                    <a:pt x="34" y="1251"/>
                    <a:pt x="138" y="1251"/>
                  </a:cubicBezTo>
                  <a:cubicBezTo>
                    <a:pt x="146" y="1251"/>
                    <a:pt x="154" y="1250"/>
                    <a:pt x="163" y="1249"/>
                  </a:cubicBezTo>
                  <a:cubicBezTo>
                    <a:pt x="352" y="1205"/>
                    <a:pt x="519" y="994"/>
                    <a:pt x="663" y="873"/>
                  </a:cubicBezTo>
                  <a:cubicBezTo>
                    <a:pt x="821" y="742"/>
                    <a:pt x="978" y="611"/>
                    <a:pt x="1136" y="482"/>
                  </a:cubicBezTo>
                  <a:cubicBezTo>
                    <a:pt x="1219" y="413"/>
                    <a:pt x="1622" y="154"/>
                    <a:pt x="1551" y="13"/>
                  </a:cubicBezTo>
                  <a:cubicBezTo>
                    <a:pt x="1547" y="5"/>
                    <a:pt x="1539" y="1"/>
                    <a:pt x="15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9"/>
            <p:cNvSpPr/>
            <p:nvPr/>
          </p:nvSpPr>
          <p:spPr>
            <a:xfrm>
              <a:off x="6078521" y="4327089"/>
              <a:ext cx="180358" cy="194190"/>
            </a:xfrm>
            <a:custGeom>
              <a:rect b="b" l="l" r="r" t="t"/>
              <a:pathLst>
                <a:path extrusionOk="0" h="1261" w="1318">
                  <a:moveTo>
                    <a:pt x="1232" y="1"/>
                  </a:moveTo>
                  <a:cubicBezTo>
                    <a:pt x="1217" y="1"/>
                    <a:pt x="1203" y="7"/>
                    <a:pt x="1190" y="21"/>
                  </a:cubicBezTo>
                  <a:cubicBezTo>
                    <a:pt x="961" y="202"/>
                    <a:pt x="767" y="423"/>
                    <a:pt x="542" y="611"/>
                  </a:cubicBezTo>
                  <a:cubicBezTo>
                    <a:pt x="358" y="761"/>
                    <a:pt x="144" y="911"/>
                    <a:pt x="33" y="1126"/>
                  </a:cubicBezTo>
                  <a:cubicBezTo>
                    <a:pt x="1" y="1188"/>
                    <a:pt x="56" y="1260"/>
                    <a:pt x="113" y="1260"/>
                  </a:cubicBezTo>
                  <a:cubicBezTo>
                    <a:pt x="133" y="1260"/>
                    <a:pt x="152" y="1252"/>
                    <a:pt x="169" y="1232"/>
                  </a:cubicBezTo>
                  <a:cubicBezTo>
                    <a:pt x="498" y="821"/>
                    <a:pt x="927" y="505"/>
                    <a:pt x="1277" y="109"/>
                  </a:cubicBezTo>
                  <a:cubicBezTo>
                    <a:pt x="1317" y="62"/>
                    <a:pt x="1277" y="1"/>
                    <a:pt x="12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9"/>
            <p:cNvSpPr/>
            <p:nvPr/>
          </p:nvSpPr>
          <p:spPr>
            <a:xfrm>
              <a:off x="6142563" y="4339100"/>
              <a:ext cx="150800" cy="158924"/>
            </a:xfrm>
            <a:custGeom>
              <a:rect b="b" l="l" r="r" t="t"/>
              <a:pathLst>
                <a:path extrusionOk="0" h="1032" w="1102">
                  <a:moveTo>
                    <a:pt x="1055" y="0"/>
                  </a:moveTo>
                  <a:cubicBezTo>
                    <a:pt x="905" y="0"/>
                    <a:pt x="739" y="222"/>
                    <a:pt x="645" y="310"/>
                  </a:cubicBezTo>
                  <a:cubicBezTo>
                    <a:pt x="441" y="504"/>
                    <a:pt x="193" y="652"/>
                    <a:pt x="42" y="898"/>
                  </a:cubicBezTo>
                  <a:cubicBezTo>
                    <a:pt x="1" y="965"/>
                    <a:pt x="65" y="1031"/>
                    <a:pt x="126" y="1031"/>
                  </a:cubicBezTo>
                  <a:cubicBezTo>
                    <a:pt x="153" y="1031"/>
                    <a:pt x="180" y="1018"/>
                    <a:pt x="197" y="987"/>
                  </a:cubicBezTo>
                  <a:cubicBezTo>
                    <a:pt x="322" y="758"/>
                    <a:pt x="541" y="612"/>
                    <a:pt x="718" y="427"/>
                  </a:cubicBezTo>
                  <a:cubicBezTo>
                    <a:pt x="839" y="301"/>
                    <a:pt x="964" y="176"/>
                    <a:pt x="1087" y="51"/>
                  </a:cubicBezTo>
                  <a:cubicBezTo>
                    <a:pt x="1101" y="37"/>
                    <a:pt x="1097" y="6"/>
                    <a:pt x="1074" y="1"/>
                  </a:cubicBezTo>
                  <a:cubicBezTo>
                    <a:pt x="1068" y="0"/>
                    <a:pt x="1061" y="0"/>
                    <a:pt x="10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9"/>
            <p:cNvSpPr/>
            <p:nvPr/>
          </p:nvSpPr>
          <p:spPr>
            <a:xfrm>
              <a:off x="6168563" y="4351728"/>
              <a:ext cx="163527" cy="153997"/>
            </a:xfrm>
            <a:custGeom>
              <a:rect b="b" l="l" r="r" t="t"/>
              <a:pathLst>
                <a:path extrusionOk="0" h="1000" w="1195">
                  <a:moveTo>
                    <a:pt x="1125" y="1"/>
                  </a:moveTo>
                  <a:cubicBezTo>
                    <a:pt x="993" y="1"/>
                    <a:pt x="774" y="237"/>
                    <a:pt x="694" y="303"/>
                  </a:cubicBezTo>
                  <a:cubicBezTo>
                    <a:pt x="480" y="480"/>
                    <a:pt x="186" y="624"/>
                    <a:pt x="38" y="868"/>
                  </a:cubicBezTo>
                  <a:cubicBezTo>
                    <a:pt x="1" y="928"/>
                    <a:pt x="60" y="1000"/>
                    <a:pt x="118" y="1000"/>
                  </a:cubicBezTo>
                  <a:cubicBezTo>
                    <a:pt x="138" y="1000"/>
                    <a:pt x="158" y="991"/>
                    <a:pt x="173" y="972"/>
                  </a:cubicBezTo>
                  <a:cubicBezTo>
                    <a:pt x="340" y="766"/>
                    <a:pt x="557" y="618"/>
                    <a:pt x="753" y="440"/>
                  </a:cubicBezTo>
                  <a:cubicBezTo>
                    <a:pt x="886" y="322"/>
                    <a:pt x="1053" y="211"/>
                    <a:pt x="1172" y="80"/>
                  </a:cubicBezTo>
                  <a:cubicBezTo>
                    <a:pt x="1195" y="55"/>
                    <a:pt x="1184" y="15"/>
                    <a:pt x="1153" y="5"/>
                  </a:cubicBezTo>
                  <a:cubicBezTo>
                    <a:pt x="1144" y="2"/>
                    <a:pt x="1135" y="1"/>
                    <a:pt x="11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9"/>
            <p:cNvSpPr/>
            <p:nvPr/>
          </p:nvSpPr>
          <p:spPr>
            <a:xfrm>
              <a:off x="6213311" y="4348186"/>
              <a:ext cx="179948" cy="160002"/>
            </a:xfrm>
            <a:custGeom>
              <a:rect b="b" l="l" r="r" t="t"/>
              <a:pathLst>
                <a:path extrusionOk="0" h="1039" w="1315">
                  <a:moveTo>
                    <a:pt x="1260" y="0"/>
                  </a:moveTo>
                  <a:cubicBezTo>
                    <a:pt x="1254" y="0"/>
                    <a:pt x="1248" y="2"/>
                    <a:pt x="1243" y="5"/>
                  </a:cubicBezTo>
                  <a:cubicBezTo>
                    <a:pt x="830" y="255"/>
                    <a:pt x="465" y="597"/>
                    <a:pt x="74" y="876"/>
                  </a:cubicBezTo>
                  <a:cubicBezTo>
                    <a:pt x="1" y="928"/>
                    <a:pt x="44" y="1038"/>
                    <a:pt x="114" y="1038"/>
                  </a:cubicBezTo>
                  <a:cubicBezTo>
                    <a:pt x="128" y="1038"/>
                    <a:pt x="144" y="1034"/>
                    <a:pt x="159" y="1024"/>
                  </a:cubicBezTo>
                  <a:cubicBezTo>
                    <a:pt x="570" y="764"/>
                    <a:pt x="924" y="384"/>
                    <a:pt x="1289" y="65"/>
                  </a:cubicBezTo>
                  <a:cubicBezTo>
                    <a:pt x="1315" y="41"/>
                    <a:pt x="1290" y="0"/>
                    <a:pt x="12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9"/>
            <p:cNvSpPr/>
            <p:nvPr/>
          </p:nvSpPr>
          <p:spPr>
            <a:xfrm>
              <a:off x="6269279" y="4336329"/>
              <a:ext cx="182548" cy="162620"/>
            </a:xfrm>
            <a:custGeom>
              <a:rect b="b" l="l" r="r" t="t"/>
              <a:pathLst>
                <a:path extrusionOk="0" h="1056" w="1334">
                  <a:moveTo>
                    <a:pt x="1267" y="0"/>
                  </a:moveTo>
                  <a:cubicBezTo>
                    <a:pt x="1260" y="0"/>
                    <a:pt x="1252" y="3"/>
                    <a:pt x="1244" y="9"/>
                  </a:cubicBezTo>
                  <a:cubicBezTo>
                    <a:pt x="957" y="226"/>
                    <a:pt x="684" y="455"/>
                    <a:pt x="386" y="655"/>
                  </a:cubicBezTo>
                  <a:cubicBezTo>
                    <a:pt x="304" y="709"/>
                    <a:pt x="0" y="851"/>
                    <a:pt x="11" y="978"/>
                  </a:cubicBezTo>
                  <a:cubicBezTo>
                    <a:pt x="14" y="1026"/>
                    <a:pt x="57" y="1055"/>
                    <a:pt x="97" y="1055"/>
                  </a:cubicBezTo>
                  <a:cubicBezTo>
                    <a:pt x="127" y="1055"/>
                    <a:pt x="156" y="1038"/>
                    <a:pt x="165" y="999"/>
                  </a:cubicBezTo>
                  <a:lnTo>
                    <a:pt x="165" y="999"/>
                  </a:lnTo>
                  <a:cubicBezTo>
                    <a:pt x="162" y="1012"/>
                    <a:pt x="163" y="1018"/>
                    <a:pt x="166" y="1018"/>
                  </a:cubicBezTo>
                  <a:cubicBezTo>
                    <a:pt x="175" y="1018"/>
                    <a:pt x="201" y="980"/>
                    <a:pt x="219" y="968"/>
                  </a:cubicBezTo>
                  <a:cubicBezTo>
                    <a:pt x="252" y="943"/>
                    <a:pt x="286" y="913"/>
                    <a:pt x="319" y="888"/>
                  </a:cubicBezTo>
                  <a:cubicBezTo>
                    <a:pt x="402" y="822"/>
                    <a:pt x="490" y="757"/>
                    <a:pt x="575" y="693"/>
                  </a:cubicBezTo>
                  <a:cubicBezTo>
                    <a:pt x="828" y="499"/>
                    <a:pt x="1053" y="280"/>
                    <a:pt x="1301" y="82"/>
                  </a:cubicBezTo>
                  <a:cubicBezTo>
                    <a:pt x="1333" y="55"/>
                    <a:pt x="1302" y="0"/>
                    <a:pt x="12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9"/>
            <p:cNvSpPr/>
            <p:nvPr/>
          </p:nvSpPr>
          <p:spPr>
            <a:xfrm>
              <a:off x="6304584" y="4352036"/>
              <a:ext cx="165853" cy="158616"/>
            </a:xfrm>
            <a:custGeom>
              <a:rect b="b" l="l" r="r" t="t"/>
              <a:pathLst>
                <a:path extrusionOk="0" h="1030" w="1212">
                  <a:moveTo>
                    <a:pt x="1174" y="1"/>
                  </a:moveTo>
                  <a:cubicBezTo>
                    <a:pt x="1089" y="1"/>
                    <a:pt x="1009" y="84"/>
                    <a:pt x="947" y="134"/>
                  </a:cubicBezTo>
                  <a:cubicBezTo>
                    <a:pt x="824" y="232"/>
                    <a:pt x="709" y="340"/>
                    <a:pt x="584" y="434"/>
                  </a:cubicBezTo>
                  <a:cubicBezTo>
                    <a:pt x="413" y="561"/>
                    <a:pt x="32" y="718"/>
                    <a:pt x="5" y="957"/>
                  </a:cubicBezTo>
                  <a:cubicBezTo>
                    <a:pt x="0" y="1006"/>
                    <a:pt x="36" y="1029"/>
                    <a:pt x="74" y="1029"/>
                  </a:cubicBezTo>
                  <a:cubicBezTo>
                    <a:pt x="106" y="1029"/>
                    <a:pt x="140" y="1012"/>
                    <a:pt x="153" y="978"/>
                  </a:cubicBezTo>
                  <a:cubicBezTo>
                    <a:pt x="228" y="770"/>
                    <a:pt x="534" y="638"/>
                    <a:pt x="695" y="497"/>
                  </a:cubicBezTo>
                  <a:cubicBezTo>
                    <a:pt x="859" y="353"/>
                    <a:pt x="1003" y="172"/>
                    <a:pt x="1189" y="53"/>
                  </a:cubicBezTo>
                  <a:cubicBezTo>
                    <a:pt x="1212" y="38"/>
                    <a:pt x="1203" y="1"/>
                    <a:pt x="11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9"/>
            <p:cNvSpPr/>
            <p:nvPr/>
          </p:nvSpPr>
          <p:spPr>
            <a:xfrm>
              <a:off x="6335511" y="4334173"/>
              <a:ext cx="194727" cy="188030"/>
            </a:xfrm>
            <a:custGeom>
              <a:rect b="b" l="l" r="r" t="t"/>
              <a:pathLst>
                <a:path extrusionOk="0" h="1221" w="1423">
                  <a:moveTo>
                    <a:pt x="1365" y="1"/>
                  </a:moveTo>
                  <a:cubicBezTo>
                    <a:pt x="1358" y="1"/>
                    <a:pt x="1350" y="3"/>
                    <a:pt x="1342" y="8"/>
                  </a:cubicBezTo>
                  <a:cubicBezTo>
                    <a:pt x="1044" y="198"/>
                    <a:pt x="796" y="444"/>
                    <a:pt x="514" y="652"/>
                  </a:cubicBezTo>
                  <a:cubicBezTo>
                    <a:pt x="339" y="784"/>
                    <a:pt x="104" y="907"/>
                    <a:pt x="23" y="1119"/>
                  </a:cubicBezTo>
                  <a:cubicBezTo>
                    <a:pt x="1" y="1178"/>
                    <a:pt x="53" y="1221"/>
                    <a:pt x="105" y="1221"/>
                  </a:cubicBezTo>
                  <a:cubicBezTo>
                    <a:pt x="132" y="1221"/>
                    <a:pt x="159" y="1209"/>
                    <a:pt x="175" y="1182"/>
                  </a:cubicBezTo>
                  <a:cubicBezTo>
                    <a:pt x="291" y="982"/>
                    <a:pt x="502" y="861"/>
                    <a:pt x="675" y="713"/>
                  </a:cubicBezTo>
                  <a:cubicBezTo>
                    <a:pt x="915" y="506"/>
                    <a:pt x="1131" y="275"/>
                    <a:pt x="1386" y="83"/>
                  </a:cubicBezTo>
                  <a:cubicBezTo>
                    <a:pt x="1422" y="57"/>
                    <a:pt x="1401" y="1"/>
                    <a:pt x="13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9"/>
            <p:cNvSpPr/>
            <p:nvPr/>
          </p:nvSpPr>
          <p:spPr>
            <a:xfrm>
              <a:off x="6382721" y="4346030"/>
              <a:ext cx="169958" cy="173092"/>
            </a:xfrm>
            <a:custGeom>
              <a:rect b="b" l="l" r="r" t="t"/>
              <a:pathLst>
                <a:path extrusionOk="0" h="1124" w="1242">
                  <a:moveTo>
                    <a:pt x="1182" y="1"/>
                  </a:moveTo>
                  <a:cubicBezTo>
                    <a:pt x="1176" y="1"/>
                    <a:pt x="1171" y="2"/>
                    <a:pt x="1166" y="4"/>
                  </a:cubicBezTo>
                  <a:cubicBezTo>
                    <a:pt x="941" y="106"/>
                    <a:pt x="780" y="321"/>
                    <a:pt x="595" y="482"/>
                  </a:cubicBezTo>
                  <a:cubicBezTo>
                    <a:pt x="488" y="573"/>
                    <a:pt x="376" y="663"/>
                    <a:pt x="272" y="757"/>
                  </a:cubicBezTo>
                  <a:cubicBezTo>
                    <a:pt x="194" y="825"/>
                    <a:pt x="78" y="905"/>
                    <a:pt x="34" y="998"/>
                  </a:cubicBezTo>
                  <a:cubicBezTo>
                    <a:pt x="1" y="1069"/>
                    <a:pt x="56" y="1123"/>
                    <a:pt x="110" y="1123"/>
                  </a:cubicBezTo>
                  <a:cubicBezTo>
                    <a:pt x="141" y="1123"/>
                    <a:pt x="172" y="1105"/>
                    <a:pt x="186" y="1063"/>
                  </a:cubicBezTo>
                  <a:cubicBezTo>
                    <a:pt x="224" y="978"/>
                    <a:pt x="372" y="875"/>
                    <a:pt x="436" y="813"/>
                  </a:cubicBezTo>
                  <a:cubicBezTo>
                    <a:pt x="528" y="723"/>
                    <a:pt x="624" y="638"/>
                    <a:pt x="718" y="548"/>
                  </a:cubicBezTo>
                  <a:cubicBezTo>
                    <a:pt x="884" y="386"/>
                    <a:pt x="1028" y="206"/>
                    <a:pt x="1212" y="63"/>
                  </a:cubicBezTo>
                  <a:cubicBezTo>
                    <a:pt x="1242" y="38"/>
                    <a:pt x="1213" y="1"/>
                    <a:pt x="11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9"/>
            <p:cNvSpPr/>
            <p:nvPr/>
          </p:nvSpPr>
          <p:spPr>
            <a:xfrm>
              <a:off x="6417479" y="4329399"/>
              <a:ext cx="187611" cy="176942"/>
            </a:xfrm>
            <a:custGeom>
              <a:rect b="b" l="l" r="r" t="t"/>
              <a:pathLst>
                <a:path extrusionOk="0" h="1149" w="1371">
                  <a:moveTo>
                    <a:pt x="1311" y="1"/>
                  </a:moveTo>
                  <a:cubicBezTo>
                    <a:pt x="1305" y="1"/>
                    <a:pt x="1298" y="3"/>
                    <a:pt x="1291" y="8"/>
                  </a:cubicBezTo>
                  <a:cubicBezTo>
                    <a:pt x="870" y="321"/>
                    <a:pt x="470" y="652"/>
                    <a:pt x="70" y="990"/>
                  </a:cubicBezTo>
                  <a:cubicBezTo>
                    <a:pt x="0" y="1050"/>
                    <a:pt x="68" y="1149"/>
                    <a:pt x="139" y="1149"/>
                  </a:cubicBezTo>
                  <a:cubicBezTo>
                    <a:pt x="160" y="1149"/>
                    <a:pt x="181" y="1141"/>
                    <a:pt x="199" y="1121"/>
                  </a:cubicBezTo>
                  <a:cubicBezTo>
                    <a:pt x="551" y="746"/>
                    <a:pt x="951" y="408"/>
                    <a:pt x="1341" y="73"/>
                  </a:cubicBezTo>
                  <a:cubicBezTo>
                    <a:pt x="1370" y="49"/>
                    <a:pt x="1343" y="1"/>
                    <a:pt x="1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9"/>
            <p:cNvSpPr/>
            <p:nvPr/>
          </p:nvSpPr>
          <p:spPr>
            <a:xfrm>
              <a:off x="6488637" y="4334173"/>
              <a:ext cx="166127" cy="176018"/>
            </a:xfrm>
            <a:custGeom>
              <a:rect b="b" l="l" r="r" t="t"/>
              <a:pathLst>
                <a:path extrusionOk="0" h="1143" w="1214">
                  <a:moveTo>
                    <a:pt x="1143" y="1"/>
                  </a:moveTo>
                  <a:cubicBezTo>
                    <a:pt x="1135" y="1"/>
                    <a:pt x="1127" y="3"/>
                    <a:pt x="1119" y="6"/>
                  </a:cubicBezTo>
                  <a:lnTo>
                    <a:pt x="1117" y="6"/>
                  </a:lnTo>
                  <a:cubicBezTo>
                    <a:pt x="1096" y="21"/>
                    <a:pt x="1075" y="35"/>
                    <a:pt x="1052" y="52"/>
                  </a:cubicBezTo>
                  <a:cubicBezTo>
                    <a:pt x="1019" y="75"/>
                    <a:pt x="982" y="100"/>
                    <a:pt x="959" y="131"/>
                  </a:cubicBezTo>
                  <a:cubicBezTo>
                    <a:pt x="821" y="250"/>
                    <a:pt x="694" y="390"/>
                    <a:pt x="561" y="511"/>
                  </a:cubicBezTo>
                  <a:cubicBezTo>
                    <a:pt x="388" y="671"/>
                    <a:pt x="175" y="823"/>
                    <a:pt x="39" y="1015"/>
                  </a:cubicBezTo>
                  <a:cubicBezTo>
                    <a:pt x="1" y="1071"/>
                    <a:pt x="56" y="1143"/>
                    <a:pt x="114" y="1143"/>
                  </a:cubicBezTo>
                  <a:cubicBezTo>
                    <a:pt x="128" y="1143"/>
                    <a:pt x="141" y="1139"/>
                    <a:pt x="154" y="1130"/>
                  </a:cubicBezTo>
                  <a:cubicBezTo>
                    <a:pt x="348" y="996"/>
                    <a:pt x="511" y="794"/>
                    <a:pt x="677" y="627"/>
                  </a:cubicBezTo>
                  <a:cubicBezTo>
                    <a:pt x="850" y="456"/>
                    <a:pt x="1061" y="286"/>
                    <a:pt x="1190" y="77"/>
                  </a:cubicBezTo>
                  <a:cubicBezTo>
                    <a:pt x="1214" y="38"/>
                    <a:pt x="1180" y="1"/>
                    <a:pt x="11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9"/>
            <p:cNvSpPr/>
            <p:nvPr/>
          </p:nvSpPr>
          <p:spPr>
            <a:xfrm>
              <a:off x="6537627" y="4342334"/>
              <a:ext cx="157095" cy="155229"/>
            </a:xfrm>
            <a:custGeom>
              <a:rect b="b" l="l" r="r" t="t"/>
              <a:pathLst>
                <a:path extrusionOk="0" h="1008" w="1148">
                  <a:moveTo>
                    <a:pt x="1093" y="0"/>
                  </a:moveTo>
                  <a:cubicBezTo>
                    <a:pt x="1086" y="0"/>
                    <a:pt x="1078" y="2"/>
                    <a:pt x="1072" y="5"/>
                  </a:cubicBezTo>
                  <a:cubicBezTo>
                    <a:pt x="1072" y="5"/>
                    <a:pt x="1072" y="5"/>
                    <a:pt x="1072" y="3"/>
                  </a:cubicBezTo>
                  <a:cubicBezTo>
                    <a:pt x="880" y="107"/>
                    <a:pt x="703" y="264"/>
                    <a:pt x="534" y="401"/>
                  </a:cubicBezTo>
                  <a:cubicBezTo>
                    <a:pt x="367" y="541"/>
                    <a:pt x="236" y="716"/>
                    <a:pt x="71" y="858"/>
                  </a:cubicBezTo>
                  <a:cubicBezTo>
                    <a:pt x="0" y="919"/>
                    <a:pt x="65" y="1007"/>
                    <a:pt x="141" y="1007"/>
                  </a:cubicBezTo>
                  <a:cubicBezTo>
                    <a:pt x="161" y="1007"/>
                    <a:pt x="181" y="1001"/>
                    <a:pt x="200" y="987"/>
                  </a:cubicBezTo>
                  <a:cubicBezTo>
                    <a:pt x="378" y="847"/>
                    <a:pt x="501" y="639"/>
                    <a:pt x="667" y="485"/>
                  </a:cubicBezTo>
                  <a:cubicBezTo>
                    <a:pt x="761" y="397"/>
                    <a:pt x="859" y="312"/>
                    <a:pt x="959" y="230"/>
                  </a:cubicBezTo>
                  <a:cubicBezTo>
                    <a:pt x="1020" y="178"/>
                    <a:pt x="1109" y="133"/>
                    <a:pt x="1136" y="55"/>
                  </a:cubicBezTo>
                  <a:cubicBezTo>
                    <a:pt x="1148" y="23"/>
                    <a:pt x="1121" y="0"/>
                    <a:pt x="10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9"/>
            <p:cNvSpPr/>
            <p:nvPr/>
          </p:nvSpPr>
          <p:spPr>
            <a:xfrm>
              <a:off x="6584427" y="4340794"/>
              <a:ext cx="164348" cy="158000"/>
            </a:xfrm>
            <a:custGeom>
              <a:rect b="b" l="l" r="r" t="t"/>
              <a:pathLst>
                <a:path extrusionOk="0" h="1026" w="1201">
                  <a:moveTo>
                    <a:pt x="1154" y="0"/>
                  </a:moveTo>
                  <a:cubicBezTo>
                    <a:pt x="1148" y="0"/>
                    <a:pt x="1142" y="2"/>
                    <a:pt x="1136" y="5"/>
                  </a:cubicBezTo>
                  <a:cubicBezTo>
                    <a:pt x="880" y="128"/>
                    <a:pt x="636" y="361"/>
                    <a:pt x="419" y="545"/>
                  </a:cubicBezTo>
                  <a:cubicBezTo>
                    <a:pt x="309" y="639"/>
                    <a:pt x="196" y="728"/>
                    <a:pt x="90" y="824"/>
                  </a:cubicBezTo>
                  <a:cubicBezTo>
                    <a:pt x="40" y="868"/>
                    <a:pt x="0" y="895"/>
                    <a:pt x="13" y="968"/>
                  </a:cubicBezTo>
                  <a:cubicBezTo>
                    <a:pt x="20" y="1005"/>
                    <a:pt x="59" y="1026"/>
                    <a:pt x="94" y="1026"/>
                  </a:cubicBezTo>
                  <a:cubicBezTo>
                    <a:pt x="99" y="1026"/>
                    <a:pt x="105" y="1025"/>
                    <a:pt x="111" y="1024"/>
                  </a:cubicBezTo>
                  <a:cubicBezTo>
                    <a:pt x="117" y="1022"/>
                    <a:pt x="123" y="1020"/>
                    <a:pt x="127" y="1020"/>
                  </a:cubicBezTo>
                  <a:cubicBezTo>
                    <a:pt x="152" y="1014"/>
                    <a:pt x="169" y="995"/>
                    <a:pt x="175" y="972"/>
                  </a:cubicBezTo>
                  <a:cubicBezTo>
                    <a:pt x="200" y="953"/>
                    <a:pt x="242" y="922"/>
                    <a:pt x="261" y="905"/>
                  </a:cubicBezTo>
                  <a:cubicBezTo>
                    <a:pt x="379" y="801"/>
                    <a:pt x="488" y="684"/>
                    <a:pt x="602" y="576"/>
                  </a:cubicBezTo>
                  <a:cubicBezTo>
                    <a:pt x="786" y="407"/>
                    <a:pt x="1024" y="255"/>
                    <a:pt x="1180" y="61"/>
                  </a:cubicBezTo>
                  <a:cubicBezTo>
                    <a:pt x="1201" y="35"/>
                    <a:pt x="1182" y="0"/>
                    <a:pt x="11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9"/>
            <p:cNvSpPr/>
            <p:nvPr/>
          </p:nvSpPr>
          <p:spPr>
            <a:xfrm>
              <a:off x="6639163" y="4330323"/>
              <a:ext cx="175979" cy="182948"/>
            </a:xfrm>
            <a:custGeom>
              <a:rect b="b" l="l" r="r" t="t"/>
              <a:pathLst>
                <a:path extrusionOk="0" h="1188" w="1286">
                  <a:moveTo>
                    <a:pt x="1234" y="0"/>
                  </a:moveTo>
                  <a:cubicBezTo>
                    <a:pt x="1231" y="0"/>
                    <a:pt x="1227" y="1"/>
                    <a:pt x="1224" y="2"/>
                  </a:cubicBezTo>
                  <a:cubicBezTo>
                    <a:pt x="972" y="106"/>
                    <a:pt x="782" y="352"/>
                    <a:pt x="563" y="513"/>
                  </a:cubicBezTo>
                  <a:cubicBezTo>
                    <a:pt x="357" y="665"/>
                    <a:pt x="109" y="819"/>
                    <a:pt x="21" y="1075"/>
                  </a:cubicBezTo>
                  <a:cubicBezTo>
                    <a:pt x="0" y="1138"/>
                    <a:pt x="59" y="1187"/>
                    <a:pt x="113" y="1187"/>
                  </a:cubicBezTo>
                  <a:cubicBezTo>
                    <a:pt x="140" y="1187"/>
                    <a:pt x="167" y="1174"/>
                    <a:pt x="182" y="1144"/>
                  </a:cubicBezTo>
                  <a:cubicBezTo>
                    <a:pt x="305" y="894"/>
                    <a:pt x="513" y="746"/>
                    <a:pt x="719" y="571"/>
                  </a:cubicBezTo>
                  <a:cubicBezTo>
                    <a:pt x="907" y="409"/>
                    <a:pt x="1065" y="219"/>
                    <a:pt x="1259" y="63"/>
                  </a:cubicBezTo>
                  <a:cubicBezTo>
                    <a:pt x="1285" y="44"/>
                    <a:pt x="1263" y="0"/>
                    <a:pt x="12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9"/>
            <p:cNvSpPr/>
            <p:nvPr/>
          </p:nvSpPr>
          <p:spPr>
            <a:xfrm>
              <a:off x="6681174" y="4332941"/>
              <a:ext cx="193495" cy="192650"/>
            </a:xfrm>
            <a:custGeom>
              <a:rect b="b" l="l" r="r" t="t"/>
              <a:pathLst>
                <a:path extrusionOk="0" h="1251" w="1414">
                  <a:moveTo>
                    <a:pt x="1358" y="0"/>
                  </a:moveTo>
                  <a:cubicBezTo>
                    <a:pt x="1352" y="0"/>
                    <a:pt x="1346" y="2"/>
                    <a:pt x="1340" y="6"/>
                  </a:cubicBezTo>
                  <a:cubicBezTo>
                    <a:pt x="1036" y="187"/>
                    <a:pt x="798" y="448"/>
                    <a:pt x="510" y="650"/>
                  </a:cubicBezTo>
                  <a:cubicBezTo>
                    <a:pt x="317" y="787"/>
                    <a:pt x="121" y="917"/>
                    <a:pt x="27" y="1142"/>
                  </a:cubicBezTo>
                  <a:cubicBezTo>
                    <a:pt x="0" y="1206"/>
                    <a:pt x="57" y="1251"/>
                    <a:pt x="114" y="1251"/>
                  </a:cubicBezTo>
                  <a:cubicBezTo>
                    <a:pt x="150" y="1251"/>
                    <a:pt x="187" y="1233"/>
                    <a:pt x="202" y="1190"/>
                  </a:cubicBezTo>
                  <a:cubicBezTo>
                    <a:pt x="285" y="958"/>
                    <a:pt x="540" y="825"/>
                    <a:pt x="719" y="675"/>
                  </a:cubicBezTo>
                  <a:cubicBezTo>
                    <a:pt x="948" y="481"/>
                    <a:pt x="1150" y="256"/>
                    <a:pt x="1386" y="64"/>
                  </a:cubicBezTo>
                  <a:cubicBezTo>
                    <a:pt x="1413" y="42"/>
                    <a:pt x="1388" y="0"/>
                    <a:pt x="13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9"/>
            <p:cNvSpPr/>
            <p:nvPr/>
          </p:nvSpPr>
          <p:spPr>
            <a:xfrm>
              <a:off x="6737827" y="4337560"/>
              <a:ext cx="172558" cy="161696"/>
            </a:xfrm>
            <a:custGeom>
              <a:rect b="b" l="l" r="r" t="t"/>
              <a:pathLst>
                <a:path extrusionOk="0" h="1050" w="1261">
                  <a:moveTo>
                    <a:pt x="1225" y="0"/>
                  </a:moveTo>
                  <a:cubicBezTo>
                    <a:pt x="1222" y="0"/>
                    <a:pt x="1219" y="1"/>
                    <a:pt x="1216" y="3"/>
                  </a:cubicBezTo>
                  <a:cubicBezTo>
                    <a:pt x="968" y="155"/>
                    <a:pt x="747" y="334"/>
                    <a:pt x="515" y="509"/>
                  </a:cubicBezTo>
                  <a:cubicBezTo>
                    <a:pt x="344" y="639"/>
                    <a:pt x="173" y="753"/>
                    <a:pt x="44" y="928"/>
                  </a:cubicBezTo>
                  <a:cubicBezTo>
                    <a:pt x="0" y="987"/>
                    <a:pt x="60" y="1050"/>
                    <a:pt x="119" y="1050"/>
                  </a:cubicBezTo>
                  <a:cubicBezTo>
                    <a:pt x="144" y="1050"/>
                    <a:pt x="169" y="1039"/>
                    <a:pt x="186" y="1012"/>
                  </a:cubicBezTo>
                  <a:cubicBezTo>
                    <a:pt x="309" y="818"/>
                    <a:pt x="501" y="687"/>
                    <a:pt x="667" y="537"/>
                  </a:cubicBezTo>
                  <a:cubicBezTo>
                    <a:pt x="855" y="366"/>
                    <a:pt x="1043" y="197"/>
                    <a:pt x="1243" y="41"/>
                  </a:cubicBezTo>
                  <a:cubicBezTo>
                    <a:pt x="1260" y="26"/>
                    <a:pt x="1244" y="0"/>
                    <a:pt x="12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9"/>
            <p:cNvSpPr/>
            <p:nvPr/>
          </p:nvSpPr>
          <p:spPr>
            <a:xfrm>
              <a:off x="6769163" y="4335097"/>
              <a:ext cx="194180" cy="189570"/>
            </a:xfrm>
            <a:custGeom>
              <a:rect b="b" l="l" r="r" t="t"/>
              <a:pathLst>
                <a:path extrusionOk="0" h="1231" w="1419">
                  <a:moveTo>
                    <a:pt x="1360" y="0"/>
                  </a:moveTo>
                  <a:cubicBezTo>
                    <a:pt x="1351" y="0"/>
                    <a:pt x="1341" y="3"/>
                    <a:pt x="1333" y="11"/>
                  </a:cubicBezTo>
                  <a:cubicBezTo>
                    <a:pt x="1039" y="269"/>
                    <a:pt x="728" y="498"/>
                    <a:pt x="415" y="734"/>
                  </a:cubicBezTo>
                  <a:cubicBezTo>
                    <a:pt x="307" y="817"/>
                    <a:pt x="1" y="1001"/>
                    <a:pt x="57" y="1174"/>
                  </a:cubicBezTo>
                  <a:cubicBezTo>
                    <a:pt x="69" y="1209"/>
                    <a:pt x="106" y="1230"/>
                    <a:pt x="142" y="1230"/>
                  </a:cubicBezTo>
                  <a:cubicBezTo>
                    <a:pt x="174" y="1230"/>
                    <a:pt x="205" y="1213"/>
                    <a:pt x="213" y="1174"/>
                  </a:cubicBezTo>
                  <a:cubicBezTo>
                    <a:pt x="245" y="999"/>
                    <a:pt x="526" y="836"/>
                    <a:pt x="657" y="734"/>
                  </a:cubicBezTo>
                  <a:cubicBezTo>
                    <a:pt x="916" y="532"/>
                    <a:pt x="1172" y="317"/>
                    <a:pt x="1391" y="69"/>
                  </a:cubicBezTo>
                  <a:cubicBezTo>
                    <a:pt x="1418" y="38"/>
                    <a:pt x="1392" y="0"/>
                    <a:pt x="13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9"/>
            <p:cNvSpPr/>
            <p:nvPr/>
          </p:nvSpPr>
          <p:spPr>
            <a:xfrm>
              <a:off x="6818016" y="4339562"/>
              <a:ext cx="189937" cy="181562"/>
            </a:xfrm>
            <a:custGeom>
              <a:rect b="b" l="l" r="r" t="t"/>
              <a:pathLst>
                <a:path extrusionOk="0" h="1179" w="1388">
                  <a:moveTo>
                    <a:pt x="1339" y="0"/>
                  </a:moveTo>
                  <a:cubicBezTo>
                    <a:pt x="1332" y="0"/>
                    <a:pt x="1325" y="3"/>
                    <a:pt x="1317" y="9"/>
                  </a:cubicBezTo>
                  <a:cubicBezTo>
                    <a:pt x="894" y="334"/>
                    <a:pt x="444" y="653"/>
                    <a:pt x="63" y="1026"/>
                  </a:cubicBezTo>
                  <a:cubicBezTo>
                    <a:pt x="0" y="1088"/>
                    <a:pt x="62" y="1178"/>
                    <a:pt x="130" y="1178"/>
                  </a:cubicBezTo>
                  <a:cubicBezTo>
                    <a:pt x="151" y="1178"/>
                    <a:pt x="172" y="1170"/>
                    <a:pt x="190" y="1151"/>
                  </a:cubicBezTo>
                  <a:cubicBezTo>
                    <a:pt x="550" y="763"/>
                    <a:pt x="1038" y="490"/>
                    <a:pt x="1365" y="73"/>
                  </a:cubicBezTo>
                  <a:cubicBezTo>
                    <a:pt x="1387" y="46"/>
                    <a:pt x="1368" y="0"/>
                    <a:pt x="13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9"/>
            <p:cNvSpPr/>
            <p:nvPr/>
          </p:nvSpPr>
          <p:spPr>
            <a:xfrm>
              <a:off x="6864132" y="4338022"/>
              <a:ext cx="185422" cy="185720"/>
            </a:xfrm>
            <a:custGeom>
              <a:rect b="b" l="l" r="r" t="t"/>
              <a:pathLst>
                <a:path extrusionOk="0" h="1206" w="1355">
                  <a:moveTo>
                    <a:pt x="1348" y="1"/>
                  </a:moveTo>
                  <a:cubicBezTo>
                    <a:pt x="1347" y="1"/>
                    <a:pt x="1346" y="1"/>
                    <a:pt x="1345" y="2"/>
                  </a:cubicBezTo>
                  <a:cubicBezTo>
                    <a:pt x="1085" y="263"/>
                    <a:pt x="753" y="448"/>
                    <a:pt x="463" y="673"/>
                  </a:cubicBezTo>
                  <a:cubicBezTo>
                    <a:pt x="351" y="763"/>
                    <a:pt x="1" y="982"/>
                    <a:pt x="38" y="1153"/>
                  </a:cubicBezTo>
                  <a:cubicBezTo>
                    <a:pt x="46" y="1189"/>
                    <a:pt x="75" y="1206"/>
                    <a:pt x="106" y="1206"/>
                  </a:cubicBezTo>
                  <a:cubicBezTo>
                    <a:pt x="125" y="1206"/>
                    <a:pt x="146" y="1199"/>
                    <a:pt x="161" y="1186"/>
                  </a:cubicBezTo>
                  <a:cubicBezTo>
                    <a:pt x="170" y="1180"/>
                    <a:pt x="178" y="1171"/>
                    <a:pt x="186" y="1165"/>
                  </a:cubicBezTo>
                  <a:cubicBezTo>
                    <a:pt x="217" y="1140"/>
                    <a:pt x="215" y="1107"/>
                    <a:pt x="197" y="1082"/>
                  </a:cubicBezTo>
                  <a:cubicBezTo>
                    <a:pt x="253" y="1007"/>
                    <a:pt x="445" y="834"/>
                    <a:pt x="468" y="811"/>
                  </a:cubicBezTo>
                  <a:cubicBezTo>
                    <a:pt x="563" y="719"/>
                    <a:pt x="666" y="634"/>
                    <a:pt x="768" y="548"/>
                  </a:cubicBezTo>
                  <a:cubicBezTo>
                    <a:pt x="972" y="375"/>
                    <a:pt x="1166" y="200"/>
                    <a:pt x="1351" y="8"/>
                  </a:cubicBezTo>
                  <a:cubicBezTo>
                    <a:pt x="1354" y="5"/>
                    <a:pt x="1352" y="1"/>
                    <a:pt x="1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9"/>
            <p:cNvSpPr/>
            <p:nvPr/>
          </p:nvSpPr>
          <p:spPr>
            <a:xfrm>
              <a:off x="6924890" y="4330015"/>
              <a:ext cx="186927" cy="182024"/>
            </a:xfrm>
            <a:custGeom>
              <a:rect b="b" l="l" r="r" t="t"/>
              <a:pathLst>
                <a:path extrusionOk="0" h="1182" w="1366">
                  <a:moveTo>
                    <a:pt x="1300" y="0"/>
                  </a:moveTo>
                  <a:cubicBezTo>
                    <a:pt x="1291" y="0"/>
                    <a:pt x="1281" y="3"/>
                    <a:pt x="1272" y="10"/>
                  </a:cubicBezTo>
                  <a:cubicBezTo>
                    <a:pt x="1016" y="215"/>
                    <a:pt x="757" y="419"/>
                    <a:pt x="499" y="621"/>
                  </a:cubicBezTo>
                  <a:cubicBezTo>
                    <a:pt x="334" y="748"/>
                    <a:pt x="113" y="865"/>
                    <a:pt x="26" y="1063"/>
                  </a:cubicBezTo>
                  <a:cubicBezTo>
                    <a:pt x="1" y="1117"/>
                    <a:pt x="45" y="1181"/>
                    <a:pt x="95" y="1181"/>
                  </a:cubicBezTo>
                  <a:cubicBezTo>
                    <a:pt x="112" y="1181"/>
                    <a:pt x="130" y="1174"/>
                    <a:pt x="147" y="1157"/>
                  </a:cubicBezTo>
                  <a:cubicBezTo>
                    <a:pt x="501" y="759"/>
                    <a:pt x="934" y="425"/>
                    <a:pt x="1332" y="69"/>
                  </a:cubicBezTo>
                  <a:cubicBezTo>
                    <a:pt x="1365" y="41"/>
                    <a:pt x="1335" y="0"/>
                    <a:pt x="13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9"/>
            <p:cNvSpPr/>
            <p:nvPr/>
          </p:nvSpPr>
          <p:spPr>
            <a:xfrm>
              <a:off x="6980311" y="4322777"/>
              <a:ext cx="186653" cy="179714"/>
            </a:xfrm>
            <a:custGeom>
              <a:rect b="b" l="l" r="r" t="t"/>
              <a:pathLst>
                <a:path extrusionOk="0" h="1167" w="1364">
                  <a:moveTo>
                    <a:pt x="1312" y="1"/>
                  </a:moveTo>
                  <a:cubicBezTo>
                    <a:pt x="1303" y="1"/>
                    <a:pt x="1294" y="4"/>
                    <a:pt x="1286" y="11"/>
                  </a:cubicBezTo>
                  <a:cubicBezTo>
                    <a:pt x="921" y="357"/>
                    <a:pt x="236" y="549"/>
                    <a:pt x="29" y="1039"/>
                  </a:cubicBezTo>
                  <a:cubicBezTo>
                    <a:pt x="1" y="1106"/>
                    <a:pt x="53" y="1167"/>
                    <a:pt x="106" y="1167"/>
                  </a:cubicBezTo>
                  <a:cubicBezTo>
                    <a:pt x="131" y="1167"/>
                    <a:pt x="155" y="1154"/>
                    <a:pt x="173" y="1124"/>
                  </a:cubicBezTo>
                  <a:cubicBezTo>
                    <a:pt x="454" y="662"/>
                    <a:pt x="982" y="455"/>
                    <a:pt x="1338" y="64"/>
                  </a:cubicBezTo>
                  <a:cubicBezTo>
                    <a:pt x="1364" y="36"/>
                    <a:pt x="1340" y="1"/>
                    <a:pt x="13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9"/>
            <p:cNvSpPr/>
            <p:nvPr/>
          </p:nvSpPr>
          <p:spPr>
            <a:xfrm>
              <a:off x="7026837" y="4335713"/>
              <a:ext cx="176116" cy="172168"/>
            </a:xfrm>
            <a:custGeom>
              <a:rect b="b" l="l" r="r" t="t"/>
              <a:pathLst>
                <a:path extrusionOk="0" h="1118" w="1287">
                  <a:moveTo>
                    <a:pt x="1239" y="0"/>
                  </a:moveTo>
                  <a:cubicBezTo>
                    <a:pt x="1226" y="0"/>
                    <a:pt x="1212" y="5"/>
                    <a:pt x="1204" y="17"/>
                  </a:cubicBezTo>
                  <a:cubicBezTo>
                    <a:pt x="1056" y="223"/>
                    <a:pt x="813" y="355"/>
                    <a:pt x="610" y="505"/>
                  </a:cubicBezTo>
                  <a:cubicBezTo>
                    <a:pt x="417" y="647"/>
                    <a:pt x="223" y="784"/>
                    <a:pt x="62" y="967"/>
                  </a:cubicBezTo>
                  <a:cubicBezTo>
                    <a:pt x="1" y="1038"/>
                    <a:pt x="60" y="1118"/>
                    <a:pt x="128" y="1118"/>
                  </a:cubicBezTo>
                  <a:cubicBezTo>
                    <a:pt x="154" y="1118"/>
                    <a:pt x="182" y="1106"/>
                    <a:pt x="204" y="1076"/>
                  </a:cubicBezTo>
                  <a:cubicBezTo>
                    <a:pt x="379" y="851"/>
                    <a:pt x="617" y="669"/>
                    <a:pt x="838" y="490"/>
                  </a:cubicBezTo>
                  <a:cubicBezTo>
                    <a:pt x="996" y="361"/>
                    <a:pt x="1194" y="242"/>
                    <a:pt x="1275" y="46"/>
                  </a:cubicBezTo>
                  <a:cubicBezTo>
                    <a:pt x="1286" y="18"/>
                    <a:pt x="1263" y="0"/>
                    <a:pt x="12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9"/>
            <p:cNvSpPr/>
            <p:nvPr/>
          </p:nvSpPr>
          <p:spPr>
            <a:xfrm>
              <a:off x="7092795" y="4339254"/>
              <a:ext cx="174611" cy="169858"/>
            </a:xfrm>
            <a:custGeom>
              <a:rect b="b" l="l" r="r" t="t"/>
              <a:pathLst>
                <a:path extrusionOk="0" h="1103" w="1276">
                  <a:moveTo>
                    <a:pt x="1201" y="1"/>
                  </a:moveTo>
                  <a:cubicBezTo>
                    <a:pt x="1193" y="1"/>
                    <a:pt x="1185" y="3"/>
                    <a:pt x="1177" y="7"/>
                  </a:cubicBezTo>
                  <a:cubicBezTo>
                    <a:pt x="1177" y="7"/>
                    <a:pt x="1175" y="5"/>
                    <a:pt x="1175" y="5"/>
                  </a:cubicBezTo>
                  <a:cubicBezTo>
                    <a:pt x="933" y="155"/>
                    <a:pt x="747" y="384"/>
                    <a:pt x="520" y="555"/>
                  </a:cubicBezTo>
                  <a:cubicBezTo>
                    <a:pt x="351" y="684"/>
                    <a:pt x="143" y="792"/>
                    <a:pt x="37" y="982"/>
                  </a:cubicBezTo>
                  <a:cubicBezTo>
                    <a:pt x="1" y="1049"/>
                    <a:pt x="54" y="1103"/>
                    <a:pt x="110" y="1103"/>
                  </a:cubicBezTo>
                  <a:cubicBezTo>
                    <a:pt x="136" y="1103"/>
                    <a:pt x="161" y="1092"/>
                    <a:pt x="180" y="1067"/>
                  </a:cubicBezTo>
                  <a:cubicBezTo>
                    <a:pt x="314" y="888"/>
                    <a:pt x="499" y="776"/>
                    <a:pt x="666" y="632"/>
                  </a:cubicBezTo>
                  <a:cubicBezTo>
                    <a:pt x="864" y="461"/>
                    <a:pt x="1052" y="269"/>
                    <a:pt x="1239" y="86"/>
                  </a:cubicBezTo>
                  <a:cubicBezTo>
                    <a:pt x="1276" y="49"/>
                    <a:pt x="1242" y="1"/>
                    <a:pt x="12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9"/>
            <p:cNvSpPr/>
            <p:nvPr/>
          </p:nvSpPr>
          <p:spPr>
            <a:xfrm>
              <a:off x="7143290" y="4345568"/>
              <a:ext cx="175295" cy="168780"/>
            </a:xfrm>
            <a:custGeom>
              <a:rect b="b" l="l" r="r" t="t"/>
              <a:pathLst>
                <a:path extrusionOk="0" h="1096" w="1281">
                  <a:moveTo>
                    <a:pt x="1219" y="1"/>
                  </a:moveTo>
                  <a:cubicBezTo>
                    <a:pt x="1009" y="1"/>
                    <a:pt x="805" y="233"/>
                    <a:pt x="668" y="362"/>
                  </a:cubicBezTo>
                  <a:cubicBezTo>
                    <a:pt x="466" y="551"/>
                    <a:pt x="149" y="720"/>
                    <a:pt x="32" y="974"/>
                  </a:cubicBezTo>
                  <a:cubicBezTo>
                    <a:pt x="0" y="1044"/>
                    <a:pt x="53" y="1096"/>
                    <a:pt x="106" y="1096"/>
                  </a:cubicBezTo>
                  <a:cubicBezTo>
                    <a:pt x="137" y="1096"/>
                    <a:pt x="168" y="1079"/>
                    <a:pt x="185" y="1039"/>
                  </a:cubicBezTo>
                  <a:cubicBezTo>
                    <a:pt x="274" y="822"/>
                    <a:pt x="545" y="668"/>
                    <a:pt x="706" y="501"/>
                  </a:cubicBezTo>
                  <a:cubicBezTo>
                    <a:pt x="829" y="374"/>
                    <a:pt x="1041" y="84"/>
                    <a:pt x="1233" y="76"/>
                  </a:cubicBezTo>
                  <a:cubicBezTo>
                    <a:pt x="1281" y="74"/>
                    <a:pt x="1281" y="3"/>
                    <a:pt x="1233" y="1"/>
                  </a:cubicBezTo>
                  <a:cubicBezTo>
                    <a:pt x="1228" y="1"/>
                    <a:pt x="1224" y="1"/>
                    <a:pt x="1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9"/>
            <p:cNvSpPr/>
            <p:nvPr/>
          </p:nvSpPr>
          <p:spPr>
            <a:xfrm>
              <a:off x="7184069" y="4332017"/>
              <a:ext cx="188158" cy="177096"/>
            </a:xfrm>
            <a:custGeom>
              <a:rect b="b" l="l" r="r" t="t"/>
              <a:pathLst>
                <a:path extrusionOk="0" h="1150" w="1375">
                  <a:moveTo>
                    <a:pt x="1315" y="1"/>
                  </a:moveTo>
                  <a:cubicBezTo>
                    <a:pt x="1305" y="1"/>
                    <a:pt x="1295" y="5"/>
                    <a:pt x="1285" y="14"/>
                  </a:cubicBezTo>
                  <a:cubicBezTo>
                    <a:pt x="1029" y="245"/>
                    <a:pt x="720" y="429"/>
                    <a:pt x="435" y="623"/>
                  </a:cubicBezTo>
                  <a:cubicBezTo>
                    <a:pt x="280" y="729"/>
                    <a:pt x="32" y="864"/>
                    <a:pt x="7" y="1071"/>
                  </a:cubicBezTo>
                  <a:cubicBezTo>
                    <a:pt x="1" y="1124"/>
                    <a:pt x="38" y="1150"/>
                    <a:pt x="79" y="1150"/>
                  </a:cubicBezTo>
                  <a:cubicBezTo>
                    <a:pt x="115" y="1150"/>
                    <a:pt x="153" y="1130"/>
                    <a:pt x="168" y="1094"/>
                  </a:cubicBezTo>
                  <a:cubicBezTo>
                    <a:pt x="247" y="889"/>
                    <a:pt x="506" y="758"/>
                    <a:pt x="672" y="631"/>
                  </a:cubicBezTo>
                  <a:cubicBezTo>
                    <a:pt x="904" y="454"/>
                    <a:pt x="1154" y="293"/>
                    <a:pt x="1345" y="74"/>
                  </a:cubicBezTo>
                  <a:cubicBezTo>
                    <a:pt x="1374" y="43"/>
                    <a:pt x="1348" y="1"/>
                    <a:pt x="1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9"/>
            <p:cNvSpPr/>
            <p:nvPr/>
          </p:nvSpPr>
          <p:spPr>
            <a:xfrm>
              <a:off x="7229774" y="4329091"/>
              <a:ext cx="206632" cy="192188"/>
            </a:xfrm>
            <a:custGeom>
              <a:rect b="b" l="l" r="r" t="t"/>
              <a:pathLst>
                <a:path extrusionOk="0" h="1248" w="1510">
                  <a:moveTo>
                    <a:pt x="1446" y="0"/>
                  </a:moveTo>
                  <a:cubicBezTo>
                    <a:pt x="1439" y="0"/>
                    <a:pt x="1431" y="2"/>
                    <a:pt x="1424" y="8"/>
                  </a:cubicBezTo>
                  <a:cubicBezTo>
                    <a:pt x="1087" y="260"/>
                    <a:pt x="766" y="529"/>
                    <a:pt x="426" y="779"/>
                  </a:cubicBezTo>
                  <a:cubicBezTo>
                    <a:pt x="324" y="854"/>
                    <a:pt x="1" y="1023"/>
                    <a:pt x="11" y="1173"/>
                  </a:cubicBezTo>
                  <a:cubicBezTo>
                    <a:pt x="14" y="1216"/>
                    <a:pt x="54" y="1248"/>
                    <a:pt x="93" y="1248"/>
                  </a:cubicBezTo>
                  <a:cubicBezTo>
                    <a:pt x="115" y="1248"/>
                    <a:pt x="138" y="1237"/>
                    <a:pt x="151" y="1211"/>
                  </a:cubicBezTo>
                  <a:cubicBezTo>
                    <a:pt x="226" y="1061"/>
                    <a:pt x="482" y="925"/>
                    <a:pt x="611" y="819"/>
                  </a:cubicBezTo>
                  <a:cubicBezTo>
                    <a:pt x="903" y="577"/>
                    <a:pt x="1184" y="319"/>
                    <a:pt x="1478" y="77"/>
                  </a:cubicBezTo>
                  <a:cubicBezTo>
                    <a:pt x="1509" y="51"/>
                    <a:pt x="1479" y="0"/>
                    <a:pt x="14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9"/>
            <p:cNvSpPr/>
            <p:nvPr/>
          </p:nvSpPr>
          <p:spPr>
            <a:xfrm>
              <a:off x="7280406" y="4337560"/>
              <a:ext cx="188569" cy="178636"/>
            </a:xfrm>
            <a:custGeom>
              <a:rect b="b" l="l" r="r" t="t"/>
              <a:pathLst>
                <a:path extrusionOk="0" h="1160" w="1378">
                  <a:moveTo>
                    <a:pt x="1324" y="0"/>
                  </a:moveTo>
                  <a:cubicBezTo>
                    <a:pt x="1318" y="0"/>
                    <a:pt x="1311" y="2"/>
                    <a:pt x="1304" y="7"/>
                  </a:cubicBezTo>
                  <a:cubicBezTo>
                    <a:pt x="1033" y="199"/>
                    <a:pt x="787" y="426"/>
                    <a:pt x="516" y="620"/>
                  </a:cubicBezTo>
                  <a:cubicBezTo>
                    <a:pt x="356" y="737"/>
                    <a:pt x="123" y="862"/>
                    <a:pt x="31" y="1047"/>
                  </a:cubicBezTo>
                  <a:cubicBezTo>
                    <a:pt x="1" y="1109"/>
                    <a:pt x="47" y="1160"/>
                    <a:pt x="99" y="1160"/>
                  </a:cubicBezTo>
                  <a:cubicBezTo>
                    <a:pt x="122" y="1160"/>
                    <a:pt x="146" y="1149"/>
                    <a:pt x="164" y="1124"/>
                  </a:cubicBezTo>
                  <a:cubicBezTo>
                    <a:pt x="302" y="941"/>
                    <a:pt x="500" y="816"/>
                    <a:pt x="677" y="672"/>
                  </a:cubicBezTo>
                  <a:cubicBezTo>
                    <a:pt x="910" y="484"/>
                    <a:pt x="1144" y="282"/>
                    <a:pt x="1352" y="68"/>
                  </a:cubicBezTo>
                  <a:cubicBezTo>
                    <a:pt x="1378" y="44"/>
                    <a:pt x="1354" y="0"/>
                    <a:pt x="13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9"/>
            <p:cNvSpPr/>
            <p:nvPr/>
          </p:nvSpPr>
          <p:spPr>
            <a:xfrm>
              <a:off x="7318037" y="4336483"/>
              <a:ext cx="189937" cy="190648"/>
            </a:xfrm>
            <a:custGeom>
              <a:rect b="b" l="l" r="r" t="t"/>
              <a:pathLst>
                <a:path extrusionOk="0" h="1238" w="1388">
                  <a:moveTo>
                    <a:pt x="1348" y="0"/>
                  </a:moveTo>
                  <a:cubicBezTo>
                    <a:pt x="1341" y="0"/>
                    <a:pt x="1334" y="3"/>
                    <a:pt x="1327" y="10"/>
                  </a:cubicBezTo>
                  <a:cubicBezTo>
                    <a:pt x="948" y="429"/>
                    <a:pt x="427" y="681"/>
                    <a:pt x="52" y="1106"/>
                  </a:cubicBezTo>
                  <a:cubicBezTo>
                    <a:pt x="1" y="1162"/>
                    <a:pt x="55" y="1238"/>
                    <a:pt x="110" y="1238"/>
                  </a:cubicBezTo>
                  <a:cubicBezTo>
                    <a:pt x="127" y="1238"/>
                    <a:pt x="144" y="1230"/>
                    <a:pt x="158" y="1213"/>
                  </a:cubicBezTo>
                  <a:cubicBezTo>
                    <a:pt x="506" y="769"/>
                    <a:pt x="1004" y="479"/>
                    <a:pt x="1369" y="52"/>
                  </a:cubicBezTo>
                  <a:cubicBezTo>
                    <a:pt x="1388" y="30"/>
                    <a:pt x="1370" y="0"/>
                    <a:pt x="1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9"/>
            <p:cNvSpPr/>
            <p:nvPr/>
          </p:nvSpPr>
          <p:spPr>
            <a:xfrm>
              <a:off x="7362648" y="4326627"/>
              <a:ext cx="198558" cy="195576"/>
            </a:xfrm>
            <a:custGeom>
              <a:rect b="b" l="l" r="r" t="t"/>
              <a:pathLst>
                <a:path extrusionOk="0" h="1270" w="1451">
                  <a:moveTo>
                    <a:pt x="1386" y="0"/>
                  </a:moveTo>
                  <a:cubicBezTo>
                    <a:pt x="1379" y="0"/>
                    <a:pt x="1371" y="2"/>
                    <a:pt x="1364" y="7"/>
                  </a:cubicBezTo>
                  <a:cubicBezTo>
                    <a:pt x="1030" y="241"/>
                    <a:pt x="726" y="508"/>
                    <a:pt x="403" y="758"/>
                  </a:cubicBezTo>
                  <a:cubicBezTo>
                    <a:pt x="272" y="860"/>
                    <a:pt x="1" y="1014"/>
                    <a:pt x="32" y="1212"/>
                  </a:cubicBezTo>
                  <a:cubicBezTo>
                    <a:pt x="39" y="1253"/>
                    <a:pt x="67" y="1269"/>
                    <a:pt x="98" y="1269"/>
                  </a:cubicBezTo>
                  <a:cubicBezTo>
                    <a:pt x="134" y="1269"/>
                    <a:pt x="174" y="1247"/>
                    <a:pt x="188" y="1212"/>
                  </a:cubicBezTo>
                  <a:cubicBezTo>
                    <a:pt x="261" y="1026"/>
                    <a:pt x="489" y="895"/>
                    <a:pt x="632" y="766"/>
                  </a:cubicBezTo>
                  <a:cubicBezTo>
                    <a:pt x="891" y="533"/>
                    <a:pt x="1143" y="295"/>
                    <a:pt x="1418" y="76"/>
                  </a:cubicBezTo>
                  <a:cubicBezTo>
                    <a:pt x="1451" y="50"/>
                    <a:pt x="1421" y="0"/>
                    <a:pt x="13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9"/>
            <p:cNvSpPr/>
            <p:nvPr/>
          </p:nvSpPr>
          <p:spPr>
            <a:xfrm>
              <a:off x="7380164" y="4347878"/>
              <a:ext cx="205127" cy="182486"/>
            </a:xfrm>
            <a:custGeom>
              <a:rect b="b" l="l" r="r" t="t"/>
              <a:pathLst>
                <a:path extrusionOk="0" h="1185" w="1499">
                  <a:moveTo>
                    <a:pt x="1441" y="0"/>
                  </a:moveTo>
                  <a:cubicBezTo>
                    <a:pt x="1432" y="0"/>
                    <a:pt x="1422" y="4"/>
                    <a:pt x="1413" y="11"/>
                  </a:cubicBezTo>
                  <a:cubicBezTo>
                    <a:pt x="1140" y="244"/>
                    <a:pt x="830" y="434"/>
                    <a:pt x="544" y="649"/>
                  </a:cubicBezTo>
                  <a:cubicBezTo>
                    <a:pt x="454" y="718"/>
                    <a:pt x="0" y="984"/>
                    <a:pt x="108" y="1145"/>
                  </a:cubicBezTo>
                  <a:cubicBezTo>
                    <a:pt x="128" y="1172"/>
                    <a:pt x="154" y="1184"/>
                    <a:pt x="179" y="1184"/>
                  </a:cubicBezTo>
                  <a:cubicBezTo>
                    <a:pt x="219" y="1184"/>
                    <a:pt x="258" y="1154"/>
                    <a:pt x="264" y="1104"/>
                  </a:cubicBezTo>
                  <a:lnTo>
                    <a:pt x="264" y="1104"/>
                  </a:lnTo>
                  <a:cubicBezTo>
                    <a:pt x="263" y="1117"/>
                    <a:pt x="263" y="1122"/>
                    <a:pt x="265" y="1122"/>
                  </a:cubicBezTo>
                  <a:cubicBezTo>
                    <a:pt x="271" y="1122"/>
                    <a:pt x="287" y="1085"/>
                    <a:pt x="306" y="1066"/>
                  </a:cubicBezTo>
                  <a:cubicBezTo>
                    <a:pt x="350" y="1024"/>
                    <a:pt x="394" y="982"/>
                    <a:pt x="438" y="941"/>
                  </a:cubicBezTo>
                  <a:cubicBezTo>
                    <a:pt x="563" y="828"/>
                    <a:pt x="694" y="724"/>
                    <a:pt x="825" y="618"/>
                  </a:cubicBezTo>
                  <a:cubicBezTo>
                    <a:pt x="1040" y="442"/>
                    <a:pt x="1282" y="274"/>
                    <a:pt x="1471" y="69"/>
                  </a:cubicBezTo>
                  <a:cubicBezTo>
                    <a:pt x="1499" y="39"/>
                    <a:pt x="1472" y="0"/>
                    <a:pt x="14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9"/>
            <p:cNvSpPr/>
            <p:nvPr/>
          </p:nvSpPr>
          <p:spPr>
            <a:xfrm>
              <a:off x="7441058" y="4334327"/>
              <a:ext cx="182822" cy="182640"/>
            </a:xfrm>
            <a:custGeom>
              <a:rect b="b" l="l" r="r" t="t"/>
              <a:pathLst>
                <a:path extrusionOk="0" h="1186" w="1336">
                  <a:moveTo>
                    <a:pt x="1276" y="1"/>
                  </a:moveTo>
                  <a:cubicBezTo>
                    <a:pt x="1266" y="1"/>
                    <a:pt x="1256" y="5"/>
                    <a:pt x="1247" y="14"/>
                  </a:cubicBezTo>
                  <a:cubicBezTo>
                    <a:pt x="887" y="408"/>
                    <a:pt x="410" y="670"/>
                    <a:pt x="47" y="1054"/>
                  </a:cubicBezTo>
                  <a:cubicBezTo>
                    <a:pt x="1" y="1102"/>
                    <a:pt x="43" y="1185"/>
                    <a:pt x="100" y="1185"/>
                  </a:cubicBezTo>
                  <a:cubicBezTo>
                    <a:pt x="113" y="1185"/>
                    <a:pt x="126" y="1181"/>
                    <a:pt x="139" y="1172"/>
                  </a:cubicBezTo>
                  <a:cubicBezTo>
                    <a:pt x="564" y="874"/>
                    <a:pt x="983" y="476"/>
                    <a:pt x="1310" y="76"/>
                  </a:cubicBezTo>
                  <a:cubicBezTo>
                    <a:pt x="1336" y="44"/>
                    <a:pt x="1308" y="1"/>
                    <a:pt x="1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9"/>
            <p:cNvSpPr/>
            <p:nvPr/>
          </p:nvSpPr>
          <p:spPr>
            <a:xfrm>
              <a:off x="7494290" y="4331093"/>
              <a:ext cx="169137" cy="163852"/>
            </a:xfrm>
            <a:custGeom>
              <a:rect b="b" l="l" r="r" t="t"/>
              <a:pathLst>
                <a:path extrusionOk="0" h="1064" w="1236">
                  <a:moveTo>
                    <a:pt x="1187" y="0"/>
                  </a:moveTo>
                  <a:cubicBezTo>
                    <a:pt x="1180" y="0"/>
                    <a:pt x="1172" y="3"/>
                    <a:pt x="1165" y="10"/>
                  </a:cubicBezTo>
                  <a:cubicBezTo>
                    <a:pt x="956" y="201"/>
                    <a:pt x="723" y="360"/>
                    <a:pt x="498" y="529"/>
                  </a:cubicBezTo>
                  <a:cubicBezTo>
                    <a:pt x="333" y="654"/>
                    <a:pt x="143" y="783"/>
                    <a:pt x="33" y="960"/>
                  </a:cubicBezTo>
                  <a:cubicBezTo>
                    <a:pt x="0" y="1010"/>
                    <a:pt x="47" y="1063"/>
                    <a:pt x="96" y="1063"/>
                  </a:cubicBezTo>
                  <a:cubicBezTo>
                    <a:pt x="113" y="1063"/>
                    <a:pt x="129" y="1057"/>
                    <a:pt x="143" y="1043"/>
                  </a:cubicBezTo>
                  <a:cubicBezTo>
                    <a:pt x="314" y="879"/>
                    <a:pt x="471" y="708"/>
                    <a:pt x="654" y="554"/>
                  </a:cubicBezTo>
                  <a:cubicBezTo>
                    <a:pt x="846" y="393"/>
                    <a:pt x="1040" y="237"/>
                    <a:pt x="1213" y="55"/>
                  </a:cubicBezTo>
                  <a:cubicBezTo>
                    <a:pt x="1235" y="33"/>
                    <a:pt x="1213" y="0"/>
                    <a:pt x="11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9"/>
            <p:cNvSpPr/>
            <p:nvPr/>
          </p:nvSpPr>
          <p:spPr>
            <a:xfrm>
              <a:off x="7514406" y="4330323"/>
              <a:ext cx="178716" cy="174478"/>
            </a:xfrm>
            <a:custGeom>
              <a:rect b="b" l="l" r="r" t="t"/>
              <a:pathLst>
                <a:path extrusionOk="0" h="1133" w="1306">
                  <a:moveTo>
                    <a:pt x="1258" y="0"/>
                  </a:moveTo>
                  <a:cubicBezTo>
                    <a:pt x="1252" y="0"/>
                    <a:pt x="1246" y="2"/>
                    <a:pt x="1239" y="6"/>
                  </a:cubicBezTo>
                  <a:cubicBezTo>
                    <a:pt x="805" y="277"/>
                    <a:pt x="386" y="613"/>
                    <a:pt x="53" y="1000"/>
                  </a:cubicBezTo>
                  <a:cubicBezTo>
                    <a:pt x="1" y="1062"/>
                    <a:pt x="50" y="1132"/>
                    <a:pt x="111" y="1132"/>
                  </a:cubicBezTo>
                  <a:cubicBezTo>
                    <a:pt x="129" y="1132"/>
                    <a:pt x="148" y="1126"/>
                    <a:pt x="165" y="1113"/>
                  </a:cubicBezTo>
                  <a:cubicBezTo>
                    <a:pt x="190" y="1096"/>
                    <a:pt x="211" y="1075"/>
                    <a:pt x="228" y="1048"/>
                  </a:cubicBezTo>
                  <a:cubicBezTo>
                    <a:pt x="232" y="1044"/>
                    <a:pt x="234" y="1040"/>
                    <a:pt x="236" y="1034"/>
                  </a:cubicBezTo>
                  <a:cubicBezTo>
                    <a:pt x="551" y="679"/>
                    <a:pt x="897" y="358"/>
                    <a:pt x="1274" y="69"/>
                  </a:cubicBezTo>
                  <a:cubicBezTo>
                    <a:pt x="1305" y="46"/>
                    <a:pt x="1289" y="0"/>
                    <a:pt x="12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9"/>
            <p:cNvSpPr/>
            <p:nvPr/>
          </p:nvSpPr>
          <p:spPr>
            <a:xfrm>
              <a:off x="7535890" y="4324471"/>
              <a:ext cx="199380" cy="206201"/>
            </a:xfrm>
            <a:custGeom>
              <a:rect b="b" l="l" r="r" t="t"/>
              <a:pathLst>
                <a:path extrusionOk="0" h="1339" w="1457">
                  <a:moveTo>
                    <a:pt x="1397" y="1"/>
                  </a:moveTo>
                  <a:cubicBezTo>
                    <a:pt x="1387" y="1"/>
                    <a:pt x="1378" y="4"/>
                    <a:pt x="1369" y="13"/>
                  </a:cubicBezTo>
                  <a:cubicBezTo>
                    <a:pt x="946" y="419"/>
                    <a:pt x="475" y="778"/>
                    <a:pt x="60" y="1193"/>
                  </a:cubicBezTo>
                  <a:cubicBezTo>
                    <a:pt x="1" y="1254"/>
                    <a:pt x="58" y="1338"/>
                    <a:pt x="124" y="1338"/>
                  </a:cubicBezTo>
                  <a:cubicBezTo>
                    <a:pt x="143" y="1338"/>
                    <a:pt x="163" y="1331"/>
                    <a:pt x="181" y="1314"/>
                  </a:cubicBezTo>
                  <a:cubicBezTo>
                    <a:pt x="602" y="905"/>
                    <a:pt x="1021" y="492"/>
                    <a:pt x="1428" y="71"/>
                  </a:cubicBezTo>
                  <a:cubicBezTo>
                    <a:pt x="1457" y="42"/>
                    <a:pt x="1428" y="1"/>
                    <a:pt x="13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9"/>
            <p:cNvSpPr/>
            <p:nvPr/>
          </p:nvSpPr>
          <p:spPr>
            <a:xfrm>
              <a:off x="7618132" y="4353114"/>
              <a:ext cx="141358" cy="157230"/>
            </a:xfrm>
            <a:custGeom>
              <a:rect b="b" l="l" r="r" t="t"/>
              <a:pathLst>
                <a:path extrusionOk="0" h="1021" w="1033">
                  <a:moveTo>
                    <a:pt x="963" y="0"/>
                  </a:moveTo>
                  <a:cubicBezTo>
                    <a:pt x="953" y="0"/>
                    <a:pt x="943" y="3"/>
                    <a:pt x="933" y="10"/>
                  </a:cubicBezTo>
                  <a:cubicBezTo>
                    <a:pt x="895" y="37"/>
                    <a:pt x="858" y="67"/>
                    <a:pt x="825" y="96"/>
                  </a:cubicBezTo>
                  <a:cubicBezTo>
                    <a:pt x="541" y="321"/>
                    <a:pt x="270" y="590"/>
                    <a:pt x="47" y="871"/>
                  </a:cubicBezTo>
                  <a:cubicBezTo>
                    <a:pt x="0" y="931"/>
                    <a:pt x="35" y="1020"/>
                    <a:pt x="108" y="1020"/>
                  </a:cubicBezTo>
                  <a:cubicBezTo>
                    <a:pt x="115" y="1020"/>
                    <a:pt x="124" y="1019"/>
                    <a:pt x="133" y="1017"/>
                  </a:cubicBezTo>
                  <a:cubicBezTo>
                    <a:pt x="187" y="1005"/>
                    <a:pt x="206" y="988"/>
                    <a:pt x="235" y="942"/>
                  </a:cubicBezTo>
                  <a:cubicBezTo>
                    <a:pt x="241" y="932"/>
                    <a:pt x="243" y="919"/>
                    <a:pt x="243" y="909"/>
                  </a:cubicBezTo>
                  <a:cubicBezTo>
                    <a:pt x="483" y="625"/>
                    <a:pt x="764" y="383"/>
                    <a:pt x="1002" y="100"/>
                  </a:cubicBezTo>
                  <a:cubicBezTo>
                    <a:pt x="1032" y="63"/>
                    <a:pt x="1005" y="0"/>
                    <a:pt x="9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9"/>
            <p:cNvSpPr/>
            <p:nvPr/>
          </p:nvSpPr>
          <p:spPr>
            <a:xfrm>
              <a:off x="7695722" y="4345876"/>
              <a:ext cx="148474" cy="154459"/>
            </a:xfrm>
            <a:custGeom>
              <a:rect b="b" l="l" r="r" t="t"/>
              <a:pathLst>
                <a:path extrusionOk="0" h="1003" w="1085">
                  <a:moveTo>
                    <a:pt x="1030" y="0"/>
                  </a:moveTo>
                  <a:cubicBezTo>
                    <a:pt x="1020" y="0"/>
                    <a:pt x="1009" y="9"/>
                    <a:pt x="1008" y="20"/>
                  </a:cubicBezTo>
                  <a:cubicBezTo>
                    <a:pt x="1004" y="49"/>
                    <a:pt x="854" y="145"/>
                    <a:pt x="827" y="168"/>
                  </a:cubicBezTo>
                  <a:cubicBezTo>
                    <a:pt x="716" y="260"/>
                    <a:pt x="606" y="351"/>
                    <a:pt x="493" y="443"/>
                  </a:cubicBezTo>
                  <a:cubicBezTo>
                    <a:pt x="389" y="531"/>
                    <a:pt x="283" y="620"/>
                    <a:pt x="180" y="712"/>
                  </a:cubicBezTo>
                  <a:cubicBezTo>
                    <a:pt x="128" y="762"/>
                    <a:pt x="24" y="835"/>
                    <a:pt x="10" y="912"/>
                  </a:cubicBezTo>
                  <a:cubicBezTo>
                    <a:pt x="1" y="965"/>
                    <a:pt x="37" y="1003"/>
                    <a:pt x="80" y="1003"/>
                  </a:cubicBezTo>
                  <a:cubicBezTo>
                    <a:pt x="97" y="1003"/>
                    <a:pt x="116" y="997"/>
                    <a:pt x="132" y="983"/>
                  </a:cubicBezTo>
                  <a:cubicBezTo>
                    <a:pt x="214" y="918"/>
                    <a:pt x="278" y="814"/>
                    <a:pt x="353" y="739"/>
                  </a:cubicBezTo>
                  <a:cubicBezTo>
                    <a:pt x="468" y="624"/>
                    <a:pt x="587" y="512"/>
                    <a:pt x="704" y="401"/>
                  </a:cubicBezTo>
                  <a:cubicBezTo>
                    <a:pt x="758" y="349"/>
                    <a:pt x="1085" y="107"/>
                    <a:pt x="1043" y="9"/>
                  </a:cubicBezTo>
                  <a:cubicBezTo>
                    <a:pt x="1040" y="3"/>
                    <a:pt x="1035" y="0"/>
                    <a:pt x="10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9"/>
            <p:cNvSpPr/>
            <p:nvPr/>
          </p:nvSpPr>
          <p:spPr>
            <a:xfrm>
              <a:off x="7747037" y="4339100"/>
              <a:ext cx="170779" cy="150917"/>
            </a:xfrm>
            <a:custGeom>
              <a:rect b="b" l="l" r="r" t="t"/>
              <a:pathLst>
                <a:path extrusionOk="0" h="980" w="1248">
                  <a:moveTo>
                    <a:pt x="1197" y="0"/>
                  </a:moveTo>
                  <a:cubicBezTo>
                    <a:pt x="1190" y="0"/>
                    <a:pt x="1183" y="3"/>
                    <a:pt x="1177" y="8"/>
                  </a:cubicBezTo>
                  <a:cubicBezTo>
                    <a:pt x="964" y="174"/>
                    <a:pt x="743" y="329"/>
                    <a:pt x="524" y="487"/>
                  </a:cubicBezTo>
                  <a:cubicBezTo>
                    <a:pt x="368" y="602"/>
                    <a:pt x="183" y="714"/>
                    <a:pt x="51" y="858"/>
                  </a:cubicBezTo>
                  <a:cubicBezTo>
                    <a:pt x="1" y="913"/>
                    <a:pt x="48" y="980"/>
                    <a:pt x="106" y="980"/>
                  </a:cubicBezTo>
                  <a:cubicBezTo>
                    <a:pt x="122" y="980"/>
                    <a:pt x="139" y="975"/>
                    <a:pt x="156" y="962"/>
                  </a:cubicBezTo>
                  <a:cubicBezTo>
                    <a:pt x="522" y="675"/>
                    <a:pt x="854" y="341"/>
                    <a:pt x="1221" y="53"/>
                  </a:cubicBezTo>
                  <a:cubicBezTo>
                    <a:pt x="1247" y="34"/>
                    <a:pt x="1223" y="0"/>
                    <a:pt x="11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9"/>
            <p:cNvSpPr/>
            <p:nvPr/>
          </p:nvSpPr>
          <p:spPr>
            <a:xfrm>
              <a:off x="7781932" y="4329553"/>
              <a:ext cx="184737" cy="181870"/>
            </a:xfrm>
            <a:custGeom>
              <a:rect b="b" l="l" r="r" t="t"/>
              <a:pathLst>
                <a:path extrusionOk="0" h="1181" w="1350">
                  <a:moveTo>
                    <a:pt x="1291" y="1"/>
                  </a:moveTo>
                  <a:cubicBezTo>
                    <a:pt x="1282" y="1"/>
                    <a:pt x="1271" y="5"/>
                    <a:pt x="1262" y="13"/>
                  </a:cubicBezTo>
                  <a:cubicBezTo>
                    <a:pt x="1039" y="220"/>
                    <a:pt x="811" y="422"/>
                    <a:pt x="576" y="616"/>
                  </a:cubicBezTo>
                  <a:cubicBezTo>
                    <a:pt x="449" y="722"/>
                    <a:pt x="317" y="824"/>
                    <a:pt x="180" y="920"/>
                  </a:cubicBezTo>
                  <a:cubicBezTo>
                    <a:pt x="115" y="966"/>
                    <a:pt x="57" y="989"/>
                    <a:pt x="26" y="1064"/>
                  </a:cubicBezTo>
                  <a:cubicBezTo>
                    <a:pt x="1" y="1123"/>
                    <a:pt x="61" y="1180"/>
                    <a:pt x="120" y="1180"/>
                  </a:cubicBezTo>
                  <a:cubicBezTo>
                    <a:pt x="135" y="1180"/>
                    <a:pt x="150" y="1177"/>
                    <a:pt x="163" y="1168"/>
                  </a:cubicBezTo>
                  <a:cubicBezTo>
                    <a:pt x="174" y="1162"/>
                    <a:pt x="184" y="1155"/>
                    <a:pt x="192" y="1149"/>
                  </a:cubicBezTo>
                  <a:cubicBezTo>
                    <a:pt x="217" y="1133"/>
                    <a:pt x="228" y="1110"/>
                    <a:pt x="230" y="1085"/>
                  </a:cubicBezTo>
                  <a:cubicBezTo>
                    <a:pt x="282" y="1041"/>
                    <a:pt x="392" y="976"/>
                    <a:pt x="422" y="951"/>
                  </a:cubicBezTo>
                  <a:cubicBezTo>
                    <a:pt x="532" y="860"/>
                    <a:pt x="640" y="762"/>
                    <a:pt x="747" y="664"/>
                  </a:cubicBezTo>
                  <a:cubicBezTo>
                    <a:pt x="947" y="476"/>
                    <a:pt x="1136" y="276"/>
                    <a:pt x="1322" y="72"/>
                  </a:cubicBezTo>
                  <a:cubicBezTo>
                    <a:pt x="1349" y="41"/>
                    <a:pt x="1323" y="1"/>
                    <a:pt x="12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9"/>
            <p:cNvSpPr/>
            <p:nvPr/>
          </p:nvSpPr>
          <p:spPr>
            <a:xfrm>
              <a:off x="7841048" y="4342026"/>
              <a:ext cx="173243" cy="177558"/>
            </a:xfrm>
            <a:custGeom>
              <a:rect b="b" l="l" r="r" t="t"/>
              <a:pathLst>
                <a:path extrusionOk="0" h="1153" w="1266">
                  <a:moveTo>
                    <a:pt x="1224" y="0"/>
                  </a:moveTo>
                  <a:cubicBezTo>
                    <a:pt x="1217" y="0"/>
                    <a:pt x="1211" y="2"/>
                    <a:pt x="1205" y="7"/>
                  </a:cubicBezTo>
                  <a:cubicBezTo>
                    <a:pt x="813" y="339"/>
                    <a:pt x="350" y="603"/>
                    <a:pt x="35" y="1016"/>
                  </a:cubicBezTo>
                  <a:cubicBezTo>
                    <a:pt x="0" y="1060"/>
                    <a:pt x="38" y="1131"/>
                    <a:pt x="85" y="1143"/>
                  </a:cubicBezTo>
                  <a:cubicBezTo>
                    <a:pt x="96" y="1145"/>
                    <a:pt x="104" y="1147"/>
                    <a:pt x="113" y="1149"/>
                  </a:cubicBezTo>
                  <a:cubicBezTo>
                    <a:pt x="119" y="1151"/>
                    <a:pt x="127" y="1152"/>
                    <a:pt x="135" y="1152"/>
                  </a:cubicBezTo>
                  <a:cubicBezTo>
                    <a:pt x="157" y="1152"/>
                    <a:pt x="180" y="1145"/>
                    <a:pt x="194" y="1129"/>
                  </a:cubicBezTo>
                  <a:cubicBezTo>
                    <a:pt x="202" y="1118"/>
                    <a:pt x="211" y="1106"/>
                    <a:pt x="219" y="1095"/>
                  </a:cubicBezTo>
                  <a:cubicBezTo>
                    <a:pt x="233" y="1074"/>
                    <a:pt x="240" y="1054"/>
                    <a:pt x="238" y="1035"/>
                  </a:cubicBezTo>
                  <a:cubicBezTo>
                    <a:pt x="536" y="668"/>
                    <a:pt x="930" y="399"/>
                    <a:pt x="1246" y="49"/>
                  </a:cubicBezTo>
                  <a:cubicBezTo>
                    <a:pt x="1266" y="26"/>
                    <a:pt x="1246" y="0"/>
                    <a:pt x="12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9"/>
            <p:cNvSpPr/>
            <p:nvPr/>
          </p:nvSpPr>
          <p:spPr>
            <a:xfrm>
              <a:off x="7892911" y="4338792"/>
              <a:ext cx="183232" cy="182486"/>
            </a:xfrm>
            <a:custGeom>
              <a:rect b="b" l="l" r="r" t="t"/>
              <a:pathLst>
                <a:path extrusionOk="0" h="1185" w="1339">
                  <a:moveTo>
                    <a:pt x="1292" y="0"/>
                  </a:moveTo>
                  <a:cubicBezTo>
                    <a:pt x="1285" y="0"/>
                    <a:pt x="1278" y="3"/>
                    <a:pt x="1272" y="10"/>
                  </a:cubicBezTo>
                  <a:cubicBezTo>
                    <a:pt x="897" y="397"/>
                    <a:pt x="405" y="658"/>
                    <a:pt x="48" y="1058"/>
                  </a:cubicBezTo>
                  <a:cubicBezTo>
                    <a:pt x="0" y="1112"/>
                    <a:pt x="47" y="1185"/>
                    <a:pt x="102" y="1185"/>
                  </a:cubicBezTo>
                  <a:cubicBezTo>
                    <a:pt x="119" y="1185"/>
                    <a:pt x="136" y="1178"/>
                    <a:pt x="152" y="1162"/>
                  </a:cubicBezTo>
                  <a:cubicBezTo>
                    <a:pt x="530" y="783"/>
                    <a:pt x="942" y="439"/>
                    <a:pt x="1315" y="55"/>
                  </a:cubicBezTo>
                  <a:cubicBezTo>
                    <a:pt x="1338" y="33"/>
                    <a:pt x="1316" y="0"/>
                    <a:pt x="12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9"/>
            <p:cNvSpPr/>
            <p:nvPr/>
          </p:nvSpPr>
          <p:spPr>
            <a:xfrm>
              <a:off x="7944227" y="4338792"/>
              <a:ext cx="185558" cy="180022"/>
            </a:xfrm>
            <a:custGeom>
              <a:rect b="b" l="l" r="r" t="t"/>
              <a:pathLst>
                <a:path extrusionOk="0" h="1169" w="1356">
                  <a:moveTo>
                    <a:pt x="1316" y="1"/>
                  </a:moveTo>
                  <a:cubicBezTo>
                    <a:pt x="1309" y="1"/>
                    <a:pt x="1301" y="4"/>
                    <a:pt x="1295" y="12"/>
                  </a:cubicBezTo>
                  <a:cubicBezTo>
                    <a:pt x="936" y="422"/>
                    <a:pt x="434" y="658"/>
                    <a:pt x="53" y="1041"/>
                  </a:cubicBezTo>
                  <a:cubicBezTo>
                    <a:pt x="1" y="1095"/>
                    <a:pt x="52" y="1169"/>
                    <a:pt x="109" y="1169"/>
                  </a:cubicBezTo>
                  <a:cubicBezTo>
                    <a:pt x="126" y="1169"/>
                    <a:pt x="143" y="1163"/>
                    <a:pt x="159" y="1148"/>
                  </a:cubicBezTo>
                  <a:cubicBezTo>
                    <a:pt x="544" y="777"/>
                    <a:pt x="1007" y="479"/>
                    <a:pt x="1339" y="53"/>
                  </a:cubicBezTo>
                  <a:cubicBezTo>
                    <a:pt x="1356" y="31"/>
                    <a:pt x="1337" y="1"/>
                    <a:pt x="13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29"/>
            <p:cNvSpPr/>
            <p:nvPr/>
          </p:nvSpPr>
          <p:spPr>
            <a:xfrm>
              <a:off x="7997459" y="4340332"/>
              <a:ext cx="181179" cy="174478"/>
            </a:xfrm>
            <a:custGeom>
              <a:rect b="b" l="l" r="r" t="t"/>
              <a:pathLst>
                <a:path extrusionOk="0" h="1133" w="1324">
                  <a:moveTo>
                    <a:pt x="1241" y="0"/>
                  </a:moveTo>
                  <a:cubicBezTo>
                    <a:pt x="1228" y="0"/>
                    <a:pt x="1214" y="5"/>
                    <a:pt x="1202" y="16"/>
                  </a:cubicBezTo>
                  <a:cubicBezTo>
                    <a:pt x="833" y="354"/>
                    <a:pt x="418" y="639"/>
                    <a:pt x="60" y="988"/>
                  </a:cubicBezTo>
                  <a:cubicBezTo>
                    <a:pt x="1" y="1045"/>
                    <a:pt x="53" y="1132"/>
                    <a:pt x="120" y="1132"/>
                  </a:cubicBezTo>
                  <a:cubicBezTo>
                    <a:pt x="134" y="1132"/>
                    <a:pt x="148" y="1129"/>
                    <a:pt x="162" y="1121"/>
                  </a:cubicBezTo>
                  <a:cubicBezTo>
                    <a:pt x="176" y="1115"/>
                    <a:pt x="189" y="1106"/>
                    <a:pt x="203" y="1098"/>
                  </a:cubicBezTo>
                  <a:cubicBezTo>
                    <a:pt x="222" y="1088"/>
                    <a:pt x="230" y="1071"/>
                    <a:pt x="235" y="1052"/>
                  </a:cubicBezTo>
                  <a:cubicBezTo>
                    <a:pt x="568" y="717"/>
                    <a:pt x="947" y="429"/>
                    <a:pt x="1283" y="95"/>
                  </a:cubicBezTo>
                  <a:cubicBezTo>
                    <a:pt x="1323" y="55"/>
                    <a:pt x="1285" y="0"/>
                    <a:pt x="12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9"/>
            <p:cNvSpPr/>
            <p:nvPr/>
          </p:nvSpPr>
          <p:spPr>
            <a:xfrm>
              <a:off x="8036869" y="4334173"/>
              <a:ext cx="180222" cy="184642"/>
            </a:xfrm>
            <a:custGeom>
              <a:rect b="b" l="l" r="r" t="t"/>
              <a:pathLst>
                <a:path extrusionOk="0" h="1199" w="1317">
                  <a:moveTo>
                    <a:pt x="1251" y="1"/>
                  </a:moveTo>
                  <a:cubicBezTo>
                    <a:pt x="1240" y="1"/>
                    <a:pt x="1230" y="5"/>
                    <a:pt x="1222" y="15"/>
                  </a:cubicBezTo>
                  <a:cubicBezTo>
                    <a:pt x="1026" y="250"/>
                    <a:pt x="797" y="459"/>
                    <a:pt x="549" y="638"/>
                  </a:cubicBezTo>
                  <a:cubicBezTo>
                    <a:pt x="366" y="769"/>
                    <a:pt x="145" y="886"/>
                    <a:pt x="30" y="1088"/>
                  </a:cubicBezTo>
                  <a:cubicBezTo>
                    <a:pt x="0" y="1139"/>
                    <a:pt x="49" y="1199"/>
                    <a:pt x="97" y="1199"/>
                  </a:cubicBezTo>
                  <a:cubicBezTo>
                    <a:pt x="113" y="1199"/>
                    <a:pt x="129" y="1192"/>
                    <a:pt x="143" y="1175"/>
                  </a:cubicBezTo>
                  <a:cubicBezTo>
                    <a:pt x="313" y="965"/>
                    <a:pt x="534" y="832"/>
                    <a:pt x="737" y="657"/>
                  </a:cubicBezTo>
                  <a:cubicBezTo>
                    <a:pt x="941" y="479"/>
                    <a:pt x="1130" y="288"/>
                    <a:pt x="1293" y="69"/>
                  </a:cubicBezTo>
                  <a:cubicBezTo>
                    <a:pt x="1316" y="38"/>
                    <a:pt x="1283" y="1"/>
                    <a:pt x="12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9"/>
            <p:cNvSpPr/>
            <p:nvPr/>
          </p:nvSpPr>
          <p:spPr>
            <a:xfrm>
              <a:off x="8071627" y="4331863"/>
              <a:ext cx="205537" cy="192804"/>
            </a:xfrm>
            <a:custGeom>
              <a:rect b="b" l="l" r="r" t="t"/>
              <a:pathLst>
                <a:path extrusionOk="0" h="1252" w="1502">
                  <a:moveTo>
                    <a:pt x="1462" y="1"/>
                  </a:moveTo>
                  <a:cubicBezTo>
                    <a:pt x="1456" y="1"/>
                    <a:pt x="1450" y="3"/>
                    <a:pt x="1445" y="9"/>
                  </a:cubicBezTo>
                  <a:cubicBezTo>
                    <a:pt x="1052" y="457"/>
                    <a:pt x="499" y="713"/>
                    <a:pt x="64" y="1115"/>
                  </a:cubicBezTo>
                  <a:cubicBezTo>
                    <a:pt x="1" y="1172"/>
                    <a:pt x="60" y="1252"/>
                    <a:pt x="128" y="1252"/>
                  </a:cubicBezTo>
                  <a:cubicBezTo>
                    <a:pt x="133" y="1252"/>
                    <a:pt x="137" y="1252"/>
                    <a:pt x="141" y="1251"/>
                  </a:cubicBezTo>
                  <a:cubicBezTo>
                    <a:pt x="195" y="1243"/>
                    <a:pt x="197" y="1241"/>
                    <a:pt x="243" y="1207"/>
                  </a:cubicBezTo>
                  <a:cubicBezTo>
                    <a:pt x="268" y="1186"/>
                    <a:pt x="276" y="1161"/>
                    <a:pt x="276" y="1134"/>
                  </a:cubicBezTo>
                  <a:cubicBezTo>
                    <a:pt x="672" y="761"/>
                    <a:pt x="1152" y="482"/>
                    <a:pt x="1487" y="42"/>
                  </a:cubicBezTo>
                  <a:cubicBezTo>
                    <a:pt x="1501" y="23"/>
                    <a:pt x="1481" y="1"/>
                    <a:pt x="14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29"/>
            <p:cNvSpPr/>
            <p:nvPr/>
          </p:nvSpPr>
          <p:spPr>
            <a:xfrm>
              <a:off x="8134301" y="4328321"/>
              <a:ext cx="191579" cy="178482"/>
            </a:xfrm>
            <a:custGeom>
              <a:rect b="b" l="l" r="r" t="t"/>
              <a:pathLst>
                <a:path extrusionOk="0" h="1159" w="1400">
                  <a:moveTo>
                    <a:pt x="1353" y="0"/>
                  </a:moveTo>
                  <a:cubicBezTo>
                    <a:pt x="1345" y="0"/>
                    <a:pt x="1337" y="4"/>
                    <a:pt x="1329" y="11"/>
                  </a:cubicBezTo>
                  <a:cubicBezTo>
                    <a:pt x="940" y="392"/>
                    <a:pt x="429" y="628"/>
                    <a:pt x="54" y="1024"/>
                  </a:cubicBezTo>
                  <a:cubicBezTo>
                    <a:pt x="1" y="1080"/>
                    <a:pt x="54" y="1158"/>
                    <a:pt x="113" y="1158"/>
                  </a:cubicBezTo>
                  <a:cubicBezTo>
                    <a:pt x="130" y="1158"/>
                    <a:pt x="148" y="1151"/>
                    <a:pt x="164" y="1134"/>
                  </a:cubicBezTo>
                  <a:cubicBezTo>
                    <a:pt x="544" y="745"/>
                    <a:pt x="1012" y="459"/>
                    <a:pt x="1377" y="59"/>
                  </a:cubicBezTo>
                  <a:cubicBezTo>
                    <a:pt x="1400" y="33"/>
                    <a:pt x="1379" y="0"/>
                    <a:pt x="13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29"/>
            <p:cNvSpPr/>
            <p:nvPr/>
          </p:nvSpPr>
          <p:spPr>
            <a:xfrm>
              <a:off x="8196290" y="4323239"/>
              <a:ext cx="174474" cy="173708"/>
            </a:xfrm>
            <a:custGeom>
              <a:rect b="b" l="l" r="r" t="t"/>
              <a:pathLst>
                <a:path extrusionOk="0" h="1128" w="1275">
                  <a:moveTo>
                    <a:pt x="1231" y="0"/>
                  </a:moveTo>
                  <a:cubicBezTo>
                    <a:pt x="1224" y="0"/>
                    <a:pt x="1217" y="3"/>
                    <a:pt x="1210" y="11"/>
                  </a:cubicBezTo>
                  <a:cubicBezTo>
                    <a:pt x="868" y="392"/>
                    <a:pt x="391" y="611"/>
                    <a:pt x="47" y="988"/>
                  </a:cubicBezTo>
                  <a:cubicBezTo>
                    <a:pt x="0" y="1040"/>
                    <a:pt x="35" y="1128"/>
                    <a:pt x="100" y="1128"/>
                  </a:cubicBezTo>
                  <a:cubicBezTo>
                    <a:pt x="108" y="1128"/>
                    <a:pt x="117" y="1127"/>
                    <a:pt x="126" y="1124"/>
                  </a:cubicBezTo>
                  <a:cubicBezTo>
                    <a:pt x="174" y="1109"/>
                    <a:pt x="191" y="1092"/>
                    <a:pt x="222" y="1053"/>
                  </a:cubicBezTo>
                  <a:cubicBezTo>
                    <a:pt x="232" y="1040"/>
                    <a:pt x="234" y="1030"/>
                    <a:pt x="236" y="1017"/>
                  </a:cubicBezTo>
                  <a:cubicBezTo>
                    <a:pt x="547" y="667"/>
                    <a:pt x="964" y="427"/>
                    <a:pt x="1256" y="56"/>
                  </a:cubicBezTo>
                  <a:cubicBezTo>
                    <a:pt x="1275" y="33"/>
                    <a:pt x="1255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29"/>
            <p:cNvSpPr/>
            <p:nvPr/>
          </p:nvSpPr>
          <p:spPr>
            <a:xfrm>
              <a:off x="8242817" y="4338330"/>
              <a:ext cx="181179" cy="166470"/>
            </a:xfrm>
            <a:custGeom>
              <a:rect b="b" l="l" r="r" t="t"/>
              <a:pathLst>
                <a:path extrusionOk="0" h="1081" w="1324">
                  <a:moveTo>
                    <a:pt x="1273" y="0"/>
                  </a:moveTo>
                  <a:cubicBezTo>
                    <a:pt x="1265" y="0"/>
                    <a:pt x="1257" y="3"/>
                    <a:pt x="1249" y="11"/>
                  </a:cubicBezTo>
                  <a:cubicBezTo>
                    <a:pt x="882" y="357"/>
                    <a:pt x="486" y="642"/>
                    <a:pt x="71" y="928"/>
                  </a:cubicBezTo>
                  <a:cubicBezTo>
                    <a:pt x="0" y="976"/>
                    <a:pt x="42" y="1080"/>
                    <a:pt x="112" y="1080"/>
                  </a:cubicBezTo>
                  <a:cubicBezTo>
                    <a:pt x="125" y="1080"/>
                    <a:pt x="140" y="1076"/>
                    <a:pt x="155" y="1067"/>
                  </a:cubicBezTo>
                  <a:cubicBezTo>
                    <a:pt x="584" y="803"/>
                    <a:pt x="953" y="423"/>
                    <a:pt x="1299" y="61"/>
                  </a:cubicBezTo>
                  <a:cubicBezTo>
                    <a:pt x="1323" y="35"/>
                    <a:pt x="1300" y="0"/>
                    <a:pt x="12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2" name="Google Shape;1912;p30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163" y="1861475"/>
            <a:ext cx="2205492" cy="13637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3" name="Google Shape;1913;p30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1914" name="Google Shape;1914;p30"/>
          <p:cNvGrpSpPr/>
          <p:nvPr/>
        </p:nvGrpSpPr>
        <p:grpSpPr>
          <a:xfrm>
            <a:off x="789775" y="3722321"/>
            <a:ext cx="2325000" cy="860329"/>
            <a:chOff x="789775" y="3722321"/>
            <a:chExt cx="2325000" cy="860329"/>
          </a:xfrm>
        </p:grpSpPr>
        <p:sp>
          <p:nvSpPr>
            <p:cNvPr id="1915" name="Google Shape;1915;p30"/>
            <p:cNvSpPr txBox="1"/>
            <p:nvPr/>
          </p:nvSpPr>
          <p:spPr>
            <a:xfrm>
              <a:off x="1260487" y="3722321"/>
              <a:ext cx="1383600" cy="3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</a:t>
              </a: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About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916" name="Google Shape;1916;p30"/>
            <p:cNvSpPr txBox="1"/>
            <p:nvPr/>
          </p:nvSpPr>
          <p:spPr>
            <a:xfrm flipH="1">
              <a:off x="789775" y="4001250"/>
              <a:ext cx="23250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the fifth planet from the Sun and the largest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17" name="Google Shape;1917;p30"/>
          <p:cNvSpPr txBox="1"/>
          <p:nvPr/>
        </p:nvSpPr>
        <p:spPr>
          <a:xfrm>
            <a:off x="6443050" y="1173400"/>
            <a:ext cx="21117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Social Media</a:t>
            </a:r>
            <a:endParaRPr sz="19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918" name="Google Shape;1918;p30"/>
          <p:cNvGrpSpPr/>
          <p:nvPr/>
        </p:nvGrpSpPr>
        <p:grpSpPr>
          <a:xfrm>
            <a:off x="6802300" y="3619975"/>
            <a:ext cx="1752500" cy="960600"/>
            <a:chOff x="6802300" y="3619975"/>
            <a:chExt cx="1752500" cy="960600"/>
          </a:xfrm>
        </p:grpSpPr>
        <p:sp>
          <p:nvSpPr>
            <p:cNvPr id="1919" name="Google Shape;1919;p30"/>
            <p:cNvSpPr txBox="1"/>
            <p:nvPr/>
          </p:nvSpPr>
          <p:spPr>
            <a:xfrm>
              <a:off x="6802300" y="3619975"/>
              <a:ext cx="7239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30</a:t>
              </a:r>
              <a:r>
                <a:rPr lang="en-GB" sz="20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%</a:t>
              </a:r>
              <a:endParaRPr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920" name="Google Shape;1920;p30"/>
            <p:cNvSpPr txBox="1"/>
            <p:nvPr/>
          </p:nvSpPr>
          <p:spPr>
            <a:xfrm>
              <a:off x="6802300" y="3949975"/>
              <a:ext cx="7239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</a:t>
              </a:r>
              <a:r>
                <a:rPr lang="en-GB" sz="20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0%</a:t>
              </a:r>
              <a:endParaRPr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921" name="Google Shape;1921;p30"/>
            <p:cNvSpPr txBox="1"/>
            <p:nvPr/>
          </p:nvSpPr>
          <p:spPr>
            <a:xfrm>
              <a:off x="6802300" y="4279974"/>
              <a:ext cx="7239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50%</a:t>
              </a:r>
              <a:endParaRPr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922" name="Google Shape;1922;p30"/>
            <p:cNvSpPr txBox="1"/>
            <p:nvPr/>
          </p:nvSpPr>
          <p:spPr>
            <a:xfrm>
              <a:off x="7484100" y="3619975"/>
              <a:ext cx="10707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Facebook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23" name="Google Shape;1923;p30"/>
            <p:cNvSpPr txBox="1"/>
            <p:nvPr/>
          </p:nvSpPr>
          <p:spPr>
            <a:xfrm>
              <a:off x="7484100" y="3949975"/>
              <a:ext cx="10707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LinkedIn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24" name="Google Shape;1924;p30"/>
            <p:cNvSpPr txBox="1"/>
            <p:nvPr/>
          </p:nvSpPr>
          <p:spPr>
            <a:xfrm>
              <a:off x="7484100" y="4279975"/>
              <a:ext cx="10707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Twitter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25" name="Google Shape;1925;p30"/>
          <p:cNvGrpSpPr/>
          <p:nvPr/>
        </p:nvGrpSpPr>
        <p:grpSpPr>
          <a:xfrm>
            <a:off x="8062413" y="2165700"/>
            <a:ext cx="474709" cy="755285"/>
            <a:chOff x="8144800" y="2427150"/>
            <a:chExt cx="474709" cy="755285"/>
          </a:xfrm>
        </p:grpSpPr>
        <p:sp>
          <p:nvSpPr>
            <p:cNvPr id="1926" name="Google Shape;1926;p30"/>
            <p:cNvSpPr/>
            <p:nvPr/>
          </p:nvSpPr>
          <p:spPr>
            <a:xfrm>
              <a:off x="8482548" y="2992289"/>
              <a:ext cx="136960" cy="190146"/>
            </a:xfrm>
            <a:custGeom>
              <a:rect b="b" l="l" r="r" t="t"/>
              <a:pathLst>
                <a:path extrusionOk="0" h="6939" w="10959">
                  <a:moveTo>
                    <a:pt x="4419" y="1"/>
                  </a:moveTo>
                  <a:cubicBezTo>
                    <a:pt x="3031" y="1"/>
                    <a:pt x="1544" y="256"/>
                    <a:pt x="881" y="1419"/>
                  </a:cubicBezTo>
                  <a:cubicBezTo>
                    <a:pt x="1" y="2962"/>
                    <a:pt x="1286" y="4904"/>
                    <a:pt x="2794" y="5847"/>
                  </a:cubicBezTo>
                  <a:cubicBezTo>
                    <a:pt x="3853" y="6505"/>
                    <a:pt x="5096" y="6938"/>
                    <a:pt x="6337" y="6938"/>
                  </a:cubicBezTo>
                  <a:cubicBezTo>
                    <a:pt x="6609" y="6938"/>
                    <a:pt x="6882" y="6917"/>
                    <a:pt x="7152" y="6873"/>
                  </a:cubicBezTo>
                  <a:cubicBezTo>
                    <a:pt x="8661" y="6629"/>
                    <a:pt x="10072" y="5581"/>
                    <a:pt x="10512" y="4122"/>
                  </a:cubicBezTo>
                  <a:cubicBezTo>
                    <a:pt x="10959" y="2662"/>
                    <a:pt x="10169" y="972"/>
                    <a:pt x="8773" y="357"/>
                  </a:cubicBezTo>
                  <a:cubicBezTo>
                    <a:pt x="8086" y="51"/>
                    <a:pt x="6453" y="8"/>
                    <a:pt x="5586" y="8"/>
                  </a:cubicBezTo>
                  <a:cubicBezTo>
                    <a:pt x="5245" y="8"/>
                    <a:pt x="5022" y="15"/>
                    <a:pt x="5022" y="15"/>
                  </a:cubicBezTo>
                  <a:cubicBezTo>
                    <a:pt x="4825" y="6"/>
                    <a:pt x="4623" y="1"/>
                    <a:pt x="4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0"/>
            <p:cNvSpPr/>
            <p:nvPr/>
          </p:nvSpPr>
          <p:spPr>
            <a:xfrm>
              <a:off x="8144800" y="2427150"/>
              <a:ext cx="439675" cy="677973"/>
            </a:xfrm>
            <a:custGeom>
              <a:rect b="b" l="l" r="r" t="t"/>
              <a:pathLst>
                <a:path extrusionOk="0" h="24274" w="17587">
                  <a:moveTo>
                    <a:pt x="0" y="0"/>
                  </a:moveTo>
                  <a:cubicBezTo>
                    <a:pt x="3672" y="0"/>
                    <a:pt x="7281" y="1184"/>
                    <a:pt x="10953" y="1184"/>
                  </a:cubicBezTo>
                  <a:cubicBezTo>
                    <a:pt x="12740" y="1184"/>
                    <a:pt x="15617" y="117"/>
                    <a:pt x="16281" y="1776"/>
                  </a:cubicBezTo>
                  <a:cubicBezTo>
                    <a:pt x="19066" y="8739"/>
                    <a:pt x="16281" y="16775"/>
                    <a:pt x="16281" y="24274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928" name="Google Shape;1928;p30"/>
          <p:cNvGrpSpPr/>
          <p:nvPr/>
        </p:nvGrpSpPr>
        <p:grpSpPr>
          <a:xfrm>
            <a:off x="6413853" y="2145175"/>
            <a:ext cx="630085" cy="415475"/>
            <a:chOff x="5891590" y="1708250"/>
            <a:chExt cx="630085" cy="415475"/>
          </a:xfrm>
        </p:grpSpPr>
        <p:sp>
          <p:nvSpPr>
            <p:cNvPr id="1929" name="Google Shape;1929;p30"/>
            <p:cNvSpPr/>
            <p:nvPr/>
          </p:nvSpPr>
          <p:spPr>
            <a:xfrm>
              <a:off x="5891590" y="1708250"/>
              <a:ext cx="173645" cy="190146"/>
            </a:xfrm>
            <a:custGeom>
              <a:rect b="b" l="l" r="r" t="t"/>
              <a:pathLst>
                <a:path extrusionOk="0" h="6939" w="10959">
                  <a:moveTo>
                    <a:pt x="4419" y="1"/>
                  </a:moveTo>
                  <a:cubicBezTo>
                    <a:pt x="3031" y="1"/>
                    <a:pt x="1544" y="256"/>
                    <a:pt x="881" y="1419"/>
                  </a:cubicBezTo>
                  <a:cubicBezTo>
                    <a:pt x="1" y="2962"/>
                    <a:pt x="1286" y="4904"/>
                    <a:pt x="2794" y="5847"/>
                  </a:cubicBezTo>
                  <a:cubicBezTo>
                    <a:pt x="3853" y="6505"/>
                    <a:pt x="5096" y="6938"/>
                    <a:pt x="6337" y="6938"/>
                  </a:cubicBezTo>
                  <a:cubicBezTo>
                    <a:pt x="6609" y="6938"/>
                    <a:pt x="6882" y="6917"/>
                    <a:pt x="7152" y="6873"/>
                  </a:cubicBezTo>
                  <a:cubicBezTo>
                    <a:pt x="8661" y="6629"/>
                    <a:pt x="10072" y="5581"/>
                    <a:pt x="10512" y="4122"/>
                  </a:cubicBezTo>
                  <a:cubicBezTo>
                    <a:pt x="10959" y="2662"/>
                    <a:pt x="10169" y="972"/>
                    <a:pt x="8773" y="357"/>
                  </a:cubicBezTo>
                  <a:cubicBezTo>
                    <a:pt x="8086" y="51"/>
                    <a:pt x="6453" y="8"/>
                    <a:pt x="5586" y="8"/>
                  </a:cubicBezTo>
                  <a:cubicBezTo>
                    <a:pt x="5245" y="8"/>
                    <a:pt x="5022" y="15"/>
                    <a:pt x="5022" y="15"/>
                  </a:cubicBezTo>
                  <a:cubicBezTo>
                    <a:pt x="4825" y="6"/>
                    <a:pt x="4623" y="1"/>
                    <a:pt x="4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0"/>
            <p:cNvSpPr/>
            <p:nvPr/>
          </p:nvSpPr>
          <p:spPr>
            <a:xfrm rot="10800000">
              <a:off x="5944602" y="1783282"/>
              <a:ext cx="577073" cy="340443"/>
            </a:xfrm>
            <a:custGeom>
              <a:rect b="b" l="l" r="r" t="t"/>
              <a:pathLst>
                <a:path extrusionOk="0" h="24274" w="17587">
                  <a:moveTo>
                    <a:pt x="0" y="0"/>
                  </a:moveTo>
                  <a:cubicBezTo>
                    <a:pt x="3672" y="0"/>
                    <a:pt x="7281" y="1184"/>
                    <a:pt x="10953" y="1184"/>
                  </a:cubicBezTo>
                  <a:cubicBezTo>
                    <a:pt x="12740" y="1184"/>
                    <a:pt x="15617" y="117"/>
                    <a:pt x="16281" y="1776"/>
                  </a:cubicBezTo>
                  <a:cubicBezTo>
                    <a:pt x="19066" y="8739"/>
                    <a:pt x="16281" y="16775"/>
                    <a:pt x="16281" y="24274"/>
                  </a:cubicBezTo>
                </a:path>
              </a:pathLst>
            </a:cu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931" name="Google Shape;1931;p30"/>
          <p:cNvGrpSpPr/>
          <p:nvPr/>
        </p:nvGrpSpPr>
        <p:grpSpPr>
          <a:xfrm>
            <a:off x="6481172" y="2806870"/>
            <a:ext cx="620191" cy="410182"/>
            <a:chOff x="5891584" y="2764670"/>
            <a:chExt cx="620191" cy="410182"/>
          </a:xfrm>
        </p:grpSpPr>
        <p:sp>
          <p:nvSpPr>
            <p:cNvPr id="1932" name="Google Shape;1932;p30"/>
            <p:cNvSpPr/>
            <p:nvPr/>
          </p:nvSpPr>
          <p:spPr>
            <a:xfrm>
              <a:off x="5891584" y="2984706"/>
              <a:ext cx="173645" cy="190146"/>
            </a:xfrm>
            <a:custGeom>
              <a:rect b="b" l="l" r="r" t="t"/>
              <a:pathLst>
                <a:path extrusionOk="0" h="6939" w="10959">
                  <a:moveTo>
                    <a:pt x="4419" y="1"/>
                  </a:moveTo>
                  <a:cubicBezTo>
                    <a:pt x="3031" y="1"/>
                    <a:pt x="1544" y="256"/>
                    <a:pt x="881" y="1419"/>
                  </a:cubicBezTo>
                  <a:cubicBezTo>
                    <a:pt x="1" y="2962"/>
                    <a:pt x="1286" y="4904"/>
                    <a:pt x="2794" y="5847"/>
                  </a:cubicBezTo>
                  <a:cubicBezTo>
                    <a:pt x="3853" y="6505"/>
                    <a:pt x="5096" y="6938"/>
                    <a:pt x="6337" y="6938"/>
                  </a:cubicBezTo>
                  <a:cubicBezTo>
                    <a:pt x="6609" y="6938"/>
                    <a:pt x="6882" y="6917"/>
                    <a:pt x="7152" y="6873"/>
                  </a:cubicBezTo>
                  <a:cubicBezTo>
                    <a:pt x="8661" y="6629"/>
                    <a:pt x="10072" y="5581"/>
                    <a:pt x="10512" y="4122"/>
                  </a:cubicBezTo>
                  <a:cubicBezTo>
                    <a:pt x="10959" y="2662"/>
                    <a:pt x="10169" y="972"/>
                    <a:pt x="8773" y="357"/>
                  </a:cubicBezTo>
                  <a:cubicBezTo>
                    <a:pt x="8086" y="51"/>
                    <a:pt x="6453" y="8"/>
                    <a:pt x="5586" y="8"/>
                  </a:cubicBezTo>
                  <a:cubicBezTo>
                    <a:pt x="5245" y="8"/>
                    <a:pt x="5022" y="15"/>
                    <a:pt x="5022" y="15"/>
                  </a:cubicBezTo>
                  <a:cubicBezTo>
                    <a:pt x="4825" y="6"/>
                    <a:pt x="4623" y="1"/>
                    <a:pt x="4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0"/>
            <p:cNvSpPr/>
            <p:nvPr/>
          </p:nvSpPr>
          <p:spPr>
            <a:xfrm flipH="1">
              <a:off x="5934702" y="2764670"/>
              <a:ext cx="577073" cy="340443"/>
            </a:xfrm>
            <a:custGeom>
              <a:rect b="b" l="l" r="r" t="t"/>
              <a:pathLst>
                <a:path extrusionOk="0" h="24274" w="17587">
                  <a:moveTo>
                    <a:pt x="0" y="0"/>
                  </a:moveTo>
                  <a:cubicBezTo>
                    <a:pt x="3672" y="0"/>
                    <a:pt x="7281" y="1184"/>
                    <a:pt x="10953" y="1184"/>
                  </a:cubicBezTo>
                  <a:cubicBezTo>
                    <a:pt x="12740" y="1184"/>
                    <a:pt x="15617" y="117"/>
                    <a:pt x="16281" y="1776"/>
                  </a:cubicBezTo>
                  <a:cubicBezTo>
                    <a:pt x="19066" y="8739"/>
                    <a:pt x="16281" y="16775"/>
                    <a:pt x="16281" y="24274"/>
                  </a:cubicBezTo>
                </a:path>
              </a:pathLst>
            </a:cu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934" name="Google Shape;1934;p30"/>
          <p:cNvGrpSpPr/>
          <p:nvPr/>
        </p:nvGrpSpPr>
        <p:grpSpPr>
          <a:xfrm>
            <a:off x="6311180" y="1663847"/>
            <a:ext cx="368075" cy="375616"/>
            <a:chOff x="-705126" y="2868441"/>
            <a:chExt cx="521205" cy="531883"/>
          </a:xfrm>
        </p:grpSpPr>
        <p:sp>
          <p:nvSpPr>
            <p:cNvPr id="1935" name="Google Shape;1935;p30"/>
            <p:cNvSpPr/>
            <p:nvPr/>
          </p:nvSpPr>
          <p:spPr>
            <a:xfrm>
              <a:off x="-312408" y="2963116"/>
              <a:ext cx="22960" cy="72648"/>
            </a:xfrm>
            <a:custGeom>
              <a:rect b="b" l="l" r="r" t="t"/>
              <a:pathLst>
                <a:path extrusionOk="0" h="3354" w="1060">
                  <a:moveTo>
                    <a:pt x="331" y="1"/>
                  </a:moveTo>
                  <a:cubicBezTo>
                    <a:pt x="165" y="1"/>
                    <a:pt x="1" y="175"/>
                    <a:pt x="115" y="360"/>
                  </a:cubicBezTo>
                  <a:cubicBezTo>
                    <a:pt x="579" y="1103"/>
                    <a:pt x="117" y="2305"/>
                    <a:pt x="82" y="3119"/>
                  </a:cubicBezTo>
                  <a:cubicBezTo>
                    <a:pt x="76" y="3276"/>
                    <a:pt x="191" y="3354"/>
                    <a:pt x="309" y="3354"/>
                  </a:cubicBezTo>
                  <a:cubicBezTo>
                    <a:pt x="428" y="3354"/>
                    <a:pt x="551" y="3275"/>
                    <a:pt x="558" y="3119"/>
                  </a:cubicBezTo>
                  <a:cubicBezTo>
                    <a:pt x="597" y="2190"/>
                    <a:pt x="1059" y="970"/>
                    <a:pt x="526" y="114"/>
                  </a:cubicBezTo>
                  <a:cubicBezTo>
                    <a:pt x="476" y="34"/>
                    <a:pt x="403" y="1"/>
                    <a:pt x="331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0"/>
            <p:cNvSpPr/>
            <p:nvPr/>
          </p:nvSpPr>
          <p:spPr>
            <a:xfrm>
              <a:off x="-388456" y="3027403"/>
              <a:ext cx="89629" cy="86358"/>
            </a:xfrm>
            <a:custGeom>
              <a:rect b="b" l="l" r="r" t="t"/>
              <a:pathLst>
                <a:path extrusionOk="0" h="3987" w="4138">
                  <a:moveTo>
                    <a:pt x="2043" y="0"/>
                  </a:moveTo>
                  <a:cubicBezTo>
                    <a:pt x="1469" y="0"/>
                    <a:pt x="933" y="151"/>
                    <a:pt x="568" y="718"/>
                  </a:cubicBezTo>
                  <a:cubicBezTo>
                    <a:pt x="1" y="1598"/>
                    <a:pt x="429" y="2774"/>
                    <a:pt x="357" y="3753"/>
                  </a:cubicBezTo>
                  <a:cubicBezTo>
                    <a:pt x="346" y="3909"/>
                    <a:pt x="458" y="3987"/>
                    <a:pt x="577" y="3987"/>
                  </a:cubicBezTo>
                  <a:cubicBezTo>
                    <a:pt x="696" y="3987"/>
                    <a:pt x="821" y="3909"/>
                    <a:pt x="832" y="3753"/>
                  </a:cubicBezTo>
                  <a:cubicBezTo>
                    <a:pt x="892" y="2929"/>
                    <a:pt x="616" y="2053"/>
                    <a:pt x="832" y="1248"/>
                  </a:cubicBezTo>
                  <a:cubicBezTo>
                    <a:pt x="997" y="634"/>
                    <a:pt x="1504" y="470"/>
                    <a:pt x="2080" y="470"/>
                  </a:cubicBezTo>
                  <a:cubicBezTo>
                    <a:pt x="2698" y="470"/>
                    <a:pt x="3395" y="659"/>
                    <a:pt x="3831" y="682"/>
                  </a:cubicBezTo>
                  <a:cubicBezTo>
                    <a:pt x="3836" y="682"/>
                    <a:pt x="3841" y="683"/>
                    <a:pt x="3845" y="683"/>
                  </a:cubicBezTo>
                  <a:cubicBezTo>
                    <a:pt x="4137" y="683"/>
                    <a:pt x="4132" y="211"/>
                    <a:pt x="3831" y="195"/>
                  </a:cubicBezTo>
                  <a:cubicBezTo>
                    <a:pt x="3295" y="168"/>
                    <a:pt x="2647" y="0"/>
                    <a:pt x="204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0"/>
            <p:cNvSpPr/>
            <p:nvPr/>
          </p:nvSpPr>
          <p:spPr>
            <a:xfrm>
              <a:off x="-379186" y="3103690"/>
              <a:ext cx="77933" cy="16657"/>
            </a:xfrm>
            <a:custGeom>
              <a:rect b="b" l="l" r="r" t="t"/>
              <a:pathLst>
                <a:path extrusionOk="0" h="769" w="3598">
                  <a:moveTo>
                    <a:pt x="2113" y="0"/>
                  </a:moveTo>
                  <a:cubicBezTo>
                    <a:pt x="1497" y="0"/>
                    <a:pt x="848" y="124"/>
                    <a:pt x="307" y="132"/>
                  </a:cubicBezTo>
                  <a:cubicBezTo>
                    <a:pt x="3" y="136"/>
                    <a:pt x="1" y="618"/>
                    <a:pt x="302" y="618"/>
                  </a:cubicBezTo>
                  <a:cubicBezTo>
                    <a:pt x="304" y="618"/>
                    <a:pt x="306" y="618"/>
                    <a:pt x="307" y="618"/>
                  </a:cubicBezTo>
                  <a:cubicBezTo>
                    <a:pt x="810" y="611"/>
                    <a:pt x="1465" y="475"/>
                    <a:pt x="2069" y="475"/>
                  </a:cubicBezTo>
                  <a:cubicBezTo>
                    <a:pt x="2468" y="475"/>
                    <a:pt x="2845" y="534"/>
                    <a:pt x="3142" y="729"/>
                  </a:cubicBezTo>
                  <a:cubicBezTo>
                    <a:pt x="3185" y="756"/>
                    <a:pt x="3226" y="768"/>
                    <a:pt x="3265" y="768"/>
                  </a:cubicBezTo>
                  <a:cubicBezTo>
                    <a:pt x="3465" y="768"/>
                    <a:pt x="3597" y="450"/>
                    <a:pt x="3382" y="309"/>
                  </a:cubicBezTo>
                  <a:cubicBezTo>
                    <a:pt x="3017" y="70"/>
                    <a:pt x="2574" y="0"/>
                    <a:pt x="2113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0"/>
            <p:cNvSpPr/>
            <p:nvPr/>
          </p:nvSpPr>
          <p:spPr>
            <a:xfrm>
              <a:off x="-319924" y="3113025"/>
              <a:ext cx="19061" cy="66323"/>
            </a:xfrm>
            <a:custGeom>
              <a:rect b="b" l="l" r="r" t="t"/>
              <a:pathLst>
                <a:path extrusionOk="0" h="3062" w="880">
                  <a:moveTo>
                    <a:pt x="496" y="1"/>
                  </a:moveTo>
                  <a:cubicBezTo>
                    <a:pt x="378" y="1"/>
                    <a:pt x="270" y="78"/>
                    <a:pt x="289" y="232"/>
                  </a:cubicBezTo>
                  <a:cubicBezTo>
                    <a:pt x="403" y="1127"/>
                    <a:pt x="45" y="1948"/>
                    <a:pt x="8" y="2826"/>
                  </a:cubicBezTo>
                  <a:cubicBezTo>
                    <a:pt x="1" y="2983"/>
                    <a:pt x="116" y="3061"/>
                    <a:pt x="235" y="3061"/>
                  </a:cubicBezTo>
                  <a:cubicBezTo>
                    <a:pt x="353" y="3061"/>
                    <a:pt x="476" y="2983"/>
                    <a:pt x="482" y="2826"/>
                  </a:cubicBezTo>
                  <a:cubicBezTo>
                    <a:pt x="520" y="1947"/>
                    <a:pt x="879" y="1131"/>
                    <a:pt x="764" y="232"/>
                  </a:cubicBezTo>
                  <a:cubicBezTo>
                    <a:pt x="744" y="79"/>
                    <a:pt x="615" y="1"/>
                    <a:pt x="49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0"/>
            <p:cNvSpPr/>
            <p:nvPr/>
          </p:nvSpPr>
          <p:spPr>
            <a:xfrm>
              <a:off x="-470938" y="2960257"/>
              <a:ext cx="175164" cy="147310"/>
            </a:xfrm>
            <a:custGeom>
              <a:rect b="b" l="l" r="r" t="t"/>
              <a:pathLst>
                <a:path extrusionOk="0" h="6801" w="8087">
                  <a:moveTo>
                    <a:pt x="4825" y="1"/>
                  </a:moveTo>
                  <a:cubicBezTo>
                    <a:pt x="4527" y="1"/>
                    <a:pt x="4228" y="17"/>
                    <a:pt x="3928" y="61"/>
                  </a:cubicBezTo>
                  <a:cubicBezTo>
                    <a:pt x="2821" y="221"/>
                    <a:pt x="1689" y="1003"/>
                    <a:pt x="1000" y="1877"/>
                  </a:cubicBezTo>
                  <a:cubicBezTo>
                    <a:pt x="456" y="2568"/>
                    <a:pt x="245" y="3440"/>
                    <a:pt x="218" y="4309"/>
                  </a:cubicBezTo>
                  <a:cubicBezTo>
                    <a:pt x="196" y="5011"/>
                    <a:pt x="0" y="6060"/>
                    <a:pt x="399" y="6688"/>
                  </a:cubicBezTo>
                  <a:cubicBezTo>
                    <a:pt x="450" y="6767"/>
                    <a:pt x="522" y="6800"/>
                    <a:pt x="595" y="6800"/>
                  </a:cubicBezTo>
                  <a:cubicBezTo>
                    <a:pt x="761" y="6800"/>
                    <a:pt x="925" y="6626"/>
                    <a:pt x="809" y="6442"/>
                  </a:cubicBezTo>
                  <a:cubicBezTo>
                    <a:pt x="509" y="5970"/>
                    <a:pt x="666" y="5059"/>
                    <a:pt x="685" y="4522"/>
                  </a:cubicBezTo>
                  <a:cubicBezTo>
                    <a:pt x="722" y="3457"/>
                    <a:pt x="976" y="2581"/>
                    <a:pt x="1705" y="1788"/>
                  </a:cubicBezTo>
                  <a:cubicBezTo>
                    <a:pt x="2662" y="745"/>
                    <a:pt x="3814" y="544"/>
                    <a:pt x="5019" y="544"/>
                  </a:cubicBezTo>
                  <a:cubicBezTo>
                    <a:pt x="5774" y="544"/>
                    <a:pt x="6549" y="623"/>
                    <a:pt x="7311" y="623"/>
                  </a:cubicBezTo>
                  <a:cubicBezTo>
                    <a:pt x="7468" y="623"/>
                    <a:pt x="7625" y="620"/>
                    <a:pt x="7780" y="611"/>
                  </a:cubicBezTo>
                  <a:cubicBezTo>
                    <a:pt x="8080" y="596"/>
                    <a:pt x="8087" y="125"/>
                    <a:pt x="7795" y="125"/>
                  </a:cubicBezTo>
                  <a:cubicBezTo>
                    <a:pt x="7790" y="125"/>
                    <a:pt x="7785" y="125"/>
                    <a:pt x="7780" y="126"/>
                  </a:cubicBezTo>
                  <a:lnTo>
                    <a:pt x="7779" y="126"/>
                  </a:lnTo>
                  <a:cubicBezTo>
                    <a:pt x="7654" y="132"/>
                    <a:pt x="7529" y="135"/>
                    <a:pt x="7404" y="135"/>
                  </a:cubicBezTo>
                  <a:cubicBezTo>
                    <a:pt x="6541" y="135"/>
                    <a:pt x="5685" y="1"/>
                    <a:pt x="4825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0"/>
            <p:cNvSpPr/>
            <p:nvPr/>
          </p:nvSpPr>
          <p:spPr>
            <a:xfrm>
              <a:off x="-505182" y="3093986"/>
              <a:ext cx="53955" cy="13754"/>
            </a:xfrm>
            <a:custGeom>
              <a:rect b="b" l="l" r="r" t="t"/>
              <a:pathLst>
                <a:path extrusionOk="0" h="635" w="2491">
                  <a:moveTo>
                    <a:pt x="900" y="0"/>
                  </a:moveTo>
                  <a:cubicBezTo>
                    <a:pt x="635" y="0"/>
                    <a:pt x="386" y="53"/>
                    <a:pt x="187" y="219"/>
                  </a:cubicBezTo>
                  <a:cubicBezTo>
                    <a:pt x="0" y="376"/>
                    <a:pt x="171" y="622"/>
                    <a:pt x="367" y="622"/>
                  </a:cubicBezTo>
                  <a:cubicBezTo>
                    <a:pt x="419" y="622"/>
                    <a:pt x="473" y="604"/>
                    <a:pt x="523" y="563"/>
                  </a:cubicBezTo>
                  <a:cubicBezTo>
                    <a:pt x="590" y="506"/>
                    <a:pt x="696" y="488"/>
                    <a:pt x="810" y="488"/>
                  </a:cubicBezTo>
                  <a:cubicBezTo>
                    <a:pt x="972" y="488"/>
                    <a:pt x="1151" y="524"/>
                    <a:pt x="1261" y="537"/>
                  </a:cubicBezTo>
                  <a:cubicBezTo>
                    <a:pt x="1569" y="570"/>
                    <a:pt x="1874" y="627"/>
                    <a:pt x="2184" y="634"/>
                  </a:cubicBezTo>
                  <a:cubicBezTo>
                    <a:pt x="2186" y="634"/>
                    <a:pt x="2188" y="634"/>
                    <a:pt x="2190" y="634"/>
                  </a:cubicBezTo>
                  <a:cubicBezTo>
                    <a:pt x="2491" y="634"/>
                    <a:pt x="2489" y="154"/>
                    <a:pt x="2184" y="148"/>
                  </a:cubicBezTo>
                  <a:cubicBezTo>
                    <a:pt x="1810" y="139"/>
                    <a:pt x="1333" y="0"/>
                    <a:pt x="90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0"/>
            <p:cNvSpPr/>
            <p:nvPr/>
          </p:nvSpPr>
          <p:spPr>
            <a:xfrm>
              <a:off x="-508583" y="3097343"/>
              <a:ext cx="18671" cy="79016"/>
            </a:xfrm>
            <a:custGeom>
              <a:rect b="b" l="l" r="r" t="t"/>
              <a:pathLst>
                <a:path extrusionOk="0" h="3648" w="862">
                  <a:moveTo>
                    <a:pt x="374" y="0"/>
                  </a:moveTo>
                  <a:cubicBezTo>
                    <a:pt x="255" y="0"/>
                    <a:pt x="136" y="79"/>
                    <a:pt x="133" y="236"/>
                  </a:cubicBezTo>
                  <a:cubicBezTo>
                    <a:pt x="125" y="932"/>
                    <a:pt x="46" y="1627"/>
                    <a:pt x="42" y="2324"/>
                  </a:cubicBezTo>
                  <a:cubicBezTo>
                    <a:pt x="39" y="2704"/>
                    <a:pt x="1" y="3399"/>
                    <a:pt x="392" y="3615"/>
                  </a:cubicBezTo>
                  <a:cubicBezTo>
                    <a:pt x="432" y="3637"/>
                    <a:pt x="471" y="3647"/>
                    <a:pt x="508" y="3647"/>
                  </a:cubicBezTo>
                  <a:cubicBezTo>
                    <a:pt x="721" y="3647"/>
                    <a:pt x="862" y="3323"/>
                    <a:pt x="631" y="3196"/>
                  </a:cubicBezTo>
                  <a:cubicBezTo>
                    <a:pt x="383" y="3059"/>
                    <a:pt x="521" y="1976"/>
                    <a:pt x="531" y="1741"/>
                  </a:cubicBezTo>
                  <a:cubicBezTo>
                    <a:pt x="551" y="1238"/>
                    <a:pt x="603" y="738"/>
                    <a:pt x="608" y="236"/>
                  </a:cubicBezTo>
                  <a:cubicBezTo>
                    <a:pt x="610" y="79"/>
                    <a:pt x="493" y="0"/>
                    <a:pt x="37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0"/>
            <p:cNvSpPr/>
            <p:nvPr/>
          </p:nvSpPr>
          <p:spPr>
            <a:xfrm>
              <a:off x="-507955" y="3164728"/>
              <a:ext cx="53760" cy="21313"/>
            </a:xfrm>
            <a:custGeom>
              <a:rect b="b" l="l" r="r" t="t"/>
              <a:pathLst>
                <a:path extrusionOk="0" h="984" w="2482">
                  <a:moveTo>
                    <a:pt x="348" y="53"/>
                  </a:moveTo>
                  <a:cubicBezTo>
                    <a:pt x="92" y="53"/>
                    <a:pt x="0" y="466"/>
                    <a:pt x="279" y="529"/>
                  </a:cubicBezTo>
                  <a:cubicBezTo>
                    <a:pt x="572" y="596"/>
                    <a:pt x="870" y="609"/>
                    <a:pt x="1168" y="629"/>
                  </a:cubicBezTo>
                  <a:cubicBezTo>
                    <a:pt x="1447" y="649"/>
                    <a:pt x="1816" y="654"/>
                    <a:pt x="2004" y="899"/>
                  </a:cubicBezTo>
                  <a:cubicBezTo>
                    <a:pt x="2049" y="958"/>
                    <a:pt x="2103" y="983"/>
                    <a:pt x="2157" y="983"/>
                  </a:cubicBezTo>
                  <a:cubicBezTo>
                    <a:pt x="2323" y="983"/>
                    <a:pt x="2481" y="740"/>
                    <a:pt x="2340" y="555"/>
                  </a:cubicBezTo>
                  <a:cubicBezTo>
                    <a:pt x="1913" y="0"/>
                    <a:pt x="1000" y="195"/>
                    <a:pt x="405" y="60"/>
                  </a:cubicBezTo>
                  <a:cubicBezTo>
                    <a:pt x="385" y="55"/>
                    <a:pt x="366" y="53"/>
                    <a:pt x="348" y="53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0"/>
            <p:cNvSpPr/>
            <p:nvPr/>
          </p:nvSpPr>
          <p:spPr>
            <a:xfrm>
              <a:off x="-465111" y="3176034"/>
              <a:ext cx="23220" cy="211553"/>
            </a:xfrm>
            <a:custGeom>
              <a:rect b="b" l="l" r="r" t="t"/>
              <a:pathLst>
                <a:path extrusionOk="0" h="9767" w="1072">
                  <a:moveTo>
                    <a:pt x="329" y="1"/>
                  </a:moveTo>
                  <a:cubicBezTo>
                    <a:pt x="155" y="1"/>
                    <a:pt x="8" y="209"/>
                    <a:pt x="167" y="377"/>
                  </a:cubicBezTo>
                  <a:lnTo>
                    <a:pt x="166" y="377"/>
                  </a:lnTo>
                  <a:cubicBezTo>
                    <a:pt x="350" y="571"/>
                    <a:pt x="218" y="1436"/>
                    <a:pt x="211" y="1687"/>
                  </a:cubicBezTo>
                  <a:cubicBezTo>
                    <a:pt x="193" y="2323"/>
                    <a:pt x="145" y="3055"/>
                    <a:pt x="111" y="3690"/>
                  </a:cubicBezTo>
                  <a:cubicBezTo>
                    <a:pt x="1" y="5672"/>
                    <a:pt x="98" y="7223"/>
                    <a:pt x="98" y="9766"/>
                  </a:cubicBezTo>
                  <a:lnTo>
                    <a:pt x="572" y="9766"/>
                  </a:lnTo>
                  <a:cubicBezTo>
                    <a:pt x="572" y="7223"/>
                    <a:pt x="482" y="5439"/>
                    <a:pt x="606" y="3339"/>
                  </a:cubicBezTo>
                  <a:cubicBezTo>
                    <a:pt x="650" y="2602"/>
                    <a:pt x="1071" y="683"/>
                    <a:pt x="503" y="81"/>
                  </a:cubicBezTo>
                  <a:cubicBezTo>
                    <a:pt x="449" y="24"/>
                    <a:pt x="388" y="1"/>
                    <a:pt x="329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0"/>
            <p:cNvSpPr/>
            <p:nvPr/>
          </p:nvSpPr>
          <p:spPr>
            <a:xfrm>
              <a:off x="-384817" y="3171919"/>
              <a:ext cx="19689" cy="215669"/>
            </a:xfrm>
            <a:custGeom>
              <a:rect b="b" l="l" r="r" t="t"/>
              <a:pathLst>
                <a:path extrusionOk="0" h="9957" w="909">
                  <a:moveTo>
                    <a:pt x="657" y="1"/>
                  </a:moveTo>
                  <a:cubicBezTo>
                    <a:pt x="600" y="1"/>
                    <a:pt x="542" y="38"/>
                    <a:pt x="503" y="128"/>
                  </a:cubicBezTo>
                  <a:cubicBezTo>
                    <a:pt x="0" y="1303"/>
                    <a:pt x="22" y="2704"/>
                    <a:pt x="38" y="3964"/>
                  </a:cubicBezTo>
                  <a:cubicBezTo>
                    <a:pt x="63" y="5928"/>
                    <a:pt x="49" y="7668"/>
                    <a:pt x="49" y="9956"/>
                  </a:cubicBezTo>
                  <a:lnTo>
                    <a:pt x="346" y="9956"/>
                  </a:lnTo>
                  <a:lnTo>
                    <a:pt x="346" y="4718"/>
                  </a:lnTo>
                  <a:cubicBezTo>
                    <a:pt x="346" y="3290"/>
                    <a:pt x="249" y="1716"/>
                    <a:pt x="825" y="373"/>
                  </a:cubicBezTo>
                  <a:cubicBezTo>
                    <a:pt x="908" y="179"/>
                    <a:pt x="784" y="1"/>
                    <a:pt x="65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0"/>
            <p:cNvSpPr/>
            <p:nvPr/>
          </p:nvSpPr>
          <p:spPr>
            <a:xfrm>
              <a:off x="-377323" y="3172764"/>
              <a:ext cx="77131" cy="11047"/>
            </a:xfrm>
            <a:custGeom>
              <a:rect b="b" l="l" r="r" t="t"/>
              <a:pathLst>
                <a:path extrusionOk="0" h="510" w="3561">
                  <a:moveTo>
                    <a:pt x="255" y="1"/>
                  </a:moveTo>
                  <a:cubicBezTo>
                    <a:pt x="1" y="1"/>
                    <a:pt x="1" y="509"/>
                    <a:pt x="255" y="509"/>
                  </a:cubicBezTo>
                  <a:lnTo>
                    <a:pt x="2798" y="509"/>
                  </a:lnTo>
                  <a:cubicBezTo>
                    <a:pt x="3561" y="509"/>
                    <a:pt x="3561" y="1"/>
                    <a:pt x="279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0"/>
            <p:cNvSpPr/>
            <p:nvPr/>
          </p:nvSpPr>
          <p:spPr>
            <a:xfrm>
              <a:off x="-705126" y="2868441"/>
              <a:ext cx="521205" cy="531883"/>
            </a:xfrm>
            <a:custGeom>
              <a:rect b="b" l="l" r="r" t="t"/>
              <a:pathLst>
                <a:path extrusionOk="0" h="24556" w="24063">
                  <a:moveTo>
                    <a:pt x="3076" y="480"/>
                  </a:moveTo>
                  <a:cubicBezTo>
                    <a:pt x="3868" y="480"/>
                    <a:pt x="4666" y="635"/>
                    <a:pt x="5447" y="705"/>
                  </a:cubicBezTo>
                  <a:cubicBezTo>
                    <a:pt x="6695" y="818"/>
                    <a:pt x="7936" y="985"/>
                    <a:pt x="9187" y="1069"/>
                  </a:cubicBezTo>
                  <a:cubicBezTo>
                    <a:pt x="9692" y="1103"/>
                    <a:pt x="10243" y="1165"/>
                    <a:pt x="10786" y="1165"/>
                  </a:cubicBezTo>
                  <a:cubicBezTo>
                    <a:pt x="11272" y="1165"/>
                    <a:pt x="11750" y="1115"/>
                    <a:pt x="12181" y="952"/>
                  </a:cubicBezTo>
                  <a:cubicBezTo>
                    <a:pt x="12231" y="933"/>
                    <a:pt x="12268" y="904"/>
                    <a:pt x="12294" y="868"/>
                  </a:cubicBezTo>
                  <a:lnTo>
                    <a:pt x="12294" y="868"/>
                  </a:lnTo>
                  <a:cubicBezTo>
                    <a:pt x="13128" y="613"/>
                    <a:pt x="13990" y="544"/>
                    <a:pt x="14856" y="544"/>
                  </a:cubicBezTo>
                  <a:cubicBezTo>
                    <a:pt x="15288" y="544"/>
                    <a:pt x="15721" y="562"/>
                    <a:pt x="16152" y="581"/>
                  </a:cubicBezTo>
                  <a:cubicBezTo>
                    <a:pt x="16880" y="614"/>
                    <a:pt x="17601" y="627"/>
                    <a:pt x="18321" y="627"/>
                  </a:cubicBezTo>
                  <a:cubicBezTo>
                    <a:pt x="18957" y="627"/>
                    <a:pt x="19593" y="617"/>
                    <a:pt x="20236" y="601"/>
                  </a:cubicBezTo>
                  <a:cubicBezTo>
                    <a:pt x="20350" y="598"/>
                    <a:pt x="20470" y="596"/>
                    <a:pt x="20593" y="596"/>
                  </a:cubicBezTo>
                  <a:cubicBezTo>
                    <a:pt x="21336" y="596"/>
                    <a:pt x="22211" y="683"/>
                    <a:pt x="22665" y="1302"/>
                  </a:cubicBezTo>
                  <a:cubicBezTo>
                    <a:pt x="23042" y="1816"/>
                    <a:pt x="23088" y="2633"/>
                    <a:pt x="23127" y="3243"/>
                  </a:cubicBezTo>
                  <a:cubicBezTo>
                    <a:pt x="23233" y="4905"/>
                    <a:pt x="22962" y="6643"/>
                    <a:pt x="22836" y="8300"/>
                  </a:cubicBezTo>
                  <a:cubicBezTo>
                    <a:pt x="22578" y="11682"/>
                    <a:pt x="22503" y="15063"/>
                    <a:pt x="22648" y="18454"/>
                  </a:cubicBezTo>
                  <a:cubicBezTo>
                    <a:pt x="22713" y="19956"/>
                    <a:pt x="23086" y="21481"/>
                    <a:pt x="22815" y="22981"/>
                  </a:cubicBezTo>
                  <a:cubicBezTo>
                    <a:pt x="22678" y="23738"/>
                    <a:pt x="21743" y="23937"/>
                    <a:pt x="20713" y="23937"/>
                  </a:cubicBezTo>
                  <a:cubicBezTo>
                    <a:pt x="19693" y="23937"/>
                    <a:pt x="18580" y="23743"/>
                    <a:pt x="18053" y="23702"/>
                  </a:cubicBezTo>
                  <a:cubicBezTo>
                    <a:pt x="16652" y="23594"/>
                    <a:pt x="15257" y="23467"/>
                    <a:pt x="13854" y="23467"/>
                  </a:cubicBezTo>
                  <a:cubicBezTo>
                    <a:pt x="13639" y="23467"/>
                    <a:pt x="13424" y="23469"/>
                    <a:pt x="13208" y="23476"/>
                  </a:cubicBezTo>
                  <a:cubicBezTo>
                    <a:pt x="11515" y="23526"/>
                    <a:pt x="9828" y="23835"/>
                    <a:pt x="8140" y="23976"/>
                  </a:cubicBezTo>
                  <a:cubicBezTo>
                    <a:pt x="7613" y="24020"/>
                    <a:pt x="7087" y="24045"/>
                    <a:pt x="6562" y="24045"/>
                  </a:cubicBezTo>
                  <a:cubicBezTo>
                    <a:pt x="5454" y="24045"/>
                    <a:pt x="4353" y="23933"/>
                    <a:pt x="3267" y="23650"/>
                  </a:cubicBezTo>
                  <a:cubicBezTo>
                    <a:pt x="1917" y="23300"/>
                    <a:pt x="1073" y="22826"/>
                    <a:pt x="898" y="21348"/>
                  </a:cubicBezTo>
                  <a:cubicBezTo>
                    <a:pt x="738" y="19991"/>
                    <a:pt x="749" y="18621"/>
                    <a:pt x="747" y="17257"/>
                  </a:cubicBezTo>
                  <a:cubicBezTo>
                    <a:pt x="744" y="15587"/>
                    <a:pt x="616" y="13951"/>
                    <a:pt x="719" y="12280"/>
                  </a:cubicBezTo>
                  <a:cubicBezTo>
                    <a:pt x="901" y="9318"/>
                    <a:pt x="796" y="6301"/>
                    <a:pt x="610" y="3340"/>
                  </a:cubicBezTo>
                  <a:cubicBezTo>
                    <a:pt x="577" y="2813"/>
                    <a:pt x="574" y="2293"/>
                    <a:pt x="665" y="1771"/>
                  </a:cubicBezTo>
                  <a:cubicBezTo>
                    <a:pt x="822" y="859"/>
                    <a:pt x="1638" y="626"/>
                    <a:pt x="2414" y="521"/>
                  </a:cubicBezTo>
                  <a:cubicBezTo>
                    <a:pt x="2634" y="492"/>
                    <a:pt x="2855" y="480"/>
                    <a:pt x="3076" y="480"/>
                  </a:cubicBezTo>
                  <a:close/>
                  <a:moveTo>
                    <a:pt x="2964" y="1"/>
                  </a:moveTo>
                  <a:cubicBezTo>
                    <a:pt x="2153" y="1"/>
                    <a:pt x="1280" y="149"/>
                    <a:pt x="666" y="695"/>
                  </a:cubicBezTo>
                  <a:cubicBezTo>
                    <a:pt x="1" y="1286"/>
                    <a:pt x="95" y="2550"/>
                    <a:pt x="134" y="3340"/>
                  </a:cubicBezTo>
                  <a:cubicBezTo>
                    <a:pt x="281" y="6311"/>
                    <a:pt x="430" y="9309"/>
                    <a:pt x="243" y="12280"/>
                  </a:cubicBezTo>
                  <a:cubicBezTo>
                    <a:pt x="146" y="13820"/>
                    <a:pt x="242" y="15323"/>
                    <a:pt x="269" y="16863"/>
                  </a:cubicBezTo>
                  <a:cubicBezTo>
                    <a:pt x="295" y="18364"/>
                    <a:pt x="282" y="19851"/>
                    <a:pt x="423" y="21347"/>
                  </a:cubicBezTo>
                  <a:cubicBezTo>
                    <a:pt x="619" y="23413"/>
                    <a:pt x="2078" y="23902"/>
                    <a:pt x="3888" y="24299"/>
                  </a:cubicBezTo>
                  <a:cubicBezTo>
                    <a:pt x="4741" y="24486"/>
                    <a:pt x="5600" y="24556"/>
                    <a:pt x="6463" y="24556"/>
                  </a:cubicBezTo>
                  <a:cubicBezTo>
                    <a:pt x="8712" y="24556"/>
                    <a:pt x="10983" y="24080"/>
                    <a:pt x="13207" y="23962"/>
                  </a:cubicBezTo>
                  <a:cubicBezTo>
                    <a:pt x="13496" y="23946"/>
                    <a:pt x="13786" y="23940"/>
                    <a:pt x="14076" y="23940"/>
                  </a:cubicBezTo>
                  <a:cubicBezTo>
                    <a:pt x="15403" y="23940"/>
                    <a:pt x="16734" y="24082"/>
                    <a:pt x="18053" y="24188"/>
                  </a:cubicBezTo>
                  <a:cubicBezTo>
                    <a:pt x="18910" y="24257"/>
                    <a:pt x="19867" y="24387"/>
                    <a:pt x="20793" y="24387"/>
                  </a:cubicBezTo>
                  <a:cubicBezTo>
                    <a:pt x="21349" y="24387"/>
                    <a:pt x="21894" y="24340"/>
                    <a:pt x="22400" y="24205"/>
                  </a:cubicBezTo>
                  <a:cubicBezTo>
                    <a:pt x="23015" y="24041"/>
                    <a:pt x="23269" y="23340"/>
                    <a:pt x="23332" y="22763"/>
                  </a:cubicBezTo>
                  <a:cubicBezTo>
                    <a:pt x="23503" y="21202"/>
                    <a:pt x="23172" y="19628"/>
                    <a:pt x="23106" y="18067"/>
                  </a:cubicBezTo>
                  <a:cubicBezTo>
                    <a:pt x="22979" y="15088"/>
                    <a:pt x="23038" y="12101"/>
                    <a:pt x="23248" y="9128"/>
                  </a:cubicBezTo>
                  <a:cubicBezTo>
                    <a:pt x="23419" y="6729"/>
                    <a:pt x="24062" y="3912"/>
                    <a:pt x="23314" y="1565"/>
                  </a:cubicBezTo>
                  <a:cubicBezTo>
                    <a:pt x="22920" y="330"/>
                    <a:pt x="21689" y="91"/>
                    <a:pt x="20466" y="91"/>
                  </a:cubicBezTo>
                  <a:cubicBezTo>
                    <a:pt x="19799" y="91"/>
                    <a:pt x="19135" y="162"/>
                    <a:pt x="18610" y="181"/>
                  </a:cubicBezTo>
                  <a:cubicBezTo>
                    <a:pt x="18444" y="187"/>
                    <a:pt x="18279" y="190"/>
                    <a:pt x="18113" y="190"/>
                  </a:cubicBezTo>
                  <a:cubicBezTo>
                    <a:pt x="16987" y="190"/>
                    <a:pt x="15852" y="66"/>
                    <a:pt x="14729" y="66"/>
                  </a:cubicBezTo>
                  <a:cubicBezTo>
                    <a:pt x="13780" y="66"/>
                    <a:pt x="12838" y="155"/>
                    <a:pt x="11915" y="482"/>
                  </a:cubicBezTo>
                  <a:cubicBezTo>
                    <a:pt x="11864" y="500"/>
                    <a:pt x="11826" y="530"/>
                    <a:pt x="11800" y="566"/>
                  </a:cubicBezTo>
                  <a:lnTo>
                    <a:pt x="11800" y="566"/>
                  </a:lnTo>
                  <a:cubicBezTo>
                    <a:pt x="11404" y="676"/>
                    <a:pt x="10962" y="716"/>
                    <a:pt x="10506" y="716"/>
                  </a:cubicBezTo>
                  <a:cubicBezTo>
                    <a:pt x="9542" y="716"/>
                    <a:pt x="8510" y="537"/>
                    <a:pt x="7686" y="455"/>
                  </a:cubicBezTo>
                  <a:cubicBezTo>
                    <a:pt x="6246" y="313"/>
                    <a:pt x="4804" y="89"/>
                    <a:pt x="3359" y="12"/>
                  </a:cubicBezTo>
                  <a:cubicBezTo>
                    <a:pt x="3230" y="5"/>
                    <a:pt x="3098" y="1"/>
                    <a:pt x="2964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7" name="Google Shape;1947;p30"/>
          <p:cNvGrpSpPr/>
          <p:nvPr/>
        </p:nvGrpSpPr>
        <p:grpSpPr>
          <a:xfrm>
            <a:off x="6413857" y="3301402"/>
            <a:ext cx="389000" cy="357780"/>
            <a:chOff x="-177380" y="2878794"/>
            <a:chExt cx="550835" cy="506627"/>
          </a:xfrm>
        </p:grpSpPr>
        <p:sp>
          <p:nvSpPr>
            <p:cNvPr id="1948" name="Google Shape;1948;p30"/>
            <p:cNvSpPr/>
            <p:nvPr/>
          </p:nvSpPr>
          <p:spPr>
            <a:xfrm>
              <a:off x="-32842" y="3041092"/>
              <a:ext cx="132039" cy="74684"/>
            </a:xfrm>
            <a:custGeom>
              <a:rect b="b" l="l" r="r" t="t"/>
              <a:pathLst>
                <a:path extrusionOk="0" h="3448" w="6096">
                  <a:moveTo>
                    <a:pt x="359" y="0"/>
                  </a:moveTo>
                  <a:cubicBezTo>
                    <a:pt x="168" y="0"/>
                    <a:pt x="1" y="246"/>
                    <a:pt x="181" y="409"/>
                  </a:cubicBezTo>
                  <a:cubicBezTo>
                    <a:pt x="675" y="860"/>
                    <a:pt x="1036" y="1410"/>
                    <a:pt x="1556" y="1840"/>
                  </a:cubicBezTo>
                  <a:cubicBezTo>
                    <a:pt x="2009" y="2216"/>
                    <a:pt x="2539" y="2497"/>
                    <a:pt x="3055" y="2770"/>
                  </a:cubicBezTo>
                  <a:cubicBezTo>
                    <a:pt x="3702" y="3111"/>
                    <a:pt x="4443" y="3447"/>
                    <a:pt x="5182" y="3447"/>
                  </a:cubicBezTo>
                  <a:cubicBezTo>
                    <a:pt x="5399" y="3447"/>
                    <a:pt x="5615" y="3418"/>
                    <a:pt x="5829" y="3352"/>
                  </a:cubicBezTo>
                  <a:cubicBezTo>
                    <a:pt x="6096" y="3270"/>
                    <a:pt x="6016" y="2872"/>
                    <a:pt x="5776" y="2872"/>
                  </a:cubicBezTo>
                  <a:cubicBezTo>
                    <a:pt x="5753" y="2872"/>
                    <a:pt x="5729" y="2876"/>
                    <a:pt x="5703" y="2884"/>
                  </a:cubicBezTo>
                  <a:cubicBezTo>
                    <a:pt x="5525" y="2939"/>
                    <a:pt x="5345" y="2963"/>
                    <a:pt x="5164" y="2963"/>
                  </a:cubicBezTo>
                  <a:cubicBezTo>
                    <a:pt x="4358" y="2963"/>
                    <a:pt x="3537" y="2488"/>
                    <a:pt x="2860" y="2116"/>
                  </a:cubicBezTo>
                  <a:cubicBezTo>
                    <a:pt x="1889" y="1581"/>
                    <a:pt x="1314" y="792"/>
                    <a:pt x="516" y="64"/>
                  </a:cubicBezTo>
                  <a:cubicBezTo>
                    <a:pt x="467" y="19"/>
                    <a:pt x="412" y="0"/>
                    <a:pt x="359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0"/>
            <p:cNvSpPr/>
            <p:nvPr/>
          </p:nvSpPr>
          <p:spPr>
            <a:xfrm>
              <a:off x="-43867" y="3039555"/>
              <a:ext cx="38057" cy="90084"/>
            </a:xfrm>
            <a:custGeom>
              <a:rect b="b" l="l" r="r" t="t"/>
              <a:pathLst>
                <a:path extrusionOk="0" h="4159" w="1757">
                  <a:moveTo>
                    <a:pt x="869" y="1"/>
                  </a:moveTo>
                  <a:cubicBezTo>
                    <a:pt x="750" y="1"/>
                    <a:pt x="627" y="79"/>
                    <a:pt x="620" y="235"/>
                  </a:cubicBezTo>
                  <a:cubicBezTo>
                    <a:pt x="560" y="1473"/>
                    <a:pt x="1" y="3280"/>
                    <a:pt x="1300" y="4120"/>
                  </a:cubicBezTo>
                  <a:cubicBezTo>
                    <a:pt x="1342" y="4147"/>
                    <a:pt x="1384" y="4159"/>
                    <a:pt x="1422" y="4159"/>
                  </a:cubicBezTo>
                  <a:cubicBezTo>
                    <a:pt x="1624" y="4159"/>
                    <a:pt x="1756" y="3840"/>
                    <a:pt x="1539" y="3700"/>
                  </a:cubicBezTo>
                  <a:cubicBezTo>
                    <a:pt x="450" y="2995"/>
                    <a:pt x="1046" y="1250"/>
                    <a:pt x="1095" y="235"/>
                  </a:cubicBezTo>
                  <a:cubicBezTo>
                    <a:pt x="1102" y="79"/>
                    <a:pt x="987" y="1"/>
                    <a:pt x="869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0"/>
            <p:cNvSpPr/>
            <p:nvPr/>
          </p:nvSpPr>
          <p:spPr>
            <a:xfrm>
              <a:off x="-38149" y="3115581"/>
              <a:ext cx="34115" cy="18866"/>
            </a:xfrm>
            <a:custGeom>
              <a:rect b="b" l="l" r="r" t="t"/>
              <a:pathLst>
                <a:path extrusionOk="0" h="871" w="1575">
                  <a:moveTo>
                    <a:pt x="326" y="0"/>
                  </a:moveTo>
                  <a:cubicBezTo>
                    <a:pt x="158" y="0"/>
                    <a:pt x="1" y="244"/>
                    <a:pt x="144" y="427"/>
                  </a:cubicBezTo>
                  <a:cubicBezTo>
                    <a:pt x="375" y="724"/>
                    <a:pt x="707" y="870"/>
                    <a:pt x="1060" y="870"/>
                  </a:cubicBezTo>
                  <a:cubicBezTo>
                    <a:pt x="1136" y="870"/>
                    <a:pt x="1212" y="863"/>
                    <a:pt x="1290" y="850"/>
                  </a:cubicBezTo>
                  <a:cubicBezTo>
                    <a:pt x="1575" y="801"/>
                    <a:pt x="1475" y="378"/>
                    <a:pt x="1209" y="378"/>
                  </a:cubicBezTo>
                  <a:cubicBezTo>
                    <a:pt x="1194" y="378"/>
                    <a:pt x="1179" y="379"/>
                    <a:pt x="1164" y="382"/>
                  </a:cubicBezTo>
                  <a:cubicBezTo>
                    <a:pt x="1125" y="388"/>
                    <a:pt x="1087" y="392"/>
                    <a:pt x="1050" y="392"/>
                  </a:cubicBezTo>
                  <a:cubicBezTo>
                    <a:pt x="822" y="392"/>
                    <a:pt x="625" y="270"/>
                    <a:pt x="480" y="84"/>
                  </a:cubicBezTo>
                  <a:cubicBezTo>
                    <a:pt x="434" y="25"/>
                    <a:pt x="379" y="0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0"/>
            <p:cNvSpPr/>
            <p:nvPr/>
          </p:nvSpPr>
          <p:spPr>
            <a:xfrm>
              <a:off x="-36590" y="3119133"/>
              <a:ext cx="51031" cy="67038"/>
            </a:xfrm>
            <a:custGeom>
              <a:rect b="b" l="l" r="r" t="t"/>
              <a:pathLst>
                <a:path extrusionOk="0" h="3095" w="2356">
                  <a:moveTo>
                    <a:pt x="237" y="1"/>
                  </a:moveTo>
                  <a:cubicBezTo>
                    <a:pt x="118" y="1"/>
                    <a:pt x="0" y="79"/>
                    <a:pt x="2" y="236"/>
                  </a:cubicBezTo>
                  <a:lnTo>
                    <a:pt x="3" y="236"/>
                  </a:lnTo>
                  <a:cubicBezTo>
                    <a:pt x="14" y="1094"/>
                    <a:pt x="247" y="1734"/>
                    <a:pt x="823" y="2346"/>
                  </a:cubicBezTo>
                  <a:cubicBezTo>
                    <a:pt x="1070" y="2610"/>
                    <a:pt x="1480" y="3095"/>
                    <a:pt x="1890" y="3095"/>
                  </a:cubicBezTo>
                  <a:cubicBezTo>
                    <a:pt x="1966" y="3095"/>
                    <a:pt x="2043" y="3078"/>
                    <a:pt x="2118" y="3040"/>
                  </a:cubicBezTo>
                  <a:cubicBezTo>
                    <a:pt x="2355" y="2920"/>
                    <a:pt x="2210" y="2592"/>
                    <a:pt x="1990" y="2592"/>
                  </a:cubicBezTo>
                  <a:cubicBezTo>
                    <a:pt x="1955" y="2592"/>
                    <a:pt x="1917" y="2601"/>
                    <a:pt x="1879" y="2620"/>
                  </a:cubicBezTo>
                  <a:cubicBezTo>
                    <a:pt x="1874" y="2623"/>
                    <a:pt x="1868" y="2624"/>
                    <a:pt x="1862" y="2624"/>
                  </a:cubicBezTo>
                  <a:cubicBezTo>
                    <a:pt x="1717" y="2624"/>
                    <a:pt x="1206" y="2054"/>
                    <a:pt x="1088" y="1928"/>
                  </a:cubicBezTo>
                  <a:cubicBezTo>
                    <a:pt x="632" y="1442"/>
                    <a:pt x="486" y="907"/>
                    <a:pt x="478" y="236"/>
                  </a:cubicBezTo>
                  <a:cubicBezTo>
                    <a:pt x="475" y="79"/>
                    <a:pt x="356" y="1"/>
                    <a:pt x="237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30"/>
            <p:cNvSpPr/>
            <p:nvPr/>
          </p:nvSpPr>
          <p:spPr>
            <a:xfrm>
              <a:off x="-23009" y="3176511"/>
              <a:ext cx="36670" cy="13884"/>
            </a:xfrm>
            <a:custGeom>
              <a:rect b="b" l="l" r="r" t="t"/>
              <a:pathLst>
                <a:path extrusionOk="0" h="641" w="1693">
                  <a:moveTo>
                    <a:pt x="294" y="1"/>
                  </a:moveTo>
                  <a:cubicBezTo>
                    <a:pt x="71" y="1"/>
                    <a:pt x="0" y="387"/>
                    <a:pt x="254" y="487"/>
                  </a:cubicBezTo>
                  <a:cubicBezTo>
                    <a:pt x="489" y="580"/>
                    <a:pt x="729" y="640"/>
                    <a:pt x="972" y="640"/>
                  </a:cubicBezTo>
                  <a:cubicBezTo>
                    <a:pt x="1126" y="640"/>
                    <a:pt x="1281" y="616"/>
                    <a:pt x="1435" y="559"/>
                  </a:cubicBezTo>
                  <a:cubicBezTo>
                    <a:pt x="1692" y="464"/>
                    <a:pt x="1618" y="74"/>
                    <a:pt x="1390" y="74"/>
                  </a:cubicBezTo>
                  <a:cubicBezTo>
                    <a:pt x="1365" y="74"/>
                    <a:pt x="1338" y="79"/>
                    <a:pt x="1309" y="90"/>
                  </a:cubicBezTo>
                  <a:cubicBezTo>
                    <a:pt x="1191" y="133"/>
                    <a:pt x="1076" y="152"/>
                    <a:pt x="964" y="152"/>
                  </a:cubicBezTo>
                  <a:cubicBezTo>
                    <a:pt x="768" y="152"/>
                    <a:pt x="578" y="96"/>
                    <a:pt x="380" y="18"/>
                  </a:cubicBezTo>
                  <a:cubicBezTo>
                    <a:pt x="349" y="6"/>
                    <a:pt x="321" y="1"/>
                    <a:pt x="294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0"/>
            <p:cNvSpPr/>
            <p:nvPr/>
          </p:nvSpPr>
          <p:spPr>
            <a:xfrm>
              <a:off x="-18482" y="3181579"/>
              <a:ext cx="62229" cy="47869"/>
            </a:xfrm>
            <a:custGeom>
              <a:rect b="b" l="l" r="r" t="t"/>
              <a:pathLst>
                <a:path extrusionOk="0" h="2210" w="2873">
                  <a:moveTo>
                    <a:pt x="233" y="1"/>
                  </a:moveTo>
                  <a:cubicBezTo>
                    <a:pt x="115" y="1"/>
                    <a:pt x="1" y="79"/>
                    <a:pt x="10" y="235"/>
                  </a:cubicBezTo>
                  <a:cubicBezTo>
                    <a:pt x="81" y="1373"/>
                    <a:pt x="1615" y="2082"/>
                    <a:pt x="2570" y="2207"/>
                  </a:cubicBezTo>
                  <a:cubicBezTo>
                    <a:pt x="2582" y="2209"/>
                    <a:pt x="2593" y="2209"/>
                    <a:pt x="2604" y="2209"/>
                  </a:cubicBezTo>
                  <a:cubicBezTo>
                    <a:pt x="2872" y="2209"/>
                    <a:pt x="2857" y="1758"/>
                    <a:pt x="2570" y="1720"/>
                  </a:cubicBezTo>
                  <a:cubicBezTo>
                    <a:pt x="1902" y="1633"/>
                    <a:pt x="536" y="1049"/>
                    <a:pt x="486" y="235"/>
                  </a:cubicBezTo>
                  <a:cubicBezTo>
                    <a:pt x="476" y="79"/>
                    <a:pt x="352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30"/>
            <p:cNvSpPr/>
            <p:nvPr/>
          </p:nvSpPr>
          <p:spPr>
            <a:xfrm>
              <a:off x="-44149" y="3217621"/>
              <a:ext cx="91600" cy="38295"/>
            </a:xfrm>
            <a:custGeom>
              <a:rect b="b" l="l" r="r" t="t"/>
              <a:pathLst>
                <a:path extrusionOk="0" h="1768" w="4229">
                  <a:moveTo>
                    <a:pt x="3891" y="0"/>
                  </a:moveTo>
                  <a:cubicBezTo>
                    <a:pt x="3818" y="0"/>
                    <a:pt x="3744" y="31"/>
                    <a:pt x="3691" y="105"/>
                  </a:cubicBezTo>
                  <a:cubicBezTo>
                    <a:pt x="2949" y="1135"/>
                    <a:pt x="1459" y="1271"/>
                    <a:pt x="307" y="1281"/>
                  </a:cubicBezTo>
                  <a:cubicBezTo>
                    <a:pt x="1" y="1284"/>
                    <a:pt x="1" y="1768"/>
                    <a:pt x="305" y="1768"/>
                  </a:cubicBezTo>
                  <a:cubicBezTo>
                    <a:pt x="306" y="1768"/>
                    <a:pt x="307" y="1768"/>
                    <a:pt x="307" y="1768"/>
                  </a:cubicBezTo>
                  <a:cubicBezTo>
                    <a:pt x="1658" y="1756"/>
                    <a:pt x="3242" y="1542"/>
                    <a:pt x="4101" y="351"/>
                  </a:cubicBezTo>
                  <a:cubicBezTo>
                    <a:pt x="4229" y="173"/>
                    <a:pt x="4063" y="0"/>
                    <a:pt x="389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0"/>
            <p:cNvSpPr/>
            <p:nvPr/>
          </p:nvSpPr>
          <p:spPr>
            <a:xfrm>
              <a:off x="89883" y="3031086"/>
              <a:ext cx="113780" cy="81117"/>
            </a:xfrm>
            <a:custGeom>
              <a:rect b="b" l="l" r="r" t="t"/>
              <a:pathLst>
                <a:path extrusionOk="0" h="3745" w="5253">
                  <a:moveTo>
                    <a:pt x="3320" y="0"/>
                  </a:moveTo>
                  <a:cubicBezTo>
                    <a:pt x="2777" y="0"/>
                    <a:pt x="2233" y="112"/>
                    <a:pt x="1850" y="266"/>
                  </a:cubicBezTo>
                  <a:cubicBezTo>
                    <a:pt x="495" y="809"/>
                    <a:pt x="26" y="2133"/>
                    <a:pt x="3" y="3509"/>
                  </a:cubicBezTo>
                  <a:cubicBezTo>
                    <a:pt x="0" y="3666"/>
                    <a:pt x="118" y="3744"/>
                    <a:pt x="236" y="3744"/>
                  </a:cubicBezTo>
                  <a:cubicBezTo>
                    <a:pt x="355" y="3744"/>
                    <a:pt x="476" y="3666"/>
                    <a:pt x="479" y="3509"/>
                  </a:cubicBezTo>
                  <a:lnTo>
                    <a:pt x="478" y="3508"/>
                  </a:lnTo>
                  <a:cubicBezTo>
                    <a:pt x="498" y="2356"/>
                    <a:pt x="794" y="1458"/>
                    <a:pt x="1794" y="833"/>
                  </a:cubicBezTo>
                  <a:cubicBezTo>
                    <a:pt x="2122" y="627"/>
                    <a:pt x="2728" y="471"/>
                    <a:pt x="3315" y="471"/>
                  </a:cubicBezTo>
                  <a:cubicBezTo>
                    <a:pt x="3930" y="471"/>
                    <a:pt x="4523" y="643"/>
                    <a:pt x="4749" y="1110"/>
                  </a:cubicBezTo>
                  <a:cubicBezTo>
                    <a:pt x="4792" y="1198"/>
                    <a:pt x="4861" y="1234"/>
                    <a:pt x="4932" y="1234"/>
                  </a:cubicBezTo>
                  <a:cubicBezTo>
                    <a:pt x="5088" y="1234"/>
                    <a:pt x="5253" y="1057"/>
                    <a:pt x="5159" y="864"/>
                  </a:cubicBezTo>
                  <a:cubicBezTo>
                    <a:pt x="4848" y="222"/>
                    <a:pt x="4085" y="0"/>
                    <a:pt x="332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0"/>
            <p:cNvSpPr/>
            <p:nvPr/>
          </p:nvSpPr>
          <p:spPr>
            <a:xfrm>
              <a:off x="190949" y="3034984"/>
              <a:ext cx="52092" cy="27205"/>
            </a:xfrm>
            <a:custGeom>
              <a:rect b="b" l="l" r="r" t="t"/>
              <a:pathLst>
                <a:path extrusionOk="0" h="1256" w="2405">
                  <a:moveTo>
                    <a:pt x="2035" y="1"/>
                  </a:moveTo>
                  <a:cubicBezTo>
                    <a:pt x="1983" y="1"/>
                    <a:pt x="1929" y="18"/>
                    <a:pt x="1880" y="58"/>
                  </a:cubicBezTo>
                  <a:cubicBezTo>
                    <a:pt x="1616" y="275"/>
                    <a:pt x="1086" y="783"/>
                    <a:pt x="669" y="783"/>
                  </a:cubicBezTo>
                  <a:cubicBezTo>
                    <a:pt x="602" y="783"/>
                    <a:pt x="538" y="770"/>
                    <a:pt x="479" y="741"/>
                  </a:cubicBezTo>
                  <a:cubicBezTo>
                    <a:pt x="442" y="722"/>
                    <a:pt x="405" y="714"/>
                    <a:pt x="370" y="714"/>
                  </a:cubicBezTo>
                  <a:cubicBezTo>
                    <a:pt x="148" y="714"/>
                    <a:pt x="0" y="1044"/>
                    <a:pt x="239" y="1160"/>
                  </a:cubicBezTo>
                  <a:cubicBezTo>
                    <a:pt x="374" y="1227"/>
                    <a:pt x="512" y="1255"/>
                    <a:pt x="649" y="1255"/>
                  </a:cubicBezTo>
                  <a:cubicBezTo>
                    <a:pt x="1225" y="1255"/>
                    <a:pt x="1797" y="746"/>
                    <a:pt x="2215" y="402"/>
                  </a:cubicBezTo>
                  <a:cubicBezTo>
                    <a:pt x="2404" y="247"/>
                    <a:pt x="2232" y="1"/>
                    <a:pt x="2035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0"/>
            <p:cNvSpPr/>
            <p:nvPr/>
          </p:nvSpPr>
          <p:spPr>
            <a:xfrm>
              <a:off x="215035" y="3034876"/>
              <a:ext cx="24021" cy="40071"/>
            </a:xfrm>
            <a:custGeom>
              <a:rect b="b" l="l" r="r" t="t"/>
              <a:pathLst>
                <a:path extrusionOk="0" h="1850" w="1109">
                  <a:moveTo>
                    <a:pt x="875" y="1"/>
                  </a:moveTo>
                  <a:cubicBezTo>
                    <a:pt x="756" y="1"/>
                    <a:pt x="634" y="79"/>
                    <a:pt x="627" y="235"/>
                  </a:cubicBezTo>
                  <a:cubicBezTo>
                    <a:pt x="609" y="700"/>
                    <a:pt x="298" y="1083"/>
                    <a:pt x="97" y="1481"/>
                  </a:cubicBezTo>
                  <a:cubicBezTo>
                    <a:pt x="1" y="1673"/>
                    <a:pt x="165" y="1849"/>
                    <a:pt x="323" y="1849"/>
                  </a:cubicBezTo>
                  <a:cubicBezTo>
                    <a:pt x="394" y="1849"/>
                    <a:pt x="463" y="1813"/>
                    <a:pt x="507" y="1727"/>
                  </a:cubicBezTo>
                  <a:cubicBezTo>
                    <a:pt x="753" y="1240"/>
                    <a:pt x="1079" y="803"/>
                    <a:pt x="1102" y="235"/>
                  </a:cubicBezTo>
                  <a:cubicBezTo>
                    <a:pt x="1109" y="79"/>
                    <a:pt x="994" y="1"/>
                    <a:pt x="875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0"/>
            <p:cNvSpPr/>
            <p:nvPr/>
          </p:nvSpPr>
          <p:spPr>
            <a:xfrm>
              <a:off x="212392" y="3059438"/>
              <a:ext cx="38836" cy="15660"/>
            </a:xfrm>
            <a:custGeom>
              <a:rect b="b" l="l" r="r" t="t"/>
              <a:pathLst>
                <a:path extrusionOk="0" h="723" w="1793">
                  <a:moveTo>
                    <a:pt x="1504" y="1"/>
                  </a:moveTo>
                  <a:cubicBezTo>
                    <a:pt x="1477" y="1"/>
                    <a:pt x="1448" y="6"/>
                    <a:pt x="1417" y="19"/>
                  </a:cubicBezTo>
                  <a:cubicBezTo>
                    <a:pt x="1208" y="106"/>
                    <a:pt x="954" y="245"/>
                    <a:pt x="714" y="245"/>
                  </a:cubicBezTo>
                  <a:cubicBezTo>
                    <a:pt x="631" y="245"/>
                    <a:pt x="550" y="229"/>
                    <a:pt x="473" y="188"/>
                  </a:cubicBezTo>
                  <a:cubicBezTo>
                    <a:pt x="435" y="167"/>
                    <a:pt x="396" y="158"/>
                    <a:pt x="360" y="158"/>
                  </a:cubicBezTo>
                  <a:cubicBezTo>
                    <a:pt x="144" y="158"/>
                    <a:pt x="1" y="484"/>
                    <a:pt x="234" y="608"/>
                  </a:cubicBezTo>
                  <a:cubicBezTo>
                    <a:pt x="388" y="690"/>
                    <a:pt x="540" y="722"/>
                    <a:pt x="692" y="722"/>
                  </a:cubicBezTo>
                  <a:cubicBezTo>
                    <a:pt x="978" y="722"/>
                    <a:pt x="1260" y="606"/>
                    <a:pt x="1543" y="489"/>
                  </a:cubicBezTo>
                  <a:cubicBezTo>
                    <a:pt x="1792" y="385"/>
                    <a:pt x="1722" y="1"/>
                    <a:pt x="1504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0"/>
            <p:cNvSpPr/>
            <p:nvPr/>
          </p:nvSpPr>
          <p:spPr>
            <a:xfrm>
              <a:off x="209663" y="3059850"/>
              <a:ext cx="38598" cy="41544"/>
            </a:xfrm>
            <a:custGeom>
              <a:rect b="b" l="l" r="r" t="t"/>
              <a:pathLst>
                <a:path extrusionOk="0" h="1918" w="1782">
                  <a:moveTo>
                    <a:pt x="1548" y="0"/>
                  </a:moveTo>
                  <a:cubicBezTo>
                    <a:pt x="1429" y="0"/>
                    <a:pt x="1306" y="79"/>
                    <a:pt x="1298" y="235"/>
                  </a:cubicBezTo>
                  <a:cubicBezTo>
                    <a:pt x="1284" y="519"/>
                    <a:pt x="1036" y="738"/>
                    <a:pt x="846" y="916"/>
                  </a:cubicBezTo>
                  <a:cubicBezTo>
                    <a:pt x="629" y="1121"/>
                    <a:pt x="384" y="1293"/>
                    <a:pt x="171" y="1504"/>
                  </a:cubicBezTo>
                  <a:cubicBezTo>
                    <a:pt x="0" y="1673"/>
                    <a:pt x="164" y="1917"/>
                    <a:pt x="348" y="1917"/>
                  </a:cubicBezTo>
                  <a:cubicBezTo>
                    <a:pt x="402" y="1917"/>
                    <a:pt x="458" y="1897"/>
                    <a:pt x="507" y="1847"/>
                  </a:cubicBezTo>
                  <a:cubicBezTo>
                    <a:pt x="980" y="1380"/>
                    <a:pt x="1734" y="989"/>
                    <a:pt x="1773" y="235"/>
                  </a:cubicBezTo>
                  <a:cubicBezTo>
                    <a:pt x="1781" y="78"/>
                    <a:pt x="1667" y="0"/>
                    <a:pt x="154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0"/>
            <p:cNvSpPr/>
            <p:nvPr/>
          </p:nvSpPr>
          <p:spPr>
            <a:xfrm>
              <a:off x="-41506" y="3092752"/>
              <a:ext cx="276360" cy="181901"/>
            </a:xfrm>
            <a:custGeom>
              <a:rect b="b" l="l" r="r" t="t"/>
              <a:pathLst>
                <a:path extrusionOk="0" h="8398" w="12759">
                  <a:moveTo>
                    <a:pt x="12068" y="1"/>
                  </a:moveTo>
                  <a:cubicBezTo>
                    <a:pt x="11922" y="1"/>
                    <a:pt x="11780" y="116"/>
                    <a:pt x="11847" y="294"/>
                  </a:cubicBezTo>
                  <a:cubicBezTo>
                    <a:pt x="12301" y="1497"/>
                    <a:pt x="11555" y="2915"/>
                    <a:pt x="10921" y="3914"/>
                  </a:cubicBezTo>
                  <a:cubicBezTo>
                    <a:pt x="10135" y="5150"/>
                    <a:pt x="9145" y="6212"/>
                    <a:pt x="7888" y="6943"/>
                  </a:cubicBezTo>
                  <a:cubicBezTo>
                    <a:pt x="6654" y="7661"/>
                    <a:pt x="5172" y="7888"/>
                    <a:pt x="3773" y="7911"/>
                  </a:cubicBezTo>
                  <a:cubicBezTo>
                    <a:pt x="3661" y="7913"/>
                    <a:pt x="3547" y="7914"/>
                    <a:pt x="3431" y="7914"/>
                  </a:cubicBezTo>
                  <a:cubicBezTo>
                    <a:pt x="2414" y="7914"/>
                    <a:pt x="1274" y="7822"/>
                    <a:pt x="446" y="7223"/>
                  </a:cubicBezTo>
                  <a:cubicBezTo>
                    <a:pt x="403" y="7192"/>
                    <a:pt x="361" y="7179"/>
                    <a:pt x="321" y="7179"/>
                  </a:cubicBezTo>
                  <a:cubicBezTo>
                    <a:pt x="128" y="7179"/>
                    <a:pt x="0" y="7495"/>
                    <a:pt x="206" y="7643"/>
                  </a:cubicBezTo>
                  <a:cubicBezTo>
                    <a:pt x="1206" y="8366"/>
                    <a:pt x="2594" y="8391"/>
                    <a:pt x="3773" y="8398"/>
                  </a:cubicBezTo>
                  <a:cubicBezTo>
                    <a:pt x="3793" y="8398"/>
                    <a:pt x="3813" y="8398"/>
                    <a:pt x="3833" y="8398"/>
                  </a:cubicBezTo>
                  <a:cubicBezTo>
                    <a:pt x="5429" y="8398"/>
                    <a:pt x="7013" y="8012"/>
                    <a:pt x="8402" y="7205"/>
                  </a:cubicBezTo>
                  <a:cubicBezTo>
                    <a:pt x="9719" y="6437"/>
                    <a:pt x="10695" y="5161"/>
                    <a:pt x="11508" y="3882"/>
                  </a:cubicBezTo>
                  <a:cubicBezTo>
                    <a:pt x="12156" y="2859"/>
                    <a:pt x="12758" y="1367"/>
                    <a:pt x="12305" y="164"/>
                  </a:cubicBezTo>
                  <a:cubicBezTo>
                    <a:pt x="12262" y="50"/>
                    <a:pt x="12164" y="1"/>
                    <a:pt x="12068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0"/>
            <p:cNvSpPr/>
            <p:nvPr/>
          </p:nvSpPr>
          <p:spPr>
            <a:xfrm>
              <a:off x="-177380" y="2878794"/>
              <a:ext cx="550835" cy="506627"/>
            </a:xfrm>
            <a:custGeom>
              <a:rect b="b" l="l" r="r" t="t"/>
              <a:pathLst>
                <a:path extrusionOk="0" h="23390" w="25431">
                  <a:moveTo>
                    <a:pt x="13559" y="463"/>
                  </a:moveTo>
                  <a:cubicBezTo>
                    <a:pt x="14496" y="463"/>
                    <a:pt x="15761" y="978"/>
                    <a:pt x="16375" y="1208"/>
                  </a:cubicBezTo>
                  <a:cubicBezTo>
                    <a:pt x="17750" y="1724"/>
                    <a:pt x="18994" y="2598"/>
                    <a:pt x="20081" y="3588"/>
                  </a:cubicBezTo>
                  <a:cubicBezTo>
                    <a:pt x="22458" y="5755"/>
                    <a:pt x="23832" y="8732"/>
                    <a:pt x="23398" y="12009"/>
                  </a:cubicBezTo>
                  <a:cubicBezTo>
                    <a:pt x="22987" y="15114"/>
                    <a:pt x="21713" y="17852"/>
                    <a:pt x="19402" y="19915"/>
                  </a:cubicBezTo>
                  <a:cubicBezTo>
                    <a:pt x="17208" y="21874"/>
                    <a:pt x="14649" y="22893"/>
                    <a:pt x="11811" y="22893"/>
                  </a:cubicBezTo>
                  <a:cubicBezTo>
                    <a:pt x="11468" y="22893"/>
                    <a:pt x="11120" y="22878"/>
                    <a:pt x="10768" y="22848"/>
                  </a:cubicBezTo>
                  <a:cubicBezTo>
                    <a:pt x="5457" y="22396"/>
                    <a:pt x="1450" y="17950"/>
                    <a:pt x="1257" y="12552"/>
                  </a:cubicBezTo>
                  <a:cubicBezTo>
                    <a:pt x="1158" y="9758"/>
                    <a:pt x="2062" y="6854"/>
                    <a:pt x="3873" y="4748"/>
                  </a:cubicBezTo>
                  <a:cubicBezTo>
                    <a:pt x="4873" y="3585"/>
                    <a:pt x="6221" y="2670"/>
                    <a:pt x="7512" y="1882"/>
                  </a:cubicBezTo>
                  <a:cubicBezTo>
                    <a:pt x="9104" y="911"/>
                    <a:pt x="10645" y="585"/>
                    <a:pt x="12446" y="554"/>
                  </a:cubicBezTo>
                  <a:lnTo>
                    <a:pt x="12446" y="554"/>
                  </a:lnTo>
                  <a:cubicBezTo>
                    <a:pt x="12481" y="640"/>
                    <a:pt x="12556" y="706"/>
                    <a:pt x="12645" y="706"/>
                  </a:cubicBezTo>
                  <a:cubicBezTo>
                    <a:pt x="12684" y="706"/>
                    <a:pt x="12727" y="693"/>
                    <a:pt x="12769" y="663"/>
                  </a:cubicBezTo>
                  <a:cubicBezTo>
                    <a:pt x="12972" y="520"/>
                    <a:pt x="13248" y="463"/>
                    <a:pt x="13559" y="463"/>
                  </a:cubicBezTo>
                  <a:close/>
                  <a:moveTo>
                    <a:pt x="13369" y="0"/>
                  </a:moveTo>
                  <a:cubicBezTo>
                    <a:pt x="13183" y="0"/>
                    <a:pt x="13000" y="25"/>
                    <a:pt x="12826" y="89"/>
                  </a:cubicBezTo>
                  <a:lnTo>
                    <a:pt x="12826" y="89"/>
                  </a:lnTo>
                  <a:cubicBezTo>
                    <a:pt x="12796" y="74"/>
                    <a:pt x="12761" y="65"/>
                    <a:pt x="12720" y="65"/>
                  </a:cubicBezTo>
                  <a:cubicBezTo>
                    <a:pt x="11451" y="67"/>
                    <a:pt x="10125" y="69"/>
                    <a:pt x="8942" y="603"/>
                  </a:cubicBezTo>
                  <a:cubicBezTo>
                    <a:pt x="7552" y="1229"/>
                    <a:pt x="6253" y="2035"/>
                    <a:pt x="5075" y="3001"/>
                  </a:cubicBezTo>
                  <a:cubicBezTo>
                    <a:pt x="3032" y="4676"/>
                    <a:pt x="1736" y="6708"/>
                    <a:pt x="1110" y="9319"/>
                  </a:cubicBezTo>
                  <a:cubicBezTo>
                    <a:pt x="1" y="13943"/>
                    <a:pt x="1664" y="18729"/>
                    <a:pt x="5487" y="21448"/>
                  </a:cubicBezTo>
                  <a:cubicBezTo>
                    <a:pt x="7410" y="22817"/>
                    <a:pt x="9765" y="23389"/>
                    <a:pt x="12081" y="23389"/>
                  </a:cubicBezTo>
                  <a:cubicBezTo>
                    <a:pt x="12103" y="23389"/>
                    <a:pt x="12125" y="23389"/>
                    <a:pt x="12147" y="23389"/>
                  </a:cubicBezTo>
                  <a:cubicBezTo>
                    <a:pt x="14921" y="23375"/>
                    <a:pt x="17322" y="22261"/>
                    <a:pt x="19452" y="20504"/>
                  </a:cubicBezTo>
                  <a:cubicBezTo>
                    <a:pt x="23566" y="17113"/>
                    <a:pt x="25430" y="10545"/>
                    <a:pt x="22524" y="5786"/>
                  </a:cubicBezTo>
                  <a:cubicBezTo>
                    <a:pt x="21364" y="3887"/>
                    <a:pt x="19638" y="2360"/>
                    <a:pt x="17724" y="1304"/>
                  </a:cubicBezTo>
                  <a:cubicBezTo>
                    <a:pt x="16774" y="780"/>
                    <a:pt x="15739" y="428"/>
                    <a:pt x="14683" y="218"/>
                  </a:cubicBezTo>
                  <a:cubicBezTo>
                    <a:pt x="14267" y="136"/>
                    <a:pt x="13807" y="0"/>
                    <a:pt x="13369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2" name="Google Shape;1962;p30"/>
          <p:cNvGrpSpPr/>
          <p:nvPr/>
        </p:nvGrpSpPr>
        <p:grpSpPr>
          <a:xfrm>
            <a:off x="8314206" y="3010641"/>
            <a:ext cx="372449" cy="372052"/>
            <a:chOff x="383766" y="2852326"/>
            <a:chExt cx="527399" cy="526836"/>
          </a:xfrm>
        </p:grpSpPr>
        <p:sp>
          <p:nvSpPr>
            <p:cNvPr id="1963" name="Google Shape;1963;p30"/>
            <p:cNvSpPr/>
            <p:nvPr/>
          </p:nvSpPr>
          <p:spPr>
            <a:xfrm>
              <a:off x="483792" y="2936930"/>
              <a:ext cx="96647" cy="85557"/>
            </a:xfrm>
            <a:custGeom>
              <a:rect b="b" l="l" r="r" t="t"/>
              <a:pathLst>
                <a:path extrusionOk="0" h="3950" w="4462">
                  <a:moveTo>
                    <a:pt x="2575" y="473"/>
                  </a:moveTo>
                  <a:cubicBezTo>
                    <a:pt x="3152" y="473"/>
                    <a:pt x="3619" y="1102"/>
                    <a:pt x="3789" y="1662"/>
                  </a:cubicBezTo>
                  <a:cubicBezTo>
                    <a:pt x="4032" y="2462"/>
                    <a:pt x="3373" y="3137"/>
                    <a:pt x="2702" y="3379"/>
                  </a:cubicBezTo>
                  <a:cubicBezTo>
                    <a:pt x="2507" y="3450"/>
                    <a:pt x="2292" y="3487"/>
                    <a:pt x="2078" y="3487"/>
                  </a:cubicBezTo>
                  <a:cubicBezTo>
                    <a:pt x="1509" y="3487"/>
                    <a:pt x="940" y="3227"/>
                    <a:pt x="741" y="2648"/>
                  </a:cubicBezTo>
                  <a:cubicBezTo>
                    <a:pt x="389" y="1624"/>
                    <a:pt x="1367" y="927"/>
                    <a:pt x="2156" y="617"/>
                  </a:cubicBezTo>
                  <a:cubicBezTo>
                    <a:pt x="2205" y="598"/>
                    <a:pt x="2242" y="568"/>
                    <a:pt x="2268" y="533"/>
                  </a:cubicBezTo>
                  <a:lnTo>
                    <a:pt x="2268" y="533"/>
                  </a:lnTo>
                  <a:cubicBezTo>
                    <a:pt x="2373" y="492"/>
                    <a:pt x="2475" y="473"/>
                    <a:pt x="2575" y="473"/>
                  </a:cubicBezTo>
                  <a:close/>
                  <a:moveTo>
                    <a:pt x="2554" y="1"/>
                  </a:moveTo>
                  <a:cubicBezTo>
                    <a:pt x="2337" y="1"/>
                    <a:pt x="2117" y="54"/>
                    <a:pt x="1903" y="173"/>
                  </a:cubicBezTo>
                  <a:cubicBezTo>
                    <a:pt x="1873" y="189"/>
                    <a:pt x="1849" y="210"/>
                    <a:pt x="1831" y="232"/>
                  </a:cubicBezTo>
                  <a:lnTo>
                    <a:pt x="1831" y="232"/>
                  </a:lnTo>
                  <a:cubicBezTo>
                    <a:pt x="794" y="693"/>
                    <a:pt x="1" y="1507"/>
                    <a:pt x="283" y="2777"/>
                  </a:cubicBezTo>
                  <a:cubicBezTo>
                    <a:pt x="472" y="3625"/>
                    <a:pt x="1296" y="3949"/>
                    <a:pt x="2081" y="3949"/>
                  </a:cubicBezTo>
                  <a:cubicBezTo>
                    <a:pt x="2343" y="3949"/>
                    <a:pt x="2600" y="3913"/>
                    <a:pt x="2828" y="3849"/>
                  </a:cubicBezTo>
                  <a:cubicBezTo>
                    <a:pt x="3827" y="3564"/>
                    <a:pt x="4462" y="2573"/>
                    <a:pt x="4248" y="1533"/>
                  </a:cubicBezTo>
                  <a:cubicBezTo>
                    <a:pt x="4077" y="705"/>
                    <a:pt x="3341" y="1"/>
                    <a:pt x="255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0"/>
            <p:cNvSpPr/>
            <p:nvPr/>
          </p:nvSpPr>
          <p:spPr>
            <a:xfrm>
              <a:off x="491091" y="3041049"/>
              <a:ext cx="85037" cy="12411"/>
            </a:xfrm>
            <a:custGeom>
              <a:rect b="b" l="l" r="r" t="t"/>
              <a:pathLst>
                <a:path extrusionOk="0" h="573" w="3926">
                  <a:moveTo>
                    <a:pt x="2756" y="1"/>
                  </a:moveTo>
                  <a:cubicBezTo>
                    <a:pt x="2209" y="1"/>
                    <a:pt x="1661" y="80"/>
                    <a:pt x="1114" y="80"/>
                  </a:cubicBezTo>
                  <a:cubicBezTo>
                    <a:pt x="880" y="80"/>
                    <a:pt x="646" y="65"/>
                    <a:pt x="412" y="24"/>
                  </a:cubicBezTo>
                  <a:cubicBezTo>
                    <a:pt x="396" y="21"/>
                    <a:pt x="381" y="20"/>
                    <a:pt x="366" y="20"/>
                  </a:cubicBezTo>
                  <a:cubicBezTo>
                    <a:pt x="101" y="20"/>
                    <a:pt x="1" y="443"/>
                    <a:pt x="286" y="493"/>
                  </a:cubicBezTo>
                  <a:cubicBezTo>
                    <a:pt x="519" y="535"/>
                    <a:pt x="754" y="549"/>
                    <a:pt x="989" y="549"/>
                  </a:cubicBezTo>
                  <a:cubicBezTo>
                    <a:pt x="1538" y="549"/>
                    <a:pt x="2089" y="470"/>
                    <a:pt x="2636" y="470"/>
                  </a:cubicBezTo>
                  <a:cubicBezTo>
                    <a:pt x="2933" y="470"/>
                    <a:pt x="3229" y="493"/>
                    <a:pt x="3522" y="565"/>
                  </a:cubicBezTo>
                  <a:cubicBezTo>
                    <a:pt x="3543" y="570"/>
                    <a:pt x="3564" y="573"/>
                    <a:pt x="3583" y="573"/>
                  </a:cubicBezTo>
                  <a:cubicBezTo>
                    <a:pt x="3836" y="573"/>
                    <a:pt x="3925" y="163"/>
                    <a:pt x="3648" y="97"/>
                  </a:cubicBezTo>
                  <a:cubicBezTo>
                    <a:pt x="3351" y="24"/>
                    <a:pt x="3054" y="1"/>
                    <a:pt x="2756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0"/>
            <p:cNvSpPr/>
            <p:nvPr/>
          </p:nvSpPr>
          <p:spPr>
            <a:xfrm>
              <a:off x="491958" y="3044666"/>
              <a:ext cx="12779" cy="216535"/>
            </a:xfrm>
            <a:custGeom>
              <a:rect b="b" l="l" r="r" t="t"/>
              <a:pathLst>
                <a:path extrusionOk="0" h="9997" w="590">
                  <a:moveTo>
                    <a:pt x="199" y="0"/>
                  </a:moveTo>
                  <a:cubicBezTo>
                    <a:pt x="99" y="0"/>
                    <a:pt x="0" y="79"/>
                    <a:pt x="2" y="236"/>
                  </a:cubicBezTo>
                  <a:cubicBezTo>
                    <a:pt x="15" y="2133"/>
                    <a:pt x="142" y="4025"/>
                    <a:pt x="142" y="5923"/>
                  </a:cubicBezTo>
                  <a:cubicBezTo>
                    <a:pt x="142" y="6825"/>
                    <a:pt x="181" y="7726"/>
                    <a:pt x="62" y="8622"/>
                  </a:cubicBezTo>
                  <a:cubicBezTo>
                    <a:pt x="2" y="9076"/>
                    <a:pt x="0" y="9449"/>
                    <a:pt x="174" y="9869"/>
                  </a:cubicBezTo>
                  <a:cubicBezTo>
                    <a:pt x="212" y="9959"/>
                    <a:pt x="270" y="9997"/>
                    <a:pt x="329" y="9997"/>
                  </a:cubicBezTo>
                  <a:cubicBezTo>
                    <a:pt x="458" y="9997"/>
                    <a:pt x="589" y="9819"/>
                    <a:pt x="508" y="9623"/>
                  </a:cubicBezTo>
                  <a:cubicBezTo>
                    <a:pt x="263" y="9033"/>
                    <a:pt x="463" y="8115"/>
                    <a:pt x="463" y="7475"/>
                  </a:cubicBezTo>
                  <a:lnTo>
                    <a:pt x="463" y="5135"/>
                  </a:lnTo>
                  <a:cubicBezTo>
                    <a:pt x="463" y="3501"/>
                    <a:pt x="410" y="1869"/>
                    <a:pt x="399" y="235"/>
                  </a:cubicBezTo>
                  <a:cubicBezTo>
                    <a:pt x="398" y="79"/>
                    <a:pt x="298" y="0"/>
                    <a:pt x="19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0"/>
            <p:cNvSpPr/>
            <p:nvPr/>
          </p:nvSpPr>
          <p:spPr>
            <a:xfrm>
              <a:off x="559017" y="3046248"/>
              <a:ext cx="14902" cy="209972"/>
            </a:xfrm>
            <a:custGeom>
              <a:rect b="b" l="l" r="r" t="t"/>
              <a:pathLst>
                <a:path extrusionOk="0" h="9694" w="688">
                  <a:moveTo>
                    <a:pt x="450" y="0"/>
                  </a:moveTo>
                  <a:cubicBezTo>
                    <a:pt x="332" y="0"/>
                    <a:pt x="213" y="79"/>
                    <a:pt x="212" y="236"/>
                  </a:cubicBezTo>
                  <a:cubicBezTo>
                    <a:pt x="202" y="3311"/>
                    <a:pt x="10" y="6382"/>
                    <a:pt x="1" y="9458"/>
                  </a:cubicBezTo>
                  <a:cubicBezTo>
                    <a:pt x="1" y="9615"/>
                    <a:pt x="119" y="9694"/>
                    <a:pt x="238" y="9694"/>
                  </a:cubicBezTo>
                  <a:cubicBezTo>
                    <a:pt x="357" y="9694"/>
                    <a:pt x="476" y="9615"/>
                    <a:pt x="476" y="9458"/>
                  </a:cubicBezTo>
                  <a:cubicBezTo>
                    <a:pt x="486" y="6383"/>
                    <a:pt x="678" y="3311"/>
                    <a:pt x="688" y="236"/>
                  </a:cubicBezTo>
                  <a:cubicBezTo>
                    <a:pt x="688" y="79"/>
                    <a:pt x="569" y="0"/>
                    <a:pt x="450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0"/>
            <p:cNvSpPr/>
            <p:nvPr/>
          </p:nvSpPr>
          <p:spPr>
            <a:xfrm>
              <a:off x="494102" y="3250480"/>
              <a:ext cx="76027" cy="14685"/>
            </a:xfrm>
            <a:custGeom>
              <a:rect b="b" l="l" r="r" t="t"/>
              <a:pathLst>
                <a:path extrusionOk="0" h="678" w="3510">
                  <a:moveTo>
                    <a:pt x="3163" y="0"/>
                  </a:moveTo>
                  <a:cubicBezTo>
                    <a:pt x="3126" y="0"/>
                    <a:pt x="3086" y="11"/>
                    <a:pt x="3045" y="34"/>
                  </a:cubicBezTo>
                  <a:cubicBezTo>
                    <a:pt x="2831" y="161"/>
                    <a:pt x="2607" y="203"/>
                    <a:pt x="2378" y="203"/>
                  </a:cubicBezTo>
                  <a:cubicBezTo>
                    <a:pt x="1898" y="203"/>
                    <a:pt x="1396" y="15"/>
                    <a:pt x="906" y="15"/>
                  </a:cubicBezTo>
                  <a:cubicBezTo>
                    <a:pt x="677" y="15"/>
                    <a:pt x="450" y="57"/>
                    <a:pt x="231" y="178"/>
                  </a:cubicBezTo>
                  <a:cubicBezTo>
                    <a:pt x="1" y="306"/>
                    <a:pt x="142" y="630"/>
                    <a:pt x="355" y="630"/>
                  </a:cubicBezTo>
                  <a:cubicBezTo>
                    <a:pt x="392" y="630"/>
                    <a:pt x="431" y="620"/>
                    <a:pt x="471" y="598"/>
                  </a:cubicBezTo>
                  <a:cubicBezTo>
                    <a:pt x="636" y="507"/>
                    <a:pt x="814" y="474"/>
                    <a:pt x="997" y="474"/>
                  </a:cubicBezTo>
                  <a:cubicBezTo>
                    <a:pt x="1341" y="474"/>
                    <a:pt x="1701" y="589"/>
                    <a:pt x="2027" y="642"/>
                  </a:cubicBezTo>
                  <a:cubicBezTo>
                    <a:pt x="2165" y="664"/>
                    <a:pt x="2301" y="677"/>
                    <a:pt x="2434" y="677"/>
                  </a:cubicBezTo>
                  <a:cubicBezTo>
                    <a:pt x="2730" y="677"/>
                    <a:pt x="3013" y="614"/>
                    <a:pt x="3285" y="454"/>
                  </a:cubicBezTo>
                  <a:cubicBezTo>
                    <a:pt x="3510" y="321"/>
                    <a:pt x="3372" y="0"/>
                    <a:pt x="31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0"/>
            <p:cNvSpPr/>
            <p:nvPr/>
          </p:nvSpPr>
          <p:spPr>
            <a:xfrm>
              <a:off x="591767" y="3044450"/>
              <a:ext cx="19321" cy="207849"/>
            </a:xfrm>
            <a:custGeom>
              <a:rect b="b" l="l" r="r" t="t"/>
              <a:pathLst>
                <a:path extrusionOk="0" h="9596" w="892">
                  <a:moveTo>
                    <a:pt x="369" y="1"/>
                  </a:moveTo>
                  <a:cubicBezTo>
                    <a:pt x="227" y="1"/>
                    <a:pt x="74" y="125"/>
                    <a:pt x="116" y="310"/>
                  </a:cubicBezTo>
                  <a:cubicBezTo>
                    <a:pt x="283" y="1054"/>
                    <a:pt x="133" y="1802"/>
                    <a:pt x="107" y="2552"/>
                  </a:cubicBezTo>
                  <a:cubicBezTo>
                    <a:pt x="82" y="3273"/>
                    <a:pt x="70" y="3978"/>
                    <a:pt x="47" y="4700"/>
                  </a:cubicBezTo>
                  <a:cubicBezTo>
                    <a:pt x="1" y="6209"/>
                    <a:pt x="37" y="7688"/>
                    <a:pt x="37" y="9214"/>
                  </a:cubicBezTo>
                  <a:cubicBezTo>
                    <a:pt x="37" y="9468"/>
                    <a:pt x="155" y="9595"/>
                    <a:pt x="274" y="9595"/>
                  </a:cubicBezTo>
                  <a:cubicBezTo>
                    <a:pt x="393" y="9595"/>
                    <a:pt x="511" y="9468"/>
                    <a:pt x="511" y="9214"/>
                  </a:cubicBezTo>
                  <a:cubicBezTo>
                    <a:pt x="511" y="7688"/>
                    <a:pt x="490" y="6211"/>
                    <a:pt x="522" y="4700"/>
                  </a:cubicBezTo>
                  <a:cubicBezTo>
                    <a:pt x="555" y="3259"/>
                    <a:pt x="892" y="1579"/>
                    <a:pt x="573" y="171"/>
                  </a:cubicBezTo>
                  <a:cubicBezTo>
                    <a:pt x="547" y="52"/>
                    <a:pt x="460" y="1"/>
                    <a:pt x="36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0"/>
            <p:cNvSpPr/>
            <p:nvPr/>
          </p:nvSpPr>
          <p:spPr>
            <a:xfrm>
              <a:off x="593521" y="3042804"/>
              <a:ext cx="79427" cy="19451"/>
            </a:xfrm>
            <a:custGeom>
              <a:rect b="b" l="l" r="r" t="t"/>
              <a:pathLst>
                <a:path extrusionOk="0" h="898" w="3667">
                  <a:moveTo>
                    <a:pt x="331" y="0"/>
                  </a:moveTo>
                  <a:cubicBezTo>
                    <a:pt x="131" y="0"/>
                    <a:pt x="1" y="318"/>
                    <a:pt x="215" y="460"/>
                  </a:cubicBezTo>
                  <a:cubicBezTo>
                    <a:pt x="757" y="820"/>
                    <a:pt x="1384" y="897"/>
                    <a:pt x="2020" y="897"/>
                  </a:cubicBezTo>
                  <a:cubicBezTo>
                    <a:pt x="2471" y="897"/>
                    <a:pt x="2927" y="858"/>
                    <a:pt x="3360" y="854"/>
                  </a:cubicBezTo>
                  <a:cubicBezTo>
                    <a:pt x="3665" y="850"/>
                    <a:pt x="3666" y="368"/>
                    <a:pt x="3363" y="368"/>
                  </a:cubicBezTo>
                  <a:cubicBezTo>
                    <a:pt x="3362" y="368"/>
                    <a:pt x="3361" y="368"/>
                    <a:pt x="3360" y="368"/>
                  </a:cubicBezTo>
                  <a:cubicBezTo>
                    <a:pt x="2933" y="373"/>
                    <a:pt x="2473" y="420"/>
                    <a:pt x="2020" y="420"/>
                  </a:cubicBezTo>
                  <a:cubicBezTo>
                    <a:pt x="1465" y="420"/>
                    <a:pt x="919" y="349"/>
                    <a:pt x="454" y="41"/>
                  </a:cubicBezTo>
                  <a:cubicBezTo>
                    <a:pt x="412" y="13"/>
                    <a:pt x="370" y="0"/>
                    <a:pt x="331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0"/>
            <p:cNvSpPr/>
            <p:nvPr/>
          </p:nvSpPr>
          <p:spPr>
            <a:xfrm>
              <a:off x="658480" y="3049042"/>
              <a:ext cx="14209" cy="32360"/>
            </a:xfrm>
            <a:custGeom>
              <a:rect b="b" l="l" r="r" t="t"/>
              <a:pathLst>
                <a:path extrusionOk="0" h="1494" w="656">
                  <a:moveTo>
                    <a:pt x="319" y="1"/>
                  </a:moveTo>
                  <a:cubicBezTo>
                    <a:pt x="166" y="1"/>
                    <a:pt x="1" y="178"/>
                    <a:pt x="85" y="373"/>
                  </a:cubicBezTo>
                  <a:cubicBezTo>
                    <a:pt x="200" y="638"/>
                    <a:pt x="127" y="978"/>
                    <a:pt x="123" y="1259"/>
                  </a:cubicBezTo>
                  <a:cubicBezTo>
                    <a:pt x="121" y="1416"/>
                    <a:pt x="238" y="1494"/>
                    <a:pt x="357" y="1494"/>
                  </a:cubicBezTo>
                  <a:cubicBezTo>
                    <a:pt x="476" y="1494"/>
                    <a:pt x="596" y="1415"/>
                    <a:pt x="599" y="1259"/>
                  </a:cubicBezTo>
                  <a:cubicBezTo>
                    <a:pt x="603" y="870"/>
                    <a:pt x="655" y="494"/>
                    <a:pt x="496" y="128"/>
                  </a:cubicBezTo>
                  <a:cubicBezTo>
                    <a:pt x="456" y="38"/>
                    <a:pt x="389" y="1"/>
                    <a:pt x="31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0"/>
            <p:cNvSpPr/>
            <p:nvPr/>
          </p:nvSpPr>
          <p:spPr>
            <a:xfrm>
              <a:off x="660581" y="3045013"/>
              <a:ext cx="174969" cy="217401"/>
            </a:xfrm>
            <a:custGeom>
              <a:rect b="b" l="l" r="r" t="t"/>
              <a:pathLst>
                <a:path extrusionOk="0" h="10037" w="8078">
                  <a:moveTo>
                    <a:pt x="3866" y="0"/>
                  </a:moveTo>
                  <a:cubicBezTo>
                    <a:pt x="2602" y="0"/>
                    <a:pt x="1258" y="669"/>
                    <a:pt x="214" y="1344"/>
                  </a:cubicBezTo>
                  <a:cubicBezTo>
                    <a:pt x="1" y="1481"/>
                    <a:pt x="127" y="1768"/>
                    <a:pt x="324" y="1768"/>
                  </a:cubicBezTo>
                  <a:cubicBezTo>
                    <a:pt x="365" y="1768"/>
                    <a:pt x="409" y="1755"/>
                    <a:pt x="454" y="1726"/>
                  </a:cubicBezTo>
                  <a:lnTo>
                    <a:pt x="453" y="1726"/>
                  </a:lnTo>
                  <a:cubicBezTo>
                    <a:pt x="1507" y="1045"/>
                    <a:pt x="2693" y="479"/>
                    <a:pt x="3797" y="479"/>
                  </a:cubicBezTo>
                  <a:cubicBezTo>
                    <a:pt x="4755" y="479"/>
                    <a:pt x="5652" y="907"/>
                    <a:pt x="6345" y="2059"/>
                  </a:cubicBezTo>
                  <a:cubicBezTo>
                    <a:pt x="6994" y="3139"/>
                    <a:pt x="6906" y="4625"/>
                    <a:pt x="6851" y="5839"/>
                  </a:cubicBezTo>
                  <a:cubicBezTo>
                    <a:pt x="6790" y="7162"/>
                    <a:pt x="6653" y="8476"/>
                    <a:pt x="6640" y="9802"/>
                  </a:cubicBezTo>
                  <a:cubicBezTo>
                    <a:pt x="6640" y="9825"/>
                    <a:pt x="6642" y="9847"/>
                    <a:pt x="6646" y="9866"/>
                  </a:cubicBezTo>
                  <a:lnTo>
                    <a:pt x="6646" y="9866"/>
                  </a:lnTo>
                  <a:cubicBezTo>
                    <a:pt x="6643" y="9891"/>
                    <a:pt x="6641" y="9919"/>
                    <a:pt x="6639" y="9950"/>
                  </a:cubicBezTo>
                  <a:lnTo>
                    <a:pt x="6681" y="9950"/>
                  </a:lnTo>
                  <a:cubicBezTo>
                    <a:pt x="6722" y="10008"/>
                    <a:pt x="6788" y="10036"/>
                    <a:pt x="6857" y="10036"/>
                  </a:cubicBezTo>
                  <a:cubicBezTo>
                    <a:pt x="6927" y="10036"/>
                    <a:pt x="7000" y="10007"/>
                    <a:pt x="7050" y="9950"/>
                  </a:cubicBezTo>
                  <a:lnTo>
                    <a:pt x="7115" y="9950"/>
                  </a:lnTo>
                  <a:cubicBezTo>
                    <a:pt x="7115" y="9909"/>
                    <a:pt x="7116" y="9868"/>
                    <a:pt x="7117" y="9827"/>
                  </a:cubicBezTo>
                  <a:lnTo>
                    <a:pt x="7117" y="9827"/>
                  </a:lnTo>
                  <a:cubicBezTo>
                    <a:pt x="7204" y="9724"/>
                    <a:pt x="7188" y="9614"/>
                    <a:pt x="7125" y="9543"/>
                  </a:cubicBezTo>
                  <a:lnTo>
                    <a:pt x="7125" y="9543"/>
                  </a:lnTo>
                  <a:cubicBezTo>
                    <a:pt x="7234" y="6798"/>
                    <a:pt x="8077" y="3286"/>
                    <a:pt x="6135" y="1039"/>
                  </a:cubicBezTo>
                  <a:cubicBezTo>
                    <a:pt x="5483" y="285"/>
                    <a:pt x="4691" y="0"/>
                    <a:pt x="38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0"/>
            <p:cNvSpPr/>
            <p:nvPr/>
          </p:nvSpPr>
          <p:spPr>
            <a:xfrm>
              <a:off x="591204" y="3242920"/>
              <a:ext cx="80207" cy="20794"/>
            </a:xfrm>
            <a:custGeom>
              <a:rect b="b" l="l" r="r" t="t"/>
              <a:pathLst>
                <a:path extrusionOk="0" h="960" w="3703">
                  <a:moveTo>
                    <a:pt x="326" y="1"/>
                  </a:moveTo>
                  <a:cubicBezTo>
                    <a:pt x="207" y="1"/>
                    <a:pt x="79" y="78"/>
                    <a:pt x="64" y="232"/>
                  </a:cubicBezTo>
                  <a:cubicBezTo>
                    <a:pt x="0" y="839"/>
                    <a:pt x="1047" y="959"/>
                    <a:pt x="1999" y="959"/>
                  </a:cubicBezTo>
                  <a:cubicBezTo>
                    <a:pt x="2612" y="959"/>
                    <a:pt x="3186" y="910"/>
                    <a:pt x="3396" y="908"/>
                  </a:cubicBezTo>
                  <a:cubicBezTo>
                    <a:pt x="3702" y="906"/>
                    <a:pt x="3703" y="421"/>
                    <a:pt x="3398" y="421"/>
                  </a:cubicBezTo>
                  <a:cubicBezTo>
                    <a:pt x="3398" y="421"/>
                    <a:pt x="3397" y="421"/>
                    <a:pt x="3396" y="421"/>
                  </a:cubicBezTo>
                  <a:cubicBezTo>
                    <a:pt x="3291" y="423"/>
                    <a:pt x="2931" y="430"/>
                    <a:pt x="2500" y="430"/>
                  </a:cubicBezTo>
                  <a:cubicBezTo>
                    <a:pt x="1649" y="430"/>
                    <a:pt x="521" y="400"/>
                    <a:pt x="538" y="232"/>
                  </a:cubicBezTo>
                  <a:cubicBezTo>
                    <a:pt x="555" y="77"/>
                    <a:pt x="445" y="1"/>
                    <a:pt x="326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0"/>
            <p:cNvSpPr/>
            <p:nvPr/>
          </p:nvSpPr>
          <p:spPr>
            <a:xfrm>
              <a:off x="654776" y="3101567"/>
              <a:ext cx="91535" cy="157750"/>
            </a:xfrm>
            <a:custGeom>
              <a:rect b="b" l="l" r="r" t="t"/>
              <a:pathLst>
                <a:path extrusionOk="0" h="7283" w="4226">
                  <a:moveTo>
                    <a:pt x="2454" y="0"/>
                  </a:moveTo>
                  <a:cubicBezTo>
                    <a:pt x="1652" y="0"/>
                    <a:pt x="808" y="547"/>
                    <a:pt x="408" y="1205"/>
                  </a:cubicBezTo>
                  <a:cubicBezTo>
                    <a:pt x="1" y="1875"/>
                    <a:pt x="80" y="2849"/>
                    <a:pt x="87" y="3594"/>
                  </a:cubicBezTo>
                  <a:cubicBezTo>
                    <a:pt x="94" y="4177"/>
                    <a:pt x="145" y="4759"/>
                    <a:pt x="194" y="5338"/>
                  </a:cubicBezTo>
                  <a:cubicBezTo>
                    <a:pt x="230" y="5762"/>
                    <a:pt x="451" y="6555"/>
                    <a:pt x="186" y="6925"/>
                  </a:cubicBezTo>
                  <a:cubicBezTo>
                    <a:pt x="59" y="7102"/>
                    <a:pt x="224" y="7274"/>
                    <a:pt x="396" y="7274"/>
                  </a:cubicBezTo>
                  <a:cubicBezTo>
                    <a:pt x="469" y="7274"/>
                    <a:pt x="543" y="7244"/>
                    <a:pt x="596" y="7169"/>
                  </a:cubicBezTo>
                  <a:cubicBezTo>
                    <a:pt x="874" y="6782"/>
                    <a:pt x="763" y="6280"/>
                    <a:pt x="709" y="5834"/>
                  </a:cubicBezTo>
                  <a:cubicBezTo>
                    <a:pt x="596" y="4883"/>
                    <a:pt x="555" y="3911"/>
                    <a:pt x="560" y="2955"/>
                  </a:cubicBezTo>
                  <a:cubicBezTo>
                    <a:pt x="564" y="2015"/>
                    <a:pt x="720" y="1230"/>
                    <a:pt x="1580" y="744"/>
                  </a:cubicBezTo>
                  <a:cubicBezTo>
                    <a:pt x="1851" y="591"/>
                    <a:pt x="2151" y="496"/>
                    <a:pt x="2435" y="496"/>
                  </a:cubicBezTo>
                  <a:cubicBezTo>
                    <a:pt x="2778" y="496"/>
                    <a:pt x="3099" y="634"/>
                    <a:pt x="3322" y="977"/>
                  </a:cubicBezTo>
                  <a:cubicBezTo>
                    <a:pt x="3898" y="1860"/>
                    <a:pt x="3768" y="3263"/>
                    <a:pt x="3724" y="4268"/>
                  </a:cubicBezTo>
                  <a:cubicBezTo>
                    <a:pt x="3684" y="5195"/>
                    <a:pt x="3544" y="6119"/>
                    <a:pt x="3531" y="7047"/>
                  </a:cubicBezTo>
                  <a:cubicBezTo>
                    <a:pt x="3529" y="7204"/>
                    <a:pt x="3646" y="7282"/>
                    <a:pt x="3765" y="7282"/>
                  </a:cubicBezTo>
                  <a:cubicBezTo>
                    <a:pt x="3884" y="7282"/>
                    <a:pt x="4004" y="7204"/>
                    <a:pt x="4006" y="7047"/>
                  </a:cubicBezTo>
                  <a:cubicBezTo>
                    <a:pt x="4023" y="5778"/>
                    <a:pt x="4225" y="4521"/>
                    <a:pt x="4221" y="3249"/>
                  </a:cubicBezTo>
                  <a:cubicBezTo>
                    <a:pt x="4218" y="2321"/>
                    <a:pt x="4173" y="821"/>
                    <a:pt x="3303" y="247"/>
                  </a:cubicBezTo>
                  <a:cubicBezTo>
                    <a:pt x="3042" y="75"/>
                    <a:pt x="2751" y="0"/>
                    <a:pt x="2454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0"/>
            <p:cNvSpPr/>
            <p:nvPr/>
          </p:nvSpPr>
          <p:spPr>
            <a:xfrm>
              <a:off x="728766" y="3250285"/>
              <a:ext cx="85882" cy="13971"/>
            </a:xfrm>
            <a:custGeom>
              <a:rect b="b" l="l" r="r" t="t"/>
              <a:pathLst>
                <a:path extrusionOk="0" h="645" w="3965">
                  <a:moveTo>
                    <a:pt x="2270" y="1"/>
                  </a:moveTo>
                  <a:cubicBezTo>
                    <a:pt x="2262" y="1"/>
                    <a:pt x="2254" y="1"/>
                    <a:pt x="2246" y="1"/>
                  </a:cubicBezTo>
                  <a:cubicBezTo>
                    <a:pt x="1760" y="8"/>
                    <a:pt x="1285" y="117"/>
                    <a:pt x="802" y="117"/>
                  </a:cubicBezTo>
                  <a:cubicBezTo>
                    <a:pt x="673" y="117"/>
                    <a:pt x="545" y="110"/>
                    <a:pt x="415" y="90"/>
                  </a:cubicBezTo>
                  <a:cubicBezTo>
                    <a:pt x="401" y="88"/>
                    <a:pt x="388" y="87"/>
                    <a:pt x="375" y="87"/>
                  </a:cubicBezTo>
                  <a:cubicBezTo>
                    <a:pt x="105" y="87"/>
                    <a:pt x="0" y="516"/>
                    <a:pt x="289" y="560"/>
                  </a:cubicBezTo>
                  <a:cubicBezTo>
                    <a:pt x="468" y="586"/>
                    <a:pt x="645" y="597"/>
                    <a:pt x="821" y="597"/>
                  </a:cubicBezTo>
                  <a:cubicBezTo>
                    <a:pt x="1150" y="597"/>
                    <a:pt x="1477" y="560"/>
                    <a:pt x="1811" y="523"/>
                  </a:cubicBezTo>
                  <a:cubicBezTo>
                    <a:pt x="1901" y="512"/>
                    <a:pt x="1989" y="508"/>
                    <a:pt x="2076" y="508"/>
                  </a:cubicBezTo>
                  <a:cubicBezTo>
                    <a:pt x="2568" y="508"/>
                    <a:pt x="3029" y="644"/>
                    <a:pt x="3513" y="644"/>
                  </a:cubicBezTo>
                  <a:cubicBezTo>
                    <a:pt x="3561" y="644"/>
                    <a:pt x="3610" y="643"/>
                    <a:pt x="3658" y="640"/>
                  </a:cubicBezTo>
                  <a:cubicBezTo>
                    <a:pt x="3957" y="622"/>
                    <a:pt x="3965" y="154"/>
                    <a:pt x="3675" y="154"/>
                  </a:cubicBezTo>
                  <a:cubicBezTo>
                    <a:pt x="3670" y="154"/>
                    <a:pt x="3664" y="154"/>
                    <a:pt x="3658" y="154"/>
                  </a:cubicBezTo>
                  <a:cubicBezTo>
                    <a:pt x="3625" y="156"/>
                    <a:pt x="3593" y="157"/>
                    <a:pt x="3560" y="157"/>
                  </a:cubicBezTo>
                  <a:cubicBezTo>
                    <a:pt x="3131" y="157"/>
                    <a:pt x="2708" y="1"/>
                    <a:pt x="227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0"/>
            <p:cNvSpPr/>
            <p:nvPr/>
          </p:nvSpPr>
          <p:spPr>
            <a:xfrm>
              <a:off x="383766" y="2852326"/>
              <a:ext cx="527399" cy="526836"/>
            </a:xfrm>
            <a:custGeom>
              <a:rect b="b" l="l" r="r" t="t"/>
              <a:pathLst>
                <a:path extrusionOk="0" h="24323" w="24349">
                  <a:moveTo>
                    <a:pt x="16512" y="463"/>
                  </a:moveTo>
                  <a:cubicBezTo>
                    <a:pt x="17240" y="463"/>
                    <a:pt x="17981" y="545"/>
                    <a:pt x="18666" y="566"/>
                  </a:cubicBezTo>
                  <a:cubicBezTo>
                    <a:pt x="18816" y="570"/>
                    <a:pt x="18966" y="572"/>
                    <a:pt x="19116" y="572"/>
                  </a:cubicBezTo>
                  <a:cubicBezTo>
                    <a:pt x="19701" y="572"/>
                    <a:pt x="20287" y="545"/>
                    <a:pt x="20872" y="538"/>
                  </a:cubicBezTo>
                  <a:cubicBezTo>
                    <a:pt x="20956" y="537"/>
                    <a:pt x="21041" y="537"/>
                    <a:pt x="21125" y="537"/>
                  </a:cubicBezTo>
                  <a:cubicBezTo>
                    <a:pt x="21483" y="537"/>
                    <a:pt x="21845" y="550"/>
                    <a:pt x="22199" y="606"/>
                  </a:cubicBezTo>
                  <a:cubicBezTo>
                    <a:pt x="22991" y="732"/>
                    <a:pt x="23003" y="1738"/>
                    <a:pt x="23021" y="2326"/>
                  </a:cubicBezTo>
                  <a:cubicBezTo>
                    <a:pt x="23134" y="5792"/>
                    <a:pt x="22815" y="9262"/>
                    <a:pt x="22983" y="12733"/>
                  </a:cubicBezTo>
                  <a:cubicBezTo>
                    <a:pt x="23060" y="14324"/>
                    <a:pt x="23068" y="15909"/>
                    <a:pt x="23085" y="17502"/>
                  </a:cubicBezTo>
                  <a:cubicBezTo>
                    <a:pt x="23106" y="19169"/>
                    <a:pt x="23338" y="20842"/>
                    <a:pt x="23040" y="22499"/>
                  </a:cubicBezTo>
                  <a:cubicBezTo>
                    <a:pt x="22865" y="23473"/>
                    <a:pt x="21824" y="23671"/>
                    <a:pt x="20756" y="23671"/>
                  </a:cubicBezTo>
                  <a:cubicBezTo>
                    <a:pt x="20026" y="23671"/>
                    <a:pt x="19284" y="23579"/>
                    <a:pt x="18798" y="23579"/>
                  </a:cubicBezTo>
                  <a:cubicBezTo>
                    <a:pt x="18789" y="23579"/>
                    <a:pt x="18780" y="23579"/>
                    <a:pt x="18771" y="23579"/>
                  </a:cubicBezTo>
                  <a:cubicBezTo>
                    <a:pt x="17014" y="23590"/>
                    <a:pt x="15262" y="23685"/>
                    <a:pt x="13505" y="23710"/>
                  </a:cubicBezTo>
                  <a:cubicBezTo>
                    <a:pt x="11933" y="23732"/>
                    <a:pt x="10366" y="23742"/>
                    <a:pt x="8800" y="23742"/>
                  </a:cubicBezTo>
                  <a:cubicBezTo>
                    <a:pt x="7120" y="23742"/>
                    <a:pt x="5441" y="23731"/>
                    <a:pt x="3757" y="23715"/>
                  </a:cubicBezTo>
                  <a:cubicBezTo>
                    <a:pt x="3723" y="23714"/>
                    <a:pt x="3689" y="23714"/>
                    <a:pt x="3655" y="23714"/>
                  </a:cubicBezTo>
                  <a:cubicBezTo>
                    <a:pt x="3336" y="23714"/>
                    <a:pt x="3018" y="23726"/>
                    <a:pt x="2700" y="23726"/>
                  </a:cubicBezTo>
                  <a:cubicBezTo>
                    <a:pt x="2543" y="23726"/>
                    <a:pt x="2386" y="23723"/>
                    <a:pt x="2229" y="23715"/>
                  </a:cubicBezTo>
                  <a:cubicBezTo>
                    <a:pt x="1109" y="23655"/>
                    <a:pt x="810" y="22863"/>
                    <a:pt x="817" y="21845"/>
                  </a:cubicBezTo>
                  <a:cubicBezTo>
                    <a:pt x="832" y="20129"/>
                    <a:pt x="775" y="18416"/>
                    <a:pt x="703" y="16702"/>
                  </a:cubicBezTo>
                  <a:cubicBezTo>
                    <a:pt x="560" y="13235"/>
                    <a:pt x="642" y="9827"/>
                    <a:pt x="744" y="6364"/>
                  </a:cubicBezTo>
                  <a:cubicBezTo>
                    <a:pt x="784" y="4954"/>
                    <a:pt x="796" y="3543"/>
                    <a:pt x="829" y="2134"/>
                  </a:cubicBezTo>
                  <a:cubicBezTo>
                    <a:pt x="864" y="720"/>
                    <a:pt x="1993" y="553"/>
                    <a:pt x="3112" y="553"/>
                  </a:cubicBezTo>
                  <a:cubicBezTo>
                    <a:pt x="3461" y="553"/>
                    <a:pt x="3808" y="569"/>
                    <a:pt x="4122" y="569"/>
                  </a:cubicBezTo>
                  <a:cubicBezTo>
                    <a:pt x="4129" y="569"/>
                    <a:pt x="4136" y="569"/>
                    <a:pt x="4144" y="569"/>
                  </a:cubicBezTo>
                  <a:cubicBezTo>
                    <a:pt x="5096" y="567"/>
                    <a:pt x="6048" y="556"/>
                    <a:pt x="7000" y="556"/>
                  </a:cubicBezTo>
                  <a:cubicBezTo>
                    <a:pt x="8018" y="556"/>
                    <a:pt x="9035" y="569"/>
                    <a:pt x="10054" y="619"/>
                  </a:cubicBezTo>
                  <a:cubicBezTo>
                    <a:pt x="10933" y="661"/>
                    <a:pt x="11810" y="742"/>
                    <a:pt x="12686" y="804"/>
                  </a:cubicBezTo>
                  <a:cubicBezTo>
                    <a:pt x="13074" y="831"/>
                    <a:pt x="13482" y="882"/>
                    <a:pt x="13884" y="882"/>
                  </a:cubicBezTo>
                  <a:cubicBezTo>
                    <a:pt x="14246" y="882"/>
                    <a:pt x="14603" y="841"/>
                    <a:pt x="14936" y="705"/>
                  </a:cubicBezTo>
                  <a:cubicBezTo>
                    <a:pt x="14979" y="687"/>
                    <a:pt x="15013" y="661"/>
                    <a:pt x="15038" y="630"/>
                  </a:cubicBezTo>
                  <a:lnTo>
                    <a:pt x="15038" y="630"/>
                  </a:lnTo>
                  <a:cubicBezTo>
                    <a:pt x="15508" y="502"/>
                    <a:pt x="16007" y="463"/>
                    <a:pt x="16512" y="463"/>
                  </a:cubicBezTo>
                  <a:close/>
                  <a:moveTo>
                    <a:pt x="16368" y="0"/>
                  </a:moveTo>
                  <a:cubicBezTo>
                    <a:pt x="15790" y="0"/>
                    <a:pt x="15210" y="47"/>
                    <a:pt x="14669" y="235"/>
                  </a:cubicBezTo>
                  <a:cubicBezTo>
                    <a:pt x="14615" y="254"/>
                    <a:pt x="14576" y="286"/>
                    <a:pt x="14549" y="324"/>
                  </a:cubicBezTo>
                  <a:lnTo>
                    <a:pt x="14549" y="324"/>
                  </a:lnTo>
                  <a:cubicBezTo>
                    <a:pt x="14210" y="420"/>
                    <a:pt x="13832" y="456"/>
                    <a:pt x="13438" y="456"/>
                  </a:cubicBezTo>
                  <a:cubicBezTo>
                    <a:pt x="12424" y="456"/>
                    <a:pt x="11301" y="218"/>
                    <a:pt x="10440" y="155"/>
                  </a:cubicBezTo>
                  <a:cubicBezTo>
                    <a:pt x="9409" y="80"/>
                    <a:pt x="8374" y="61"/>
                    <a:pt x="7340" y="61"/>
                  </a:cubicBezTo>
                  <a:cubicBezTo>
                    <a:pt x="6665" y="61"/>
                    <a:pt x="5990" y="69"/>
                    <a:pt x="5316" y="74"/>
                  </a:cubicBezTo>
                  <a:cubicBezTo>
                    <a:pt x="5301" y="75"/>
                    <a:pt x="5285" y="75"/>
                    <a:pt x="5270" y="75"/>
                  </a:cubicBezTo>
                  <a:cubicBezTo>
                    <a:pt x="4749" y="75"/>
                    <a:pt x="4038" y="7"/>
                    <a:pt x="3319" y="7"/>
                  </a:cubicBezTo>
                  <a:cubicBezTo>
                    <a:pt x="2009" y="7"/>
                    <a:pt x="672" y="233"/>
                    <a:pt x="413" y="1513"/>
                  </a:cubicBezTo>
                  <a:cubicBezTo>
                    <a:pt x="181" y="2656"/>
                    <a:pt x="325" y="3992"/>
                    <a:pt x="298" y="5153"/>
                  </a:cubicBezTo>
                  <a:cubicBezTo>
                    <a:pt x="257" y="6917"/>
                    <a:pt x="144" y="8677"/>
                    <a:pt x="96" y="10440"/>
                  </a:cubicBezTo>
                  <a:cubicBezTo>
                    <a:pt x="0" y="13919"/>
                    <a:pt x="315" y="17396"/>
                    <a:pt x="351" y="20874"/>
                  </a:cubicBezTo>
                  <a:cubicBezTo>
                    <a:pt x="359" y="21651"/>
                    <a:pt x="112" y="22957"/>
                    <a:pt x="732" y="23583"/>
                  </a:cubicBezTo>
                  <a:cubicBezTo>
                    <a:pt x="1278" y="24136"/>
                    <a:pt x="1999" y="24221"/>
                    <a:pt x="2728" y="24221"/>
                  </a:cubicBezTo>
                  <a:cubicBezTo>
                    <a:pt x="2924" y="24221"/>
                    <a:pt x="3119" y="24215"/>
                    <a:pt x="3312" y="24210"/>
                  </a:cubicBezTo>
                  <a:cubicBezTo>
                    <a:pt x="3470" y="24206"/>
                    <a:pt x="3628" y="24204"/>
                    <a:pt x="3785" y="24204"/>
                  </a:cubicBezTo>
                  <a:cubicBezTo>
                    <a:pt x="5031" y="24204"/>
                    <a:pt x="6276" y="24316"/>
                    <a:pt x="7523" y="24322"/>
                  </a:cubicBezTo>
                  <a:cubicBezTo>
                    <a:pt x="7572" y="24322"/>
                    <a:pt x="7622" y="24322"/>
                    <a:pt x="7672" y="24322"/>
                  </a:cubicBezTo>
                  <a:cubicBezTo>
                    <a:pt x="9345" y="24322"/>
                    <a:pt x="11023" y="24201"/>
                    <a:pt x="12698" y="24199"/>
                  </a:cubicBezTo>
                  <a:cubicBezTo>
                    <a:pt x="14316" y="24198"/>
                    <a:pt x="15930" y="24105"/>
                    <a:pt x="17547" y="24078"/>
                  </a:cubicBezTo>
                  <a:cubicBezTo>
                    <a:pt x="17658" y="24076"/>
                    <a:pt x="17770" y="24075"/>
                    <a:pt x="17882" y="24075"/>
                  </a:cubicBezTo>
                  <a:cubicBezTo>
                    <a:pt x="18682" y="24075"/>
                    <a:pt x="19502" y="24117"/>
                    <a:pt x="20316" y="24117"/>
                  </a:cubicBezTo>
                  <a:cubicBezTo>
                    <a:pt x="20957" y="24117"/>
                    <a:pt x="21593" y="24091"/>
                    <a:pt x="22212" y="23997"/>
                  </a:cubicBezTo>
                  <a:cubicBezTo>
                    <a:pt x="24349" y="23673"/>
                    <a:pt x="23646" y="19674"/>
                    <a:pt x="23581" y="18280"/>
                  </a:cubicBezTo>
                  <a:cubicBezTo>
                    <a:pt x="23334" y="12959"/>
                    <a:pt x="23571" y="7644"/>
                    <a:pt x="23496" y="2325"/>
                  </a:cubicBezTo>
                  <a:cubicBezTo>
                    <a:pt x="23488" y="1774"/>
                    <a:pt x="23460" y="972"/>
                    <a:pt x="23028" y="559"/>
                  </a:cubicBezTo>
                  <a:cubicBezTo>
                    <a:pt x="22535" y="88"/>
                    <a:pt x="21917" y="50"/>
                    <a:pt x="21281" y="50"/>
                  </a:cubicBezTo>
                  <a:cubicBezTo>
                    <a:pt x="21158" y="50"/>
                    <a:pt x="21035" y="52"/>
                    <a:pt x="20911" y="52"/>
                  </a:cubicBezTo>
                  <a:cubicBezTo>
                    <a:pt x="20898" y="52"/>
                    <a:pt x="20884" y="52"/>
                    <a:pt x="20871" y="52"/>
                  </a:cubicBezTo>
                  <a:cubicBezTo>
                    <a:pt x="20775" y="51"/>
                    <a:pt x="20679" y="51"/>
                    <a:pt x="20583" y="51"/>
                  </a:cubicBezTo>
                  <a:cubicBezTo>
                    <a:pt x="20071" y="51"/>
                    <a:pt x="19560" y="55"/>
                    <a:pt x="19049" y="55"/>
                  </a:cubicBezTo>
                  <a:cubicBezTo>
                    <a:pt x="18457" y="55"/>
                    <a:pt x="17865" y="50"/>
                    <a:pt x="17271" y="26"/>
                  </a:cubicBezTo>
                  <a:cubicBezTo>
                    <a:pt x="16975" y="13"/>
                    <a:pt x="16672" y="0"/>
                    <a:pt x="16368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6" name="Google Shape;1976;p30"/>
          <p:cNvSpPr/>
          <p:nvPr/>
        </p:nvSpPr>
        <p:spPr>
          <a:xfrm>
            <a:off x="5897600" y="1194025"/>
            <a:ext cx="147166" cy="3747477"/>
          </a:xfrm>
          <a:custGeom>
            <a:rect b="b" l="l" r="r" t="t"/>
            <a:pathLst>
              <a:path extrusionOk="0" h="133731" w="8177">
                <a:moveTo>
                  <a:pt x="4108" y="0"/>
                </a:moveTo>
                <a:cubicBezTo>
                  <a:pt x="4108" y="4426"/>
                  <a:pt x="1529" y="8493"/>
                  <a:pt x="802" y="12859"/>
                </a:cubicBezTo>
                <a:cubicBezTo>
                  <a:pt x="-1986" y="29603"/>
                  <a:pt x="3475" y="46715"/>
                  <a:pt x="5578" y="63559"/>
                </a:cubicBezTo>
                <a:cubicBezTo>
                  <a:pt x="7687" y="80455"/>
                  <a:pt x="9477" y="97832"/>
                  <a:pt x="6680" y="114627"/>
                </a:cubicBezTo>
                <a:cubicBezTo>
                  <a:pt x="5622" y="120982"/>
                  <a:pt x="3741" y="127288"/>
                  <a:pt x="3741" y="133731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977" name="Google Shape;1977;p30"/>
          <p:cNvGrpSpPr/>
          <p:nvPr/>
        </p:nvGrpSpPr>
        <p:grpSpPr>
          <a:xfrm>
            <a:off x="3501100" y="1505138"/>
            <a:ext cx="2259300" cy="896163"/>
            <a:chOff x="3501100" y="1505138"/>
            <a:chExt cx="2259300" cy="896163"/>
          </a:xfrm>
        </p:grpSpPr>
        <p:sp>
          <p:nvSpPr>
            <p:cNvPr id="1978" name="Google Shape;1978;p30"/>
            <p:cNvSpPr txBox="1"/>
            <p:nvPr/>
          </p:nvSpPr>
          <p:spPr>
            <a:xfrm>
              <a:off x="3501101" y="1505138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Motivations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79" name="Google Shape;1979;p30"/>
            <p:cNvSpPr txBox="1"/>
            <p:nvPr/>
          </p:nvSpPr>
          <p:spPr>
            <a:xfrm>
              <a:off x="3501100" y="1819900"/>
              <a:ext cx="22593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also is the smallest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80" name="Google Shape;1980;p30"/>
          <p:cNvSpPr/>
          <p:nvPr/>
        </p:nvSpPr>
        <p:spPr>
          <a:xfrm rot="5400000">
            <a:off x="1964515" y="3705439"/>
            <a:ext cx="2440099" cy="86820"/>
          </a:xfrm>
          <a:custGeom>
            <a:rect b="b" l="l" r="r" t="t"/>
            <a:pathLst>
              <a:path extrusionOk="0" h="5174" w="86337">
                <a:moveTo>
                  <a:pt x="0" y="0"/>
                </a:moveTo>
                <a:cubicBezTo>
                  <a:pt x="8157" y="0"/>
                  <a:pt x="16335" y="1325"/>
                  <a:pt x="24248" y="3307"/>
                </a:cubicBezTo>
                <a:cubicBezTo>
                  <a:pt x="44333" y="8337"/>
                  <a:pt x="65632" y="1470"/>
                  <a:pt x="86337" y="1470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981" name="Google Shape;1981;p30"/>
          <p:cNvGrpSpPr/>
          <p:nvPr/>
        </p:nvGrpSpPr>
        <p:grpSpPr>
          <a:xfrm>
            <a:off x="3501101" y="2757338"/>
            <a:ext cx="2020268" cy="1823239"/>
            <a:chOff x="3501101" y="2757338"/>
            <a:chExt cx="2020268" cy="1823239"/>
          </a:xfrm>
        </p:grpSpPr>
        <p:sp>
          <p:nvSpPr>
            <p:cNvPr id="1982" name="Google Shape;1982;p30"/>
            <p:cNvSpPr/>
            <p:nvPr/>
          </p:nvSpPr>
          <p:spPr>
            <a:xfrm>
              <a:off x="5176545" y="3231080"/>
              <a:ext cx="147300" cy="14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0"/>
            <p:cNvSpPr/>
            <p:nvPr/>
          </p:nvSpPr>
          <p:spPr>
            <a:xfrm>
              <a:off x="4589105" y="3231080"/>
              <a:ext cx="147300" cy="14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0"/>
            <p:cNvSpPr/>
            <p:nvPr/>
          </p:nvSpPr>
          <p:spPr>
            <a:xfrm>
              <a:off x="4781349" y="3231080"/>
              <a:ext cx="147300" cy="14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0"/>
            <p:cNvSpPr/>
            <p:nvPr/>
          </p:nvSpPr>
          <p:spPr>
            <a:xfrm>
              <a:off x="4978933" y="3231080"/>
              <a:ext cx="147300" cy="14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0"/>
            <p:cNvSpPr/>
            <p:nvPr/>
          </p:nvSpPr>
          <p:spPr>
            <a:xfrm>
              <a:off x="4589105" y="3610854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0"/>
            <p:cNvSpPr/>
            <p:nvPr/>
          </p:nvSpPr>
          <p:spPr>
            <a:xfrm>
              <a:off x="4781349" y="3610854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0"/>
            <p:cNvSpPr/>
            <p:nvPr/>
          </p:nvSpPr>
          <p:spPr>
            <a:xfrm>
              <a:off x="4978933" y="3610854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0"/>
            <p:cNvSpPr/>
            <p:nvPr/>
          </p:nvSpPr>
          <p:spPr>
            <a:xfrm>
              <a:off x="4589105" y="3995264"/>
              <a:ext cx="147300" cy="146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0"/>
            <p:cNvSpPr/>
            <p:nvPr/>
          </p:nvSpPr>
          <p:spPr>
            <a:xfrm>
              <a:off x="4781349" y="3995264"/>
              <a:ext cx="147300" cy="146100"/>
            </a:xfrm>
            <a:prstGeom prst="rect">
              <a:avLst/>
            </a:prstGeom>
            <a:solidFill>
              <a:schemeClr val="accent3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0"/>
            <p:cNvSpPr/>
            <p:nvPr/>
          </p:nvSpPr>
          <p:spPr>
            <a:xfrm>
              <a:off x="4589105" y="4379674"/>
              <a:ext cx="147300" cy="146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0"/>
            <p:cNvSpPr/>
            <p:nvPr/>
          </p:nvSpPr>
          <p:spPr>
            <a:xfrm>
              <a:off x="4781349" y="4379674"/>
              <a:ext cx="147300" cy="1461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0"/>
            <p:cNvSpPr/>
            <p:nvPr/>
          </p:nvSpPr>
          <p:spPr>
            <a:xfrm>
              <a:off x="5176517" y="3610854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0"/>
            <p:cNvSpPr/>
            <p:nvPr/>
          </p:nvSpPr>
          <p:spPr>
            <a:xfrm>
              <a:off x="4583838" y="322655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30"/>
            <p:cNvSpPr txBox="1"/>
            <p:nvPr/>
          </p:nvSpPr>
          <p:spPr>
            <a:xfrm>
              <a:off x="3501101" y="2757338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Skills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96" name="Google Shape;1996;p30"/>
            <p:cNvSpPr txBox="1"/>
            <p:nvPr/>
          </p:nvSpPr>
          <p:spPr>
            <a:xfrm>
              <a:off x="3549250" y="3171475"/>
              <a:ext cx="9384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Uranus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7" name="Google Shape;1997;p30"/>
            <p:cNvSpPr txBox="1"/>
            <p:nvPr/>
          </p:nvSpPr>
          <p:spPr>
            <a:xfrm>
              <a:off x="3549250" y="3555875"/>
              <a:ext cx="9384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Pluto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8" name="Google Shape;1998;p30"/>
            <p:cNvSpPr txBox="1"/>
            <p:nvPr/>
          </p:nvSpPr>
          <p:spPr>
            <a:xfrm>
              <a:off x="3549250" y="3940276"/>
              <a:ext cx="9384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9" name="Google Shape;1999;p30"/>
            <p:cNvSpPr txBox="1"/>
            <p:nvPr/>
          </p:nvSpPr>
          <p:spPr>
            <a:xfrm>
              <a:off x="3549250" y="4324676"/>
              <a:ext cx="9384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0" name="Google Shape;2000;p30"/>
            <p:cNvSpPr/>
            <p:nvPr/>
          </p:nvSpPr>
          <p:spPr>
            <a:xfrm>
              <a:off x="4583838" y="361096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0"/>
            <p:cNvSpPr/>
            <p:nvPr/>
          </p:nvSpPr>
          <p:spPr>
            <a:xfrm>
              <a:off x="4583838" y="399537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0"/>
            <p:cNvSpPr/>
            <p:nvPr/>
          </p:nvSpPr>
          <p:spPr>
            <a:xfrm>
              <a:off x="4583838" y="437978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0"/>
            <p:cNvSpPr/>
            <p:nvPr/>
          </p:nvSpPr>
          <p:spPr>
            <a:xfrm>
              <a:off x="4781423" y="322655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0"/>
            <p:cNvSpPr/>
            <p:nvPr/>
          </p:nvSpPr>
          <p:spPr>
            <a:xfrm>
              <a:off x="4781423" y="361096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0"/>
            <p:cNvSpPr/>
            <p:nvPr/>
          </p:nvSpPr>
          <p:spPr>
            <a:xfrm>
              <a:off x="4781423" y="399537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30"/>
            <p:cNvSpPr/>
            <p:nvPr/>
          </p:nvSpPr>
          <p:spPr>
            <a:xfrm>
              <a:off x="4781423" y="437978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30"/>
            <p:cNvSpPr/>
            <p:nvPr/>
          </p:nvSpPr>
          <p:spPr>
            <a:xfrm>
              <a:off x="4979007" y="322655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30"/>
            <p:cNvSpPr/>
            <p:nvPr/>
          </p:nvSpPr>
          <p:spPr>
            <a:xfrm>
              <a:off x="4979007" y="361096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0"/>
            <p:cNvSpPr/>
            <p:nvPr/>
          </p:nvSpPr>
          <p:spPr>
            <a:xfrm>
              <a:off x="4979007" y="399537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0"/>
            <p:cNvSpPr/>
            <p:nvPr/>
          </p:nvSpPr>
          <p:spPr>
            <a:xfrm>
              <a:off x="4979007" y="437978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0"/>
            <p:cNvSpPr/>
            <p:nvPr/>
          </p:nvSpPr>
          <p:spPr>
            <a:xfrm>
              <a:off x="5176591" y="322655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0"/>
            <p:cNvSpPr/>
            <p:nvPr/>
          </p:nvSpPr>
          <p:spPr>
            <a:xfrm>
              <a:off x="5176591" y="361096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0"/>
            <p:cNvSpPr/>
            <p:nvPr/>
          </p:nvSpPr>
          <p:spPr>
            <a:xfrm>
              <a:off x="5176591" y="399537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0"/>
            <p:cNvSpPr/>
            <p:nvPr/>
          </p:nvSpPr>
          <p:spPr>
            <a:xfrm>
              <a:off x="5176591" y="437978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0"/>
            <p:cNvSpPr/>
            <p:nvPr/>
          </p:nvSpPr>
          <p:spPr>
            <a:xfrm>
              <a:off x="5374176" y="322655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0"/>
            <p:cNvSpPr/>
            <p:nvPr/>
          </p:nvSpPr>
          <p:spPr>
            <a:xfrm>
              <a:off x="5374176" y="361096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0"/>
            <p:cNvSpPr/>
            <p:nvPr/>
          </p:nvSpPr>
          <p:spPr>
            <a:xfrm>
              <a:off x="5374176" y="399537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0"/>
            <p:cNvSpPr/>
            <p:nvPr/>
          </p:nvSpPr>
          <p:spPr>
            <a:xfrm>
              <a:off x="5374176" y="437978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0"/>
            <p:cNvSpPr/>
            <p:nvPr/>
          </p:nvSpPr>
          <p:spPr>
            <a:xfrm>
              <a:off x="4978961" y="4379674"/>
              <a:ext cx="147300" cy="1461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0" name="Google Shape;2020;p30"/>
          <p:cNvGrpSpPr/>
          <p:nvPr/>
        </p:nvGrpSpPr>
        <p:grpSpPr>
          <a:xfrm>
            <a:off x="451535" y="1327473"/>
            <a:ext cx="3001504" cy="2497003"/>
            <a:chOff x="451535" y="1327473"/>
            <a:chExt cx="3001504" cy="2497003"/>
          </a:xfrm>
        </p:grpSpPr>
        <p:grpSp>
          <p:nvGrpSpPr>
            <p:cNvPr id="2021" name="Google Shape;2021;p30"/>
            <p:cNvGrpSpPr/>
            <p:nvPr/>
          </p:nvGrpSpPr>
          <p:grpSpPr>
            <a:xfrm>
              <a:off x="451535" y="1327473"/>
              <a:ext cx="3001504" cy="2497003"/>
              <a:chOff x="451535" y="1327473"/>
              <a:chExt cx="3001504" cy="2497003"/>
            </a:xfrm>
          </p:grpSpPr>
          <p:sp>
            <p:nvSpPr>
              <p:cNvPr id="2022" name="Google Shape;2022;p30"/>
              <p:cNvSpPr/>
              <p:nvPr/>
            </p:nvSpPr>
            <p:spPr>
              <a:xfrm flipH="1">
                <a:off x="451535" y="1327473"/>
                <a:ext cx="3001504" cy="2497003"/>
              </a:xfrm>
              <a:custGeom>
                <a:rect b="b" l="l" r="r" t="t"/>
                <a:pathLst>
                  <a:path extrusionOk="0" fill="none" h="9399" w="11298">
                    <a:moveTo>
                      <a:pt x="2566" y="784"/>
                    </a:moveTo>
                    <a:cubicBezTo>
                      <a:pt x="517" y="2017"/>
                      <a:pt x="0" y="6782"/>
                      <a:pt x="2533" y="8082"/>
                    </a:cubicBezTo>
                    <a:cubicBezTo>
                      <a:pt x="5066" y="9398"/>
                      <a:pt x="10398" y="8982"/>
                      <a:pt x="10698" y="6449"/>
                    </a:cubicBezTo>
                    <a:cubicBezTo>
                      <a:pt x="10998" y="3916"/>
                      <a:pt x="11298" y="834"/>
                      <a:pt x="9132" y="417"/>
                    </a:cubicBezTo>
                    <a:cubicBezTo>
                      <a:pt x="6965" y="1"/>
                      <a:pt x="3233" y="151"/>
                      <a:pt x="2200" y="1567"/>
                    </a:cubicBezTo>
                  </a:path>
                </a:pathLst>
              </a:custGeom>
              <a:noFill/>
              <a:ln cap="rnd" cmpd="sng" w="28575">
                <a:solidFill>
                  <a:schemeClr val="dk2"/>
                </a:solidFill>
                <a:prstDash val="solid"/>
                <a:miter lim="166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30"/>
              <p:cNvSpPr/>
              <p:nvPr/>
            </p:nvSpPr>
            <p:spPr>
              <a:xfrm flipH="1">
                <a:off x="770093" y="1486870"/>
                <a:ext cx="1075951" cy="283467"/>
              </a:xfrm>
              <a:custGeom>
                <a:rect b="b" l="l" r="r" t="t"/>
                <a:pathLst>
                  <a:path extrusionOk="0" fill="none" h="1067" w="4050">
                    <a:moveTo>
                      <a:pt x="0" y="0"/>
                    </a:moveTo>
                    <a:cubicBezTo>
                      <a:pt x="1450" y="0"/>
                      <a:pt x="3633" y="84"/>
                      <a:pt x="4049" y="1067"/>
                    </a:cubicBezTo>
                  </a:path>
                </a:pathLst>
              </a:custGeom>
              <a:noFill/>
              <a:ln cap="rnd" cmpd="sng" w="28575">
                <a:solidFill>
                  <a:schemeClr val="dk2"/>
                </a:solidFill>
                <a:prstDash val="solid"/>
                <a:miter lim="166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30"/>
              <p:cNvSpPr/>
              <p:nvPr/>
            </p:nvSpPr>
            <p:spPr>
              <a:xfrm flipH="1">
                <a:off x="699442" y="1911928"/>
                <a:ext cx="35599" cy="261416"/>
              </a:xfrm>
              <a:custGeom>
                <a:rect b="b" l="l" r="r" t="t"/>
                <a:pathLst>
                  <a:path extrusionOk="0" fill="none" h="984" w="134">
                    <a:moveTo>
                      <a:pt x="0" y="0"/>
                    </a:moveTo>
                    <a:cubicBezTo>
                      <a:pt x="67" y="317"/>
                      <a:pt x="100" y="650"/>
                      <a:pt x="134" y="983"/>
                    </a:cubicBezTo>
                  </a:path>
                </a:pathLst>
              </a:custGeom>
              <a:noFill/>
              <a:ln cap="rnd" cmpd="sng" w="28575">
                <a:solidFill>
                  <a:schemeClr val="dk2"/>
                </a:solidFill>
                <a:prstDash val="solid"/>
                <a:miter lim="166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5" name="Google Shape;2025;p30"/>
              <p:cNvSpPr/>
              <p:nvPr/>
            </p:nvSpPr>
            <p:spPr>
              <a:xfrm flipH="1">
                <a:off x="2828727" y="2482835"/>
                <a:ext cx="292234" cy="788234"/>
              </a:xfrm>
              <a:custGeom>
                <a:rect b="b" l="l" r="r" t="t"/>
                <a:pathLst>
                  <a:path extrusionOk="0" fill="none" h="2967" w="1100">
                    <a:moveTo>
                      <a:pt x="83" y="1"/>
                    </a:moveTo>
                    <a:cubicBezTo>
                      <a:pt x="0" y="700"/>
                      <a:pt x="400" y="2483"/>
                      <a:pt x="1100" y="2967"/>
                    </a:cubicBezTo>
                  </a:path>
                </a:pathLst>
              </a:custGeom>
              <a:noFill/>
              <a:ln cap="rnd" cmpd="sng" w="28575">
                <a:solidFill>
                  <a:schemeClr val="dk2"/>
                </a:solidFill>
                <a:prstDash val="solid"/>
                <a:miter lim="166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6" name="Google Shape;2026;p30"/>
              <p:cNvSpPr/>
              <p:nvPr/>
            </p:nvSpPr>
            <p:spPr>
              <a:xfrm flipH="1">
                <a:off x="2952529" y="2363288"/>
                <a:ext cx="22316" cy="270449"/>
              </a:xfrm>
              <a:custGeom>
                <a:rect b="b" l="l" r="r" t="t"/>
                <a:pathLst>
                  <a:path extrusionOk="0" fill="none" h="1018" w="84">
                    <a:moveTo>
                      <a:pt x="83" y="1"/>
                    </a:moveTo>
                    <a:cubicBezTo>
                      <a:pt x="17" y="334"/>
                      <a:pt x="0" y="684"/>
                      <a:pt x="17" y="1017"/>
                    </a:cubicBezTo>
                  </a:path>
                </a:pathLst>
              </a:custGeom>
              <a:noFill/>
              <a:ln cap="rnd" cmpd="sng" w="28575">
                <a:solidFill>
                  <a:schemeClr val="dk2"/>
                </a:solidFill>
                <a:prstDash val="solid"/>
                <a:miter lim="1666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27" name="Google Shape;2027;p30"/>
            <p:cNvSpPr/>
            <p:nvPr/>
          </p:nvSpPr>
          <p:spPr>
            <a:xfrm>
              <a:off x="1076600" y="1838946"/>
              <a:ext cx="1564120" cy="1298274"/>
            </a:xfrm>
            <a:custGeom>
              <a:rect b="b" l="l" r="r" t="t"/>
              <a:pathLst>
                <a:path extrusionOk="0" h="45422" w="54723">
                  <a:moveTo>
                    <a:pt x="25016" y="1"/>
                  </a:moveTo>
                  <a:cubicBezTo>
                    <a:pt x="23043" y="1"/>
                    <a:pt x="21824" y="4924"/>
                    <a:pt x="21824" y="4924"/>
                  </a:cubicBezTo>
                  <a:cubicBezTo>
                    <a:pt x="19992" y="3196"/>
                    <a:pt x="18671" y="2552"/>
                    <a:pt x="17718" y="2552"/>
                  </a:cubicBezTo>
                  <a:cubicBezTo>
                    <a:pt x="14928" y="2552"/>
                    <a:pt x="15305" y="8080"/>
                    <a:pt x="15305" y="8080"/>
                  </a:cubicBezTo>
                  <a:cubicBezTo>
                    <a:pt x="13991" y="7423"/>
                    <a:pt x="13001" y="7151"/>
                    <a:pt x="12262" y="7151"/>
                  </a:cubicBezTo>
                  <a:cubicBezTo>
                    <a:pt x="8729" y="7151"/>
                    <a:pt x="10959" y="13377"/>
                    <a:pt x="10959" y="13377"/>
                  </a:cubicBezTo>
                  <a:cubicBezTo>
                    <a:pt x="9966" y="12803"/>
                    <a:pt x="9215" y="12563"/>
                    <a:pt x="8654" y="12563"/>
                  </a:cubicBezTo>
                  <a:cubicBezTo>
                    <a:pt x="5760" y="12563"/>
                    <a:pt x="7903" y="18945"/>
                    <a:pt x="7903" y="18945"/>
                  </a:cubicBezTo>
                  <a:cubicBezTo>
                    <a:pt x="7813" y="18943"/>
                    <a:pt x="7725" y="18942"/>
                    <a:pt x="7638" y="18942"/>
                  </a:cubicBezTo>
                  <a:cubicBezTo>
                    <a:pt x="1" y="18942"/>
                    <a:pt x="6241" y="27705"/>
                    <a:pt x="6241" y="27705"/>
                  </a:cubicBezTo>
                  <a:cubicBezTo>
                    <a:pt x="2335" y="30388"/>
                    <a:pt x="8650" y="35210"/>
                    <a:pt x="8650" y="35210"/>
                  </a:cubicBezTo>
                  <a:cubicBezTo>
                    <a:pt x="8650" y="35210"/>
                    <a:pt x="9888" y="32538"/>
                    <a:pt x="10009" y="32538"/>
                  </a:cubicBezTo>
                  <a:cubicBezTo>
                    <a:pt x="10069" y="32538"/>
                    <a:pt x="9850" y="33206"/>
                    <a:pt x="9058" y="35210"/>
                  </a:cubicBezTo>
                  <a:cubicBezTo>
                    <a:pt x="6900" y="40665"/>
                    <a:pt x="13841" y="40916"/>
                    <a:pt x="15136" y="40916"/>
                  </a:cubicBezTo>
                  <a:cubicBezTo>
                    <a:pt x="15267" y="40916"/>
                    <a:pt x="15340" y="40914"/>
                    <a:pt x="15340" y="40914"/>
                  </a:cubicBezTo>
                  <a:cubicBezTo>
                    <a:pt x="15518" y="42638"/>
                    <a:pt x="16531" y="42997"/>
                    <a:pt x="17342" y="42997"/>
                  </a:cubicBezTo>
                  <a:cubicBezTo>
                    <a:pt x="17920" y="42997"/>
                    <a:pt x="18396" y="42815"/>
                    <a:pt x="18396" y="42815"/>
                  </a:cubicBezTo>
                  <a:cubicBezTo>
                    <a:pt x="18396" y="42815"/>
                    <a:pt x="18668" y="37619"/>
                    <a:pt x="19379" y="36364"/>
                  </a:cubicBezTo>
                  <a:cubicBezTo>
                    <a:pt x="19447" y="36228"/>
                    <a:pt x="19379" y="36092"/>
                    <a:pt x="19279" y="35989"/>
                  </a:cubicBezTo>
                  <a:lnTo>
                    <a:pt x="19279" y="35989"/>
                  </a:lnTo>
                  <a:cubicBezTo>
                    <a:pt x="19551" y="36057"/>
                    <a:pt x="19822" y="36160"/>
                    <a:pt x="20126" y="36261"/>
                  </a:cubicBezTo>
                  <a:cubicBezTo>
                    <a:pt x="20414" y="36019"/>
                    <a:pt x="20687" y="35926"/>
                    <a:pt x="20953" y="35926"/>
                  </a:cubicBezTo>
                  <a:cubicBezTo>
                    <a:pt x="21285" y="35926"/>
                    <a:pt x="21606" y="36072"/>
                    <a:pt x="21927" y="36261"/>
                  </a:cubicBezTo>
                  <a:cubicBezTo>
                    <a:pt x="22639" y="36397"/>
                    <a:pt x="23421" y="36465"/>
                    <a:pt x="23897" y="36532"/>
                  </a:cubicBezTo>
                  <a:cubicBezTo>
                    <a:pt x="24573" y="36612"/>
                    <a:pt x="25226" y="36645"/>
                    <a:pt x="25883" y="36645"/>
                  </a:cubicBezTo>
                  <a:cubicBezTo>
                    <a:pt x="26347" y="36645"/>
                    <a:pt x="26814" y="36629"/>
                    <a:pt x="27292" y="36600"/>
                  </a:cubicBezTo>
                  <a:cubicBezTo>
                    <a:pt x="29465" y="36532"/>
                    <a:pt x="31602" y="36532"/>
                    <a:pt x="33775" y="36228"/>
                  </a:cubicBezTo>
                  <a:cubicBezTo>
                    <a:pt x="35440" y="35957"/>
                    <a:pt x="37171" y="35345"/>
                    <a:pt x="38836" y="35242"/>
                  </a:cubicBezTo>
                  <a:cubicBezTo>
                    <a:pt x="38848" y="35242"/>
                    <a:pt x="38861" y="35242"/>
                    <a:pt x="38873" y="35242"/>
                  </a:cubicBezTo>
                  <a:cubicBezTo>
                    <a:pt x="39722" y="35242"/>
                    <a:pt x="39854" y="36337"/>
                    <a:pt x="39854" y="36907"/>
                  </a:cubicBezTo>
                  <a:cubicBezTo>
                    <a:pt x="39887" y="37111"/>
                    <a:pt x="39751" y="37247"/>
                    <a:pt x="39615" y="37279"/>
                  </a:cubicBezTo>
                  <a:cubicBezTo>
                    <a:pt x="40294" y="39691"/>
                    <a:pt x="41381" y="43459"/>
                    <a:pt x="41688" y="44852"/>
                  </a:cubicBezTo>
                  <a:cubicBezTo>
                    <a:pt x="41779" y="45258"/>
                    <a:pt x="41970" y="45421"/>
                    <a:pt x="42219" y="45421"/>
                  </a:cubicBezTo>
                  <a:cubicBezTo>
                    <a:pt x="43261" y="45421"/>
                    <a:pt x="45319" y="42543"/>
                    <a:pt x="45319" y="42543"/>
                  </a:cubicBezTo>
                  <a:cubicBezTo>
                    <a:pt x="45992" y="42682"/>
                    <a:pt x="46576" y="42745"/>
                    <a:pt x="47081" y="42745"/>
                  </a:cubicBezTo>
                  <a:cubicBezTo>
                    <a:pt x="52144" y="42745"/>
                    <a:pt x="49394" y="36432"/>
                    <a:pt x="49394" y="36432"/>
                  </a:cubicBezTo>
                  <a:lnTo>
                    <a:pt x="49394" y="36432"/>
                  </a:lnTo>
                  <a:cubicBezTo>
                    <a:pt x="49447" y="36439"/>
                    <a:pt x="49502" y="36442"/>
                    <a:pt x="49557" y="36442"/>
                  </a:cubicBezTo>
                  <a:cubicBezTo>
                    <a:pt x="51222" y="36442"/>
                    <a:pt x="53621" y="33508"/>
                    <a:pt x="53096" y="29302"/>
                  </a:cubicBezTo>
                  <a:cubicBezTo>
                    <a:pt x="52824" y="27162"/>
                    <a:pt x="52110" y="26347"/>
                    <a:pt x="51431" y="26042"/>
                  </a:cubicBezTo>
                  <a:cubicBezTo>
                    <a:pt x="51941" y="25431"/>
                    <a:pt x="52620" y="24141"/>
                    <a:pt x="53435" y="21493"/>
                  </a:cubicBezTo>
                  <a:cubicBezTo>
                    <a:pt x="54722" y="17239"/>
                    <a:pt x="52839" y="16394"/>
                    <a:pt x="51095" y="16394"/>
                  </a:cubicBezTo>
                  <a:cubicBezTo>
                    <a:pt x="50862" y="16394"/>
                    <a:pt x="50632" y="16409"/>
                    <a:pt x="50412" y="16433"/>
                  </a:cubicBezTo>
                  <a:cubicBezTo>
                    <a:pt x="51059" y="15517"/>
                    <a:pt x="51873" y="13752"/>
                    <a:pt x="52960" y="10492"/>
                  </a:cubicBezTo>
                  <a:cubicBezTo>
                    <a:pt x="54308" y="6444"/>
                    <a:pt x="52559" y="5285"/>
                    <a:pt x="50112" y="5285"/>
                  </a:cubicBezTo>
                  <a:cubicBezTo>
                    <a:pt x="46832" y="5285"/>
                    <a:pt x="42299" y="7369"/>
                    <a:pt x="42299" y="7369"/>
                  </a:cubicBezTo>
                  <a:cubicBezTo>
                    <a:pt x="42338" y="3300"/>
                    <a:pt x="41366" y="2055"/>
                    <a:pt x="40163" y="2055"/>
                  </a:cubicBezTo>
                  <a:cubicBezTo>
                    <a:pt x="38261" y="2055"/>
                    <a:pt x="35780" y="5160"/>
                    <a:pt x="35780" y="5160"/>
                  </a:cubicBezTo>
                  <a:cubicBezTo>
                    <a:pt x="34520" y="1982"/>
                    <a:pt x="33186" y="965"/>
                    <a:pt x="31994" y="965"/>
                  </a:cubicBezTo>
                  <a:cubicBezTo>
                    <a:pt x="29876" y="965"/>
                    <a:pt x="28207" y="4177"/>
                    <a:pt x="28207" y="4177"/>
                  </a:cubicBezTo>
                  <a:cubicBezTo>
                    <a:pt x="27012" y="1064"/>
                    <a:pt x="25933" y="1"/>
                    <a:pt x="25016" y="1"/>
                  </a:cubicBezTo>
                  <a:close/>
                </a:path>
              </a:pathLst>
            </a:custGeom>
            <a:solidFill>
              <a:srgbClr val="EB5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0"/>
            <p:cNvSpPr/>
            <p:nvPr/>
          </p:nvSpPr>
          <p:spPr>
            <a:xfrm>
              <a:off x="1876995" y="2905469"/>
              <a:ext cx="66026" cy="2430"/>
            </a:xfrm>
            <a:custGeom>
              <a:rect b="b" l="l" r="r" t="t"/>
              <a:pathLst>
                <a:path extrusionOk="0" h="85" w="2310">
                  <a:moveTo>
                    <a:pt x="2309" y="1"/>
                  </a:moveTo>
                  <a:cubicBezTo>
                    <a:pt x="2279" y="1"/>
                    <a:pt x="2250" y="2"/>
                    <a:pt x="2222" y="5"/>
                  </a:cubicBezTo>
                  <a:lnTo>
                    <a:pt x="2222" y="5"/>
                  </a:lnTo>
                  <a:cubicBezTo>
                    <a:pt x="2251" y="4"/>
                    <a:pt x="2280" y="2"/>
                    <a:pt x="2309" y="1"/>
                  </a:cubicBezTo>
                  <a:close/>
                  <a:moveTo>
                    <a:pt x="2222" y="5"/>
                  </a:moveTo>
                  <a:lnTo>
                    <a:pt x="2222" y="5"/>
                  </a:lnTo>
                  <a:cubicBezTo>
                    <a:pt x="1610" y="33"/>
                    <a:pt x="1025" y="33"/>
                    <a:pt x="408" y="33"/>
                  </a:cubicBezTo>
                  <a:lnTo>
                    <a:pt x="0" y="33"/>
                  </a:lnTo>
                  <a:cubicBezTo>
                    <a:pt x="306" y="67"/>
                    <a:pt x="620" y="84"/>
                    <a:pt x="939" y="84"/>
                  </a:cubicBezTo>
                  <a:cubicBezTo>
                    <a:pt x="1257" y="84"/>
                    <a:pt x="1580" y="67"/>
                    <a:pt x="1902" y="33"/>
                  </a:cubicBezTo>
                  <a:lnTo>
                    <a:pt x="1970" y="33"/>
                  </a:lnTo>
                  <a:cubicBezTo>
                    <a:pt x="2050" y="33"/>
                    <a:pt x="2128" y="14"/>
                    <a:pt x="2222" y="5"/>
                  </a:cubicBezTo>
                  <a:close/>
                </a:path>
              </a:pathLst>
            </a:custGeom>
            <a:solidFill>
              <a:srgbClr val="F8BA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0"/>
            <p:cNvSpPr/>
            <p:nvPr/>
          </p:nvSpPr>
          <p:spPr>
            <a:xfrm>
              <a:off x="2055550" y="2906412"/>
              <a:ext cx="86433" cy="29126"/>
            </a:xfrm>
            <a:custGeom>
              <a:rect b="b" l="l" r="r" t="t"/>
              <a:pathLst>
                <a:path extrusionOk="0" h="1019" w="3024">
                  <a:moveTo>
                    <a:pt x="3024" y="0"/>
                  </a:moveTo>
                  <a:lnTo>
                    <a:pt x="3024" y="0"/>
                  </a:lnTo>
                  <a:cubicBezTo>
                    <a:pt x="2513" y="204"/>
                    <a:pt x="2073" y="443"/>
                    <a:pt x="1802" y="511"/>
                  </a:cubicBezTo>
                  <a:cubicBezTo>
                    <a:pt x="1190" y="715"/>
                    <a:pt x="612" y="883"/>
                    <a:pt x="1" y="1019"/>
                  </a:cubicBezTo>
                  <a:cubicBezTo>
                    <a:pt x="1326" y="783"/>
                    <a:pt x="2309" y="408"/>
                    <a:pt x="3024" y="0"/>
                  </a:cubicBezTo>
                  <a:close/>
                </a:path>
              </a:pathLst>
            </a:custGeom>
            <a:solidFill>
              <a:srgbClr val="F8BA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0"/>
            <p:cNvSpPr/>
            <p:nvPr/>
          </p:nvSpPr>
          <p:spPr>
            <a:xfrm>
              <a:off x="1402469" y="2244930"/>
              <a:ext cx="968547" cy="630644"/>
            </a:xfrm>
            <a:custGeom>
              <a:rect b="b" l="l" r="r" t="t"/>
              <a:pathLst>
                <a:path extrusionOk="0" h="22064" w="33886">
                  <a:moveTo>
                    <a:pt x="28071" y="0"/>
                  </a:moveTo>
                  <a:cubicBezTo>
                    <a:pt x="27661" y="0"/>
                    <a:pt x="27237" y="193"/>
                    <a:pt x="26856" y="327"/>
                  </a:cubicBezTo>
                  <a:cubicBezTo>
                    <a:pt x="26177" y="566"/>
                    <a:pt x="25465" y="735"/>
                    <a:pt x="24751" y="770"/>
                  </a:cubicBezTo>
                  <a:cubicBezTo>
                    <a:pt x="24391" y="805"/>
                    <a:pt x="24031" y="820"/>
                    <a:pt x="23673" y="820"/>
                  </a:cubicBezTo>
                  <a:cubicBezTo>
                    <a:pt x="21937" y="820"/>
                    <a:pt x="20221" y="469"/>
                    <a:pt x="18504" y="327"/>
                  </a:cubicBezTo>
                  <a:cubicBezTo>
                    <a:pt x="17989" y="285"/>
                    <a:pt x="17475" y="271"/>
                    <a:pt x="16959" y="271"/>
                  </a:cubicBezTo>
                  <a:cubicBezTo>
                    <a:pt x="15751" y="271"/>
                    <a:pt x="14539" y="351"/>
                    <a:pt x="13318" y="351"/>
                  </a:cubicBezTo>
                  <a:cubicBezTo>
                    <a:pt x="12965" y="351"/>
                    <a:pt x="12611" y="345"/>
                    <a:pt x="12256" y="327"/>
                  </a:cubicBezTo>
                  <a:cubicBezTo>
                    <a:pt x="10255" y="227"/>
                    <a:pt x="8217" y="56"/>
                    <a:pt x="6180" y="56"/>
                  </a:cubicBezTo>
                  <a:cubicBezTo>
                    <a:pt x="6164" y="55"/>
                    <a:pt x="6149" y="55"/>
                    <a:pt x="6133" y="55"/>
                  </a:cubicBezTo>
                  <a:cubicBezTo>
                    <a:pt x="5319" y="55"/>
                    <a:pt x="5032" y="882"/>
                    <a:pt x="5330" y="1482"/>
                  </a:cubicBezTo>
                  <a:cubicBezTo>
                    <a:pt x="5262" y="1585"/>
                    <a:pt x="5230" y="1653"/>
                    <a:pt x="5194" y="1789"/>
                  </a:cubicBezTo>
                  <a:cubicBezTo>
                    <a:pt x="4754" y="3994"/>
                    <a:pt x="4651" y="6338"/>
                    <a:pt x="3668" y="8408"/>
                  </a:cubicBezTo>
                  <a:cubicBezTo>
                    <a:pt x="3293" y="9155"/>
                    <a:pt x="2546" y="9766"/>
                    <a:pt x="2513" y="10649"/>
                  </a:cubicBezTo>
                  <a:cubicBezTo>
                    <a:pt x="2478" y="10377"/>
                    <a:pt x="2446" y="10106"/>
                    <a:pt x="2378" y="9869"/>
                  </a:cubicBezTo>
                  <a:cubicBezTo>
                    <a:pt x="2291" y="9508"/>
                    <a:pt x="1979" y="9338"/>
                    <a:pt x="1674" y="9338"/>
                  </a:cubicBezTo>
                  <a:cubicBezTo>
                    <a:pt x="1377" y="9338"/>
                    <a:pt x="1087" y="9500"/>
                    <a:pt x="1020" y="9801"/>
                  </a:cubicBezTo>
                  <a:cubicBezTo>
                    <a:pt x="952" y="9834"/>
                    <a:pt x="916" y="9902"/>
                    <a:pt x="916" y="9937"/>
                  </a:cubicBezTo>
                  <a:cubicBezTo>
                    <a:pt x="509" y="11159"/>
                    <a:pt x="1" y="14519"/>
                    <a:pt x="1902" y="14859"/>
                  </a:cubicBezTo>
                  <a:cubicBezTo>
                    <a:pt x="2410" y="14927"/>
                    <a:pt x="2410" y="14791"/>
                    <a:pt x="2682" y="15266"/>
                  </a:cubicBezTo>
                  <a:cubicBezTo>
                    <a:pt x="3157" y="16285"/>
                    <a:pt x="3429" y="17168"/>
                    <a:pt x="4108" y="18050"/>
                  </a:cubicBezTo>
                  <a:cubicBezTo>
                    <a:pt x="4754" y="18901"/>
                    <a:pt x="5398" y="19715"/>
                    <a:pt x="6349" y="20191"/>
                  </a:cubicBezTo>
                  <a:cubicBezTo>
                    <a:pt x="7775" y="20902"/>
                    <a:pt x="9440" y="21074"/>
                    <a:pt x="10966" y="21310"/>
                  </a:cubicBezTo>
                  <a:cubicBezTo>
                    <a:pt x="12664" y="21582"/>
                    <a:pt x="14397" y="21785"/>
                    <a:pt x="16127" y="21821"/>
                  </a:cubicBezTo>
                  <a:cubicBezTo>
                    <a:pt x="17881" y="21842"/>
                    <a:pt x="19679" y="22063"/>
                    <a:pt x="21462" y="22063"/>
                  </a:cubicBezTo>
                  <a:cubicBezTo>
                    <a:pt x="22338" y="22063"/>
                    <a:pt x="23211" y="22010"/>
                    <a:pt x="24072" y="21853"/>
                  </a:cubicBezTo>
                  <a:cubicBezTo>
                    <a:pt x="24583" y="21753"/>
                    <a:pt x="25126" y="21617"/>
                    <a:pt x="25634" y="21413"/>
                  </a:cubicBezTo>
                  <a:cubicBezTo>
                    <a:pt x="25770" y="21345"/>
                    <a:pt x="26891" y="20666"/>
                    <a:pt x="26891" y="20666"/>
                  </a:cubicBezTo>
                  <a:cubicBezTo>
                    <a:pt x="27025" y="20740"/>
                    <a:pt x="27179" y="20782"/>
                    <a:pt x="27339" y="20782"/>
                  </a:cubicBezTo>
                  <a:cubicBezTo>
                    <a:pt x="27541" y="20782"/>
                    <a:pt x="27753" y="20715"/>
                    <a:pt x="27943" y="20563"/>
                  </a:cubicBezTo>
                  <a:cubicBezTo>
                    <a:pt x="28725" y="20359"/>
                    <a:pt x="29404" y="19544"/>
                    <a:pt x="29912" y="18833"/>
                  </a:cubicBezTo>
                  <a:cubicBezTo>
                    <a:pt x="30083" y="18629"/>
                    <a:pt x="30116" y="18390"/>
                    <a:pt x="30048" y="18154"/>
                  </a:cubicBezTo>
                  <a:cubicBezTo>
                    <a:pt x="30422" y="17610"/>
                    <a:pt x="30727" y="17032"/>
                    <a:pt x="30930" y="16456"/>
                  </a:cubicBezTo>
                  <a:cubicBezTo>
                    <a:pt x="31102" y="16421"/>
                    <a:pt x="31237" y="16353"/>
                    <a:pt x="31305" y="16149"/>
                  </a:cubicBezTo>
                  <a:cubicBezTo>
                    <a:pt x="31474" y="15674"/>
                    <a:pt x="31609" y="15198"/>
                    <a:pt x="31677" y="14723"/>
                  </a:cubicBezTo>
                  <a:cubicBezTo>
                    <a:pt x="31713" y="14655"/>
                    <a:pt x="31713" y="14587"/>
                    <a:pt x="31745" y="14487"/>
                  </a:cubicBezTo>
                  <a:cubicBezTo>
                    <a:pt x="31837" y="14548"/>
                    <a:pt x="31942" y="14581"/>
                    <a:pt x="32049" y="14581"/>
                  </a:cubicBezTo>
                  <a:cubicBezTo>
                    <a:pt x="32179" y="14581"/>
                    <a:pt x="32312" y="14531"/>
                    <a:pt x="32424" y="14419"/>
                  </a:cubicBezTo>
                  <a:cubicBezTo>
                    <a:pt x="32460" y="14419"/>
                    <a:pt x="32492" y="14384"/>
                    <a:pt x="32528" y="14351"/>
                  </a:cubicBezTo>
                  <a:cubicBezTo>
                    <a:pt x="32653" y="14431"/>
                    <a:pt x="32803" y="14472"/>
                    <a:pt x="32950" y="14472"/>
                  </a:cubicBezTo>
                  <a:cubicBezTo>
                    <a:pt x="33236" y="14472"/>
                    <a:pt x="33512" y="14314"/>
                    <a:pt x="33579" y="13976"/>
                  </a:cubicBezTo>
                  <a:cubicBezTo>
                    <a:pt x="33782" y="13093"/>
                    <a:pt x="33886" y="12211"/>
                    <a:pt x="33750" y="11328"/>
                  </a:cubicBezTo>
                  <a:cubicBezTo>
                    <a:pt x="33818" y="10988"/>
                    <a:pt x="33850" y="10616"/>
                    <a:pt x="33818" y="10309"/>
                  </a:cubicBezTo>
                  <a:cubicBezTo>
                    <a:pt x="33793" y="9906"/>
                    <a:pt x="33437" y="9535"/>
                    <a:pt x="33062" y="9535"/>
                  </a:cubicBezTo>
                  <a:cubicBezTo>
                    <a:pt x="32902" y="9535"/>
                    <a:pt x="32738" y="9603"/>
                    <a:pt x="32595" y="9766"/>
                  </a:cubicBezTo>
                  <a:cubicBezTo>
                    <a:pt x="32153" y="9937"/>
                    <a:pt x="31949" y="10377"/>
                    <a:pt x="32153" y="10852"/>
                  </a:cubicBezTo>
                  <a:cubicBezTo>
                    <a:pt x="32188" y="10956"/>
                    <a:pt x="32221" y="11024"/>
                    <a:pt x="32256" y="11124"/>
                  </a:cubicBezTo>
                  <a:cubicBezTo>
                    <a:pt x="32256" y="11192"/>
                    <a:pt x="32221" y="11260"/>
                    <a:pt x="32188" y="11328"/>
                  </a:cubicBezTo>
                  <a:cubicBezTo>
                    <a:pt x="32188" y="11396"/>
                    <a:pt x="32120" y="11431"/>
                    <a:pt x="32085" y="11464"/>
                  </a:cubicBezTo>
                  <a:cubicBezTo>
                    <a:pt x="32188" y="11328"/>
                    <a:pt x="32017" y="11092"/>
                    <a:pt x="31984" y="10852"/>
                  </a:cubicBezTo>
                  <a:cubicBezTo>
                    <a:pt x="31848" y="10173"/>
                    <a:pt x="31373" y="9598"/>
                    <a:pt x="31169" y="8919"/>
                  </a:cubicBezTo>
                  <a:cubicBezTo>
                    <a:pt x="30930" y="8104"/>
                    <a:pt x="30898" y="7289"/>
                    <a:pt x="30626" y="6474"/>
                  </a:cubicBezTo>
                  <a:cubicBezTo>
                    <a:pt x="30219" y="5284"/>
                    <a:pt x="29743" y="4097"/>
                    <a:pt x="29640" y="2807"/>
                  </a:cubicBezTo>
                  <a:cubicBezTo>
                    <a:pt x="29572" y="1856"/>
                    <a:pt x="29504" y="838"/>
                    <a:pt x="28690" y="191"/>
                  </a:cubicBezTo>
                  <a:cubicBezTo>
                    <a:pt x="28493" y="52"/>
                    <a:pt x="28284" y="0"/>
                    <a:pt x="28071" y="0"/>
                  </a:cubicBezTo>
                  <a:close/>
                </a:path>
              </a:pathLst>
            </a:custGeom>
            <a:solidFill>
              <a:srgbClr val="F9C6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0"/>
            <p:cNvSpPr/>
            <p:nvPr/>
          </p:nvSpPr>
          <p:spPr>
            <a:xfrm>
              <a:off x="1826147" y="2729201"/>
              <a:ext cx="283338" cy="95208"/>
            </a:xfrm>
            <a:custGeom>
              <a:rect b="b" l="l" r="r" t="t"/>
              <a:pathLst>
                <a:path extrusionOk="0" h="3331" w="9913">
                  <a:moveTo>
                    <a:pt x="9286" y="0"/>
                  </a:moveTo>
                  <a:cubicBezTo>
                    <a:pt x="9173" y="0"/>
                    <a:pt x="9055" y="47"/>
                    <a:pt x="8945" y="157"/>
                  </a:cubicBezTo>
                  <a:cubicBezTo>
                    <a:pt x="8673" y="428"/>
                    <a:pt x="8434" y="700"/>
                    <a:pt x="8198" y="939"/>
                  </a:cubicBezTo>
                  <a:cubicBezTo>
                    <a:pt x="8062" y="836"/>
                    <a:pt x="7926" y="768"/>
                    <a:pt x="7755" y="768"/>
                  </a:cubicBezTo>
                  <a:cubicBezTo>
                    <a:pt x="6125" y="1075"/>
                    <a:pt x="4292" y="1279"/>
                    <a:pt x="2765" y="1958"/>
                  </a:cubicBezTo>
                  <a:cubicBezTo>
                    <a:pt x="1951" y="1786"/>
                    <a:pt x="1168" y="1550"/>
                    <a:pt x="321" y="1243"/>
                  </a:cubicBezTo>
                  <a:cubicBezTo>
                    <a:pt x="301" y="1238"/>
                    <a:pt x="282" y="1235"/>
                    <a:pt x="265" y="1235"/>
                  </a:cubicBezTo>
                  <a:cubicBezTo>
                    <a:pt x="68" y="1235"/>
                    <a:pt x="1" y="1558"/>
                    <a:pt x="218" y="1651"/>
                  </a:cubicBezTo>
                  <a:cubicBezTo>
                    <a:pt x="965" y="1958"/>
                    <a:pt x="1679" y="2297"/>
                    <a:pt x="2426" y="2533"/>
                  </a:cubicBezTo>
                  <a:cubicBezTo>
                    <a:pt x="2458" y="2840"/>
                    <a:pt x="2697" y="3112"/>
                    <a:pt x="3002" y="3145"/>
                  </a:cubicBezTo>
                  <a:cubicBezTo>
                    <a:pt x="3924" y="3191"/>
                    <a:pt x="4753" y="3331"/>
                    <a:pt x="5615" y="3331"/>
                  </a:cubicBezTo>
                  <a:cubicBezTo>
                    <a:pt x="6022" y="3331"/>
                    <a:pt x="6437" y="3300"/>
                    <a:pt x="6872" y="3213"/>
                  </a:cubicBezTo>
                  <a:cubicBezTo>
                    <a:pt x="7755" y="3044"/>
                    <a:pt x="8402" y="2398"/>
                    <a:pt x="8977" y="1719"/>
                  </a:cubicBezTo>
                  <a:cubicBezTo>
                    <a:pt x="9317" y="1447"/>
                    <a:pt x="9589" y="1143"/>
                    <a:pt x="9760" y="803"/>
                  </a:cubicBezTo>
                  <a:cubicBezTo>
                    <a:pt x="9912" y="420"/>
                    <a:pt x="9625" y="0"/>
                    <a:pt x="9286" y="0"/>
                  </a:cubicBezTo>
                  <a:close/>
                </a:path>
              </a:pathLst>
            </a:custGeom>
            <a:solidFill>
              <a:srgbClr val="F4A4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0"/>
            <p:cNvSpPr/>
            <p:nvPr/>
          </p:nvSpPr>
          <p:spPr>
            <a:xfrm>
              <a:off x="1131679" y="1825427"/>
              <a:ext cx="1522704" cy="1485461"/>
            </a:xfrm>
            <a:custGeom>
              <a:rect b="b" l="l" r="r" t="t"/>
              <a:pathLst>
                <a:path extrusionOk="0" h="51971" w="53274">
                  <a:moveTo>
                    <a:pt x="15551" y="15072"/>
                  </a:moveTo>
                  <a:cubicBezTo>
                    <a:pt x="17402" y="15276"/>
                    <a:pt x="19278" y="15327"/>
                    <a:pt x="21154" y="15327"/>
                  </a:cubicBezTo>
                  <a:cubicBezTo>
                    <a:pt x="23030" y="15327"/>
                    <a:pt x="24906" y="15276"/>
                    <a:pt x="26755" y="15276"/>
                  </a:cubicBezTo>
                  <a:cubicBezTo>
                    <a:pt x="29262" y="15298"/>
                    <a:pt x="31781" y="15360"/>
                    <a:pt x="34297" y="15360"/>
                  </a:cubicBezTo>
                  <a:cubicBezTo>
                    <a:pt x="35769" y="15360"/>
                    <a:pt x="37240" y="15339"/>
                    <a:pt x="38707" y="15276"/>
                  </a:cubicBezTo>
                  <a:lnTo>
                    <a:pt x="38742" y="15243"/>
                  </a:lnTo>
                  <a:cubicBezTo>
                    <a:pt x="38843" y="16362"/>
                    <a:pt x="39250" y="17484"/>
                    <a:pt x="39557" y="18535"/>
                  </a:cubicBezTo>
                  <a:cubicBezTo>
                    <a:pt x="40269" y="21015"/>
                    <a:pt x="40812" y="23560"/>
                    <a:pt x="41559" y="26005"/>
                  </a:cubicBezTo>
                  <a:cubicBezTo>
                    <a:pt x="41616" y="26176"/>
                    <a:pt x="41721" y="26252"/>
                    <a:pt x="41855" y="26252"/>
                  </a:cubicBezTo>
                  <a:cubicBezTo>
                    <a:pt x="41881" y="26252"/>
                    <a:pt x="41907" y="26249"/>
                    <a:pt x="41934" y="26244"/>
                  </a:cubicBezTo>
                  <a:cubicBezTo>
                    <a:pt x="41934" y="26312"/>
                    <a:pt x="41985" y="26346"/>
                    <a:pt x="42040" y="26346"/>
                  </a:cubicBezTo>
                  <a:cubicBezTo>
                    <a:pt x="42095" y="26346"/>
                    <a:pt x="42154" y="26312"/>
                    <a:pt x="42170" y="26244"/>
                  </a:cubicBezTo>
                  <a:cubicBezTo>
                    <a:pt x="42341" y="25701"/>
                    <a:pt x="42442" y="25054"/>
                    <a:pt x="42781" y="24579"/>
                  </a:cubicBezTo>
                  <a:cubicBezTo>
                    <a:pt x="42889" y="24426"/>
                    <a:pt x="42987" y="24362"/>
                    <a:pt x="43074" y="24362"/>
                  </a:cubicBezTo>
                  <a:cubicBezTo>
                    <a:pt x="43511" y="24362"/>
                    <a:pt x="43699" y="25948"/>
                    <a:pt x="43699" y="26005"/>
                  </a:cubicBezTo>
                  <a:cubicBezTo>
                    <a:pt x="43699" y="26651"/>
                    <a:pt x="43664" y="27330"/>
                    <a:pt x="43528" y="27941"/>
                  </a:cubicBezTo>
                  <a:cubicBezTo>
                    <a:pt x="43460" y="28314"/>
                    <a:pt x="43324" y="28653"/>
                    <a:pt x="43189" y="28960"/>
                  </a:cubicBezTo>
                  <a:cubicBezTo>
                    <a:pt x="42816" y="28993"/>
                    <a:pt x="42442" y="28993"/>
                    <a:pt x="42069" y="28993"/>
                  </a:cubicBezTo>
                  <a:cubicBezTo>
                    <a:pt x="42036" y="28811"/>
                    <a:pt x="41897" y="28718"/>
                    <a:pt x="41760" y="28718"/>
                  </a:cubicBezTo>
                  <a:cubicBezTo>
                    <a:pt x="41617" y="28718"/>
                    <a:pt x="41475" y="28820"/>
                    <a:pt x="41458" y="29028"/>
                  </a:cubicBezTo>
                  <a:cubicBezTo>
                    <a:pt x="40847" y="36326"/>
                    <a:pt x="32970" y="36462"/>
                    <a:pt x="27163" y="36598"/>
                  </a:cubicBezTo>
                  <a:cubicBezTo>
                    <a:pt x="21323" y="36462"/>
                    <a:pt x="13446" y="36326"/>
                    <a:pt x="12835" y="29028"/>
                  </a:cubicBezTo>
                  <a:cubicBezTo>
                    <a:pt x="12818" y="28820"/>
                    <a:pt x="12677" y="28718"/>
                    <a:pt x="12538" y="28718"/>
                  </a:cubicBezTo>
                  <a:cubicBezTo>
                    <a:pt x="12405" y="28718"/>
                    <a:pt x="12275" y="28811"/>
                    <a:pt x="12259" y="28993"/>
                  </a:cubicBezTo>
                  <a:cubicBezTo>
                    <a:pt x="11852" y="28993"/>
                    <a:pt x="11477" y="28993"/>
                    <a:pt x="11105" y="28960"/>
                  </a:cubicBezTo>
                  <a:cubicBezTo>
                    <a:pt x="10969" y="28653"/>
                    <a:pt x="10833" y="28314"/>
                    <a:pt x="10765" y="27941"/>
                  </a:cubicBezTo>
                  <a:cubicBezTo>
                    <a:pt x="10629" y="27330"/>
                    <a:pt x="10594" y="26651"/>
                    <a:pt x="10594" y="26005"/>
                  </a:cubicBezTo>
                  <a:cubicBezTo>
                    <a:pt x="10594" y="25948"/>
                    <a:pt x="10782" y="24362"/>
                    <a:pt x="11219" y="24362"/>
                  </a:cubicBezTo>
                  <a:cubicBezTo>
                    <a:pt x="11306" y="24362"/>
                    <a:pt x="11404" y="24426"/>
                    <a:pt x="11512" y="24579"/>
                  </a:cubicBezTo>
                  <a:cubicBezTo>
                    <a:pt x="11852" y="25054"/>
                    <a:pt x="11987" y="25701"/>
                    <a:pt x="12123" y="26244"/>
                  </a:cubicBezTo>
                  <a:cubicBezTo>
                    <a:pt x="12140" y="26312"/>
                    <a:pt x="12199" y="26346"/>
                    <a:pt x="12254" y="26346"/>
                  </a:cubicBezTo>
                  <a:cubicBezTo>
                    <a:pt x="12309" y="26346"/>
                    <a:pt x="12360" y="26312"/>
                    <a:pt x="12360" y="26244"/>
                  </a:cubicBezTo>
                  <a:cubicBezTo>
                    <a:pt x="12387" y="26249"/>
                    <a:pt x="12414" y="26252"/>
                    <a:pt x="12440" y="26252"/>
                  </a:cubicBezTo>
                  <a:cubicBezTo>
                    <a:pt x="12581" y="26252"/>
                    <a:pt x="12705" y="26176"/>
                    <a:pt x="12734" y="26005"/>
                  </a:cubicBezTo>
                  <a:cubicBezTo>
                    <a:pt x="13446" y="23731"/>
                    <a:pt x="13957" y="21423"/>
                    <a:pt x="14600" y="19114"/>
                  </a:cubicBezTo>
                  <a:cubicBezTo>
                    <a:pt x="14668" y="19078"/>
                    <a:pt x="14668" y="19011"/>
                    <a:pt x="14636" y="18978"/>
                  </a:cubicBezTo>
                  <a:cubicBezTo>
                    <a:pt x="14668" y="18842"/>
                    <a:pt x="14704" y="18671"/>
                    <a:pt x="14736" y="18535"/>
                  </a:cubicBezTo>
                  <a:cubicBezTo>
                    <a:pt x="15076" y="17416"/>
                    <a:pt x="15483" y="16226"/>
                    <a:pt x="15551" y="15072"/>
                  </a:cubicBezTo>
                  <a:close/>
                  <a:moveTo>
                    <a:pt x="36941" y="35851"/>
                  </a:moveTo>
                  <a:cubicBezTo>
                    <a:pt x="37044" y="35954"/>
                    <a:pt x="37145" y="36090"/>
                    <a:pt x="37248" y="36226"/>
                  </a:cubicBezTo>
                  <a:cubicBezTo>
                    <a:pt x="34836" y="37991"/>
                    <a:pt x="31205" y="38839"/>
                    <a:pt x="28285" y="39111"/>
                  </a:cubicBezTo>
                  <a:cubicBezTo>
                    <a:pt x="27999" y="39139"/>
                    <a:pt x="27715" y="39153"/>
                    <a:pt x="27433" y="39153"/>
                  </a:cubicBezTo>
                  <a:cubicBezTo>
                    <a:pt x="24358" y="39153"/>
                    <a:pt x="21471" y="37561"/>
                    <a:pt x="18642" y="36565"/>
                  </a:cubicBezTo>
                  <a:cubicBezTo>
                    <a:pt x="18675" y="36530"/>
                    <a:pt x="18710" y="36498"/>
                    <a:pt x="18710" y="36430"/>
                  </a:cubicBezTo>
                  <a:cubicBezTo>
                    <a:pt x="18778" y="36462"/>
                    <a:pt x="18846" y="36498"/>
                    <a:pt x="18878" y="36498"/>
                  </a:cubicBezTo>
                  <a:cubicBezTo>
                    <a:pt x="20033" y="36837"/>
                    <a:pt x="21187" y="37005"/>
                    <a:pt x="22342" y="37177"/>
                  </a:cubicBezTo>
                  <a:cubicBezTo>
                    <a:pt x="24175" y="37481"/>
                    <a:pt x="26076" y="37481"/>
                    <a:pt x="27910" y="37481"/>
                  </a:cubicBezTo>
                  <a:cubicBezTo>
                    <a:pt x="29643" y="37448"/>
                    <a:pt x="31373" y="37312"/>
                    <a:pt x="33071" y="37041"/>
                  </a:cubicBezTo>
                  <a:cubicBezTo>
                    <a:pt x="33581" y="36973"/>
                    <a:pt x="34089" y="36870"/>
                    <a:pt x="34565" y="36769"/>
                  </a:cubicBezTo>
                  <a:cubicBezTo>
                    <a:pt x="35040" y="36633"/>
                    <a:pt x="35447" y="36430"/>
                    <a:pt x="35923" y="36259"/>
                  </a:cubicBezTo>
                  <a:cubicBezTo>
                    <a:pt x="36230" y="36123"/>
                    <a:pt x="36534" y="36022"/>
                    <a:pt x="36841" y="35886"/>
                  </a:cubicBezTo>
                  <a:cubicBezTo>
                    <a:pt x="36873" y="35886"/>
                    <a:pt x="36909" y="35886"/>
                    <a:pt x="36941" y="35851"/>
                  </a:cubicBezTo>
                  <a:close/>
                  <a:moveTo>
                    <a:pt x="18438" y="36734"/>
                  </a:moveTo>
                  <a:cubicBezTo>
                    <a:pt x="18438" y="36734"/>
                    <a:pt x="18471" y="36734"/>
                    <a:pt x="18471" y="36769"/>
                  </a:cubicBezTo>
                  <a:cubicBezTo>
                    <a:pt x="21558" y="38327"/>
                    <a:pt x="24642" y="39915"/>
                    <a:pt x="28146" y="39915"/>
                  </a:cubicBezTo>
                  <a:cubicBezTo>
                    <a:pt x="28382" y="39915"/>
                    <a:pt x="28620" y="39908"/>
                    <a:pt x="28861" y="39893"/>
                  </a:cubicBezTo>
                  <a:cubicBezTo>
                    <a:pt x="31713" y="39722"/>
                    <a:pt x="35415" y="38874"/>
                    <a:pt x="37791" y="37041"/>
                  </a:cubicBezTo>
                  <a:cubicBezTo>
                    <a:pt x="37859" y="37209"/>
                    <a:pt x="37960" y="37380"/>
                    <a:pt x="38028" y="37584"/>
                  </a:cubicBezTo>
                  <a:cubicBezTo>
                    <a:pt x="37995" y="37584"/>
                    <a:pt x="37995" y="37584"/>
                    <a:pt x="37960" y="37617"/>
                  </a:cubicBezTo>
                  <a:cubicBezTo>
                    <a:pt x="35315" y="39885"/>
                    <a:pt x="32119" y="41755"/>
                    <a:pt x="28634" y="41755"/>
                  </a:cubicBezTo>
                  <a:cubicBezTo>
                    <a:pt x="28050" y="41755"/>
                    <a:pt x="27458" y="41702"/>
                    <a:pt x="26859" y="41590"/>
                  </a:cubicBezTo>
                  <a:cubicBezTo>
                    <a:pt x="23564" y="40979"/>
                    <a:pt x="20883" y="38771"/>
                    <a:pt x="17895" y="37448"/>
                  </a:cubicBezTo>
                  <a:cubicBezTo>
                    <a:pt x="18031" y="37141"/>
                    <a:pt x="18199" y="36905"/>
                    <a:pt x="18438" y="36734"/>
                  </a:cubicBezTo>
                  <a:close/>
                  <a:moveTo>
                    <a:pt x="23112" y="1032"/>
                  </a:moveTo>
                  <a:cubicBezTo>
                    <a:pt x="23260" y="1032"/>
                    <a:pt x="23411" y="1048"/>
                    <a:pt x="23564" y="1084"/>
                  </a:cubicBezTo>
                  <a:cubicBezTo>
                    <a:pt x="24922" y="1423"/>
                    <a:pt x="25533" y="3631"/>
                    <a:pt x="26212" y="4650"/>
                  </a:cubicBezTo>
                  <a:cubicBezTo>
                    <a:pt x="26317" y="4828"/>
                    <a:pt x="26467" y="4909"/>
                    <a:pt x="26616" y="4909"/>
                  </a:cubicBezTo>
                  <a:cubicBezTo>
                    <a:pt x="26809" y="4909"/>
                    <a:pt x="27000" y="4776"/>
                    <a:pt x="27095" y="4547"/>
                  </a:cubicBezTo>
                  <a:cubicBezTo>
                    <a:pt x="27650" y="3261"/>
                    <a:pt x="28843" y="1711"/>
                    <a:pt x="30214" y="1711"/>
                  </a:cubicBezTo>
                  <a:cubicBezTo>
                    <a:pt x="30687" y="1711"/>
                    <a:pt x="31183" y="1896"/>
                    <a:pt x="31680" y="2341"/>
                  </a:cubicBezTo>
                  <a:cubicBezTo>
                    <a:pt x="32563" y="3156"/>
                    <a:pt x="32731" y="4718"/>
                    <a:pt x="33139" y="5804"/>
                  </a:cubicBezTo>
                  <a:cubicBezTo>
                    <a:pt x="33218" y="6021"/>
                    <a:pt x="33412" y="6147"/>
                    <a:pt x="33607" y="6147"/>
                  </a:cubicBezTo>
                  <a:cubicBezTo>
                    <a:pt x="33748" y="6147"/>
                    <a:pt x="33889" y="6082"/>
                    <a:pt x="33989" y="5940"/>
                  </a:cubicBezTo>
                  <a:cubicBezTo>
                    <a:pt x="34804" y="4718"/>
                    <a:pt x="35787" y="3121"/>
                    <a:pt x="37417" y="2952"/>
                  </a:cubicBezTo>
                  <a:cubicBezTo>
                    <a:pt x="37492" y="2947"/>
                    <a:pt x="37565" y="2944"/>
                    <a:pt x="37636" y="2944"/>
                  </a:cubicBezTo>
                  <a:cubicBezTo>
                    <a:pt x="40076" y="2944"/>
                    <a:pt x="40257" y="6260"/>
                    <a:pt x="39861" y="7909"/>
                  </a:cubicBezTo>
                  <a:cubicBezTo>
                    <a:pt x="39789" y="8253"/>
                    <a:pt x="40052" y="8507"/>
                    <a:pt x="40344" y="8507"/>
                  </a:cubicBezTo>
                  <a:cubicBezTo>
                    <a:pt x="40456" y="8507"/>
                    <a:pt x="40573" y="8469"/>
                    <a:pt x="40676" y="8385"/>
                  </a:cubicBezTo>
                  <a:cubicBezTo>
                    <a:pt x="42196" y="7197"/>
                    <a:pt x="44813" y="6225"/>
                    <a:pt x="47120" y="6225"/>
                  </a:cubicBezTo>
                  <a:cubicBezTo>
                    <a:pt x="48111" y="6225"/>
                    <a:pt x="49045" y="6404"/>
                    <a:pt x="49811" y="6823"/>
                  </a:cubicBezTo>
                  <a:cubicBezTo>
                    <a:pt x="53138" y="8656"/>
                    <a:pt x="47942" y="14700"/>
                    <a:pt x="46584" y="16330"/>
                  </a:cubicBezTo>
                  <a:cubicBezTo>
                    <a:pt x="46315" y="16630"/>
                    <a:pt x="46468" y="17247"/>
                    <a:pt x="46882" y="17247"/>
                  </a:cubicBezTo>
                  <a:cubicBezTo>
                    <a:pt x="46936" y="17247"/>
                    <a:pt x="46996" y="17236"/>
                    <a:pt x="47059" y="17212"/>
                  </a:cubicBezTo>
                  <a:cubicBezTo>
                    <a:pt x="47567" y="17007"/>
                    <a:pt x="48033" y="16913"/>
                    <a:pt x="48454" y="16913"/>
                  </a:cubicBezTo>
                  <a:cubicBezTo>
                    <a:pt x="50257" y="16913"/>
                    <a:pt x="51249" y="18632"/>
                    <a:pt x="51305" y="20640"/>
                  </a:cubicBezTo>
                  <a:cubicBezTo>
                    <a:pt x="51372" y="22849"/>
                    <a:pt x="49811" y="24410"/>
                    <a:pt x="48181" y="25597"/>
                  </a:cubicBezTo>
                  <a:cubicBezTo>
                    <a:pt x="47706" y="25937"/>
                    <a:pt x="47874" y="26515"/>
                    <a:pt x="48417" y="26616"/>
                  </a:cubicBezTo>
                  <a:cubicBezTo>
                    <a:pt x="50726" y="26923"/>
                    <a:pt x="51133" y="29300"/>
                    <a:pt x="51201" y="31234"/>
                  </a:cubicBezTo>
                  <a:cubicBezTo>
                    <a:pt x="51337" y="33713"/>
                    <a:pt x="49707" y="35240"/>
                    <a:pt x="47570" y="36158"/>
                  </a:cubicBezTo>
                  <a:cubicBezTo>
                    <a:pt x="47331" y="36259"/>
                    <a:pt x="47195" y="36701"/>
                    <a:pt x="47366" y="36905"/>
                  </a:cubicBezTo>
                  <a:cubicBezTo>
                    <a:pt x="48453" y="38467"/>
                    <a:pt x="49267" y="40300"/>
                    <a:pt x="47909" y="41998"/>
                  </a:cubicBezTo>
                  <a:cubicBezTo>
                    <a:pt x="47319" y="42746"/>
                    <a:pt x="46387" y="43060"/>
                    <a:pt x="45449" y="43060"/>
                  </a:cubicBezTo>
                  <a:cubicBezTo>
                    <a:pt x="44768" y="43060"/>
                    <a:pt x="44085" y="42895"/>
                    <a:pt x="43528" y="42609"/>
                  </a:cubicBezTo>
                  <a:cubicBezTo>
                    <a:pt x="43440" y="42558"/>
                    <a:pt x="43332" y="42531"/>
                    <a:pt x="43226" y="42531"/>
                  </a:cubicBezTo>
                  <a:cubicBezTo>
                    <a:pt x="43050" y="42531"/>
                    <a:pt x="42879" y="42607"/>
                    <a:pt x="42816" y="42777"/>
                  </a:cubicBezTo>
                  <a:cubicBezTo>
                    <a:pt x="42273" y="43899"/>
                    <a:pt x="41695" y="44918"/>
                    <a:pt x="40440" y="45257"/>
                  </a:cubicBezTo>
                  <a:cubicBezTo>
                    <a:pt x="40168" y="44035"/>
                    <a:pt x="39861" y="42813"/>
                    <a:pt x="39625" y="41555"/>
                  </a:cubicBezTo>
                  <a:cubicBezTo>
                    <a:pt x="39386" y="40061"/>
                    <a:pt x="39082" y="38092"/>
                    <a:pt x="38199" y="36701"/>
                  </a:cubicBezTo>
                  <a:cubicBezTo>
                    <a:pt x="38444" y="36363"/>
                    <a:pt x="38137" y="35972"/>
                    <a:pt x="37775" y="35972"/>
                  </a:cubicBezTo>
                  <a:cubicBezTo>
                    <a:pt x="37736" y="35972"/>
                    <a:pt x="37696" y="35977"/>
                    <a:pt x="37656" y="35987"/>
                  </a:cubicBezTo>
                  <a:lnTo>
                    <a:pt x="37349" y="35683"/>
                  </a:lnTo>
                  <a:cubicBezTo>
                    <a:pt x="37791" y="35512"/>
                    <a:pt x="38231" y="35275"/>
                    <a:pt x="38639" y="35004"/>
                  </a:cubicBezTo>
                  <a:cubicBezTo>
                    <a:pt x="39725" y="34289"/>
                    <a:pt x="40608" y="33339"/>
                    <a:pt x="41151" y="32184"/>
                  </a:cubicBezTo>
                  <a:cubicBezTo>
                    <a:pt x="41322" y="31845"/>
                    <a:pt x="41458" y="31473"/>
                    <a:pt x="41594" y="31133"/>
                  </a:cubicBezTo>
                  <a:cubicBezTo>
                    <a:pt x="41627" y="31030"/>
                    <a:pt x="41966" y="30047"/>
                    <a:pt x="41934" y="30011"/>
                  </a:cubicBezTo>
                  <a:lnTo>
                    <a:pt x="41934" y="30011"/>
                  </a:lnTo>
                  <a:cubicBezTo>
                    <a:pt x="42060" y="30096"/>
                    <a:pt x="42211" y="30140"/>
                    <a:pt x="42384" y="30140"/>
                  </a:cubicBezTo>
                  <a:cubicBezTo>
                    <a:pt x="42625" y="30140"/>
                    <a:pt x="42907" y="30054"/>
                    <a:pt x="43224" y="29875"/>
                  </a:cubicBezTo>
                  <a:cubicBezTo>
                    <a:pt x="44275" y="29232"/>
                    <a:pt x="44310" y="27059"/>
                    <a:pt x="44275" y="26005"/>
                  </a:cubicBezTo>
                  <a:cubicBezTo>
                    <a:pt x="44244" y="25483"/>
                    <a:pt x="44180" y="23618"/>
                    <a:pt x="43334" y="23618"/>
                  </a:cubicBezTo>
                  <a:cubicBezTo>
                    <a:pt x="43299" y="23618"/>
                    <a:pt x="43262" y="23621"/>
                    <a:pt x="43224" y="23628"/>
                  </a:cubicBezTo>
                  <a:cubicBezTo>
                    <a:pt x="42917" y="23696"/>
                    <a:pt x="42713" y="23900"/>
                    <a:pt x="42545" y="24139"/>
                  </a:cubicBezTo>
                  <a:cubicBezTo>
                    <a:pt x="42461" y="24276"/>
                    <a:pt x="42334" y="24772"/>
                    <a:pt x="42144" y="24772"/>
                  </a:cubicBezTo>
                  <a:cubicBezTo>
                    <a:pt x="42100" y="24772"/>
                    <a:pt x="42053" y="24746"/>
                    <a:pt x="42002" y="24682"/>
                  </a:cubicBezTo>
                  <a:cubicBezTo>
                    <a:pt x="41830" y="24443"/>
                    <a:pt x="41830" y="24139"/>
                    <a:pt x="41798" y="23867"/>
                  </a:cubicBezTo>
                  <a:cubicBezTo>
                    <a:pt x="41763" y="23560"/>
                    <a:pt x="41695" y="23289"/>
                    <a:pt x="41594" y="22984"/>
                  </a:cubicBezTo>
                  <a:cubicBezTo>
                    <a:pt x="41390" y="22237"/>
                    <a:pt x="41187" y="21490"/>
                    <a:pt x="40948" y="20744"/>
                  </a:cubicBezTo>
                  <a:lnTo>
                    <a:pt x="40540" y="19521"/>
                  </a:lnTo>
                  <a:cubicBezTo>
                    <a:pt x="40440" y="19146"/>
                    <a:pt x="40304" y="18739"/>
                    <a:pt x="40168" y="18367"/>
                  </a:cubicBezTo>
                  <a:cubicBezTo>
                    <a:pt x="39761" y="17245"/>
                    <a:pt x="39557" y="16023"/>
                    <a:pt x="39114" y="14904"/>
                  </a:cubicBezTo>
                  <a:lnTo>
                    <a:pt x="39046" y="14836"/>
                  </a:lnTo>
                  <a:cubicBezTo>
                    <a:pt x="39046" y="14665"/>
                    <a:pt x="38946" y="14529"/>
                    <a:pt x="38707" y="14529"/>
                  </a:cubicBezTo>
                  <a:cubicBezTo>
                    <a:pt x="37117" y="14457"/>
                    <a:pt x="35521" y="14434"/>
                    <a:pt x="33924" y="14434"/>
                  </a:cubicBezTo>
                  <a:cubicBezTo>
                    <a:pt x="31770" y="14434"/>
                    <a:pt x="29615" y="14476"/>
                    <a:pt x="27470" y="14496"/>
                  </a:cubicBezTo>
                  <a:cubicBezTo>
                    <a:pt x="25425" y="14496"/>
                    <a:pt x="23344" y="14432"/>
                    <a:pt x="21264" y="14432"/>
                  </a:cubicBezTo>
                  <a:cubicBezTo>
                    <a:pt x="19337" y="14432"/>
                    <a:pt x="17412" y="14487"/>
                    <a:pt x="15519" y="14700"/>
                  </a:cubicBezTo>
                  <a:cubicBezTo>
                    <a:pt x="15111" y="14733"/>
                    <a:pt x="14975" y="15243"/>
                    <a:pt x="14907" y="15547"/>
                  </a:cubicBezTo>
                  <a:cubicBezTo>
                    <a:pt x="14364" y="17585"/>
                    <a:pt x="13718" y="19554"/>
                    <a:pt x="13107" y="21558"/>
                  </a:cubicBezTo>
                  <a:cubicBezTo>
                    <a:pt x="12938" y="22170"/>
                    <a:pt x="12767" y="22745"/>
                    <a:pt x="12631" y="23324"/>
                  </a:cubicBezTo>
                  <a:cubicBezTo>
                    <a:pt x="12531" y="23628"/>
                    <a:pt x="12463" y="23935"/>
                    <a:pt x="12395" y="24275"/>
                  </a:cubicBezTo>
                  <a:cubicBezTo>
                    <a:pt x="12361" y="24471"/>
                    <a:pt x="12170" y="24888"/>
                    <a:pt x="12218" y="25132"/>
                  </a:cubicBezTo>
                  <a:lnTo>
                    <a:pt x="12218" y="25132"/>
                  </a:lnTo>
                  <a:cubicBezTo>
                    <a:pt x="12047" y="24427"/>
                    <a:pt x="11708" y="23762"/>
                    <a:pt x="11069" y="23628"/>
                  </a:cubicBezTo>
                  <a:cubicBezTo>
                    <a:pt x="11031" y="23621"/>
                    <a:pt x="10994" y="23618"/>
                    <a:pt x="10959" y="23618"/>
                  </a:cubicBezTo>
                  <a:cubicBezTo>
                    <a:pt x="10113" y="23618"/>
                    <a:pt x="10049" y="25483"/>
                    <a:pt x="10018" y="26005"/>
                  </a:cubicBezTo>
                  <a:cubicBezTo>
                    <a:pt x="9983" y="27059"/>
                    <a:pt x="10018" y="29232"/>
                    <a:pt x="11069" y="29875"/>
                  </a:cubicBezTo>
                  <a:cubicBezTo>
                    <a:pt x="11386" y="30054"/>
                    <a:pt x="11669" y="30140"/>
                    <a:pt x="11916" y="30140"/>
                  </a:cubicBezTo>
                  <a:cubicBezTo>
                    <a:pt x="12093" y="30140"/>
                    <a:pt x="12253" y="30096"/>
                    <a:pt x="12394" y="30012"/>
                  </a:cubicBezTo>
                  <a:lnTo>
                    <a:pt x="12394" y="30012"/>
                  </a:lnTo>
                  <a:cubicBezTo>
                    <a:pt x="12330" y="30055"/>
                    <a:pt x="12699" y="31134"/>
                    <a:pt x="12767" y="31269"/>
                  </a:cubicBezTo>
                  <a:cubicBezTo>
                    <a:pt x="12870" y="31641"/>
                    <a:pt x="13039" y="32016"/>
                    <a:pt x="13210" y="32388"/>
                  </a:cubicBezTo>
                  <a:cubicBezTo>
                    <a:pt x="13582" y="33102"/>
                    <a:pt x="14093" y="33713"/>
                    <a:pt x="14704" y="34221"/>
                  </a:cubicBezTo>
                  <a:cubicBezTo>
                    <a:pt x="15619" y="35036"/>
                    <a:pt x="16741" y="35715"/>
                    <a:pt x="17895" y="36158"/>
                  </a:cubicBezTo>
                  <a:cubicBezTo>
                    <a:pt x="16773" y="37005"/>
                    <a:pt x="16773" y="39314"/>
                    <a:pt x="16673" y="40537"/>
                  </a:cubicBezTo>
                  <a:cubicBezTo>
                    <a:pt x="16605" y="41455"/>
                    <a:pt x="16502" y="42370"/>
                    <a:pt x="16401" y="43288"/>
                  </a:cubicBezTo>
                  <a:cubicBezTo>
                    <a:pt x="16126" y="43610"/>
                    <a:pt x="15758" y="43743"/>
                    <a:pt x="15368" y="43743"/>
                  </a:cubicBezTo>
                  <a:cubicBezTo>
                    <a:pt x="14072" y="43743"/>
                    <a:pt x="12527" y="42274"/>
                    <a:pt x="13310" y="41387"/>
                  </a:cubicBezTo>
                  <a:cubicBezTo>
                    <a:pt x="13470" y="41196"/>
                    <a:pt x="13421" y="40769"/>
                    <a:pt x="13137" y="40769"/>
                  </a:cubicBezTo>
                  <a:cubicBezTo>
                    <a:pt x="13117" y="40769"/>
                    <a:pt x="13096" y="40771"/>
                    <a:pt x="13074" y="40776"/>
                  </a:cubicBezTo>
                  <a:cubicBezTo>
                    <a:pt x="12938" y="40790"/>
                    <a:pt x="12788" y="40797"/>
                    <a:pt x="12627" y="40797"/>
                  </a:cubicBezTo>
                  <a:cubicBezTo>
                    <a:pt x="10132" y="40797"/>
                    <a:pt x="4958" y="39096"/>
                    <a:pt x="7574" y="36226"/>
                  </a:cubicBezTo>
                  <a:cubicBezTo>
                    <a:pt x="7742" y="36022"/>
                    <a:pt x="7742" y="35751"/>
                    <a:pt x="7506" y="35615"/>
                  </a:cubicBezTo>
                  <a:cubicBezTo>
                    <a:pt x="5469" y="34289"/>
                    <a:pt x="544" y="30283"/>
                    <a:pt x="4246" y="28178"/>
                  </a:cubicBezTo>
                  <a:cubicBezTo>
                    <a:pt x="4450" y="28077"/>
                    <a:pt x="4518" y="27738"/>
                    <a:pt x="4314" y="27567"/>
                  </a:cubicBezTo>
                  <a:cubicBezTo>
                    <a:pt x="3057" y="26448"/>
                    <a:pt x="2413" y="24818"/>
                    <a:pt x="2141" y="23153"/>
                  </a:cubicBezTo>
                  <a:cubicBezTo>
                    <a:pt x="1902" y="21966"/>
                    <a:pt x="2106" y="20640"/>
                    <a:pt x="3192" y="19893"/>
                  </a:cubicBezTo>
                  <a:cubicBezTo>
                    <a:pt x="3939" y="19418"/>
                    <a:pt x="5026" y="19453"/>
                    <a:pt x="5909" y="19418"/>
                  </a:cubicBezTo>
                  <a:cubicBezTo>
                    <a:pt x="6112" y="19418"/>
                    <a:pt x="6351" y="19182"/>
                    <a:pt x="6283" y="18943"/>
                  </a:cubicBezTo>
                  <a:cubicBezTo>
                    <a:pt x="5808" y="17688"/>
                    <a:pt x="5536" y="16398"/>
                    <a:pt x="5569" y="15072"/>
                  </a:cubicBezTo>
                  <a:cubicBezTo>
                    <a:pt x="5609" y="13732"/>
                    <a:pt x="6227" y="13229"/>
                    <a:pt x="7054" y="13229"/>
                  </a:cubicBezTo>
                  <a:cubicBezTo>
                    <a:pt x="7631" y="13229"/>
                    <a:pt x="8309" y="13474"/>
                    <a:pt x="8964" y="13850"/>
                  </a:cubicBezTo>
                  <a:cubicBezTo>
                    <a:pt x="9029" y="13886"/>
                    <a:pt x="9096" y="13903"/>
                    <a:pt x="9160" y="13903"/>
                  </a:cubicBezTo>
                  <a:cubicBezTo>
                    <a:pt x="9397" y="13903"/>
                    <a:pt x="9596" y="13677"/>
                    <a:pt x="9543" y="13410"/>
                  </a:cubicBezTo>
                  <a:cubicBezTo>
                    <a:pt x="9339" y="12220"/>
                    <a:pt x="9100" y="11033"/>
                    <a:pt x="9100" y="9811"/>
                  </a:cubicBezTo>
                  <a:cubicBezTo>
                    <a:pt x="9068" y="8996"/>
                    <a:pt x="9271" y="8181"/>
                    <a:pt x="9983" y="7706"/>
                  </a:cubicBezTo>
                  <a:cubicBezTo>
                    <a:pt x="10153" y="7590"/>
                    <a:pt x="10352" y="7543"/>
                    <a:pt x="10569" y="7543"/>
                  </a:cubicBezTo>
                  <a:cubicBezTo>
                    <a:pt x="11441" y="7543"/>
                    <a:pt x="12604" y="8310"/>
                    <a:pt x="13310" y="8553"/>
                  </a:cubicBezTo>
                  <a:cubicBezTo>
                    <a:pt x="13363" y="8574"/>
                    <a:pt x="13414" y="8583"/>
                    <a:pt x="13462" y="8583"/>
                  </a:cubicBezTo>
                  <a:cubicBezTo>
                    <a:pt x="13817" y="8583"/>
                    <a:pt x="14021" y="8073"/>
                    <a:pt x="13753" y="7774"/>
                  </a:cubicBezTo>
                  <a:cubicBezTo>
                    <a:pt x="12596" y="6470"/>
                    <a:pt x="14235" y="3458"/>
                    <a:pt x="15957" y="3458"/>
                  </a:cubicBezTo>
                  <a:cubicBezTo>
                    <a:pt x="16207" y="3458"/>
                    <a:pt x="16460" y="3522"/>
                    <a:pt x="16706" y="3664"/>
                  </a:cubicBezTo>
                  <a:cubicBezTo>
                    <a:pt x="17847" y="4285"/>
                    <a:pt x="18269" y="5403"/>
                    <a:pt x="19622" y="5403"/>
                  </a:cubicBezTo>
                  <a:cubicBezTo>
                    <a:pt x="19678" y="5403"/>
                    <a:pt x="19737" y="5401"/>
                    <a:pt x="19797" y="5397"/>
                  </a:cubicBezTo>
                  <a:cubicBezTo>
                    <a:pt x="20136" y="5397"/>
                    <a:pt x="20340" y="5125"/>
                    <a:pt x="20272" y="4786"/>
                  </a:cubicBezTo>
                  <a:cubicBezTo>
                    <a:pt x="20052" y="3225"/>
                    <a:pt x="21413" y="1032"/>
                    <a:pt x="23112" y="1032"/>
                  </a:cubicBezTo>
                  <a:close/>
                  <a:moveTo>
                    <a:pt x="22923" y="0"/>
                  </a:moveTo>
                  <a:cubicBezTo>
                    <a:pt x="22771" y="0"/>
                    <a:pt x="22611" y="11"/>
                    <a:pt x="22445" y="32"/>
                  </a:cubicBezTo>
                  <a:cubicBezTo>
                    <a:pt x="20576" y="304"/>
                    <a:pt x="19253" y="2578"/>
                    <a:pt x="19286" y="4411"/>
                  </a:cubicBezTo>
                  <a:cubicBezTo>
                    <a:pt x="18303" y="4207"/>
                    <a:pt x="17385" y="2849"/>
                    <a:pt x="16469" y="2510"/>
                  </a:cubicBezTo>
                  <a:cubicBezTo>
                    <a:pt x="16277" y="2443"/>
                    <a:pt x="16086" y="2414"/>
                    <a:pt x="15899" y="2414"/>
                  </a:cubicBezTo>
                  <a:cubicBezTo>
                    <a:pt x="15226" y="2414"/>
                    <a:pt x="14596" y="2791"/>
                    <a:pt x="14093" y="3189"/>
                  </a:cubicBezTo>
                  <a:cubicBezTo>
                    <a:pt x="13039" y="4107"/>
                    <a:pt x="12224" y="5837"/>
                    <a:pt x="12531" y="7263"/>
                  </a:cubicBezTo>
                  <a:cubicBezTo>
                    <a:pt x="11820" y="6995"/>
                    <a:pt x="11101" y="6741"/>
                    <a:pt x="10448" y="6741"/>
                  </a:cubicBezTo>
                  <a:cubicBezTo>
                    <a:pt x="9696" y="6741"/>
                    <a:pt x="9029" y="7077"/>
                    <a:pt x="8557" y="8113"/>
                  </a:cubicBezTo>
                  <a:cubicBezTo>
                    <a:pt x="7913" y="9504"/>
                    <a:pt x="8285" y="11269"/>
                    <a:pt x="8625" y="12763"/>
                  </a:cubicBezTo>
                  <a:cubicBezTo>
                    <a:pt x="8072" y="12524"/>
                    <a:pt x="7499" y="12351"/>
                    <a:pt x="6961" y="12351"/>
                  </a:cubicBezTo>
                  <a:cubicBezTo>
                    <a:pt x="6279" y="12351"/>
                    <a:pt x="5653" y="12630"/>
                    <a:pt x="5197" y="13410"/>
                  </a:cubicBezTo>
                  <a:cubicBezTo>
                    <a:pt x="4347" y="14868"/>
                    <a:pt x="4822" y="17077"/>
                    <a:pt x="5365" y="18671"/>
                  </a:cubicBezTo>
                  <a:cubicBezTo>
                    <a:pt x="3464" y="18842"/>
                    <a:pt x="1563" y="19385"/>
                    <a:pt x="1326" y="21659"/>
                  </a:cubicBezTo>
                  <a:cubicBezTo>
                    <a:pt x="1123" y="23764"/>
                    <a:pt x="1937" y="26244"/>
                    <a:pt x="3431" y="27770"/>
                  </a:cubicBezTo>
                  <a:cubicBezTo>
                    <a:pt x="1" y="30250"/>
                    <a:pt x="4178" y="34257"/>
                    <a:pt x="6759" y="36022"/>
                  </a:cubicBezTo>
                  <a:cubicBezTo>
                    <a:pt x="4246" y="39282"/>
                    <a:pt x="9372" y="41487"/>
                    <a:pt x="12463" y="41523"/>
                  </a:cubicBezTo>
                  <a:cubicBezTo>
                    <a:pt x="12029" y="42933"/>
                    <a:pt x="13782" y="44364"/>
                    <a:pt x="15266" y="44364"/>
                  </a:cubicBezTo>
                  <a:cubicBezTo>
                    <a:pt x="15640" y="44364"/>
                    <a:pt x="15997" y="44273"/>
                    <a:pt x="16298" y="44068"/>
                  </a:cubicBezTo>
                  <a:lnTo>
                    <a:pt x="16298" y="44068"/>
                  </a:lnTo>
                  <a:cubicBezTo>
                    <a:pt x="15994" y="46648"/>
                    <a:pt x="15687" y="49228"/>
                    <a:pt x="15755" y="51844"/>
                  </a:cubicBezTo>
                  <a:cubicBezTo>
                    <a:pt x="15772" y="51928"/>
                    <a:pt x="15840" y="51970"/>
                    <a:pt x="15908" y="51970"/>
                  </a:cubicBezTo>
                  <a:cubicBezTo>
                    <a:pt x="15976" y="51970"/>
                    <a:pt x="16044" y="51928"/>
                    <a:pt x="16062" y="51844"/>
                  </a:cubicBezTo>
                  <a:cubicBezTo>
                    <a:pt x="16265" y="48517"/>
                    <a:pt x="16809" y="45257"/>
                    <a:pt x="17249" y="41963"/>
                  </a:cubicBezTo>
                  <a:cubicBezTo>
                    <a:pt x="17385" y="40979"/>
                    <a:pt x="17284" y="39010"/>
                    <a:pt x="17759" y="37720"/>
                  </a:cubicBezTo>
                  <a:cubicBezTo>
                    <a:pt x="20747" y="39893"/>
                    <a:pt x="24142" y="41998"/>
                    <a:pt x="27842" y="42541"/>
                  </a:cubicBezTo>
                  <a:cubicBezTo>
                    <a:pt x="28231" y="42596"/>
                    <a:pt x="28619" y="42622"/>
                    <a:pt x="29006" y="42622"/>
                  </a:cubicBezTo>
                  <a:cubicBezTo>
                    <a:pt x="32441" y="42622"/>
                    <a:pt x="35772" y="40567"/>
                    <a:pt x="38335" y="38431"/>
                  </a:cubicBezTo>
                  <a:cubicBezTo>
                    <a:pt x="38707" y="39689"/>
                    <a:pt x="38843" y="41012"/>
                    <a:pt x="39046" y="42166"/>
                  </a:cubicBezTo>
                  <a:cubicBezTo>
                    <a:pt x="39217" y="43356"/>
                    <a:pt x="39489" y="44510"/>
                    <a:pt x="39761" y="45665"/>
                  </a:cubicBezTo>
                  <a:cubicBezTo>
                    <a:pt x="39761" y="45801"/>
                    <a:pt x="39793" y="45936"/>
                    <a:pt x="39861" y="46037"/>
                  </a:cubicBezTo>
                  <a:cubicBezTo>
                    <a:pt x="40201" y="47463"/>
                    <a:pt x="40508" y="48889"/>
                    <a:pt x="40643" y="50350"/>
                  </a:cubicBezTo>
                  <a:cubicBezTo>
                    <a:pt x="40677" y="50604"/>
                    <a:pt x="40889" y="50731"/>
                    <a:pt x="41084" y="50731"/>
                  </a:cubicBezTo>
                  <a:cubicBezTo>
                    <a:pt x="41279" y="50731"/>
                    <a:pt x="41457" y="50604"/>
                    <a:pt x="41423" y="50350"/>
                  </a:cubicBezTo>
                  <a:cubicBezTo>
                    <a:pt x="41287" y="48957"/>
                    <a:pt x="41016" y="47599"/>
                    <a:pt x="40676" y="46241"/>
                  </a:cubicBezTo>
                  <a:cubicBezTo>
                    <a:pt x="42069" y="45936"/>
                    <a:pt x="42849" y="44918"/>
                    <a:pt x="43495" y="43695"/>
                  </a:cubicBezTo>
                  <a:cubicBezTo>
                    <a:pt x="44121" y="43960"/>
                    <a:pt x="44769" y="44093"/>
                    <a:pt x="45408" y="44093"/>
                  </a:cubicBezTo>
                  <a:cubicBezTo>
                    <a:pt x="46573" y="44093"/>
                    <a:pt x="47713" y="43654"/>
                    <a:pt x="48656" y="42777"/>
                  </a:cubicBezTo>
                  <a:cubicBezTo>
                    <a:pt x="50422" y="41148"/>
                    <a:pt x="49743" y="38671"/>
                    <a:pt x="48656" y="36870"/>
                  </a:cubicBezTo>
                  <a:cubicBezTo>
                    <a:pt x="51066" y="35647"/>
                    <a:pt x="52424" y="33678"/>
                    <a:pt x="52288" y="30861"/>
                  </a:cubicBezTo>
                  <a:cubicBezTo>
                    <a:pt x="52187" y="28688"/>
                    <a:pt x="51473" y="26651"/>
                    <a:pt x="49572" y="25836"/>
                  </a:cubicBezTo>
                  <a:cubicBezTo>
                    <a:pt x="51440" y="24207"/>
                    <a:pt x="52798" y="22170"/>
                    <a:pt x="52255" y="19486"/>
                  </a:cubicBezTo>
                  <a:cubicBezTo>
                    <a:pt x="51861" y="17288"/>
                    <a:pt x="50388" y="15882"/>
                    <a:pt x="48479" y="15882"/>
                  </a:cubicBezTo>
                  <a:cubicBezTo>
                    <a:pt x="48414" y="15882"/>
                    <a:pt x="48348" y="15884"/>
                    <a:pt x="48281" y="15887"/>
                  </a:cubicBezTo>
                  <a:cubicBezTo>
                    <a:pt x="50422" y="13274"/>
                    <a:pt x="53274" y="9164"/>
                    <a:pt x="50897" y="6448"/>
                  </a:cubicBezTo>
                  <a:cubicBezTo>
                    <a:pt x="50085" y="5518"/>
                    <a:pt x="48832" y="5160"/>
                    <a:pt x="47442" y="5160"/>
                  </a:cubicBezTo>
                  <a:cubicBezTo>
                    <a:pt x="45231" y="5160"/>
                    <a:pt x="42671" y="6068"/>
                    <a:pt x="40983" y="7027"/>
                  </a:cubicBezTo>
                  <a:cubicBezTo>
                    <a:pt x="41151" y="5090"/>
                    <a:pt x="40576" y="3257"/>
                    <a:pt x="38606" y="2273"/>
                  </a:cubicBezTo>
                  <a:cubicBezTo>
                    <a:pt x="38203" y="2078"/>
                    <a:pt x="37813" y="1992"/>
                    <a:pt x="37438" y="1992"/>
                  </a:cubicBezTo>
                  <a:cubicBezTo>
                    <a:pt x="35918" y="1992"/>
                    <a:pt x="34643" y="3404"/>
                    <a:pt x="33717" y="4683"/>
                  </a:cubicBezTo>
                  <a:cubicBezTo>
                    <a:pt x="33174" y="3020"/>
                    <a:pt x="32663" y="1323"/>
                    <a:pt x="30729" y="847"/>
                  </a:cubicBezTo>
                  <a:cubicBezTo>
                    <a:pt x="30493" y="786"/>
                    <a:pt x="30264" y="758"/>
                    <a:pt x="30041" y="758"/>
                  </a:cubicBezTo>
                  <a:cubicBezTo>
                    <a:pt x="28537" y="758"/>
                    <a:pt x="27356" y="2063"/>
                    <a:pt x="26587" y="3392"/>
                  </a:cubicBezTo>
                  <a:cubicBezTo>
                    <a:pt x="25734" y="1785"/>
                    <a:pt x="24912" y="0"/>
                    <a:pt x="22923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0"/>
            <p:cNvSpPr/>
            <p:nvPr/>
          </p:nvSpPr>
          <p:spPr>
            <a:xfrm>
              <a:off x="1687808" y="2449123"/>
              <a:ext cx="55793" cy="171466"/>
            </a:xfrm>
            <a:custGeom>
              <a:rect b="b" l="l" r="r" t="t"/>
              <a:pathLst>
                <a:path extrusionOk="0" h="5999" w="1952">
                  <a:moveTo>
                    <a:pt x="1112" y="0"/>
                  </a:moveTo>
                  <a:cubicBezTo>
                    <a:pt x="1027" y="0"/>
                    <a:pt x="933" y="59"/>
                    <a:pt x="915" y="177"/>
                  </a:cubicBezTo>
                  <a:cubicBezTo>
                    <a:pt x="883" y="484"/>
                    <a:pt x="951" y="789"/>
                    <a:pt x="983" y="1095"/>
                  </a:cubicBezTo>
                  <a:cubicBezTo>
                    <a:pt x="951" y="1128"/>
                    <a:pt x="883" y="1163"/>
                    <a:pt x="847" y="1196"/>
                  </a:cubicBezTo>
                  <a:cubicBezTo>
                    <a:pt x="780" y="1299"/>
                    <a:pt x="747" y="1400"/>
                    <a:pt x="679" y="1503"/>
                  </a:cubicBezTo>
                  <a:cubicBezTo>
                    <a:pt x="576" y="1231"/>
                    <a:pt x="475" y="960"/>
                    <a:pt x="304" y="721"/>
                  </a:cubicBezTo>
                  <a:cubicBezTo>
                    <a:pt x="276" y="692"/>
                    <a:pt x="242" y="680"/>
                    <a:pt x="208" y="680"/>
                  </a:cubicBezTo>
                  <a:cubicBezTo>
                    <a:pt x="123" y="680"/>
                    <a:pt x="43" y="759"/>
                    <a:pt x="68" y="856"/>
                  </a:cubicBezTo>
                  <a:cubicBezTo>
                    <a:pt x="168" y="1163"/>
                    <a:pt x="340" y="1468"/>
                    <a:pt x="508" y="1739"/>
                  </a:cubicBezTo>
                  <a:lnTo>
                    <a:pt x="508" y="1775"/>
                  </a:lnTo>
                  <a:cubicBezTo>
                    <a:pt x="508" y="1875"/>
                    <a:pt x="475" y="1943"/>
                    <a:pt x="475" y="2046"/>
                  </a:cubicBezTo>
                  <a:cubicBezTo>
                    <a:pt x="372" y="2350"/>
                    <a:pt x="304" y="2690"/>
                    <a:pt x="272" y="3029"/>
                  </a:cubicBezTo>
                  <a:cubicBezTo>
                    <a:pt x="136" y="3708"/>
                    <a:pt x="0" y="4388"/>
                    <a:pt x="101" y="5067"/>
                  </a:cubicBezTo>
                  <a:cubicBezTo>
                    <a:pt x="154" y="5363"/>
                    <a:pt x="485" y="5999"/>
                    <a:pt x="873" y="5999"/>
                  </a:cubicBezTo>
                  <a:cubicBezTo>
                    <a:pt x="975" y="5999"/>
                    <a:pt x="1081" y="5955"/>
                    <a:pt x="1187" y="5849"/>
                  </a:cubicBezTo>
                  <a:cubicBezTo>
                    <a:pt x="1662" y="5338"/>
                    <a:pt x="1594" y="4355"/>
                    <a:pt x="1594" y="3708"/>
                  </a:cubicBezTo>
                  <a:cubicBezTo>
                    <a:pt x="1594" y="3133"/>
                    <a:pt x="1562" y="2454"/>
                    <a:pt x="1459" y="1807"/>
                  </a:cubicBezTo>
                  <a:cubicBezTo>
                    <a:pt x="1630" y="1603"/>
                    <a:pt x="1766" y="1367"/>
                    <a:pt x="1901" y="1128"/>
                  </a:cubicBezTo>
                  <a:cubicBezTo>
                    <a:pt x="1951" y="978"/>
                    <a:pt x="1854" y="828"/>
                    <a:pt x="1731" y="828"/>
                  </a:cubicBezTo>
                  <a:cubicBezTo>
                    <a:pt x="1687" y="828"/>
                    <a:pt x="1639" y="847"/>
                    <a:pt x="1594" y="892"/>
                  </a:cubicBezTo>
                  <a:cubicBezTo>
                    <a:pt x="1494" y="1028"/>
                    <a:pt x="1391" y="1163"/>
                    <a:pt x="1323" y="1332"/>
                  </a:cubicBezTo>
                  <a:cubicBezTo>
                    <a:pt x="1323" y="1332"/>
                    <a:pt x="1323" y="1299"/>
                    <a:pt x="1290" y="1264"/>
                  </a:cubicBezTo>
                  <a:cubicBezTo>
                    <a:pt x="1290" y="1231"/>
                    <a:pt x="1255" y="1163"/>
                    <a:pt x="1187" y="1128"/>
                  </a:cubicBezTo>
                  <a:cubicBezTo>
                    <a:pt x="1290" y="824"/>
                    <a:pt x="1255" y="449"/>
                    <a:pt x="1255" y="177"/>
                  </a:cubicBezTo>
                  <a:cubicBezTo>
                    <a:pt x="1273" y="59"/>
                    <a:pt x="1197" y="0"/>
                    <a:pt x="1112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0"/>
            <p:cNvSpPr/>
            <p:nvPr/>
          </p:nvSpPr>
          <p:spPr>
            <a:xfrm>
              <a:off x="2094365" y="2457898"/>
              <a:ext cx="60080" cy="162692"/>
            </a:xfrm>
            <a:custGeom>
              <a:rect b="b" l="l" r="r" t="t"/>
              <a:pathLst>
                <a:path extrusionOk="0" h="5692" w="2102">
                  <a:moveTo>
                    <a:pt x="1116" y="0"/>
                  </a:moveTo>
                  <a:cubicBezTo>
                    <a:pt x="1051" y="0"/>
                    <a:pt x="987" y="58"/>
                    <a:pt x="987" y="142"/>
                  </a:cubicBezTo>
                  <a:cubicBezTo>
                    <a:pt x="951" y="278"/>
                    <a:pt x="987" y="414"/>
                    <a:pt x="987" y="585"/>
                  </a:cubicBezTo>
                  <a:lnTo>
                    <a:pt x="987" y="821"/>
                  </a:lnTo>
                  <a:cubicBezTo>
                    <a:pt x="951" y="821"/>
                    <a:pt x="919" y="856"/>
                    <a:pt x="884" y="889"/>
                  </a:cubicBezTo>
                  <a:cubicBezTo>
                    <a:pt x="851" y="957"/>
                    <a:pt x="816" y="992"/>
                    <a:pt x="816" y="1025"/>
                  </a:cubicBezTo>
                  <a:cubicBezTo>
                    <a:pt x="715" y="889"/>
                    <a:pt x="612" y="721"/>
                    <a:pt x="444" y="653"/>
                  </a:cubicBezTo>
                  <a:cubicBezTo>
                    <a:pt x="427" y="644"/>
                    <a:pt x="407" y="640"/>
                    <a:pt x="386" y="640"/>
                  </a:cubicBezTo>
                  <a:cubicBezTo>
                    <a:pt x="319" y="640"/>
                    <a:pt x="240" y="685"/>
                    <a:pt x="240" y="788"/>
                  </a:cubicBezTo>
                  <a:cubicBezTo>
                    <a:pt x="240" y="957"/>
                    <a:pt x="376" y="1093"/>
                    <a:pt x="476" y="1229"/>
                  </a:cubicBezTo>
                  <a:cubicBezTo>
                    <a:pt x="511" y="1296"/>
                    <a:pt x="544" y="1332"/>
                    <a:pt x="579" y="1400"/>
                  </a:cubicBezTo>
                  <a:cubicBezTo>
                    <a:pt x="544" y="1400"/>
                    <a:pt x="544" y="1432"/>
                    <a:pt x="544" y="1468"/>
                  </a:cubicBezTo>
                  <a:cubicBezTo>
                    <a:pt x="511" y="1568"/>
                    <a:pt x="511" y="1636"/>
                    <a:pt x="511" y="1739"/>
                  </a:cubicBezTo>
                  <a:cubicBezTo>
                    <a:pt x="408" y="2043"/>
                    <a:pt x="340" y="2383"/>
                    <a:pt x="308" y="2722"/>
                  </a:cubicBezTo>
                  <a:cubicBezTo>
                    <a:pt x="137" y="3401"/>
                    <a:pt x="1" y="4081"/>
                    <a:pt x="137" y="4760"/>
                  </a:cubicBezTo>
                  <a:cubicBezTo>
                    <a:pt x="190" y="5056"/>
                    <a:pt x="499" y="5692"/>
                    <a:pt x="879" y="5692"/>
                  </a:cubicBezTo>
                  <a:cubicBezTo>
                    <a:pt x="979" y="5692"/>
                    <a:pt x="1084" y="5648"/>
                    <a:pt x="1190" y="5542"/>
                  </a:cubicBezTo>
                  <a:cubicBezTo>
                    <a:pt x="1698" y="5031"/>
                    <a:pt x="1631" y="4048"/>
                    <a:pt x="1631" y="3401"/>
                  </a:cubicBezTo>
                  <a:cubicBezTo>
                    <a:pt x="1598" y="2826"/>
                    <a:pt x="1598" y="2179"/>
                    <a:pt x="1495" y="1603"/>
                  </a:cubicBezTo>
                  <a:cubicBezTo>
                    <a:pt x="1734" y="1432"/>
                    <a:pt x="2005" y="1264"/>
                    <a:pt x="2073" y="992"/>
                  </a:cubicBezTo>
                  <a:cubicBezTo>
                    <a:pt x="2102" y="903"/>
                    <a:pt x="2029" y="815"/>
                    <a:pt x="1942" y="815"/>
                  </a:cubicBezTo>
                  <a:cubicBezTo>
                    <a:pt x="1929" y="815"/>
                    <a:pt x="1916" y="817"/>
                    <a:pt x="1902" y="821"/>
                  </a:cubicBezTo>
                  <a:cubicBezTo>
                    <a:pt x="1698" y="889"/>
                    <a:pt x="1563" y="1025"/>
                    <a:pt x="1394" y="1196"/>
                  </a:cubicBezTo>
                  <a:cubicBezTo>
                    <a:pt x="1394" y="1128"/>
                    <a:pt x="1359" y="1060"/>
                    <a:pt x="1326" y="957"/>
                  </a:cubicBezTo>
                  <a:cubicBezTo>
                    <a:pt x="1326" y="957"/>
                    <a:pt x="1326" y="924"/>
                    <a:pt x="1291" y="924"/>
                  </a:cubicBezTo>
                  <a:cubicBezTo>
                    <a:pt x="1326" y="617"/>
                    <a:pt x="1326" y="313"/>
                    <a:pt x="1223" y="74"/>
                  </a:cubicBezTo>
                  <a:cubicBezTo>
                    <a:pt x="1197" y="22"/>
                    <a:pt x="1157" y="0"/>
                    <a:pt x="1116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0"/>
            <p:cNvSpPr/>
            <p:nvPr/>
          </p:nvSpPr>
          <p:spPr>
            <a:xfrm>
              <a:off x="1869792" y="2426800"/>
              <a:ext cx="105269" cy="280737"/>
            </a:xfrm>
            <a:custGeom>
              <a:rect b="b" l="l" r="r" t="t"/>
              <a:pathLst>
                <a:path extrusionOk="0" h="9822" w="3683">
                  <a:moveTo>
                    <a:pt x="142" y="0"/>
                  </a:moveTo>
                  <a:cubicBezTo>
                    <a:pt x="72" y="0"/>
                    <a:pt x="1" y="73"/>
                    <a:pt x="49" y="144"/>
                  </a:cubicBezTo>
                  <a:cubicBezTo>
                    <a:pt x="1510" y="2996"/>
                    <a:pt x="84" y="5440"/>
                    <a:pt x="320" y="8327"/>
                  </a:cubicBezTo>
                  <a:cubicBezTo>
                    <a:pt x="456" y="9718"/>
                    <a:pt x="2290" y="9786"/>
                    <a:pt x="3343" y="9821"/>
                  </a:cubicBezTo>
                  <a:cubicBezTo>
                    <a:pt x="3683" y="9821"/>
                    <a:pt x="3683" y="9311"/>
                    <a:pt x="3343" y="9278"/>
                  </a:cubicBezTo>
                  <a:cubicBezTo>
                    <a:pt x="2493" y="9175"/>
                    <a:pt x="999" y="9278"/>
                    <a:pt x="864" y="8124"/>
                  </a:cubicBezTo>
                  <a:cubicBezTo>
                    <a:pt x="796" y="7477"/>
                    <a:pt x="967" y="6766"/>
                    <a:pt x="1067" y="6155"/>
                  </a:cubicBezTo>
                  <a:cubicBezTo>
                    <a:pt x="1339" y="3982"/>
                    <a:pt x="1475" y="1977"/>
                    <a:pt x="220" y="43"/>
                  </a:cubicBezTo>
                  <a:cubicBezTo>
                    <a:pt x="200" y="13"/>
                    <a:pt x="171" y="0"/>
                    <a:pt x="142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0"/>
            <p:cNvSpPr/>
            <p:nvPr/>
          </p:nvSpPr>
          <p:spPr>
            <a:xfrm>
              <a:off x="1813485" y="2709537"/>
              <a:ext cx="304489" cy="135881"/>
            </a:xfrm>
            <a:custGeom>
              <a:rect b="b" l="l" r="r" t="t"/>
              <a:pathLst>
                <a:path extrusionOk="0" h="4754" w="10653">
                  <a:moveTo>
                    <a:pt x="9692" y="981"/>
                  </a:moveTo>
                  <a:lnTo>
                    <a:pt x="9692" y="981"/>
                  </a:lnTo>
                  <a:cubicBezTo>
                    <a:pt x="9556" y="1355"/>
                    <a:pt x="9352" y="1763"/>
                    <a:pt x="9116" y="2102"/>
                  </a:cubicBezTo>
                  <a:cubicBezTo>
                    <a:pt x="8947" y="2056"/>
                    <a:pt x="8772" y="2038"/>
                    <a:pt x="8593" y="2038"/>
                  </a:cubicBezTo>
                  <a:cubicBezTo>
                    <a:pt x="8375" y="2038"/>
                    <a:pt x="8151" y="2065"/>
                    <a:pt x="7926" y="2102"/>
                  </a:cubicBezTo>
                  <a:cubicBezTo>
                    <a:pt x="8538" y="1831"/>
                    <a:pt x="9149" y="1456"/>
                    <a:pt x="9692" y="981"/>
                  </a:cubicBezTo>
                  <a:close/>
                  <a:moveTo>
                    <a:pt x="8521" y="2676"/>
                  </a:moveTo>
                  <a:cubicBezTo>
                    <a:pt x="8561" y="2676"/>
                    <a:pt x="8601" y="2677"/>
                    <a:pt x="8641" y="2678"/>
                  </a:cubicBezTo>
                  <a:cubicBezTo>
                    <a:pt x="7926" y="3425"/>
                    <a:pt x="6943" y="3936"/>
                    <a:pt x="5925" y="4072"/>
                  </a:cubicBezTo>
                  <a:cubicBezTo>
                    <a:pt x="6414" y="3091"/>
                    <a:pt x="7473" y="2676"/>
                    <a:pt x="8521" y="2676"/>
                  </a:cubicBezTo>
                  <a:close/>
                  <a:moveTo>
                    <a:pt x="321" y="1795"/>
                  </a:moveTo>
                  <a:cubicBezTo>
                    <a:pt x="1729" y="2421"/>
                    <a:pt x="3223" y="2782"/>
                    <a:pt x="4690" y="2782"/>
                  </a:cubicBezTo>
                  <a:cubicBezTo>
                    <a:pt x="5454" y="2782"/>
                    <a:pt x="6210" y="2684"/>
                    <a:pt x="6943" y="2474"/>
                  </a:cubicBezTo>
                  <a:lnTo>
                    <a:pt x="6943" y="2474"/>
                  </a:lnTo>
                  <a:cubicBezTo>
                    <a:pt x="6264" y="2849"/>
                    <a:pt x="5721" y="3425"/>
                    <a:pt x="5517" y="4104"/>
                  </a:cubicBezTo>
                  <a:lnTo>
                    <a:pt x="5210" y="4104"/>
                  </a:lnTo>
                  <a:cubicBezTo>
                    <a:pt x="3480" y="3968"/>
                    <a:pt x="1747" y="2746"/>
                    <a:pt x="321" y="1795"/>
                  </a:cubicBezTo>
                  <a:close/>
                  <a:moveTo>
                    <a:pt x="10226" y="0"/>
                  </a:moveTo>
                  <a:cubicBezTo>
                    <a:pt x="10099" y="0"/>
                    <a:pt x="9972" y="52"/>
                    <a:pt x="9896" y="166"/>
                  </a:cubicBezTo>
                  <a:cubicBezTo>
                    <a:pt x="9868" y="152"/>
                    <a:pt x="9835" y="144"/>
                    <a:pt x="9798" y="144"/>
                  </a:cubicBezTo>
                  <a:cubicBezTo>
                    <a:pt x="9745" y="144"/>
                    <a:pt x="9685" y="161"/>
                    <a:pt x="9624" y="201"/>
                  </a:cubicBezTo>
                  <a:cubicBezTo>
                    <a:pt x="8198" y="1152"/>
                    <a:pt x="6976" y="1967"/>
                    <a:pt x="5246" y="2238"/>
                  </a:cubicBezTo>
                  <a:cubicBezTo>
                    <a:pt x="4960" y="2280"/>
                    <a:pt x="4672" y="2298"/>
                    <a:pt x="4385" y="2298"/>
                  </a:cubicBezTo>
                  <a:cubicBezTo>
                    <a:pt x="3035" y="2298"/>
                    <a:pt x="1677" y="1889"/>
                    <a:pt x="389" y="1524"/>
                  </a:cubicBezTo>
                  <a:cubicBezTo>
                    <a:pt x="370" y="1514"/>
                    <a:pt x="352" y="1510"/>
                    <a:pt x="335" y="1510"/>
                  </a:cubicBezTo>
                  <a:cubicBezTo>
                    <a:pt x="229" y="1510"/>
                    <a:pt x="162" y="1674"/>
                    <a:pt x="221" y="1763"/>
                  </a:cubicBezTo>
                  <a:lnTo>
                    <a:pt x="185" y="1728"/>
                  </a:lnTo>
                  <a:cubicBezTo>
                    <a:pt x="166" y="1715"/>
                    <a:pt x="148" y="1709"/>
                    <a:pt x="130" y="1709"/>
                  </a:cubicBezTo>
                  <a:cubicBezTo>
                    <a:pt x="53" y="1709"/>
                    <a:pt x="1" y="1815"/>
                    <a:pt x="85" y="1899"/>
                  </a:cubicBezTo>
                  <a:cubicBezTo>
                    <a:pt x="1731" y="3297"/>
                    <a:pt x="3722" y="4754"/>
                    <a:pt x="5948" y="4754"/>
                  </a:cubicBezTo>
                  <a:cubicBezTo>
                    <a:pt x="6153" y="4754"/>
                    <a:pt x="6360" y="4741"/>
                    <a:pt x="6568" y="4715"/>
                  </a:cubicBezTo>
                  <a:cubicBezTo>
                    <a:pt x="8538" y="4444"/>
                    <a:pt x="10371" y="2271"/>
                    <a:pt x="10610" y="405"/>
                  </a:cubicBezTo>
                  <a:cubicBezTo>
                    <a:pt x="10653" y="149"/>
                    <a:pt x="10441" y="0"/>
                    <a:pt x="10226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0"/>
            <p:cNvSpPr/>
            <p:nvPr/>
          </p:nvSpPr>
          <p:spPr>
            <a:xfrm>
              <a:off x="1260786" y="2451324"/>
              <a:ext cx="164006" cy="311492"/>
            </a:xfrm>
            <a:custGeom>
              <a:rect b="b" l="l" r="r" t="t"/>
              <a:pathLst>
                <a:path extrusionOk="0" h="10898" w="5738">
                  <a:moveTo>
                    <a:pt x="2047" y="0"/>
                  </a:moveTo>
                  <a:cubicBezTo>
                    <a:pt x="1209" y="0"/>
                    <a:pt x="588" y="898"/>
                    <a:pt x="373" y="1730"/>
                  </a:cubicBezTo>
                  <a:cubicBezTo>
                    <a:pt x="1" y="3191"/>
                    <a:pt x="748" y="4514"/>
                    <a:pt x="2003" y="5093"/>
                  </a:cubicBezTo>
                  <a:cubicBezTo>
                    <a:pt x="645" y="7774"/>
                    <a:pt x="1834" y="10897"/>
                    <a:pt x="5297" y="10897"/>
                  </a:cubicBezTo>
                  <a:cubicBezTo>
                    <a:pt x="5670" y="10897"/>
                    <a:pt x="5738" y="10354"/>
                    <a:pt x="5398" y="10254"/>
                  </a:cubicBezTo>
                  <a:cubicBezTo>
                    <a:pt x="4415" y="9947"/>
                    <a:pt x="3532" y="9743"/>
                    <a:pt x="2750" y="8996"/>
                  </a:cubicBezTo>
                  <a:cubicBezTo>
                    <a:pt x="1631" y="7910"/>
                    <a:pt x="2242" y="6212"/>
                    <a:pt x="2921" y="5093"/>
                  </a:cubicBezTo>
                  <a:cubicBezTo>
                    <a:pt x="3057" y="4889"/>
                    <a:pt x="2953" y="4550"/>
                    <a:pt x="2717" y="4514"/>
                  </a:cubicBezTo>
                  <a:cubicBezTo>
                    <a:pt x="577" y="4074"/>
                    <a:pt x="237" y="576"/>
                    <a:pt x="2649" y="508"/>
                  </a:cubicBezTo>
                  <a:cubicBezTo>
                    <a:pt x="2818" y="508"/>
                    <a:pt x="2921" y="272"/>
                    <a:pt x="2750" y="204"/>
                  </a:cubicBezTo>
                  <a:cubicBezTo>
                    <a:pt x="2503" y="62"/>
                    <a:pt x="2267" y="0"/>
                    <a:pt x="2047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0"/>
            <p:cNvSpPr/>
            <p:nvPr/>
          </p:nvSpPr>
          <p:spPr>
            <a:xfrm>
              <a:off x="1444171" y="2066291"/>
              <a:ext cx="252469" cy="193932"/>
            </a:xfrm>
            <a:custGeom>
              <a:rect b="b" l="l" r="r" t="t"/>
              <a:pathLst>
                <a:path extrusionOk="0" h="6785" w="8833">
                  <a:moveTo>
                    <a:pt x="6832" y="0"/>
                  </a:moveTo>
                  <a:cubicBezTo>
                    <a:pt x="5004" y="0"/>
                    <a:pt x="3686" y="1585"/>
                    <a:pt x="4110" y="3521"/>
                  </a:cubicBezTo>
                  <a:cubicBezTo>
                    <a:pt x="3625" y="3370"/>
                    <a:pt x="3124" y="3263"/>
                    <a:pt x="2640" y="3263"/>
                  </a:cubicBezTo>
                  <a:cubicBezTo>
                    <a:pt x="1937" y="3263"/>
                    <a:pt x="1271" y="3489"/>
                    <a:pt x="748" y="4133"/>
                  </a:cubicBezTo>
                  <a:cubicBezTo>
                    <a:pt x="1" y="5083"/>
                    <a:pt x="272" y="6645"/>
                    <a:pt x="1562" y="6781"/>
                  </a:cubicBezTo>
                  <a:cubicBezTo>
                    <a:pt x="1574" y="6783"/>
                    <a:pt x="1585" y="6784"/>
                    <a:pt x="1596" y="6784"/>
                  </a:cubicBezTo>
                  <a:cubicBezTo>
                    <a:pt x="1742" y="6784"/>
                    <a:pt x="1792" y="6573"/>
                    <a:pt x="1666" y="6509"/>
                  </a:cubicBezTo>
                  <a:cubicBezTo>
                    <a:pt x="68" y="5694"/>
                    <a:pt x="1258" y="3964"/>
                    <a:pt x="2581" y="3896"/>
                  </a:cubicBezTo>
                  <a:cubicBezTo>
                    <a:pt x="2621" y="3894"/>
                    <a:pt x="2661" y="3893"/>
                    <a:pt x="2701" y="3893"/>
                  </a:cubicBezTo>
                  <a:cubicBezTo>
                    <a:pt x="3343" y="3893"/>
                    <a:pt x="4008" y="4155"/>
                    <a:pt x="4550" y="4507"/>
                  </a:cubicBezTo>
                  <a:cubicBezTo>
                    <a:pt x="4620" y="4545"/>
                    <a:pt x="4688" y="4562"/>
                    <a:pt x="4752" y="4562"/>
                  </a:cubicBezTo>
                  <a:cubicBezTo>
                    <a:pt x="5034" y="4562"/>
                    <a:pt x="5233" y="4241"/>
                    <a:pt x="5093" y="3964"/>
                  </a:cubicBezTo>
                  <a:cubicBezTo>
                    <a:pt x="4238" y="1974"/>
                    <a:pt x="5405" y="951"/>
                    <a:pt x="7004" y="951"/>
                  </a:cubicBezTo>
                  <a:cubicBezTo>
                    <a:pt x="7369" y="951"/>
                    <a:pt x="7758" y="1005"/>
                    <a:pt x="8149" y="1112"/>
                  </a:cubicBezTo>
                  <a:cubicBezTo>
                    <a:pt x="8180" y="1120"/>
                    <a:pt x="8210" y="1123"/>
                    <a:pt x="8239" y="1123"/>
                  </a:cubicBezTo>
                  <a:cubicBezTo>
                    <a:pt x="8599" y="1123"/>
                    <a:pt x="8833" y="586"/>
                    <a:pt x="8456" y="398"/>
                  </a:cubicBezTo>
                  <a:cubicBezTo>
                    <a:pt x="7893" y="124"/>
                    <a:pt x="7343" y="0"/>
                    <a:pt x="6832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0"/>
            <p:cNvSpPr/>
            <p:nvPr/>
          </p:nvSpPr>
          <p:spPr>
            <a:xfrm>
              <a:off x="1900290" y="2113280"/>
              <a:ext cx="270991" cy="65168"/>
            </a:xfrm>
            <a:custGeom>
              <a:rect b="b" l="l" r="r" t="t"/>
              <a:pathLst>
                <a:path extrusionOk="0" h="2280" w="9481">
                  <a:moveTo>
                    <a:pt x="176" y="1"/>
                  </a:moveTo>
                  <a:cubicBezTo>
                    <a:pt x="93" y="1"/>
                    <a:pt x="0" y="53"/>
                    <a:pt x="0" y="147"/>
                  </a:cubicBezTo>
                  <a:cubicBezTo>
                    <a:pt x="57" y="1609"/>
                    <a:pt x="879" y="2244"/>
                    <a:pt x="1830" y="2244"/>
                  </a:cubicBezTo>
                  <a:cubicBezTo>
                    <a:pt x="2624" y="2244"/>
                    <a:pt x="3507" y="1802"/>
                    <a:pt x="4110" y="1030"/>
                  </a:cubicBezTo>
                  <a:cubicBezTo>
                    <a:pt x="4853" y="1869"/>
                    <a:pt x="5671" y="2279"/>
                    <a:pt x="6498" y="2279"/>
                  </a:cubicBezTo>
                  <a:cubicBezTo>
                    <a:pt x="7444" y="2279"/>
                    <a:pt x="8401" y="1741"/>
                    <a:pt x="9271" y="690"/>
                  </a:cubicBezTo>
                  <a:cubicBezTo>
                    <a:pt x="9480" y="453"/>
                    <a:pt x="9264" y="116"/>
                    <a:pt x="9030" y="116"/>
                  </a:cubicBezTo>
                  <a:cubicBezTo>
                    <a:pt x="8961" y="116"/>
                    <a:pt x="8890" y="145"/>
                    <a:pt x="8828" y="215"/>
                  </a:cubicBezTo>
                  <a:cubicBezTo>
                    <a:pt x="8017" y="1081"/>
                    <a:pt x="7215" y="1582"/>
                    <a:pt x="6413" y="1582"/>
                  </a:cubicBezTo>
                  <a:cubicBezTo>
                    <a:pt x="5704" y="1582"/>
                    <a:pt x="4995" y="1192"/>
                    <a:pt x="4278" y="316"/>
                  </a:cubicBezTo>
                  <a:cubicBezTo>
                    <a:pt x="4236" y="245"/>
                    <a:pt x="4164" y="216"/>
                    <a:pt x="4087" y="216"/>
                  </a:cubicBezTo>
                  <a:cubicBezTo>
                    <a:pt x="3980" y="216"/>
                    <a:pt x="3863" y="272"/>
                    <a:pt x="3803" y="351"/>
                  </a:cubicBezTo>
                  <a:cubicBezTo>
                    <a:pt x="3336" y="1217"/>
                    <a:pt x="2532" y="1748"/>
                    <a:pt x="1807" y="1748"/>
                  </a:cubicBezTo>
                  <a:cubicBezTo>
                    <a:pt x="1112" y="1748"/>
                    <a:pt x="489" y="1260"/>
                    <a:pt x="307" y="112"/>
                  </a:cubicBezTo>
                  <a:cubicBezTo>
                    <a:pt x="307" y="36"/>
                    <a:pt x="245" y="1"/>
                    <a:pt x="176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0"/>
            <p:cNvSpPr/>
            <p:nvPr/>
          </p:nvSpPr>
          <p:spPr>
            <a:xfrm>
              <a:off x="2303359" y="2124141"/>
              <a:ext cx="87634" cy="135738"/>
            </a:xfrm>
            <a:custGeom>
              <a:rect b="b" l="l" r="r" t="t"/>
              <a:pathLst>
                <a:path extrusionOk="0" h="4749" w="3066">
                  <a:moveTo>
                    <a:pt x="1057" y="1"/>
                  </a:moveTo>
                  <a:cubicBezTo>
                    <a:pt x="792" y="1"/>
                    <a:pt x="493" y="85"/>
                    <a:pt x="158" y="275"/>
                  </a:cubicBezTo>
                  <a:cubicBezTo>
                    <a:pt x="0" y="372"/>
                    <a:pt x="110" y="618"/>
                    <a:pt x="264" y="618"/>
                  </a:cubicBezTo>
                  <a:cubicBezTo>
                    <a:pt x="274" y="618"/>
                    <a:pt x="284" y="617"/>
                    <a:pt x="294" y="615"/>
                  </a:cubicBezTo>
                  <a:cubicBezTo>
                    <a:pt x="439" y="590"/>
                    <a:pt x="573" y="578"/>
                    <a:pt x="696" y="578"/>
                  </a:cubicBezTo>
                  <a:cubicBezTo>
                    <a:pt x="1415" y="578"/>
                    <a:pt x="1790" y="993"/>
                    <a:pt x="1992" y="1804"/>
                  </a:cubicBezTo>
                  <a:cubicBezTo>
                    <a:pt x="2196" y="2551"/>
                    <a:pt x="2095" y="3502"/>
                    <a:pt x="1720" y="4214"/>
                  </a:cubicBezTo>
                  <a:cubicBezTo>
                    <a:pt x="1578" y="4498"/>
                    <a:pt x="1816" y="4749"/>
                    <a:pt x="2054" y="4749"/>
                  </a:cubicBezTo>
                  <a:cubicBezTo>
                    <a:pt x="2157" y="4749"/>
                    <a:pt x="2260" y="4701"/>
                    <a:pt x="2331" y="4588"/>
                  </a:cubicBezTo>
                  <a:cubicBezTo>
                    <a:pt x="3065" y="3357"/>
                    <a:pt x="2734" y="1"/>
                    <a:pt x="105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0"/>
            <p:cNvSpPr/>
            <p:nvPr/>
          </p:nvSpPr>
          <p:spPr>
            <a:xfrm>
              <a:off x="2404827" y="2381011"/>
              <a:ext cx="73886" cy="130736"/>
            </a:xfrm>
            <a:custGeom>
              <a:rect b="b" l="l" r="r" t="t"/>
              <a:pathLst>
                <a:path extrusionOk="0" h="4574" w="2585">
                  <a:moveTo>
                    <a:pt x="327" y="1"/>
                  </a:moveTo>
                  <a:cubicBezTo>
                    <a:pt x="85" y="1"/>
                    <a:pt x="1" y="394"/>
                    <a:pt x="275" y="455"/>
                  </a:cubicBezTo>
                  <a:cubicBezTo>
                    <a:pt x="1769" y="966"/>
                    <a:pt x="1872" y="2832"/>
                    <a:pt x="1498" y="4122"/>
                  </a:cubicBezTo>
                  <a:cubicBezTo>
                    <a:pt x="1415" y="4392"/>
                    <a:pt x="1635" y="4573"/>
                    <a:pt x="1842" y="4573"/>
                  </a:cubicBezTo>
                  <a:cubicBezTo>
                    <a:pt x="1976" y="4573"/>
                    <a:pt x="2104" y="4499"/>
                    <a:pt x="2144" y="4326"/>
                  </a:cubicBezTo>
                  <a:cubicBezTo>
                    <a:pt x="2584" y="2696"/>
                    <a:pt x="2212" y="559"/>
                    <a:pt x="411" y="15"/>
                  </a:cubicBezTo>
                  <a:cubicBezTo>
                    <a:pt x="381" y="5"/>
                    <a:pt x="353" y="1"/>
                    <a:pt x="32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0"/>
            <p:cNvSpPr/>
            <p:nvPr/>
          </p:nvSpPr>
          <p:spPr>
            <a:xfrm>
              <a:off x="2280579" y="2676524"/>
              <a:ext cx="209367" cy="231976"/>
            </a:xfrm>
            <a:custGeom>
              <a:rect b="b" l="l" r="r" t="t"/>
              <a:pathLst>
                <a:path extrusionOk="0" h="8116" w="7325">
                  <a:moveTo>
                    <a:pt x="6937" y="1"/>
                  </a:moveTo>
                  <a:cubicBezTo>
                    <a:pt x="6794" y="1"/>
                    <a:pt x="6656" y="73"/>
                    <a:pt x="6627" y="234"/>
                  </a:cubicBezTo>
                  <a:cubicBezTo>
                    <a:pt x="6287" y="1763"/>
                    <a:pt x="6151" y="4208"/>
                    <a:pt x="4114" y="4276"/>
                  </a:cubicBezTo>
                  <a:cubicBezTo>
                    <a:pt x="3911" y="4276"/>
                    <a:pt x="3775" y="4480"/>
                    <a:pt x="3807" y="4683"/>
                  </a:cubicBezTo>
                  <a:cubicBezTo>
                    <a:pt x="4124" y="6316"/>
                    <a:pt x="2722" y="7683"/>
                    <a:pt x="1195" y="7683"/>
                  </a:cubicBezTo>
                  <a:cubicBezTo>
                    <a:pt x="912" y="7683"/>
                    <a:pt x="625" y="7636"/>
                    <a:pt x="344" y="7535"/>
                  </a:cubicBezTo>
                  <a:cubicBezTo>
                    <a:pt x="312" y="7523"/>
                    <a:pt x="282" y="7518"/>
                    <a:pt x="255" y="7518"/>
                  </a:cubicBezTo>
                  <a:cubicBezTo>
                    <a:pt x="53" y="7518"/>
                    <a:pt x="0" y="7819"/>
                    <a:pt x="208" y="7908"/>
                  </a:cubicBezTo>
                  <a:cubicBezTo>
                    <a:pt x="576" y="8050"/>
                    <a:pt x="945" y="8116"/>
                    <a:pt x="1304" y="8116"/>
                  </a:cubicBezTo>
                  <a:cubicBezTo>
                    <a:pt x="2996" y="8116"/>
                    <a:pt x="4454" y="6651"/>
                    <a:pt x="4454" y="4887"/>
                  </a:cubicBezTo>
                  <a:cubicBezTo>
                    <a:pt x="6524" y="4716"/>
                    <a:pt x="7067" y="2103"/>
                    <a:pt x="7306" y="337"/>
                  </a:cubicBezTo>
                  <a:cubicBezTo>
                    <a:pt x="7324" y="125"/>
                    <a:pt x="7125" y="1"/>
                    <a:pt x="693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0"/>
            <p:cNvSpPr/>
            <p:nvPr/>
          </p:nvSpPr>
          <p:spPr>
            <a:xfrm>
              <a:off x="2168136" y="3128612"/>
              <a:ext cx="46589" cy="190302"/>
            </a:xfrm>
            <a:custGeom>
              <a:rect b="b" l="l" r="r" t="t"/>
              <a:pathLst>
                <a:path extrusionOk="0" h="6658" w="1630">
                  <a:moveTo>
                    <a:pt x="393" y="1"/>
                  </a:moveTo>
                  <a:cubicBezTo>
                    <a:pt x="199" y="1"/>
                    <a:pt x="0" y="122"/>
                    <a:pt x="0" y="342"/>
                  </a:cubicBezTo>
                  <a:cubicBezTo>
                    <a:pt x="68" y="1497"/>
                    <a:pt x="307" y="2616"/>
                    <a:pt x="476" y="3770"/>
                  </a:cubicBezTo>
                  <a:cubicBezTo>
                    <a:pt x="579" y="4517"/>
                    <a:pt x="511" y="6046"/>
                    <a:pt x="1155" y="6622"/>
                  </a:cubicBezTo>
                  <a:cubicBezTo>
                    <a:pt x="1179" y="6646"/>
                    <a:pt x="1208" y="6658"/>
                    <a:pt x="1236" y="6658"/>
                  </a:cubicBezTo>
                  <a:cubicBezTo>
                    <a:pt x="1287" y="6658"/>
                    <a:pt x="1337" y="6621"/>
                    <a:pt x="1358" y="6554"/>
                  </a:cubicBezTo>
                  <a:cubicBezTo>
                    <a:pt x="1630" y="5875"/>
                    <a:pt x="1222" y="4653"/>
                    <a:pt x="1122" y="3941"/>
                  </a:cubicBezTo>
                  <a:cubicBezTo>
                    <a:pt x="986" y="2719"/>
                    <a:pt x="951" y="1461"/>
                    <a:pt x="747" y="274"/>
                  </a:cubicBezTo>
                  <a:cubicBezTo>
                    <a:pt x="716" y="88"/>
                    <a:pt x="556" y="1"/>
                    <a:pt x="393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0"/>
            <p:cNvSpPr/>
            <p:nvPr/>
          </p:nvSpPr>
          <p:spPr>
            <a:xfrm>
              <a:off x="1824575" y="3121094"/>
              <a:ext cx="248468" cy="205451"/>
            </a:xfrm>
            <a:custGeom>
              <a:rect b="b" l="l" r="r" t="t"/>
              <a:pathLst>
                <a:path extrusionOk="0" h="7188" w="8693">
                  <a:moveTo>
                    <a:pt x="6090" y="0"/>
                  </a:moveTo>
                  <a:cubicBezTo>
                    <a:pt x="5003" y="0"/>
                    <a:pt x="3836" y="1126"/>
                    <a:pt x="3532" y="2268"/>
                  </a:cubicBezTo>
                  <a:cubicBezTo>
                    <a:pt x="3029" y="1954"/>
                    <a:pt x="2448" y="1769"/>
                    <a:pt x="1926" y="1769"/>
                  </a:cubicBezTo>
                  <a:cubicBezTo>
                    <a:pt x="1603" y="1769"/>
                    <a:pt x="1301" y="1840"/>
                    <a:pt x="1055" y="1996"/>
                  </a:cubicBezTo>
                  <a:cubicBezTo>
                    <a:pt x="783" y="2099"/>
                    <a:pt x="544" y="2336"/>
                    <a:pt x="408" y="2811"/>
                  </a:cubicBezTo>
                  <a:cubicBezTo>
                    <a:pt x="1" y="4373"/>
                    <a:pt x="1427" y="5562"/>
                    <a:pt x="2820" y="6377"/>
                  </a:cubicBezTo>
                  <a:lnTo>
                    <a:pt x="3024" y="6581"/>
                  </a:lnTo>
                  <a:cubicBezTo>
                    <a:pt x="3061" y="6636"/>
                    <a:pt x="3108" y="6661"/>
                    <a:pt x="3160" y="6661"/>
                  </a:cubicBezTo>
                  <a:cubicBezTo>
                    <a:pt x="3203" y="6661"/>
                    <a:pt x="3249" y="6644"/>
                    <a:pt x="3296" y="6614"/>
                  </a:cubicBezTo>
                  <a:cubicBezTo>
                    <a:pt x="3736" y="6817"/>
                    <a:pt x="4143" y="7021"/>
                    <a:pt x="4483" y="7157"/>
                  </a:cubicBezTo>
                  <a:cubicBezTo>
                    <a:pt x="4538" y="7178"/>
                    <a:pt x="4589" y="7188"/>
                    <a:pt x="4636" y="7188"/>
                  </a:cubicBezTo>
                  <a:cubicBezTo>
                    <a:pt x="4818" y="7188"/>
                    <a:pt x="4932" y="7041"/>
                    <a:pt x="4958" y="6853"/>
                  </a:cubicBezTo>
                  <a:cubicBezTo>
                    <a:pt x="7370" y="6581"/>
                    <a:pt x="8693" y="2743"/>
                    <a:pt x="7438" y="809"/>
                  </a:cubicBezTo>
                  <a:cubicBezTo>
                    <a:pt x="7065" y="235"/>
                    <a:pt x="6586" y="0"/>
                    <a:pt x="6090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31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2050" name="Google Shape;2050;p31"/>
          <p:cNvGrpSpPr/>
          <p:nvPr/>
        </p:nvGrpSpPr>
        <p:grpSpPr>
          <a:xfrm>
            <a:off x="3585527" y="1307394"/>
            <a:ext cx="2322015" cy="1622542"/>
            <a:chOff x="3585527" y="1307394"/>
            <a:chExt cx="2322015" cy="1622542"/>
          </a:xfrm>
        </p:grpSpPr>
        <p:sp>
          <p:nvSpPr>
            <p:cNvPr id="2051" name="Google Shape;2051;p31"/>
            <p:cNvSpPr txBox="1"/>
            <p:nvPr/>
          </p:nvSpPr>
          <p:spPr>
            <a:xfrm>
              <a:off x="3855788" y="2121488"/>
              <a:ext cx="1781400" cy="7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planet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2" name="Google Shape;2052;p31"/>
            <p:cNvSpPr txBox="1"/>
            <p:nvPr/>
          </p:nvSpPr>
          <p:spPr>
            <a:xfrm>
              <a:off x="3894038" y="1786700"/>
              <a:ext cx="17049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19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Bio</a:t>
              </a:r>
              <a:endParaRPr sz="19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053" name="Google Shape;2053;p31"/>
            <p:cNvSpPr/>
            <p:nvPr/>
          </p:nvSpPr>
          <p:spPr>
            <a:xfrm>
              <a:off x="4650978" y="1429826"/>
              <a:ext cx="98681" cy="49618"/>
            </a:xfrm>
            <a:custGeom>
              <a:rect b="b" l="l" r="r" t="t"/>
              <a:pathLst>
                <a:path extrusionOk="0" h="2830" w="3442">
                  <a:moveTo>
                    <a:pt x="2902" y="0"/>
                  </a:moveTo>
                  <a:cubicBezTo>
                    <a:pt x="2802" y="0"/>
                    <a:pt x="2699" y="38"/>
                    <a:pt x="2608" y="113"/>
                  </a:cubicBezTo>
                  <a:cubicBezTo>
                    <a:pt x="2174" y="439"/>
                    <a:pt x="1666" y="838"/>
                    <a:pt x="1232" y="1200"/>
                  </a:cubicBezTo>
                  <a:cubicBezTo>
                    <a:pt x="906" y="1490"/>
                    <a:pt x="580" y="1743"/>
                    <a:pt x="254" y="1997"/>
                  </a:cubicBezTo>
                  <a:cubicBezTo>
                    <a:pt x="36" y="2142"/>
                    <a:pt x="0" y="2432"/>
                    <a:pt x="145" y="2649"/>
                  </a:cubicBezTo>
                  <a:cubicBezTo>
                    <a:pt x="254" y="2758"/>
                    <a:pt x="362" y="2830"/>
                    <a:pt x="507" y="2830"/>
                  </a:cubicBezTo>
                  <a:cubicBezTo>
                    <a:pt x="616" y="2830"/>
                    <a:pt x="725" y="2794"/>
                    <a:pt x="797" y="2721"/>
                  </a:cubicBezTo>
                  <a:cubicBezTo>
                    <a:pt x="1123" y="2504"/>
                    <a:pt x="1449" y="2214"/>
                    <a:pt x="1811" y="1924"/>
                  </a:cubicBezTo>
                  <a:cubicBezTo>
                    <a:pt x="2246" y="1562"/>
                    <a:pt x="2717" y="1200"/>
                    <a:pt x="3151" y="874"/>
                  </a:cubicBezTo>
                  <a:cubicBezTo>
                    <a:pt x="3369" y="729"/>
                    <a:pt x="3441" y="403"/>
                    <a:pt x="3260" y="222"/>
                  </a:cubicBezTo>
                  <a:cubicBezTo>
                    <a:pt x="3176" y="74"/>
                    <a:pt x="3042" y="0"/>
                    <a:pt x="29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1"/>
            <p:cNvSpPr/>
            <p:nvPr/>
          </p:nvSpPr>
          <p:spPr>
            <a:xfrm>
              <a:off x="3585527" y="1307394"/>
              <a:ext cx="2322015" cy="1622542"/>
            </a:xfrm>
            <a:custGeom>
              <a:rect b="b" l="l" r="r" t="t"/>
              <a:pathLst>
                <a:path extrusionOk="0" h="92543" w="80992">
                  <a:moveTo>
                    <a:pt x="38286" y="939"/>
                  </a:moveTo>
                  <a:cubicBezTo>
                    <a:pt x="38395" y="975"/>
                    <a:pt x="38503" y="1011"/>
                    <a:pt x="38576" y="1084"/>
                  </a:cubicBezTo>
                  <a:cubicBezTo>
                    <a:pt x="39409" y="1663"/>
                    <a:pt x="40206" y="2315"/>
                    <a:pt x="40894" y="3040"/>
                  </a:cubicBezTo>
                  <a:cubicBezTo>
                    <a:pt x="40982" y="3127"/>
                    <a:pt x="41109" y="3175"/>
                    <a:pt x="41237" y="3175"/>
                  </a:cubicBezTo>
                  <a:cubicBezTo>
                    <a:pt x="41319" y="3175"/>
                    <a:pt x="41402" y="3155"/>
                    <a:pt x="41474" y="3112"/>
                  </a:cubicBezTo>
                  <a:cubicBezTo>
                    <a:pt x="42234" y="2714"/>
                    <a:pt x="43031" y="2315"/>
                    <a:pt x="43828" y="1989"/>
                  </a:cubicBezTo>
                  <a:cubicBezTo>
                    <a:pt x="44009" y="1881"/>
                    <a:pt x="44190" y="1844"/>
                    <a:pt x="44371" y="1844"/>
                  </a:cubicBezTo>
                  <a:cubicBezTo>
                    <a:pt x="44589" y="1844"/>
                    <a:pt x="44806" y="1953"/>
                    <a:pt x="44987" y="2098"/>
                  </a:cubicBezTo>
                  <a:cubicBezTo>
                    <a:pt x="45494" y="2424"/>
                    <a:pt x="45929" y="2931"/>
                    <a:pt x="46219" y="3510"/>
                  </a:cubicBezTo>
                  <a:cubicBezTo>
                    <a:pt x="46298" y="3670"/>
                    <a:pt x="46455" y="3770"/>
                    <a:pt x="46633" y="3770"/>
                  </a:cubicBezTo>
                  <a:cubicBezTo>
                    <a:pt x="46698" y="3770"/>
                    <a:pt x="46766" y="3757"/>
                    <a:pt x="46834" y="3728"/>
                  </a:cubicBezTo>
                  <a:lnTo>
                    <a:pt x="49877" y="2532"/>
                  </a:lnTo>
                  <a:lnTo>
                    <a:pt x="49877" y="2532"/>
                  </a:lnTo>
                  <a:cubicBezTo>
                    <a:pt x="49442" y="5177"/>
                    <a:pt x="49189" y="7821"/>
                    <a:pt x="49152" y="10501"/>
                  </a:cubicBezTo>
                  <a:cubicBezTo>
                    <a:pt x="49008" y="14232"/>
                    <a:pt x="48863" y="18071"/>
                    <a:pt x="47595" y="21694"/>
                  </a:cubicBezTo>
                  <a:cubicBezTo>
                    <a:pt x="47052" y="21186"/>
                    <a:pt x="46508" y="20752"/>
                    <a:pt x="45893" y="20390"/>
                  </a:cubicBezTo>
                  <a:cubicBezTo>
                    <a:pt x="45675" y="20208"/>
                    <a:pt x="45422" y="20136"/>
                    <a:pt x="45168" y="20100"/>
                  </a:cubicBezTo>
                  <a:lnTo>
                    <a:pt x="45096" y="20100"/>
                  </a:lnTo>
                  <a:cubicBezTo>
                    <a:pt x="44842" y="20136"/>
                    <a:pt x="44589" y="20245"/>
                    <a:pt x="44371" y="20462"/>
                  </a:cubicBezTo>
                  <a:lnTo>
                    <a:pt x="43430" y="21295"/>
                  </a:lnTo>
                  <a:cubicBezTo>
                    <a:pt x="43246" y="21494"/>
                    <a:pt x="42997" y="21590"/>
                    <a:pt x="42749" y="21590"/>
                  </a:cubicBezTo>
                  <a:cubicBezTo>
                    <a:pt x="42411" y="21590"/>
                    <a:pt x="42075" y="21412"/>
                    <a:pt x="41908" y="21078"/>
                  </a:cubicBezTo>
                  <a:lnTo>
                    <a:pt x="41800" y="20897"/>
                  </a:lnTo>
                  <a:cubicBezTo>
                    <a:pt x="41510" y="20390"/>
                    <a:pt x="41039" y="20027"/>
                    <a:pt x="40496" y="19846"/>
                  </a:cubicBezTo>
                  <a:cubicBezTo>
                    <a:pt x="40314" y="19774"/>
                    <a:pt x="40097" y="19738"/>
                    <a:pt x="39916" y="19738"/>
                  </a:cubicBezTo>
                  <a:cubicBezTo>
                    <a:pt x="39300" y="19774"/>
                    <a:pt x="38721" y="19955"/>
                    <a:pt x="38214" y="20208"/>
                  </a:cubicBezTo>
                  <a:lnTo>
                    <a:pt x="35533" y="21331"/>
                  </a:lnTo>
                  <a:cubicBezTo>
                    <a:pt x="34773" y="20788"/>
                    <a:pt x="34012" y="20136"/>
                    <a:pt x="33360" y="19448"/>
                  </a:cubicBezTo>
                  <a:cubicBezTo>
                    <a:pt x="33276" y="19342"/>
                    <a:pt x="33142" y="19286"/>
                    <a:pt x="33009" y="19286"/>
                  </a:cubicBezTo>
                  <a:cubicBezTo>
                    <a:pt x="32914" y="19286"/>
                    <a:pt x="32820" y="19315"/>
                    <a:pt x="32744" y="19375"/>
                  </a:cubicBezTo>
                  <a:lnTo>
                    <a:pt x="31875" y="20027"/>
                  </a:lnTo>
                  <a:cubicBezTo>
                    <a:pt x="32020" y="13978"/>
                    <a:pt x="32636" y="7966"/>
                    <a:pt x="33795" y="2025"/>
                  </a:cubicBezTo>
                  <a:lnTo>
                    <a:pt x="35497" y="2750"/>
                  </a:lnTo>
                  <a:cubicBezTo>
                    <a:pt x="35557" y="2786"/>
                    <a:pt x="35622" y="2802"/>
                    <a:pt x="35686" y="2802"/>
                  </a:cubicBezTo>
                  <a:cubicBezTo>
                    <a:pt x="35815" y="2802"/>
                    <a:pt x="35944" y="2738"/>
                    <a:pt x="36040" y="2641"/>
                  </a:cubicBezTo>
                  <a:cubicBezTo>
                    <a:pt x="36620" y="2025"/>
                    <a:pt x="37272" y="1482"/>
                    <a:pt x="37996" y="1047"/>
                  </a:cubicBezTo>
                  <a:cubicBezTo>
                    <a:pt x="38069" y="1011"/>
                    <a:pt x="38177" y="939"/>
                    <a:pt x="38286" y="939"/>
                  </a:cubicBezTo>
                  <a:close/>
                  <a:moveTo>
                    <a:pt x="14090" y="12892"/>
                  </a:moveTo>
                  <a:cubicBezTo>
                    <a:pt x="19089" y="12892"/>
                    <a:pt x="25065" y="12928"/>
                    <a:pt x="31295" y="12964"/>
                  </a:cubicBezTo>
                  <a:cubicBezTo>
                    <a:pt x="31078" y="15645"/>
                    <a:pt x="30969" y="18289"/>
                    <a:pt x="30933" y="20969"/>
                  </a:cubicBezTo>
                  <a:cubicBezTo>
                    <a:pt x="30933" y="21114"/>
                    <a:pt x="31006" y="21295"/>
                    <a:pt x="31187" y="21368"/>
                  </a:cubicBezTo>
                  <a:cubicBezTo>
                    <a:pt x="31252" y="21400"/>
                    <a:pt x="31332" y="21418"/>
                    <a:pt x="31410" y="21418"/>
                  </a:cubicBezTo>
                  <a:cubicBezTo>
                    <a:pt x="31505" y="21418"/>
                    <a:pt x="31598" y="21391"/>
                    <a:pt x="31658" y="21331"/>
                  </a:cubicBezTo>
                  <a:lnTo>
                    <a:pt x="32962" y="20390"/>
                  </a:lnTo>
                  <a:cubicBezTo>
                    <a:pt x="33650" y="21078"/>
                    <a:pt x="34410" y="21694"/>
                    <a:pt x="35244" y="22237"/>
                  </a:cubicBezTo>
                  <a:cubicBezTo>
                    <a:pt x="35312" y="22306"/>
                    <a:pt x="35410" y="22331"/>
                    <a:pt x="35510" y="22331"/>
                  </a:cubicBezTo>
                  <a:cubicBezTo>
                    <a:pt x="35567" y="22331"/>
                    <a:pt x="35625" y="22323"/>
                    <a:pt x="35678" y="22309"/>
                  </a:cubicBezTo>
                  <a:lnTo>
                    <a:pt x="38576" y="21042"/>
                  </a:lnTo>
                  <a:cubicBezTo>
                    <a:pt x="38979" y="20840"/>
                    <a:pt x="39429" y="20730"/>
                    <a:pt x="39888" y="20730"/>
                  </a:cubicBezTo>
                  <a:cubicBezTo>
                    <a:pt x="40005" y="20730"/>
                    <a:pt x="40124" y="20737"/>
                    <a:pt x="40242" y="20752"/>
                  </a:cubicBezTo>
                  <a:cubicBezTo>
                    <a:pt x="40568" y="20824"/>
                    <a:pt x="40749" y="21078"/>
                    <a:pt x="41003" y="21440"/>
                  </a:cubicBezTo>
                  <a:lnTo>
                    <a:pt x="41184" y="21657"/>
                  </a:lnTo>
                  <a:cubicBezTo>
                    <a:pt x="41546" y="22164"/>
                    <a:pt x="42162" y="22490"/>
                    <a:pt x="42814" y="22527"/>
                  </a:cubicBezTo>
                  <a:cubicBezTo>
                    <a:pt x="42959" y="22527"/>
                    <a:pt x="43067" y="22490"/>
                    <a:pt x="43212" y="22490"/>
                  </a:cubicBezTo>
                  <a:cubicBezTo>
                    <a:pt x="43502" y="22382"/>
                    <a:pt x="43792" y="22201"/>
                    <a:pt x="44045" y="21983"/>
                  </a:cubicBezTo>
                  <a:lnTo>
                    <a:pt x="44987" y="21186"/>
                  </a:lnTo>
                  <a:cubicBezTo>
                    <a:pt x="45023" y="21150"/>
                    <a:pt x="45096" y="21078"/>
                    <a:pt x="45132" y="21078"/>
                  </a:cubicBezTo>
                  <a:cubicBezTo>
                    <a:pt x="45204" y="21078"/>
                    <a:pt x="45277" y="21114"/>
                    <a:pt x="45349" y="21186"/>
                  </a:cubicBezTo>
                  <a:cubicBezTo>
                    <a:pt x="46110" y="21657"/>
                    <a:pt x="46798" y="22237"/>
                    <a:pt x="47450" y="22853"/>
                  </a:cubicBezTo>
                  <a:cubicBezTo>
                    <a:pt x="47523" y="22925"/>
                    <a:pt x="47667" y="22997"/>
                    <a:pt x="47776" y="22997"/>
                  </a:cubicBezTo>
                  <a:lnTo>
                    <a:pt x="47885" y="22997"/>
                  </a:lnTo>
                  <a:cubicBezTo>
                    <a:pt x="48030" y="22961"/>
                    <a:pt x="48175" y="22853"/>
                    <a:pt x="48211" y="22708"/>
                  </a:cubicBezTo>
                  <a:cubicBezTo>
                    <a:pt x="49442" y="19593"/>
                    <a:pt x="49804" y="16369"/>
                    <a:pt x="49986" y="13182"/>
                  </a:cubicBezTo>
                  <a:cubicBezTo>
                    <a:pt x="64112" y="13363"/>
                    <a:pt x="76391" y="13544"/>
                    <a:pt x="78782" y="13580"/>
                  </a:cubicBezTo>
                  <a:cubicBezTo>
                    <a:pt x="79941" y="26982"/>
                    <a:pt x="77369" y="83559"/>
                    <a:pt x="77188" y="88087"/>
                  </a:cubicBezTo>
                  <a:cubicBezTo>
                    <a:pt x="72044" y="90369"/>
                    <a:pt x="57157" y="91637"/>
                    <a:pt x="36149" y="91637"/>
                  </a:cubicBezTo>
                  <a:cubicBezTo>
                    <a:pt x="18799" y="91637"/>
                    <a:pt x="3441" y="90695"/>
                    <a:pt x="2137" y="89934"/>
                  </a:cubicBezTo>
                  <a:cubicBezTo>
                    <a:pt x="725" y="87508"/>
                    <a:pt x="1304" y="42847"/>
                    <a:pt x="2029" y="13037"/>
                  </a:cubicBezTo>
                  <a:cubicBezTo>
                    <a:pt x="4274" y="12928"/>
                    <a:pt x="8331" y="12892"/>
                    <a:pt x="14090" y="12892"/>
                  </a:cubicBezTo>
                  <a:close/>
                  <a:moveTo>
                    <a:pt x="38269" y="0"/>
                  </a:moveTo>
                  <a:cubicBezTo>
                    <a:pt x="37999" y="0"/>
                    <a:pt x="37725" y="82"/>
                    <a:pt x="37489" y="251"/>
                  </a:cubicBezTo>
                  <a:cubicBezTo>
                    <a:pt x="36801" y="685"/>
                    <a:pt x="36149" y="1192"/>
                    <a:pt x="35569" y="1772"/>
                  </a:cubicBezTo>
                  <a:lnTo>
                    <a:pt x="33650" y="866"/>
                  </a:lnTo>
                  <a:cubicBezTo>
                    <a:pt x="33577" y="830"/>
                    <a:pt x="33505" y="812"/>
                    <a:pt x="33432" y="812"/>
                  </a:cubicBezTo>
                  <a:cubicBezTo>
                    <a:pt x="33360" y="812"/>
                    <a:pt x="33288" y="830"/>
                    <a:pt x="33215" y="866"/>
                  </a:cubicBezTo>
                  <a:cubicBezTo>
                    <a:pt x="33106" y="939"/>
                    <a:pt x="32998" y="1047"/>
                    <a:pt x="32998" y="1192"/>
                  </a:cubicBezTo>
                  <a:cubicBezTo>
                    <a:pt x="32273" y="4778"/>
                    <a:pt x="31730" y="8364"/>
                    <a:pt x="31404" y="12022"/>
                  </a:cubicBezTo>
                  <a:cubicBezTo>
                    <a:pt x="25102" y="11950"/>
                    <a:pt x="19125" y="11914"/>
                    <a:pt x="14090" y="11914"/>
                  </a:cubicBezTo>
                  <a:cubicBezTo>
                    <a:pt x="7933" y="11914"/>
                    <a:pt x="3695" y="11986"/>
                    <a:pt x="1521" y="12059"/>
                  </a:cubicBezTo>
                  <a:cubicBezTo>
                    <a:pt x="1268" y="12095"/>
                    <a:pt x="1087" y="12276"/>
                    <a:pt x="1051" y="12530"/>
                  </a:cubicBezTo>
                  <a:cubicBezTo>
                    <a:pt x="1051" y="12711"/>
                    <a:pt x="616" y="31691"/>
                    <a:pt x="399" y="50671"/>
                  </a:cubicBezTo>
                  <a:cubicBezTo>
                    <a:pt x="0" y="89282"/>
                    <a:pt x="1051" y="90188"/>
                    <a:pt x="1485" y="90586"/>
                  </a:cubicBezTo>
                  <a:cubicBezTo>
                    <a:pt x="2862" y="91782"/>
                    <a:pt x="20501" y="92542"/>
                    <a:pt x="36149" y="92542"/>
                  </a:cubicBezTo>
                  <a:cubicBezTo>
                    <a:pt x="46291" y="92542"/>
                    <a:pt x="70740" y="92180"/>
                    <a:pt x="77840" y="88811"/>
                  </a:cubicBezTo>
                  <a:cubicBezTo>
                    <a:pt x="77985" y="88739"/>
                    <a:pt x="78093" y="88558"/>
                    <a:pt x="78093" y="88413"/>
                  </a:cubicBezTo>
                  <a:cubicBezTo>
                    <a:pt x="78130" y="87761"/>
                    <a:pt x="80991" y="26185"/>
                    <a:pt x="79687" y="13037"/>
                  </a:cubicBezTo>
                  <a:cubicBezTo>
                    <a:pt x="79651" y="12819"/>
                    <a:pt x="79470" y="12638"/>
                    <a:pt x="79216" y="12602"/>
                  </a:cubicBezTo>
                  <a:cubicBezTo>
                    <a:pt x="78999" y="12602"/>
                    <a:pt x="65669" y="12421"/>
                    <a:pt x="50022" y="12204"/>
                  </a:cubicBezTo>
                  <a:cubicBezTo>
                    <a:pt x="50058" y="11660"/>
                    <a:pt x="50058" y="11117"/>
                    <a:pt x="50094" y="10537"/>
                  </a:cubicBezTo>
                  <a:cubicBezTo>
                    <a:pt x="50203" y="7676"/>
                    <a:pt x="50312" y="4706"/>
                    <a:pt x="50927" y="1881"/>
                  </a:cubicBezTo>
                  <a:cubicBezTo>
                    <a:pt x="51013" y="1565"/>
                    <a:pt x="50782" y="1318"/>
                    <a:pt x="50520" y="1318"/>
                  </a:cubicBezTo>
                  <a:cubicBezTo>
                    <a:pt x="50451" y="1318"/>
                    <a:pt x="50380" y="1336"/>
                    <a:pt x="50312" y="1373"/>
                  </a:cubicBezTo>
                  <a:lnTo>
                    <a:pt x="46834" y="2714"/>
                  </a:lnTo>
                  <a:cubicBezTo>
                    <a:pt x="46508" y="2170"/>
                    <a:pt x="46037" y="1699"/>
                    <a:pt x="45530" y="1337"/>
                  </a:cubicBezTo>
                  <a:cubicBezTo>
                    <a:pt x="45168" y="1047"/>
                    <a:pt x="44770" y="903"/>
                    <a:pt x="44371" y="903"/>
                  </a:cubicBezTo>
                  <a:cubicBezTo>
                    <a:pt x="44045" y="903"/>
                    <a:pt x="43719" y="975"/>
                    <a:pt x="43466" y="1120"/>
                  </a:cubicBezTo>
                  <a:cubicBezTo>
                    <a:pt x="42705" y="1446"/>
                    <a:pt x="42017" y="1772"/>
                    <a:pt x="41329" y="2134"/>
                  </a:cubicBezTo>
                  <a:cubicBezTo>
                    <a:pt x="40640" y="1482"/>
                    <a:pt x="39916" y="866"/>
                    <a:pt x="39119" y="323"/>
                  </a:cubicBezTo>
                  <a:cubicBezTo>
                    <a:pt x="38886" y="110"/>
                    <a:pt x="38581" y="0"/>
                    <a:pt x="382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  </a:t>
              </a:r>
              <a:endParaRPr/>
            </a:p>
          </p:txBody>
        </p:sp>
        <p:sp>
          <p:nvSpPr>
            <p:cNvPr id="2055" name="Google Shape;2055;p31"/>
            <p:cNvSpPr/>
            <p:nvPr/>
          </p:nvSpPr>
          <p:spPr>
            <a:xfrm>
              <a:off x="4642664" y="1421323"/>
              <a:ext cx="200458" cy="111737"/>
            </a:xfrm>
            <a:custGeom>
              <a:rect b="b" l="l" r="r" t="t"/>
              <a:pathLst>
                <a:path extrusionOk="0" h="6373" w="6992">
                  <a:moveTo>
                    <a:pt x="6448" y="1"/>
                  </a:moveTo>
                  <a:cubicBezTo>
                    <a:pt x="6330" y="1"/>
                    <a:pt x="6212" y="55"/>
                    <a:pt x="6122" y="164"/>
                  </a:cubicBezTo>
                  <a:cubicBezTo>
                    <a:pt x="4311" y="2011"/>
                    <a:pt x="2210" y="4148"/>
                    <a:pt x="326" y="5488"/>
                  </a:cubicBezTo>
                  <a:cubicBezTo>
                    <a:pt x="73" y="5633"/>
                    <a:pt x="0" y="5959"/>
                    <a:pt x="182" y="6176"/>
                  </a:cubicBezTo>
                  <a:cubicBezTo>
                    <a:pt x="269" y="6307"/>
                    <a:pt x="408" y="6372"/>
                    <a:pt x="552" y="6372"/>
                  </a:cubicBezTo>
                  <a:cubicBezTo>
                    <a:pt x="648" y="6372"/>
                    <a:pt x="747" y="6343"/>
                    <a:pt x="834" y="6285"/>
                  </a:cubicBezTo>
                  <a:cubicBezTo>
                    <a:pt x="2826" y="4872"/>
                    <a:pt x="4963" y="2735"/>
                    <a:pt x="6774" y="816"/>
                  </a:cubicBezTo>
                  <a:cubicBezTo>
                    <a:pt x="6991" y="635"/>
                    <a:pt x="6991" y="345"/>
                    <a:pt x="6774" y="164"/>
                  </a:cubicBezTo>
                  <a:cubicBezTo>
                    <a:pt x="6683" y="55"/>
                    <a:pt x="6566" y="1"/>
                    <a:pt x="644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1"/>
            <p:cNvSpPr/>
            <p:nvPr/>
          </p:nvSpPr>
          <p:spPr>
            <a:xfrm>
              <a:off x="4768639" y="1466715"/>
              <a:ext cx="81737" cy="41974"/>
            </a:xfrm>
            <a:custGeom>
              <a:rect b="b" l="l" r="r" t="t"/>
              <a:pathLst>
                <a:path extrusionOk="0" h="2394" w="2851">
                  <a:moveTo>
                    <a:pt x="2320" y="0"/>
                  </a:moveTo>
                  <a:cubicBezTo>
                    <a:pt x="2232" y="0"/>
                    <a:pt x="2141" y="24"/>
                    <a:pt x="2054" y="74"/>
                  </a:cubicBezTo>
                  <a:cubicBezTo>
                    <a:pt x="1366" y="472"/>
                    <a:pt x="786" y="980"/>
                    <a:pt x="315" y="1595"/>
                  </a:cubicBezTo>
                  <a:cubicBezTo>
                    <a:pt x="0" y="1910"/>
                    <a:pt x="226" y="2394"/>
                    <a:pt x="634" y="2394"/>
                  </a:cubicBezTo>
                  <a:cubicBezTo>
                    <a:pt x="648" y="2394"/>
                    <a:pt x="663" y="2393"/>
                    <a:pt x="677" y="2392"/>
                  </a:cubicBezTo>
                  <a:cubicBezTo>
                    <a:pt x="822" y="2356"/>
                    <a:pt x="931" y="2320"/>
                    <a:pt x="1040" y="2211"/>
                  </a:cubicBezTo>
                  <a:cubicBezTo>
                    <a:pt x="1438" y="1668"/>
                    <a:pt x="1945" y="1233"/>
                    <a:pt x="2525" y="907"/>
                  </a:cubicBezTo>
                  <a:cubicBezTo>
                    <a:pt x="2778" y="798"/>
                    <a:pt x="2851" y="472"/>
                    <a:pt x="2742" y="255"/>
                  </a:cubicBezTo>
                  <a:cubicBezTo>
                    <a:pt x="2647" y="89"/>
                    <a:pt x="2489" y="0"/>
                    <a:pt x="23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1"/>
            <p:cNvSpPr/>
            <p:nvPr/>
          </p:nvSpPr>
          <p:spPr>
            <a:xfrm>
              <a:off x="4499344" y="1323209"/>
              <a:ext cx="515108" cy="363912"/>
            </a:xfrm>
            <a:custGeom>
              <a:rect b="b" l="l" r="r" t="t"/>
              <a:pathLst>
                <a:path extrusionOk="0" h="20756" w="17967">
                  <a:moveTo>
                    <a:pt x="8175" y="6081"/>
                  </a:moveTo>
                  <a:cubicBezTo>
                    <a:pt x="8318" y="6081"/>
                    <a:pt x="8465" y="6155"/>
                    <a:pt x="8549" y="6303"/>
                  </a:cubicBezTo>
                  <a:cubicBezTo>
                    <a:pt x="8694" y="6484"/>
                    <a:pt x="8658" y="6810"/>
                    <a:pt x="8440" y="6955"/>
                  </a:cubicBezTo>
                  <a:cubicBezTo>
                    <a:pt x="7970" y="7281"/>
                    <a:pt x="7535" y="7643"/>
                    <a:pt x="7064" y="8005"/>
                  </a:cubicBezTo>
                  <a:cubicBezTo>
                    <a:pt x="6738" y="8295"/>
                    <a:pt x="6412" y="8585"/>
                    <a:pt x="6086" y="8802"/>
                  </a:cubicBezTo>
                  <a:cubicBezTo>
                    <a:pt x="5977" y="8875"/>
                    <a:pt x="5905" y="8911"/>
                    <a:pt x="5796" y="8911"/>
                  </a:cubicBezTo>
                  <a:cubicBezTo>
                    <a:pt x="5651" y="8911"/>
                    <a:pt x="5507" y="8839"/>
                    <a:pt x="5398" y="8730"/>
                  </a:cubicBezTo>
                  <a:cubicBezTo>
                    <a:pt x="5253" y="8513"/>
                    <a:pt x="5289" y="8223"/>
                    <a:pt x="5507" y="8078"/>
                  </a:cubicBezTo>
                  <a:cubicBezTo>
                    <a:pt x="5833" y="7824"/>
                    <a:pt x="6159" y="7571"/>
                    <a:pt x="6485" y="7281"/>
                  </a:cubicBezTo>
                  <a:cubicBezTo>
                    <a:pt x="6955" y="6919"/>
                    <a:pt x="7390" y="6520"/>
                    <a:pt x="7897" y="6194"/>
                  </a:cubicBezTo>
                  <a:cubicBezTo>
                    <a:pt x="7973" y="6119"/>
                    <a:pt x="8073" y="6081"/>
                    <a:pt x="8175" y="6081"/>
                  </a:cubicBezTo>
                  <a:close/>
                  <a:moveTo>
                    <a:pt x="11674" y="8193"/>
                  </a:moveTo>
                  <a:cubicBezTo>
                    <a:pt x="11847" y="8193"/>
                    <a:pt x="12024" y="8291"/>
                    <a:pt x="12099" y="8440"/>
                  </a:cubicBezTo>
                  <a:cubicBezTo>
                    <a:pt x="12244" y="8657"/>
                    <a:pt x="12135" y="8983"/>
                    <a:pt x="11918" y="9092"/>
                  </a:cubicBezTo>
                  <a:cubicBezTo>
                    <a:pt x="11338" y="9418"/>
                    <a:pt x="10831" y="9853"/>
                    <a:pt x="10396" y="10396"/>
                  </a:cubicBezTo>
                  <a:cubicBezTo>
                    <a:pt x="10324" y="10505"/>
                    <a:pt x="10179" y="10541"/>
                    <a:pt x="10034" y="10577"/>
                  </a:cubicBezTo>
                  <a:cubicBezTo>
                    <a:pt x="10019" y="10578"/>
                    <a:pt x="10005" y="10579"/>
                    <a:pt x="9991" y="10579"/>
                  </a:cubicBezTo>
                  <a:cubicBezTo>
                    <a:pt x="9585" y="10579"/>
                    <a:pt x="9392" y="10095"/>
                    <a:pt x="9672" y="9780"/>
                  </a:cubicBezTo>
                  <a:cubicBezTo>
                    <a:pt x="10179" y="9165"/>
                    <a:pt x="10759" y="8657"/>
                    <a:pt x="11447" y="8259"/>
                  </a:cubicBezTo>
                  <a:cubicBezTo>
                    <a:pt x="11515" y="8214"/>
                    <a:pt x="11594" y="8193"/>
                    <a:pt x="11674" y="8193"/>
                  </a:cubicBezTo>
                  <a:close/>
                  <a:moveTo>
                    <a:pt x="11447" y="5624"/>
                  </a:moveTo>
                  <a:cubicBezTo>
                    <a:pt x="11565" y="5624"/>
                    <a:pt x="11682" y="5669"/>
                    <a:pt x="11773" y="5760"/>
                  </a:cubicBezTo>
                  <a:cubicBezTo>
                    <a:pt x="11954" y="5941"/>
                    <a:pt x="11954" y="6267"/>
                    <a:pt x="11773" y="6448"/>
                  </a:cubicBezTo>
                  <a:cubicBezTo>
                    <a:pt x="9926" y="8331"/>
                    <a:pt x="7789" y="10468"/>
                    <a:pt x="5833" y="11881"/>
                  </a:cubicBezTo>
                  <a:cubicBezTo>
                    <a:pt x="5748" y="11952"/>
                    <a:pt x="5652" y="11984"/>
                    <a:pt x="5558" y="11984"/>
                  </a:cubicBezTo>
                  <a:cubicBezTo>
                    <a:pt x="5411" y="11984"/>
                    <a:pt x="5269" y="11905"/>
                    <a:pt x="5181" y="11772"/>
                  </a:cubicBezTo>
                  <a:cubicBezTo>
                    <a:pt x="4999" y="11591"/>
                    <a:pt x="5072" y="11265"/>
                    <a:pt x="5289" y="11120"/>
                  </a:cubicBezTo>
                  <a:cubicBezTo>
                    <a:pt x="7209" y="9744"/>
                    <a:pt x="9310" y="7643"/>
                    <a:pt x="11121" y="5760"/>
                  </a:cubicBezTo>
                  <a:cubicBezTo>
                    <a:pt x="11211" y="5669"/>
                    <a:pt x="11329" y="5624"/>
                    <a:pt x="11447" y="5624"/>
                  </a:cubicBezTo>
                  <a:close/>
                  <a:moveTo>
                    <a:pt x="6412" y="1"/>
                  </a:moveTo>
                  <a:cubicBezTo>
                    <a:pt x="6303" y="37"/>
                    <a:pt x="6195" y="73"/>
                    <a:pt x="6122" y="145"/>
                  </a:cubicBezTo>
                  <a:cubicBezTo>
                    <a:pt x="5398" y="580"/>
                    <a:pt x="4746" y="1123"/>
                    <a:pt x="4166" y="1739"/>
                  </a:cubicBezTo>
                  <a:cubicBezTo>
                    <a:pt x="4070" y="1836"/>
                    <a:pt x="3941" y="1884"/>
                    <a:pt x="3812" y="1884"/>
                  </a:cubicBezTo>
                  <a:cubicBezTo>
                    <a:pt x="3748" y="1884"/>
                    <a:pt x="3683" y="1872"/>
                    <a:pt x="3623" y="1848"/>
                  </a:cubicBezTo>
                  <a:lnTo>
                    <a:pt x="1921" y="1051"/>
                  </a:lnTo>
                  <a:cubicBezTo>
                    <a:pt x="762" y="6991"/>
                    <a:pt x="146" y="13040"/>
                    <a:pt x="1" y="19089"/>
                  </a:cubicBezTo>
                  <a:lnTo>
                    <a:pt x="870" y="18437"/>
                  </a:lnTo>
                  <a:cubicBezTo>
                    <a:pt x="946" y="18377"/>
                    <a:pt x="1040" y="18348"/>
                    <a:pt x="1135" y="18348"/>
                  </a:cubicBezTo>
                  <a:cubicBezTo>
                    <a:pt x="1268" y="18348"/>
                    <a:pt x="1402" y="18404"/>
                    <a:pt x="1486" y="18510"/>
                  </a:cubicBezTo>
                  <a:cubicBezTo>
                    <a:pt x="2138" y="19198"/>
                    <a:pt x="2899" y="19850"/>
                    <a:pt x="3659" y="20393"/>
                  </a:cubicBezTo>
                  <a:lnTo>
                    <a:pt x="6340" y="19270"/>
                  </a:lnTo>
                  <a:cubicBezTo>
                    <a:pt x="6847" y="19017"/>
                    <a:pt x="7426" y="18836"/>
                    <a:pt x="8042" y="18799"/>
                  </a:cubicBezTo>
                  <a:cubicBezTo>
                    <a:pt x="8223" y="18799"/>
                    <a:pt x="8440" y="18836"/>
                    <a:pt x="8622" y="18908"/>
                  </a:cubicBezTo>
                  <a:cubicBezTo>
                    <a:pt x="9165" y="19089"/>
                    <a:pt x="9636" y="19451"/>
                    <a:pt x="9926" y="19958"/>
                  </a:cubicBezTo>
                  <a:lnTo>
                    <a:pt x="10034" y="20140"/>
                  </a:lnTo>
                  <a:cubicBezTo>
                    <a:pt x="10201" y="20474"/>
                    <a:pt x="10537" y="20652"/>
                    <a:pt x="10875" y="20652"/>
                  </a:cubicBezTo>
                  <a:cubicBezTo>
                    <a:pt x="11123" y="20652"/>
                    <a:pt x="11372" y="20556"/>
                    <a:pt x="11556" y="20357"/>
                  </a:cubicBezTo>
                  <a:lnTo>
                    <a:pt x="12497" y="19524"/>
                  </a:lnTo>
                  <a:cubicBezTo>
                    <a:pt x="12678" y="19343"/>
                    <a:pt x="12932" y="19234"/>
                    <a:pt x="13222" y="19198"/>
                  </a:cubicBezTo>
                  <a:lnTo>
                    <a:pt x="13258" y="19198"/>
                  </a:lnTo>
                  <a:cubicBezTo>
                    <a:pt x="13548" y="19198"/>
                    <a:pt x="13801" y="19306"/>
                    <a:pt x="14019" y="19451"/>
                  </a:cubicBezTo>
                  <a:cubicBezTo>
                    <a:pt x="14598" y="19850"/>
                    <a:pt x="15178" y="20284"/>
                    <a:pt x="15721" y="20755"/>
                  </a:cubicBezTo>
                  <a:cubicBezTo>
                    <a:pt x="16989" y="17133"/>
                    <a:pt x="17134" y="13294"/>
                    <a:pt x="17278" y="9599"/>
                  </a:cubicBezTo>
                  <a:cubicBezTo>
                    <a:pt x="17315" y="6919"/>
                    <a:pt x="17532" y="4238"/>
                    <a:pt x="17967" y="1594"/>
                  </a:cubicBezTo>
                  <a:lnTo>
                    <a:pt x="17967" y="1594"/>
                  </a:lnTo>
                  <a:lnTo>
                    <a:pt x="14924" y="2826"/>
                  </a:lnTo>
                  <a:cubicBezTo>
                    <a:pt x="14867" y="2854"/>
                    <a:pt x="14806" y="2868"/>
                    <a:pt x="14743" y="2868"/>
                  </a:cubicBezTo>
                  <a:cubicBezTo>
                    <a:pt x="14568" y="2868"/>
                    <a:pt x="14389" y="2760"/>
                    <a:pt x="14308" y="2572"/>
                  </a:cubicBezTo>
                  <a:cubicBezTo>
                    <a:pt x="14055" y="1993"/>
                    <a:pt x="13620" y="1522"/>
                    <a:pt x="13077" y="1160"/>
                  </a:cubicBezTo>
                  <a:cubicBezTo>
                    <a:pt x="12932" y="1015"/>
                    <a:pt x="12715" y="942"/>
                    <a:pt x="12461" y="906"/>
                  </a:cubicBezTo>
                  <a:cubicBezTo>
                    <a:pt x="12280" y="942"/>
                    <a:pt x="12099" y="979"/>
                    <a:pt x="11954" y="1051"/>
                  </a:cubicBezTo>
                  <a:cubicBezTo>
                    <a:pt x="11121" y="1413"/>
                    <a:pt x="10360" y="1775"/>
                    <a:pt x="9600" y="2210"/>
                  </a:cubicBezTo>
                  <a:cubicBezTo>
                    <a:pt x="9532" y="2251"/>
                    <a:pt x="9454" y="2271"/>
                    <a:pt x="9375" y="2271"/>
                  </a:cubicBezTo>
                  <a:cubicBezTo>
                    <a:pt x="9244" y="2271"/>
                    <a:pt x="9111" y="2215"/>
                    <a:pt x="9020" y="2101"/>
                  </a:cubicBezTo>
                  <a:cubicBezTo>
                    <a:pt x="8332" y="1413"/>
                    <a:pt x="7535" y="761"/>
                    <a:pt x="6702" y="145"/>
                  </a:cubicBezTo>
                  <a:cubicBezTo>
                    <a:pt x="6629" y="73"/>
                    <a:pt x="6521" y="37"/>
                    <a:pt x="64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  <a:endParaRPr/>
            </a:p>
          </p:txBody>
        </p:sp>
      </p:grpSp>
      <p:grpSp>
        <p:nvGrpSpPr>
          <p:cNvPr id="2058" name="Google Shape;2058;p31"/>
          <p:cNvGrpSpPr/>
          <p:nvPr/>
        </p:nvGrpSpPr>
        <p:grpSpPr>
          <a:xfrm>
            <a:off x="6143444" y="1307394"/>
            <a:ext cx="2322015" cy="1622542"/>
            <a:chOff x="6143444" y="1307394"/>
            <a:chExt cx="2322015" cy="1622542"/>
          </a:xfrm>
        </p:grpSpPr>
        <p:sp>
          <p:nvSpPr>
            <p:cNvPr id="2059" name="Google Shape;2059;p31"/>
            <p:cNvSpPr txBox="1"/>
            <p:nvPr/>
          </p:nvSpPr>
          <p:spPr>
            <a:xfrm flipH="1">
              <a:off x="6413713" y="2121488"/>
              <a:ext cx="1781400" cy="7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planet Mars is actually a cold place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60" name="Google Shape;2060;p31"/>
            <p:cNvSpPr txBox="1"/>
            <p:nvPr/>
          </p:nvSpPr>
          <p:spPr>
            <a:xfrm>
              <a:off x="6451963" y="1786700"/>
              <a:ext cx="17049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19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Interests</a:t>
              </a:r>
              <a:endParaRPr sz="19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061" name="Google Shape;2061;p31"/>
            <p:cNvSpPr/>
            <p:nvPr/>
          </p:nvSpPr>
          <p:spPr>
            <a:xfrm>
              <a:off x="7208896" y="1429826"/>
              <a:ext cx="98681" cy="49618"/>
            </a:xfrm>
            <a:custGeom>
              <a:rect b="b" l="l" r="r" t="t"/>
              <a:pathLst>
                <a:path extrusionOk="0" h="2830" w="3442">
                  <a:moveTo>
                    <a:pt x="2902" y="0"/>
                  </a:moveTo>
                  <a:cubicBezTo>
                    <a:pt x="2802" y="0"/>
                    <a:pt x="2699" y="38"/>
                    <a:pt x="2608" y="113"/>
                  </a:cubicBezTo>
                  <a:cubicBezTo>
                    <a:pt x="2174" y="439"/>
                    <a:pt x="1666" y="838"/>
                    <a:pt x="1232" y="1200"/>
                  </a:cubicBezTo>
                  <a:cubicBezTo>
                    <a:pt x="906" y="1490"/>
                    <a:pt x="580" y="1743"/>
                    <a:pt x="254" y="1997"/>
                  </a:cubicBezTo>
                  <a:cubicBezTo>
                    <a:pt x="36" y="2142"/>
                    <a:pt x="0" y="2432"/>
                    <a:pt x="145" y="2649"/>
                  </a:cubicBezTo>
                  <a:cubicBezTo>
                    <a:pt x="254" y="2758"/>
                    <a:pt x="362" y="2830"/>
                    <a:pt x="507" y="2830"/>
                  </a:cubicBezTo>
                  <a:cubicBezTo>
                    <a:pt x="616" y="2830"/>
                    <a:pt x="725" y="2794"/>
                    <a:pt x="797" y="2721"/>
                  </a:cubicBezTo>
                  <a:cubicBezTo>
                    <a:pt x="1123" y="2504"/>
                    <a:pt x="1449" y="2214"/>
                    <a:pt x="1811" y="1924"/>
                  </a:cubicBezTo>
                  <a:cubicBezTo>
                    <a:pt x="2246" y="1562"/>
                    <a:pt x="2717" y="1200"/>
                    <a:pt x="3151" y="874"/>
                  </a:cubicBezTo>
                  <a:cubicBezTo>
                    <a:pt x="3369" y="729"/>
                    <a:pt x="3441" y="403"/>
                    <a:pt x="3260" y="222"/>
                  </a:cubicBezTo>
                  <a:cubicBezTo>
                    <a:pt x="3176" y="74"/>
                    <a:pt x="3042" y="0"/>
                    <a:pt x="29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1"/>
            <p:cNvSpPr/>
            <p:nvPr/>
          </p:nvSpPr>
          <p:spPr>
            <a:xfrm>
              <a:off x="6143444" y="1307394"/>
              <a:ext cx="2322015" cy="1622542"/>
            </a:xfrm>
            <a:custGeom>
              <a:rect b="b" l="l" r="r" t="t"/>
              <a:pathLst>
                <a:path extrusionOk="0" h="92543" w="80992">
                  <a:moveTo>
                    <a:pt x="38286" y="939"/>
                  </a:moveTo>
                  <a:cubicBezTo>
                    <a:pt x="38395" y="975"/>
                    <a:pt x="38503" y="1011"/>
                    <a:pt x="38576" y="1084"/>
                  </a:cubicBezTo>
                  <a:cubicBezTo>
                    <a:pt x="39409" y="1663"/>
                    <a:pt x="40206" y="2315"/>
                    <a:pt x="40894" y="3040"/>
                  </a:cubicBezTo>
                  <a:cubicBezTo>
                    <a:pt x="40982" y="3127"/>
                    <a:pt x="41109" y="3175"/>
                    <a:pt x="41237" y="3175"/>
                  </a:cubicBezTo>
                  <a:cubicBezTo>
                    <a:pt x="41319" y="3175"/>
                    <a:pt x="41402" y="3155"/>
                    <a:pt x="41474" y="3112"/>
                  </a:cubicBezTo>
                  <a:cubicBezTo>
                    <a:pt x="42234" y="2714"/>
                    <a:pt x="43031" y="2315"/>
                    <a:pt x="43828" y="1989"/>
                  </a:cubicBezTo>
                  <a:cubicBezTo>
                    <a:pt x="44009" y="1881"/>
                    <a:pt x="44190" y="1844"/>
                    <a:pt x="44371" y="1844"/>
                  </a:cubicBezTo>
                  <a:cubicBezTo>
                    <a:pt x="44589" y="1844"/>
                    <a:pt x="44806" y="1953"/>
                    <a:pt x="44987" y="2098"/>
                  </a:cubicBezTo>
                  <a:cubicBezTo>
                    <a:pt x="45494" y="2424"/>
                    <a:pt x="45929" y="2931"/>
                    <a:pt x="46219" y="3510"/>
                  </a:cubicBezTo>
                  <a:cubicBezTo>
                    <a:pt x="46298" y="3670"/>
                    <a:pt x="46455" y="3770"/>
                    <a:pt x="46633" y="3770"/>
                  </a:cubicBezTo>
                  <a:cubicBezTo>
                    <a:pt x="46698" y="3770"/>
                    <a:pt x="46766" y="3757"/>
                    <a:pt x="46834" y="3728"/>
                  </a:cubicBezTo>
                  <a:lnTo>
                    <a:pt x="49877" y="2532"/>
                  </a:lnTo>
                  <a:lnTo>
                    <a:pt x="49877" y="2532"/>
                  </a:lnTo>
                  <a:cubicBezTo>
                    <a:pt x="49442" y="5177"/>
                    <a:pt x="49189" y="7821"/>
                    <a:pt x="49152" y="10501"/>
                  </a:cubicBezTo>
                  <a:cubicBezTo>
                    <a:pt x="49008" y="14232"/>
                    <a:pt x="48863" y="18071"/>
                    <a:pt x="47595" y="21694"/>
                  </a:cubicBezTo>
                  <a:cubicBezTo>
                    <a:pt x="47052" y="21186"/>
                    <a:pt x="46508" y="20752"/>
                    <a:pt x="45893" y="20390"/>
                  </a:cubicBezTo>
                  <a:cubicBezTo>
                    <a:pt x="45675" y="20208"/>
                    <a:pt x="45422" y="20136"/>
                    <a:pt x="45168" y="20100"/>
                  </a:cubicBezTo>
                  <a:lnTo>
                    <a:pt x="45096" y="20100"/>
                  </a:lnTo>
                  <a:cubicBezTo>
                    <a:pt x="44842" y="20136"/>
                    <a:pt x="44589" y="20245"/>
                    <a:pt x="44371" y="20462"/>
                  </a:cubicBezTo>
                  <a:lnTo>
                    <a:pt x="43430" y="21295"/>
                  </a:lnTo>
                  <a:cubicBezTo>
                    <a:pt x="43246" y="21494"/>
                    <a:pt x="42997" y="21590"/>
                    <a:pt x="42749" y="21590"/>
                  </a:cubicBezTo>
                  <a:cubicBezTo>
                    <a:pt x="42411" y="21590"/>
                    <a:pt x="42075" y="21412"/>
                    <a:pt x="41908" y="21078"/>
                  </a:cubicBezTo>
                  <a:lnTo>
                    <a:pt x="41800" y="20897"/>
                  </a:lnTo>
                  <a:cubicBezTo>
                    <a:pt x="41510" y="20390"/>
                    <a:pt x="41039" y="20027"/>
                    <a:pt x="40496" y="19846"/>
                  </a:cubicBezTo>
                  <a:cubicBezTo>
                    <a:pt x="40314" y="19774"/>
                    <a:pt x="40097" y="19738"/>
                    <a:pt x="39916" y="19738"/>
                  </a:cubicBezTo>
                  <a:cubicBezTo>
                    <a:pt x="39300" y="19774"/>
                    <a:pt x="38721" y="19955"/>
                    <a:pt x="38214" y="20208"/>
                  </a:cubicBezTo>
                  <a:lnTo>
                    <a:pt x="35533" y="21331"/>
                  </a:lnTo>
                  <a:cubicBezTo>
                    <a:pt x="34773" y="20788"/>
                    <a:pt x="34012" y="20136"/>
                    <a:pt x="33360" y="19448"/>
                  </a:cubicBezTo>
                  <a:cubicBezTo>
                    <a:pt x="33276" y="19342"/>
                    <a:pt x="33142" y="19286"/>
                    <a:pt x="33009" y="19286"/>
                  </a:cubicBezTo>
                  <a:cubicBezTo>
                    <a:pt x="32914" y="19286"/>
                    <a:pt x="32820" y="19315"/>
                    <a:pt x="32744" y="19375"/>
                  </a:cubicBezTo>
                  <a:lnTo>
                    <a:pt x="31875" y="20027"/>
                  </a:lnTo>
                  <a:cubicBezTo>
                    <a:pt x="32020" y="13978"/>
                    <a:pt x="32636" y="7966"/>
                    <a:pt x="33795" y="2025"/>
                  </a:cubicBezTo>
                  <a:lnTo>
                    <a:pt x="35497" y="2750"/>
                  </a:lnTo>
                  <a:cubicBezTo>
                    <a:pt x="35557" y="2786"/>
                    <a:pt x="35622" y="2802"/>
                    <a:pt x="35686" y="2802"/>
                  </a:cubicBezTo>
                  <a:cubicBezTo>
                    <a:pt x="35815" y="2802"/>
                    <a:pt x="35944" y="2738"/>
                    <a:pt x="36040" y="2641"/>
                  </a:cubicBezTo>
                  <a:cubicBezTo>
                    <a:pt x="36620" y="2025"/>
                    <a:pt x="37272" y="1482"/>
                    <a:pt x="37996" y="1047"/>
                  </a:cubicBezTo>
                  <a:cubicBezTo>
                    <a:pt x="38069" y="1011"/>
                    <a:pt x="38177" y="939"/>
                    <a:pt x="38286" y="939"/>
                  </a:cubicBezTo>
                  <a:close/>
                  <a:moveTo>
                    <a:pt x="14090" y="12892"/>
                  </a:moveTo>
                  <a:cubicBezTo>
                    <a:pt x="19089" y="12892"/>
                    <a:pt x="25065" y="12928"/>
                    <a:pt x="31295" y="12964"/>
                  </a:cubicBezTo>
                  <a:cubicBezTo>
                    <a:pt x="31078" y="15645"/>
                    <a:pt x="30969" y="18289"/>
                    <a:pt x="30933" y="20969"/>
                  </a:cubicBezTo>
                  <a:cubicBezTo>
                    <a:pt x="30933" y="21114"/>
                    <a:pt x="31006" y="21295"/>
                    <a:pt x="31187" y="21368"/>
                  </a:cubicBezTo>
                  <a:cubicBezTo>
                    <a:pt x="31252" y="21400"/>
                    <a:pt x="31332" y="21418"/>
                    <a:pt x="31410" y="21418"/>
                  </a:cubicBezTo>
                  <a:cubicBezTo>
                    <a:pt x="31505" y="21418"/>
                    <a:pt x="31598" y="21391"/>
                    <a:pt x="31658" y="21331"/>
                  </a:cubicBezTo>
                  <a:lnTo>
                    <a:pt x="32962" y="20390"/>
                  </a:lnTo>
                  <a:cubicBezTo>
                    <a:pt x="33650" y="21078"/>
                    <a:pt x="34410" y="21694"/>
                    <a:pt x="35244" y="22237"/>
                  </a:cubicBezTo>
                  <a:cubicBezTo>
                    <a:pt x="35312" y="22306"/>
                    <a:pt x="35410" y="22331"/>
                    <a:pt x="35510" y="22331"/>
                  </a:cubicBezTo>
                  <a:cubicBezTo>
                    <a:pt x="35567" y="22331"/>
                    <a:pt x="35625" y="22323"/>
                    <a:pt x="35678" y="22309"/>
                  </a:cubicBezTo>
                  <a:lnTo>
                    <a:pt x="38576" y="21042"/>
                  </a:lnTo>
                  <a:cubicBezTo>
                    <a:pt x="38979" y="20840"/>
                    <a:pt x="39429" y="20730"/>
                    <a:pt x="39888" y="20730"/>
                  </a:cubicBezTo>
                  <a:cubicBezTo>
                    <a:pt x="40005" y="20730"/>
                    <a:pt x="40124" y="20737"/>
                    <a:pt x="40242" y="20752"/>
                  </a:cubicBezTo>
                  <a:cubicBezTo>
                    <a:pt x="40568" y="20824"/>
                    <a:pt x="40749" y="21078"/>
                    <a:pt x="41003" y="21440"/>
                  </a:cubicBezTo>
                  <a:lnTo>
                    <a:pt x="41184" y="21657"/>
                  </a:lnTo>
                  <a:cubicBezTo>
                    <a:pt x="41546" y="22164"/>
                    <a:pt x="42162" y="22490"/>
                    <a:pt x="42814" y="22527"/>
                  </a:cubicBezTo>
                  <a:cubicBezTo>
                    <a:pt x="42959" y="22527"/>
                    <a:pt x="43067" y="22490"/>
                    <a:pt x="43212" y="22490"/>
                  </a:cubicBezTo>
                  <a:cubicBezTo>
                    <a:pt x="43502" y="22382"/>
                    <a:pt x="43792" y="22201"/>
                    <a:pt x="44045" y="21983"/>
                  </a:cubicBezTo>
                  <a:lnTo>
                    <a:pt x="44987" y="21186"/>
                  </a:lnTo>
                  <a:cubicBezTo>
                    <a:pt x="45023" y="21150"/>
                    <a:pt x="45096" y="21078"/>
                    <a:pt x="45132" y="21078"/>
                  </a:cubicBezTo>
                  <a:cubicBezTo>
                    <a:pt x="45204" y="21078"/>
                    <a:pt x="45277" y="21114"/>
                    <a:pt x="45349" y="21186"/>
                  </a:cubicBezTo>
                  <a:cubicBezTo>
                    <a:pt x="46110" y="21657"/>
                    <a:pt x="46798" y="22237"/>
                    <a:pt x="47450" y="22853"/>
                  </a:cubicBezTo>
                  <a:cubicBezTo>
                    <a:pt x="47523" y="22925"/>
                    <a:pt x="47667" y="22997"/>
                    <a:pt x="47776" y="22997"/>
                  </a:cubicBezTo>
                  <a:lnTo>
                    <a:pt x="47885" y="22997"/>
                  </a:lnTo>
                  <a:cubicBezTo>
                    <a:pt x="48030" y="22961"/>
                    <a:pt x="48175" y="22853"/>
                    <a:pt x="48211" y="22708"/>
                  </a:cubicBezTo>
                  <a:cubicBezTo>
                    <a:pt x="49442" y="19593"/>
                    <a:pt x="49804" y="16369"/>
                    <a:pt x="49986" y="13182"/>
                  </a:cubicBezTo>
                  <a:cubicBezTo>
                    <a:pt x="64112" y="13363"/>
                    <a:pt x="76391" y="13544"/>
                    <a:pt x="78782" y="13580"/>
                  </a:cubicBezTo>
                  <a:cubicBezTo>
                    <a:pt x="79941" y="26982"/>
                    <a:pt x="77369" y="83559"/>
                    <a:pt x="77188" y="88087"/>
                  </a:cubicBezTo>
                  <a:cubicBezTo>
                    <a:pt x="72044" y="90369"/>
                    <a:pt x="57157" y="91637"/>
                    <a:pt x="36149" y="91637"/>
                  </a:cubicBezTo>
                  <a:cubicBezTo>
                    <a:pt x="18799" y="91637"/>
                    <a:pt x="3441" y="90695"/>
                    <a:pt x="2137" y="89934"/>
                  </a:cubicBezTo>
                  <a:cubicBezTo>
                    <a:pt x="725" y="87508"/>
                    <a:pt x="1304" y="42847"/>
                    <a:pt x="2029" y="13037"/>
                  </a:cubicBezTo>
                  <a:cubicBezTo>
                    <a:pt x="4274" y="12928"/>
                    <a:pt x="8331" y="12892"/>
                    <a:pt x="14090" y="12892"/>
                  </a:cubicBezTo>
                  <a:close/>
                  <a:moveTo>
                    <a:pt x="38269" y="0"/>
                  </a:moveTo>
                  <a:cubicBezTo>
                    <a:pt x="37999" y="0"/>
                    <a:pt x="37725" y="82"/>
                    <a:pt x="37489" y="251"/>
                  </a:cubicBezTo>
                  <a:cubicBezTo>
                    <a:pt x="36801" y="685"/>
                    <a:pt x="36149" y="1192"/>
                    <a:pt x="35569" y="1772"/>
                  </a:cubicBezTo>
                  <a:lnTo>
                    <a:pt x="33650" y="866"/>
                  </a:lnTo>
                  <a:cubicBezTo>
                    <a:pt x="33577" y="830"/>
                    <a:pt x="33505" y="812"/>
                    <a:pt x="33432" y="812"/>
                  </a:cubicBezTo>
                  <a:cubicBezTo>
                    <a:pt x="33360" y="812"/>
                    <a:pt x="33288" y="830"/>
                    <a:pt x="33215" y="866"/>
                  </a:cubicBezTo>
                  <a:cubicBezTo>
                    <a:pt x="33106" y="939"/>
                    <a:pt x="32998" y="1047"/>
                    <a:pt x="32998" y="1192"/>
                  </a:cubicBezTo>
                  <a:cubicBezTo>
                    <a:pt x="32273" y="4778"/>
                    <a:pt x="31730" y="8364"/>
                    <a:pt x="31404" y="12022"/>
                  </a:cubicBezTo>
                  <a:cubicBezTo>
                    <a:pt x="25102" y="11950"/>
                    <a:pt x="19125" y="11914"/>
                    <a:pt x="14090" y="11914"/>
                  </a:cubicBezTo>
                  <a:cubicBezTo>
                    <a:pt x="7933" y="11914"/>
                    <a:pt x="3695" y="11986"/>
                    <a:pt x="1521" y="12059"/>
                  </a:cubicBezTo>
                  <a:cubicBezTo>
                    <a:pt x="1268" y="12095"/>
                    <a:pt x="1087" y="12276"/>
                    <a:pt x="1051" y="12530"/>
                  </a:cubicBezTo>
                  <a:cubicBezTo>
                    <a:pt x="1051" y="12711"/>
                    <a:pt x="616" y="31691"/>
                    <a:pt x="399" y="50671"/>
                  </a:cubicBezTo>
                  <a:cubicBezTo>
                    <a:pt x="0" y="89282"/>
                    <a:pt x="1051" y="90188"/>
                    <a:pt x="1485" y="90586"/>
                  </a:cubicBezTo>
                  <a:cubicBezTo>
                    <a:pt x="2862" y="91782"/>
                    <a:pt x="20501" y="92542"/>
                    <a:pt x="36149" y="92542"/>
                  </a:cubicBezTo>
                  <a:cubicBezTo>
                    <a:pt x="46291" y="92542"/>
                    <a:pt x="70740" y="92180"/>
                    <a:pt x="77840" y="88811"/>
                  </a:cubicBezTo>
                  <a:cubicBezTo>
                    <a:pt x="77985" y="88739"/>
                    <a:pt x="78093" y="88558"/>
                    <a:pt x="78093" y="88413"/>
                  </a:cubicBezTo>
                  <a:cubicBezTo>
                    <a:pt x="78130" y="87761"/>
                    <a:pt x="80991" y="26185"/>
                    <a:pt x="79687" y="13037"/>
                  </a:cubicBezTo>
                  <a:cubicBezTo>
                    <a:pt x="79651" y="12819"/>
                    <a:pt x="79470" y="12638"/>
                    <a:pt x="79216" y="12602"/>
                  </a:cubicBezTo>
                  <a:cubicBezTo>
                    <a:pt x="78999" y="12602"/>
                    <a:pt x="65669" y="12421"/>
                    <a:pt x="50022" y="12204"/>
                  </a:cubicBezTo>
                  <a:cubicBezTo>
                    <a:pt x="50058" y="11660"/>
                    <a:pt x="50058" y="11117"/>
                    <a:pt x="50094" y="10537"/>
                  </a:cubicBezTo>
                  <a:cubicBezTo>
                    <a:pt x="50203" y="7676"/>
                    <a:pt x="50312" y="4706"/>
                    <a:pt x="50927" y="1881"/>
                  </a:cubicBezTo>
                  <a:cubicBezTo>
                    <a:pt x="51013" y="1565"/>
                    <a:pt x="50782" y="1318"/>
                    <a:pt x="50520" y="1318"/>
                  </a:cubicBezTo>
                  <a:cubicBezTo>
                    <a:pt x="50451" y="1318"/>
                    <a:pt x="50380" y="1336"/>
                    <a:pt x="50312" y="1373"/>
                  </a:cubicBezTo>
                  <a:lnTo>
                    <a:pt x="46834" y="2714"/>
                  </a:lnTo>
                  <a:cubicBezTo>
                    <a:pt x="46508" y="2170"/>
                    <a:pt x="46037" y="1699"/>
                    <a:pt x="45530" y="1337"/>
                  </a:cubicBezTo>
                  <a:cubicBezTo>
                    <a:pt x="45168" y="1047"/>
                    <a:pt x="44770" y="903"/>
                    <a:pt x="44371" y="903"/>
                  </a:cubicBezTo>
                  <a:cubicBezTo>
                    <a:pt x="44045" y="903"/>
                    <a:pt x="43719" y="975"/>
                    <a:pt x="43466" y="1120"/>
                  </a:cubicBezTo>
                  <a:cubicBezTo>
                    <a:pt x="42705" y="1446"/>
                    <a:pt x="42017" y="1772"/>
                    <a:pt x="41329" y="2134"/>
                  </a:cubicBezTo>
                  <a:cubicBezTo>
                    <a:pt x="40640" y="1482"/>
                    <a:pt x="39916" y="866"/>
                    <a:pt x="39119" y="323"/>
                  </a:cubicBezTo>
                  <a:cubicBezTo>
                    <a:pt x="38886" y="110"/>
                    <a:pt x="38581" y="0"/>
                    <a:pt x="382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  </a:t>
              </a:r>
              <a:endParaRPr/>
            </a:p>
          </p:txBody>
        </p:sp>
        <p:sp>
          <p:nvSpPr>
            <p:cNvPr id="2063" name="Google Shape;2063;p31"/>
            <p:cNvSpPr/>
            <p:nvPr/>
          </p:nvSpPr>
          <p:spPr>
            <a:xfrm>
              <a:off x="7200581" y="1421323"/>
              <a:ext cx="200458" cy="111737"/>
            </a:xfrm>
            <a:custGeom>
              <a:rect b="b" l="l" r="r" t="t"/>
              <a:pathLst>
                <a:path extrusionOk="0" h="6373" w="6992">
                  <a:moveTo>
                    <a:pt x="6448" y="1"/>
                  </a:moveTo>
                  <a:cubicBezTo>
                    <a:pt x="6330" y="1"/>
                    <a:pt x="6212" y="55"/>
                    <a:pt x="6122" y="164"/>
                  </a:cubicBezTo>
                  <a:cubicBezTo>
                    <a:pt x="4311" y="2011"/>
                    <a:pt x="2210" y="4148"/>
                    <a:pt x="326" y="5488"/>
                  </a:cubicBezTo>
                  <a:cubicBezTo>
                    <a:pt x="73" y="5633"/>
                    <a:pt x="0" y="5959"/>
                    <a:pt x="182" y="6176"/>
                  </a:cubicBezTo>
                  <a:cubicBezTo>
                    <a:pt x="269" y="6307"/>
                    <a:pt x="408" y="6372"/>
                    <a:pt x="552" y="6372"/>
                  </a:cubicBezTo>
                  <a:cubicBezTo>
                    <a:pt x="648" y="6372"/>
                    <a:pt x="747" y="6343"/>
                    <a:pt x="834" y="6285"/>
                  </a:cubicBezTo>
                  <a:cubicBezTo>
                    <a:pt x="2826" y="4872"/>
                    <a:pt x="4963" y="2735"/>
                    <a:pt x="6774" y="816"/>
                  </a:cubicBezTo>
                  <a:cubicBezTo>
                    <a:pt x="6991" y="635"/>
                    <a:pt x="6991" y="345"/>
                    <a:pt x="6774" y="164"/>
                  </a:cubicBezTo>
                  <a:cubicBezTo>
                    <a:pt x="6683" y="55"/>
                    <a:pt x="6566" y="1"/>
                    <a:pt x="644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1"/>
            <p:cNvSpPr/>
            <p:nvPr/>
          </p:nvSpPr>
          <p:spPr>
            <a:xfrm>
              <a:off x="7326556" y="1466715"/>
              <a:ext cx="81737" cy="41974"/>
            </a:xfrm>
            <a:custGeom>
              <a:rect b="b" l="l" r="r" t="t"/>
              <a:pathLst>
                <a:path extrusionOk="0" h="2394" w="2851">
                  <a:moveTo>
                    <a:pt x="2320" y="0"/>
                  </a:moveTo>
                  <a:cubicBezTo>
                    <a:pt x="2232" y="0"/>
                    <a:pt x="2141" y="24"/>
                    <a:pt x="2054" y="74"/>
                  </a:cubicBezTo>
                  <a:cubicBezTo>
                    <a:pt x="1366" y="472"/>
                    <a:pt x="786" y="980"/>
                    <a:pt x="315" y="1595"/>
                  </a:cubicBezTo>
                  <a:cubicBezTo>
                    <a:pt x="0" y="1910"/>
                    <a:pt x="226" y="2394"/>
                    <a:pt x="634" y="2394"/>
                  </a:cubicBezTo>
                  <a:cubicBezTo>
                    <a:pt x="648" y="2394"/>
                    <a:pt x="663" y="2393"/>
                    <a:pt x="677" y="2392"/>
                  </a:cubicBezTo>
                  <a:cubicBezTo>
                    <a:pt x="822" y="2356"/>
                    <a:pt x="931" y="2320"/>
                    <a:pt x="1040" y="2211"/>
                  </a:cubicBezTo>
                  <a:cubicBezTo>
                    <a:pt x="1438" y="1668"/>
                    <a:pt x="1945" y="1233"/>
                    <a:pt x="2525" y="907"/>
                  </a:cubicBezTo>
                  <a:cubicBezTo>
                    <a:pt x="2778" y="798"/>
                    <a:pt x="2851" y="472"/>
                    <a:pt x="2742" y="255"/>
                  </a:cubicBezTo>
                  <a:cubicBezTo>
                    <a:pt x="2647" y="89"/>
                    <a:pt x="2489" y="0"/>
                    <a:pt x="23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1"/>
            <p:cNvSpPr/>
            <p:nvPr/>
          </p:nvSpPr>
          <p:spPr>
            <a:xfrm>
              <a:off x="7057262" y="1323209"/>
              <a:ext cx="515108" cy="363912"/>
            </a:xfrm>
            <a:custGeom>
              <a:rect b="b" l="l" r="r" t="t"/>
              <a:pathLst>
                <a:path extrusionOk="0" h="20756" w="17967">
                  <a:moveTo>
                    <a:pt x="8175" y="6081"/>
                  </a:moveTo>
                  <a:cubicBezTo>
                    <a:pt x="8318" y="6081"/>
                    <a:pt x="8465" y="6155"/>
                    <a:pt x="8549" y="6303"/>
                  </a:cubicBezTo>
                  <a:cubicBezTo>
                    <a:pt x="8694" y="6484"/>
                    <a:pt x="8658" y="6810"/>
                    <a:pt x="8440" y="6955"/>
                  </a:cubicBezTo>
                  <a:cubicBezTo>
                    <a:pt x="7970" y="7281"/>
                    <a:pt x="7535" y="7643"/>
                    <a:pt x="7064" y="8005"/>
                  </a:cubicBezTo>
                  <a:cubicBezTo>
                    <a:pt x="6738" y="8295"/>
                    <a:pt x="6412" y="8585"/>
                    <a:pt x="6086" y="8802"/>
                  </a:cubicBezTo>
                  <a:cubicBezTo>
                    <a:pt x="5977" y="8875"/>
                    <a:pt x="5905" y="8911"/>
                    <a:pt x="5796" y="8911"/>
                  </a:cubicBezTo>
                  <a:cubicBezTo>
                    <a:pt x="5651" y="8911"/>
                    <a:pt x="5507" y="8839"/>
                    <a:pt x="5398" y="8730"/>
                  </a:cubicBezTo>
                  <a:cubicBezTo>
                    <a:pt x="5253" y="8513"/>
                    <a:pt x="5289" y="8223"/>
                    <a:pt x="5507" y="8078"/>
                  </a:cubicBezTo>
                  <a:cubicBezTo>
                    <a:pt x="5833" y="7824"/>
                    <a:pt x="6159" y="7571"/>
                    <a:pt x="6485" y="7281"/>
                  </a:cubicBezTo>
                  <a:cubicBezTo>
                    <a:pt x="6955" y="6919"/>
                    <a:pt x="7390" y="6520"/>
                    <a:pt x="7897" y="6194"/>
                  </a:cubicBezTo>
                  <a:cubicBezTo>
                    <a:pt x="7973" y="6119"/>
                    <a:pt x="8073" y="6081"/>
                    <a:pt x="8175" y="6081"/>
                  </a:cubicBezTo>
                  <a:close/>
                  <a:moveTo>
                    <a:pt x="11674" y="8193"/>
                  </a:moveTo>
                  <a:cubicBezTo>
                    <a:pt x="11847" y="8193"/>
                    <a:pt x="12024" y="8291"/>
                    <a:pt x="12099" y="8440"/>
                  </a:cubicBezTo>
                  <a:cubicBezTo>
                    <a:pt x="12244" y="8657"/>
                    <a:pt x="12135" y="8983"/>
                    <a:pt x="11918" y="9092"/>
                  </a:cubicBezTo>
                  <a:cubicBezTo>
                    <a:pt x="11338" y="9418"/>
                    <a:pt x="10831" y="9853"/>
                    <a:pt x="10396" y="10396"/>
                  </a:cubicBezTo>
                  <a:cubicBezTo>
                    <a:pt x="10324" y="10505"/>
                    <a:pt x="10179" y="10541"/>
                    <a:pt x="10034" y="10577"/>
                  </a:cubicBezTo>
                  <a:cubicBezTo>
                    <a:pt x="10019" y="10578"/>
                    <a:pt x="10005" y="10579"/>
                    <a:pt x="9991" y="10579"/>
                  </a:cubicBezTo>
                  <a:cubicBezTo>
                    <a:pt x="9585" y="10579"/>
                    <a:pt x="9392" y="10095"/>
                    <a:pt x="9672" y="9780"/>
                  </a:cubicBezTo>
                  <a:cubicBezTo>
                    <a:pt x="10179" y="9165"/>
                    <a:pt x="10759" y="8657"/>
                    <a:pt x="11447" y="8259"/>
                  </a:cubicBezTo>
                  <a:cubicBezTo>
                    <a:pt x="11515" y="8214"/>
                    <a:pt x="11594" y="8193"/>
                    <a:pt x="11674" y="8193"/>
                  </a:cubicBezTo>
                  <a:close/>
                  <a:moveTo>
                    <a:pt x="11447" y="5624"/>
                  </a:moveTo>
                  <a:cubicBezTo>
                    <a:pt x="11565" y="5624"/>
                    <a:pt x="11682" y="5669"/>
                    <a:pt x="11773" y="5760"/>
                  </a:cubicBezTo>
                  <a:cubicBezTo>
                    <a:pt x="11954" y="5941"/>
                    <a:pt x="11954" y="6267"/>
                    <a:pt x="11773" y="6448"/>
                  </a:cubicBezTo>
                  <a:cubicBezTo>
                    <a:pt x="9926" y="8331"/>
                    <a:pt x="7789" y="10468"/>
                    <a:pt x="5833" y="11881"/>
                  </a:cubicBezTo>
                  <a:cubicBezTo>
                    <a:pt x="5748" y="11952"/>
                    <a:pt x="5652" y="11984"/>
                    <a:pt x="5558" y="11984"/>
                  </a:cubicBezTo>
                  <a:cubicBezTo>
                    <a:pt x="5411" y="11984"/>
                    <a:pt x="5269" y="11905"/>
                    <a:pt x="5181" y="11772"/>
                  </a:cubicBezTo>
                  <a:cubicBezTo>
                    <a:pt x="4999" y="11591"/>
                    <a:pt x="5072" y="11265"/>
                    <a:pt x="5289" y="11120"/>
                  </a:cubicBezTo>
                  <a:cubicBezTo>
                    <a:pt x="7209" y="9744"/>
                    <a:pt x="9310" y="7643"/>
                    <a:pt x="11121" y="5760"/>
                  </a:cubicBezTo>
                  <a:cubicBezTo>
                    <a:pt x="11211" y="5669"/>
                    <a:pt x="11329" y="5624"/>
                    <a:pt x="11447" y="5624"/>
                  </a:cubicBezTo>
                  <a:close/>
                  <a:moveTo>
                    <a:pt x="6412" y="1"/>
                  </a:moveTo>
                  <a:cubicBezTo>
                    <a:pt x="6303" y="37"/>
                    <a:pt x="6195" y="73"/>
                    <a:pt x="6122" y="145"/>
                  </a:cubicBezTo>
                  <a:cubicBezTo>
                    <a:pt x="5398" y="580"/>
                    <a:pt x="4746" y="1123"/>
                    <a:pt x="4166" y="1739"/>
                  </a:cubicBezTo>
                  <a:cubicBezTo>
                    <a:pt x="4070" y="1836"/>
                    <a:pt x="3941" y="1884"/>
                    <a:pt x="3812" y="1884"/>
                  </a:cubicBezTo>
                  <a:cubicBezTo>
                    <a:pt x="3748" y="1884"/>
                    <a:pt x="3683" y="1872"/>
                    <a:pt x="3623" y="1848"/>
                  </a:cubicBezTo>
                  <a:lnTo>
                    <a:pt x="1921" y="1051"/>
                  </a:lnTo>
                  <a:cubicBezTo>
                    <a:pt x="762" y="6991"/>
                    <a:pt x="146" y="13040"/>
                    <a:pt x="1" y="19089"/>
                  </a:cubicBezTo>
                  <a:lnTo>
                    <a:pt x="870" y="18437"/>
                  </a:lnTo>
                  <a:cubicBezTo>
                    <a:pt x="946" y="18377"/>
                    <a:pt x="1040" y="18348"/>
                    <a:pt x="1135" y="18348"/>
                  </a:cubicBezTo>
                  <a:cubicBezTo>
                    <a:pt x="1268" y="18348"/>
                    <a:pt x="1402" y="18404"/>
                    <a:pt x="1486" y="18510"/>
                  </a:cubicBezTo>
                  <a:cubicBezTo>
                    <a:pt x="2138" y="19198"/>
                    <a:pt x="2899" y="19850"/>
                    <a:pt x="3659" y="20393"/>
                  </a:cubicBezTo>
                  <a:lnTo>
                    <a:pt x="6340" y="19270"/>
                  </a:lnTo>
                  <a:cubicBezTo>
                    <a:pt x="6847" y="19017"/>
                    <a:pt x="7426" y="18836"/>
                    <a:pt x="8042" y="18799"/>
                  </a:cubicBezTo>
                  <a:cubicBezTo>
                    <a:pt x="8223" y="18799"/>
                    <a:pt x="8440" y="18836"/>
                    <a:pt x="8622" y="18908"/>
                  </a:cubicBezTo>
                  <a:cubicBezTo>
                    <a:pt x="9165" y="19089"/>
                    <a:pt x="9636" y="19451"/>
                    <a:pt x="9926" y="19958"/>
                  </a:cubicBezTo>
                  <a:lnTo>
                    <a:pt x="10034" y="20140"/>
                  </a:lnTo>
                  <a:cubicBezTo>
                    <a:pt x="10201" y="20474"/>
                    <a:pt x="10537" y="20652"/>
                    <a:pt x="10875" y="20652"/>
                  </a:cubicBezTo>
                  <a:cubicBezTo>
                    <a:pt x="11123" y="20652"/>
                    <a:pt x="11372" y="20556"/>
                    <a:pt x="11556" y="20357"/>
                  </a:cubicBezTo>
                  <a:lnTo>
                    <a:pt x="12497" y="19524"/>
                  </a:lnTo>
                  <a:cubicBezTo>
                    <a:pt x="12678" y="19343"/>
                    <a:pt x="12932" y="19234"/>
                    <a:pt x="13222" y="19198"/>
                  </a:cubicBezTo>
                  <a:lnTo>
                    <a:pt x="13258" y="19198"/>
                  </a:lnTo>
                  <a:cubicBezTo>
                    <a:pt x="13548" y="19198"/>
                    <a:pt x="13801" y="19306"/>
                    <a:pt x="14019" y="19451"/>
                  </a:cubicBezTo>
                  <a:cubicBezTo>
                    <a:pt x="14598" y="19850"/>
                    <a:pt x="15178" y="20284"/>
                    <a:pt x="15721" y="20755"/>
                  </a:cubicBezTo>
                  <a:cubicBezTo>
                    <a:pt x="16989" y="17133"/>
                    <a:pt x="17134" y="13294"/>
                    <a:pt x="17278" y="9599"/>
                  </a:cubicBezTo>
                  <a:cubicBezTo>
                    <a:pt x="17315" y="6919"/>
                    <a:pt x="17532" y="4238"/>
                    <a:pt x="17967" y="1594"/>
                  </a:cubicBezTo>
                  <a:lnTo>
                    <a:pt x="17967" y="1594"/>
                  </a:lnTo>
                  <a:lnTo>
                    <a:pt x="14924" y="2826"/>
                  </a:lnTo>
                  <a:cubicBezTo>
                    <a:pt x="14867" y="2854"/>
                    <a:pt x="14806" y="2868"/>
                    <a:pt x="14743" y="2868"/>
                  </a:cubicBezTo>
                  <a:cubicBezTo>
                    <a:pt x="14568" y="2868"/>
                    <a:pt x="14389" y="2760"/>
                    <a:pt x="14308" y="2572"/>
                  </a:cubicBezTo>
                  <a:cubicBezTo>
                    <a:pt x="14055" y="1993"/>
                    <a:pt x="13620" y="1522"/>
                    <a:pt x="13077" y="1160"/>
                  </a:cubicBezTo>
                  <a:cubicBezTo>
                    <a:pt x="12932" y="1015"/>
                    <a:pt x="12715" y="942"/>
                    <a:pt x="12461" y="906"/>
                  </a:cubicBezTo>
                  <a:cubicBezTo>
                    <a:pt x="12280" y="942"/>
                    <a:pt x="12099" y="979"/>
                    <a:pt x="11954" y="1051"/>
                  </a:cubicBezTo>
                  <a:cubicBezTo>
                    <a:pt x="11121" y="1413"/>
                    <a:pt x="10360" y="1775"/>
                    <a:pt x="9600" y="2210"/>
                  </a:cubicBezTo>
                  <a:cubicBezTo>
                    <a:pt x="9532" y="2251"/>
                    <a:pt x="9454" y="2271"/>
                    <a:pt x="9375" y="2271"/>
                  </a:cubicBezTo>
                  <a:cubicBezTo>
                    <a:pt x="9244" y="2271"/>
                    <a:pt x="9111" y="2215"/>
                    <a:pt x="9020" y="2101"/>
                  </a:cubicBezTo>
                  <a:cubicBezTo>
                    <a:pt x="8332" y="1413"/>
                    <a:pt x="7535" y="761"/>
                    <a:pt x="6702" y="145"/>
                  </a:cubicBezTo>
                  <a:cubicBezTo>
                    <a:pt x="6629" y="73"/>
                    <a:pt x="6521" y="37"/>
                    <a:pt x="64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  <a:endParaRPr/>
            </a:p>
          </p:txBody>
        </p:sp>
      </p:grpSp>
      <p:grpSp>
        <p:nvGrpSpPr>
          <p:cNvPr id="2066" name="Google Shape;2066;p31"/>
          <p:cNvGrpSpPr/>
          <p:nvPr/>
        </p:nvGrpSpPr>
        <p:grpSpPr>
          <a:xfrm>
            <a:off x="3585504" y="3115436"/>
            <a:ext cx="2322015" cy="1622542"/>
            <a:chOff x="3585504" y="3115436"/>
            <a:chExt cx="2322015" cy="1622542"/>
          </a:xfrm>
        </p:grpSpPr>
        <p:sp>
          <p:nvSpPr>
            <p:cNvPr id="2067" name="Google Shape;2067;p31"/>
            <p:cNvSpPr txBox="1"/>
            <p:nvPr/>
          </p:nvSpPr>
          <p:spPr>
            <a:xfrm>
              <a:off x="3855788" y="3933063"/>
              <a:ext cx="1781400" cy="7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has a beautiful name and is the second planet from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68" name="Google Shape;2068;p31"/>
            <p:cNvSpPr txBox="1"/>
            <p:nvPr/>
          </p:nvSpPr>
          <p:spPr>
            <a:xfrm>
              <a:off x="3894038" y="3598275"/>
              <a:ext cx="17049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19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Personality</a:t>
              </a:r>
              <a:endParaRPr sz="19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069" name="Google Shape;2069;p31"/>
            <p:cNvSpPr/>
            <p:nvPr/>
          </p:nvSpPr>
          <p:spPr>
            <a:xfrm>
              <a:off x="4650955" y="3237867"/>
              <a:ext cx="98681" cy="49618"/>
            </a:xfrm>
            <a:custGeom>
              <a:rect b="b" l="l" r="r" t="t"/>
              <a:pathLst>
                <a:path extrusionOk="0" h="2830" w="3442">
                  <a:moveTo>
                    <a:pt x="2902" y="0"/>
                  </a:moveTo>
                  <a:cubicBezTo>
                    <a:pt x="2802" y="0"/>
                    <a:pt x="2699" y="38"/>
                    <a:pt x="2608" y="113"/>
                  </a:cubicBezTo>
                  <a:cubicBezTo>
                    <a:pt x="2174" y="439"/>
                    <a:pt x="1666" y="838"/>
                    <a:pt x="1232" y="1200"/>
                  </a:cubicBezTo>
                  <a:cubicBezTo>
                    <a:pt x="906" y="1490"/>
                    <a:pt x="580" y="1743"/>
                    <a:pt x="254" y="1997"/>
                  </a:cubicBezTo>
                  <a:cubicBezTo>
                    <a:pt x="36" y="2142"/>
                    <a:pt x="0" y="2432"/>
                    <a:pt x="145" y="2649"/>
                  </a:cubicBezTo>
                  <a:cubicBezTo>
                    <a:pt x="254" y="2758"/>
                    <a:pt x="362" y="2830"/>
                    <a:pt x="507" y="2830"/>
                  </a:cubicBezTo>
                  <a:cubicBezTo>
                    <a:pt x="616" y="2830"/>
                    <a:pt x="725" y="2794"/>
                    <a:pt x="797" y="2721"/>
                  </a:cubicBezTo>
                  <a:cubicBezTo>
                    <a:pt x="1123" y="2504"/>
                    <a:pt x="1449" y="2214"/>
                    <a:pt x="1811" y="1924"/>
                  </a:cubicBezTo>
                  <a:cubicBezTo>
                    <a:pt x="2246" y="1562"/>
                    <a:pt x="2717" y="1200"/>
                    <a:pt x="3151" y="874"/>
                  </a:cubicBezTo>
                  <a:cubicBezTo>
                    <a:pt x="3369" y="729"/>
                    <a:pt x="3441" y="403"/>
                    <a:pt x="3260" y="222"/>
                  </a:cubicBezTo>
                  <a:cubicBezTo>
                    <a:pt x="3176" y="74"/>
                    <a:pt x="3042" y="0"/>
                    <a:pt x="29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1"/>
            <p:cNvSpPr/>
            <p:nvPr/>
          </p:nvSpPr>
          <p:spPr>
            <a:xfrm>
              <a:off x="3585504" y="3115436"/>
              <a:ext cx="2322015" cy="1622542"/>
            </a:xfrm>
            <a:custGeom>
              <a:rect b="b" l="l" r="r" t="t"/>
              <a:pathLst>
                <a:path extrusionOk="0" h="92543" w="80992">
                  <a:moveTo>
                    <a:pt x="38286" y="939"/>
                  </a:moveTo>
                  <a:cubicBezTo>
                    <a:pt x="38395" y="975"/>
                    <a:pt x="38503" y="1011"/>
                    <a:pt x="38576" y="1084"/>
                  </a:cubicBezTo>
                  <a:cubicBezTo>
                    <a:pt x="39409" y="1663"/>
                    <a:pt x="40206" y="2315"/>
                    <a:pt x="40894" y="3040"/>
                  </a:cubicBezTo>
                  <a:cubicBezTo>
                    <a:pt x="40982" y="3127"/>
                    <a:pt x="41109" y="3175"/>
                    <a:pt x="41237" y="3175"/>
                  </a:cubicBezTo>
                  <a:cubicBezTo>
                    <a:pt x="41319" y="3175"/>
                    <a:pt x="41402" y="3155"/>
                    <a:pt x="41474" y="3112"/>
                  </a:cubicBezTo>
                  <a:cubicBezTo>
                    <a:pt x="42234" y="2714"/>
                    <a:pt x="43031" y="2315"/>
                    <a:pt x="43828" y="1989"/>
                  </a:cubicBezTo>
                  <a:cubicBezTo>
                    <a:pt x="44009" y="1881"/>
                    <a:pt x="44190" y="1844"/>
                    <a:pt x="44371" y="1844"/>
                  </a:cubicBezTo>
                  <a:cubicBezTo>
                    <a:pt x="44589" y="1844"/>
                    <a:pt x="44806" y="1953"/>
                    <a:pt x="44987" y="2098"/>
                  </a:cubicBezTo>
                  <a:cubicBezTo>
                    <a:pt x="45494" y="2424"/>
                    <a:pt x="45929" y="2931"/>
                    <a:pt x="46219" y="3510"/>
                  </a:cubicBezTo>
                  <a:cubicBezTo>
                    <a:pt x="46298" y="3670"/>
                    <a:pt x="46455" y="3770"/>
                    <a:pt x="46633" y="3770"/>
                  </a:cubicBezTo>
                  <a:cubicBezTo>
                    <a:pt x="46698" y="3770"/>
                    <a:pt x="46766" y="3757"/>
                    <a:pt x="46834" y="3728"/>
                  </a:cubicBezTo>
                  <a:lnTo>
                    <a:pt x="49877" y="2532"/>
                  </a:lnTo>
                  <a:lnTo>
                    <a:pt x="49877" y="2532"/>
                  </a:lnTo>
                  <a:cubicBezTo>
                    <a:pt x="49442" y="5177"/>
                    <a:pt x="49189" y="7821"/>
                    <a:pt x="49152" y="10501"/>
                  </a:cubicBezTo>
                  <a:cubicBezTo>
                    <a:pt x="49008" y="14232"/>
                    <a:pt x="48863" y="18071"/>
                    <a:pt x="47595" y="21694"/>
                  </a:cubicBezTo>
                  <a:cubicBezTo>
                    <a:pt x="47052" y="21186"/>
                    <a:pt x="46508" y="20752"/>
                    <a:pt x="45893" y="20390"/>
                  </a:cubicBezTo>
                  <a:cubicBezTo>
                    <a:pt x="45675" y="20208"/>
                    <a:pt x="45422" y="20136"/>
                    <a:pt x="45168" y="20100"/>
                  </a:cubicBezTo>
                  <a:lnTo>
                    <a:pt x="45096" y="20100"/>
                  </a:lnTo>
                  <a:cubicBezTo>
                    <a:pt x="44842" y="20136"/>
                    <a:pt x="44589" y="20245"/>
                    <a:pt x="44371" y="20462"/>
                  </a:cubicBezTo>
                  <a:lnTo>
                    <a:pt x="43430" y="21295"/>
                  </a:lnTo>
                  <a:cubicBezTo>
                    <a:pt x="43246" y="21494"/>
                    <a:pt x="42997" y="21590"/>
                    <a:pt x="42749" y="21590"/>
                  </a:cubicBezTo>
                  <a:cubicBezTo>
                    <a:pt x="42411" y="21590"/>
                    <a:pt x="42075" y="21412"/>
                    <a:pt x="41908" y="21078"/>
                  </a:cubicBezTo>
                  <a:lnTo>
                    <a:pt x="41800" y="20897"/>
                  </a:lnTo>
                  <a:cubicBezTo>
                    <a:pt x="41510" y="20390"/>
                    <a:pt x="41039" y="20027"/>
                    <a:pt x="40496" y="19846"/>
                  </a:cubicBezTo>
                  <a:cubicBezTo>
                    <a:pt x="40314" y="19774"/>
                    <a:pt x="40097" y="19738"/>
                    <a:pt x="39916" y="19738"/>
                  </a:cubicBezTo>
                  <a:cubicBezTo>
                    <a:pt x="39300" y="19774"/>
                    <a:pt x="38721" y="19955"/>
                    <a:pt x="38214" y="20208"/>
                  </a:cubicBezTo>
                  <a:lnTo>
                    <a:pt x="35533" y="21331"/>
                  </a:lnTo>
                  <a:cubicBezTo>
                    <a:pt x="34773" y="20788"/>
                    <a:pt x="34012" y="20136"/>
                    <a:pt x="33360" y="19448"/>
                  </a:cubicBezTo>
                  <a:cubicBezTo>
                    <a:pt x="33276" y="19342"/>
                    <a:pt x="33142" y="19286"/>
                    <a:pt x="33009" y="19286"/>
                  </a:cubicBezTo>
                  <a:cubicBezTo>
                    <a:pt x="32914" y="19286"/>
                    <a:pt x="32820" y="19315"/>
                    <a:pt x="32744" y="19375"/>
                  </a:cubicBezTo>
                  <a:lnTo>
                    <a:pt x="31875" y="20027"/>
                  </a:lnTo>
                  <a:cubicBezTo>
                    <a:pt x="32020" y="13978"/>
                    <a:pt x="32636" y="7966"/>
                    <a:pt x="33795" y="2025"/>
                  </a:cubicBezTo>
                  <a:lnTo>
                    <a:pt x="35497" y="2750"/>
                  </a:lnTo>
                  <a:cubicBezTo>
                    <a:pt x="35557" y="2786"/>
                    <a:pt x="35622" y="2802"/>
                    <a:pt x="35686" y="2802"/>
                  </a:cubicBezTo>
                  <a:cubicBezTo>
                    <a:pt x="35815" y="2802"/>
                    <a:pt x="35944" y="2738"/>
                    <a:pt x="36040" y="2641"/>
                  </a:cubicBezTo>
                  <a:cubicBezTo>
                    <a:pt x="36620" y="2025"/>
                    <a:pt x="37272" y="1482"/>
                    <a:pt x="37996" y="1047"/>
                  </a:cubicBezTo>
                  <a:cubicBezTo>
                    <a:pt x="38069" y="1011"/>
                    <a:pt x="38177" y="939"/>
                    <a:pt x="38286" y="939"/>
                  </a:cubicBezTo>
                  <a:close/>
                  <a:moveTo>
                    <a:pt x="14090" y="12892"/>
                  </a:moveTo>
                  <a:cubicBezTo>
                    <a:pt x="19089" y="12892"/>
                    <a:pt x="25065" y="12928"/>
                    <a:pt x="31295" y="12964"/>
                  </a:cubicBezTo>
                  <a:cubicBezTo>
                    <a:pt x="31078" y="15645"/>
                    <a:pt x="30969" y="18289"/>
                    <a:pt x="30933" y="20969"/>
                  </a:cubicBezTo>
                  <a:cubicBezTo>
                    <a:pt x="30933" y="21114"/>
                    <a:pt x="31006" y="21295"/>
                    <a:pt x="31187" y="21368"/>
                  </a:cubicBezTo>
                  <a:cubicBezTo>
                    <a:pt x="31252" y="21400"/>
                    <a:pt x="31332" y="21418"/>
                    <a:pt x="31410" y="21418"/>
                  </a:cubicBezTo>
                  <a:cubicBezTo>
                    <a:pt x="31505" y="21418"/>
                    <a:pt x="31598" y="21391"/>
                    <a:pt x="31658" y="21331"/>
                  </a:cubicBezTo>
                  <a:lnTo>
                    <a:pt x="32962" y="20390"/>
                  </a:lnTo>
                  <a:cubicBezTo>
                    <a:pt x="33650" y="21078"/>
                    <a:pt x="34410" y="21694"/>
                    <a:pt x="35244" y="22237"/>
                  </a:cubicBezTo>
                  <a:cubicBezTo>
                    <a:pt x="35312" y="22306"/>
                    <a:pt x="35410" y="22331"/>
                    <a:pt x="35510" y="22331"/>
                  </a:cubicBezTo>
                  <a:cubicBezTo>
                    <a:pt x="35567" y="22331"/>
                    <a:pt x="35625" y="22323"/>
                    <a:pt x="35678" y="22309"/>
                  </a:cubicBezTo>
                  <a:lnTo>
                    <a:pt x="38576" y="21042"/>
                  </a:lnTo>
                  <a:cubicBezTo>
                    <a:pt x="38979" y="20840"/>
                    <a:pt x="39429" y="20730"/>
                    <a:pt x="39888" y="20730"/>
                  </a:cubicBezTo>
                  <a:cubicBezTo>
                    <a:pt x="40005" y="20730"/>
                    <a:pt x="40124" y="20737"/>
                    <a:pt x="40242" y="20752"/>
                  </a:cubicBezTo>
                  <a:cubicBezTo>
                    <a:pt x="40568" y="20824"/>
                    <a:pt x="40749" y="21078"/>
                    <a:pt x="41003" y="21440"/>
                  </a:cubicBezTo>
                  <a:lnTo>
                    <a:pt x="41184" y="21657"/>
                  </a:lnTo>
                  <a:cubicBezTo>
                    <a:pt x="41546" y="22164"/>
                    <a:pt x="42162" y="22490"/>
                    <a:pt x="42814" y="22527"/>
                  </a:cubicBezTo>
                  <a:cubicBezTo>
                    <a:pt x="42959" y="22527"/>
                    <a:pt x="43067" y="22490"/>
                    <a:pt x="43212" y="22490"/>
                  </a:cubicBezTo>
                  <a:cubicBezTo>
                    <a:pt x="43502" y="22382"/>
                    <a:pt x="43792" y="22201"/>
                    <a:pt x="44045" y="21983"/>
                  </a:cubicBezTo>
                  <a:lnTo>
                    <a:pt x="44987" y="21186"/>
                  </a:lnTo>
                  <a:cubicBezTo>
                    <a:pt x="45023" y="21150"/>
                    <a:pt x="45096" y="21078"/>
                    <a:pt x="45132" y="21078"/>
                  </a:cubicBezTo>
                  <a:cubicBezTo>
                    <a:pt x="45204" y="21078"/>
                    <a:pt x="45277" y="21114"/>
                    <a:pt x="45349" y="21186"/>
                  </a:cubicBezTo>
                  <a:cubicBezTo>
                    <a:pt x="46110" y="21657"/>
                    <a:pt x="46798" y="22237"/>
                    <a:pt x="47450" y="22853"/>
                  </a:cubicBezTo>
                  <a:cubicBezTo>
                    <a:pt x="47523" y="22925"/>
                    <a:pt x="47667" y="22997"/>
                    <a:pt x="47776" y="22997"/>
                  </a:cubicBezTo>
                  <a:lnTo>
                    <a:pt x="47885" y="22997"/>
                  </a:lnTo>
                  <a:cubicBezTo>
                    <a:pt x="48030" y="22961"/>
                    <a:pt x="48175" y="22853"/>
                    <a:pt x="48211" y="22708"/>
                  </a:cubicBezTo>
                  <a:cubicBezTo>
                    <a:pt x="49442" y="19593"/>
                    <a:pt x="49804" y="16369"/>
                    <a:pt x="49986" y="13182"/>
                  </a:cubicBezTo>
                  <a:cubicBezTo>
                    <a:pt x="64112" y="13363"/>
                    <a:pt x="76391" y="13544"/>
                    <a:pt x="78782" y="13580"/>
                  </a:cubicBezTo>
                  <a:cubicBezTo>
                    <a:pt x="79941" y="26982"/>
                    <a:pt x="77369" y="83559"/>
                    <a:pt x="77188" y="88087"/>
                  </a:cubicBezTo>
                  <a:cubicBezTo>
                    <a:pt x="72044" y="90369"/>
                    <a:pt x="57157" y="91637"/>
                    <a:pt x="36149" y="91637"/>
                  </a:cubicBezTo>
                  <a:cubicBezTo>
                    <a:pt x="18799" y="91637"/>
                    <a:pt x="3441" y="90695"/>
                    <a:pt x="2137" y="89934"/>
                  </a:cubicBezTo>
                  <a:cubicBezTo>
                    <a:pt x="725" y="87508"/>
                    <a:pt x="1304" y="42847"/>
                    <a:pt x="2029" y="13037"/>
                  </a:cubicBezTo>
                  <a:cubicBezTo>
                    <a:pt x="4274" y="12928"/>
                    <a:pt x="8331" y="12892"/>
                    <a:pt x="14090" y="12892"/>
                  </a:cubicBezTo>
                  <a:close/>
                  <a:moveTo>
                    <a:pt x="38269" y="0"/>
                  </a:moveTo>
                  <a:cubicBezTo>
                    <a:pt x="37999" y="0"/>
                    <a:pt x="37725" y="82"/>
                    <a:pt x="37489" y="251"/>
                  </a:cubicBezTo>
                  <a:cubicBezTo>
                    <a:pt x="36801" y="685"/>
                    <a:pt x="36149" y="1192"/>
                    <a:pt x="35569" y="1772"/>
                  </a:cubicBezTo>
                  <a:lnTo>
                    <a:pt x="33650" y="866"/>
                  </a:lnTo>
                  <a:cubicBezTo>
                    <a:pt x="33577" y="830"/>
                    <a:pt x="33505" y="812"/>
                    <a:pt x="33432" y="812"/>
                  </a:cubicBezTo>
                  <a:cubicBezTo>
                    <a:pt x="33360" y="812"/>
                    <a:pt x="33288" y="830"/>
                    <a:pt x="33215" y="866"/>
                  </a:cubicBezTo>
                  <a:cubicBezTo>
                    <a:pt x="33106" y="939"/>
                    <a:pt x="32998" y="1047"/>
                    <a:pt x="32998" y="1192"/>
                  </a:cubicBezTo>
                  <a:cubicBezTo>
                    <a:pt x="32273" y="4778"/>
                    <a:pt x="31730" y="8364"/>
                    <a:pt x="31404" y="12022"/>
                  </a:cubicBezTo>
                  <a:cubicBezTo>
                    <a:pt x="25102" y="11950"/>
                    <a:pt x="19125" y="11914"/>
                    <a:pt x="14090" y="11914"/>
                  </a:cubicBezTo>
                  <a:cubicBezTo>
                    <a:pt x="7933" y="11914"/>
                    <a:pt x="3695" y="11986"/>
                    <a:pt x="1521" y="12059"/>
                  </a:cubicBezTo>
                  <a:cubicBezTo>
                    <a:pt x="1268" y="12095"/>
                    <a:pt x="1087" y="12276"/>
                    <a:pt x="1051" y="12530"/>
                  </a:cubicBezTo>
                  <a:cubicBezTo>
                    <a:pt x="1051" y="12711"/>
                    <a:pt x="616" y="31691"/>
                    <a:pt x="399" y="50671"/>
                  </a:cubicBezTo>
                  <a:cubicBezTo>
                    <a:pt x="0" y="89282"/>
                    <a:pt x="1051" y="90188"/>
                    <a:pt x="1485" y="90586"/>
                  </a:cubicBezTo>
                  <a:cubicBezTo>
                    <a:pt x="2862" y="91782"/>
                    <a:pt x="20501" y="92542"/>
                    <a:pt x="36149" y="92542"/>
                  </a:cubicBezTo>
                  <a:cubicBezTo>
                    <a:pt x="46291" y="92542"/>
                    <a:pt x="70740" y="92180"/>
                    <a:pt x="77840" y="88811"/>
                  </a:cubicBezTo>
                  <a:cubicBezTo>
                    <a:pt x="77985" y="88739"/>
                    <a:pt x="78093" y="88558"/>
                    <a:pt x="78093" y="88413"/>
                  </a:cubicBezTo>
                  <a:cubicBezTo>
                    <a:pt x="78130" y="87761"/>
                    <a:pt x="80991" y="26185"/>
                    <a:pt x="79687" y="13037"/>
                  </a:cubicBezTo>
                  <a:cubicBezTo>
                    <a:pt x="79651" y="12819"/>
                    <a:pt x="79470" y="12638"/>
                    <a:pt x="79216" y="12602"/>
                  </a:cubicBezTo>
                  <a:cubicBezTo>
                    <a:pt x="78999" y="12602"/>
                    <a:pt x="65669" y="12421"/>
                    <a:pt x="50022" y="12204"/>
                  </a:cubicBezTo>
                  <a:cubicBezTo>
                    <a:pt x="50058" y="11660"/>
                    <a:pt x="50058" y="11117"/>
                    <a:pt x="50094" y="10537"/>
                  </a:cubicBezTo>
                  <a:cubicBezTo>
                    <a:pt x="50203" y="7676"/>
                    <a:pt x="50312" y="4706"/>
                    <a:pt x="50927" y="1881"/>
                  </a:cubicBezTo>
                  <a:cubicBezTo>
                    <a:pt x="51013" y="1565"/>
                    <a:pt x="50782" y="1318"/>
                    <a:pt x="50520" y="1318"/>
                  </a:cubicBezTo>
                  <a:cubicBezTo>
                    <a:pt x="50451" y="1318"/>
                    <a:pt x="50380" y="1336"/>
                    <a:pt x="50312" y="1373"/>
                  </a:cubicBezTo>
                  <a:lnTo>
                    <a:pt x="46834" y="2714"/>
                  </a:lnTo>
                  <a:cubicBezTo>
                    <a:pt x="46508" y="2170"/>
                    <a:pt x="46037" y="1699"/>
                    <a:pt x="45530" y="1337"/>
                  </a:cubicBezTo>
                  <a:cubicBezTo>
                    <a:pt x="45168" y="1047"/>
                    <a:pt x="44770" y="903"/>
                    <a:pt x="44371" y="903"/>
                  </a:cubicBezTo>
                  <a:cubicBezTo>
                    <a:pt x="44045" y="903"/>
                    <a:pt x="43719" y="975"/>
                    <a:pt x="43466" y="1120"/>
                  </a:cubicBezTo>
                  <a:cubicBezTo>
                    <a:pt x="42705" y="1446"/>
                    <a:pt x="42017" y="1772"/>
                    <a:pt x="41329" y="2134"/>
                  </a:cubicBezTo>
                  <a:cubicBezTo>
                    <a:pt x="40640" y="1482"/>
                    <a:pt x="39916" y="866"/>
                    <a:pt x="39119" y="323"/>
                  </a:cubicBezTo>
                  <a:cubicBezTo>
                    <a:pt x="38886" y="110"/>
                    <a:pt x="38581" y="0"/>
                    <a:pt x="382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  </a:t>
              </a:r>
              <a:endParaRPr/>
            </a:p>
          </p:txBody>
        </p:sp>
        <p:sp>
          <p:nvSpPr>
            <p:cNvPr id="2071" name="Google Shape;2071;p31"/>
            <p:cNvSpPr/>
            <p:nvPr/>
          </p:nvSpPr>
          <p:spPr>
            <a:xfrm>
              <a:off x="4642641" y="3229364"/>
              <a:ext cx="200458" cy="111737"/>
            </a:xfrm>
            <a:custGeom>
              <a:rect b="b" l="l" r="r" t="t"/>
              <a:pathLst>
                <a:path extrusionOk="0" h="6373" w="6992">
                  <a:moveTo>
                    <a:pt x="6448" y="1"/>
                  </a:moveTo>
                  <a:cubicBezTo>
                    <a:pt x="6330" y="1"/>
                    <a:pt x="6212" y="55"/>
                    <a:pt x="6122" y="164"/>
                  </a:cubicBezTo>
                  <a:cubicBezTo>
                    <a:pt x="4311" y="2011"/>
                    <a:pt x="2210" y="4148"/>
                    <a:pt x="326" y="5488"/>
                  </a:cubicBezTo>
                  <a:cubicBezTo>
                    <a:pt x="73" y="5633"/>
                    <a:pt x="0" y="5959"/>
                    <a:pt x="182" y="6176"/>
                  </a:cubicBezTo>
                  <a:cubicBezTo>
                    <a:pt x="269" y="6307"/>
                    <a:pt x="408" y="6372"/>
                    <a:pt x="552" y="6372"/>
                  </a:cubicBezTo>
                  <a:cubicBezTo>
                    <a:pt x="648" y="6372"/>
                    <a:pt x="747" y="6343"/>
                    <a:pt x="834" y="6285"/>
                  </a:cubicBezTo>
                  <a:cubicBezTo>
                    <a:pt x="2826" y="4872"/>
                    <a:pt x="4963" y="2735"/>
                    <a:pt x="6774" y="816"/>
                  </a:cubicBezTo>
                  <a:cubicBezTo>
                    <a:pt x="6991" y="635"/>
                    <a:pt x="6991" y="345"/>
                    <a:pt x="6774" y="164"/>
                  </a:cubicBezTo>
                  <a:cubicBezTo>
                    <a:pt x="6683" y="55"/>
                    <a:pt x="6566" y="1"/>
                    <a:pt x="644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31"/>
            <p:cNvSpPr/>
            <p:nvPr/>
          </p:nvSpPr>
          <p:spPr>
            <a:xfrm>
              <a:off x="4768616" y="3274757"/>
              <a:ext cx="81737" cy="41974"/>
            </a:xfrm>
            <a:custGeom>
              <a:rect b="b" l="l" r="r" t="t"/>
              <a:pathLst>
                <a:path extrusionOk="0" h="2394" w="2851">
                  <a:moveTo>
                    <a:pt x="2320" y="0"/>
                  </a:moveTo>
                  <a:cubicBezTo>
                    <a:pt x="2232" y="0"/>
                    <a:pt x="2141" y="24"/>
                    <a:pt x="2054" y="74"/>
                  </a:cubicBezTo>
                  <a:cubicBezTo>
                    <a:pt x="1366" y="472"/>
                    <a:pt x="786" y="980"/>
                    <a:pt x="315" y="1595"/>
                  </a:cubicBezTo>
                  <a:cubicBezTo>
                    <a:pt x="0" y="1910"/>
                    <a:pt x="226" y="2394"/>
                    <a:pt x="634" y="2394"/>
                  </a:cubicBezTo>
                  <a:cubicBezTo>
                    <a:pt x="648" y="2394"/>
                    <a:pt x="663" y="2393"/>
                    <a:pt x="677" y="2392"/>
                  </a:cubicBezTo>
                  <a:cubicBezTo>
                    <a:pt x="822" y="2356"/>
                    <a:pt x="931" y="2320"/>
                    <a:pt x="1040" y="2211"/>
                  </a:cubicBezTo>
                  <a:cubicBezTo>
                    <a:pt x="1438" y="1668"/>
                    <a:pt x="1945" y="1233"/>
                    <a:pt x="2525" y="907"/>
                  </a:cubicBezTo>
                  <a:cubicBezTo>
                    <a:pt x="2778" y="798"/>
                    <a:pt x="2851" y="472"/>
                    <a:pt x="2742" y="255"/>
                  </a:cubicBezTo>
                  <a:cubicBezTo>
                    <a:pt x="2647" y="89"/>
                    <a:pt x="2489" y="0"/>
                    <a:pt x="23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1"/>
            <p:cNvSpPr/>
            <p:nvPr/>
          </p:nvSpPr>
          <p:spPr>
            <a:xfrm>
              <a:off x="4499321" y="3131250"/>
              <a:ext cx="515108" cy="363912"/>
            </a:xfrm>
            <a:custGeom>
              <a:rect b="b" l="l" r="r" t="t"/>
              <a:pathLst>
                <a:path extrusionOk="0" h="20756" w="17967">
                  <a:moveTo>
                    <a:pt x="8175" y="6081"/>
                  </a:moveTo>
                  <a:cubicBezTo>
                    <a:pt x="8318" y="6081"/>
                    <a:pt x="8465" y="6155"/>
                    <a:pt x="8549" y="6303"/>
                  </a:cubicBezTo>
                  <a:cubicBezTo>
                    <a:pt x="8694" y="6484"/>
                    <a:pt x="8658" y="6810"/>
                    <a:pt x="8440" y="6955"/>
                  </a:cubicBezTo>
                  <a:cubicBezTo>
                    <a:pt x="7970" y="7281"/>
                    <a:pt x="7535" y="7643"/>
                    <a:pt x="7064" y="8005"/>
                  </a:cubicBezTo>
                  <a:cubicBezTo>
                    <a:pt x="6738" y="8295"/>
                    <a:pt x="6412" y="8585"/>
                    <a:pt x="6086" y="8802"/>
                  </a:cubicBezTo>
                  <a:cubicBezTo>
                    <a:pt x="5977" y="8875"/>
                    <a:pt x="5905" y="8911"/>
                    <a:pt x="5796" y="8911"/>
                  </a:cubicBezTo>
                  <a:cubicBezTo>
                    <a:pt x="5651" y="8911"/>
                    <a:pt x="5507" y="8839"/>
                    <a:pt x="5398" y="8730"/>
                  </a:cubicBezTo>
                  <a:cubicBezTo>
                    <a:pt x="5253" y="8513"/>
                    <a:pt x="5289" y="8223"/>
                    <a:pt x="5507" y="8078"/>
                  </a:cubicBezTo>
                  <a:cubicBezTo>
                    <a:pt x="5833" y="7824"/>
                    <a:pt x="6159" y="7571"/>
                    <a:pt x="6485" y="7281"/>
                  </a:cubicBezTo>
                  <a:cubicBezTo>
                    <a:pt x="6955" y="6919"/>
                    <a:pt x="7390" y="6520"/>
                    <a:pt x="7897" y="6194"/>
                  </a:cubicBezTo>
                  <a:cubicBezTo>
                    <a:pt x="7973" y="6119"/>
                    <a:pt x="8073" y="6081"/>
                    <a:pt x="8175" y="6081"/>
                  </a:cubicBezTo>
                  <a:close/>
                  <a:moveTo>
                    <a:pt x="11674" y="8193"/>
                  </a:moveTo>
                  <a:cubicBezTo>
                    <a:pt x="11847" y="8193"/>
                    <a:pt x="12024" y="8291"/>
                    <a:pt x="12099" y="8440"/>
                  </a:cubicBezTo>
                  <a:cubicBezTo>
                    <a:pt x="12244" y="8657"/>
                    <a:pt x="12135" y="8983"/>
                    <a:pt x="11918" y="9092"/>
                  </a:cubicBezTo>
                  <a:cubicBezTo>
                    <a:pt x="11338" y="9418"/>
                    <a:pt x="10831" y="9853"/>
                    <a:pt x="10396" y="10396"/>
                  </a:cubicBezTo>
                  <a:cubicBezTo>
                    <a:pt x="10324" y="10505"/>
                    <a:pt x="10179" y="10541"/>
                    <a:pt x="10034" y="10577"/>
                  </a:cubicBezTo>
                  <a:cubicBezTo>
                    <a:pt x="10019" y="10578"/>
                    <a:pt x="10005" y="10579"/>
                    <a:pt x="9991" y="10579"/>
                  </a:cubicBezTo>
                  <a:cubicBezTo>
                    <a:pt x="9585" y="10579"/>
                    <a:pt x="9392" y="10095"/>
                    <a:pt x="9672" y="9780"/>
                  </a:cubicBezTo>
                  <a:cubicBezTo>
                    <a:pt x="10179" y="9165"/>
                    <a:pt x="10759" y="8657"/>
                    <a:pt x="11447" y="8259"/>
                  </a:cubicBezTo>
                  <a:cubicBezTo>
                    <a:pt x="11515" y="8214"/>
                    <a:pt x="11594" y="8193"/>
                    <a:pt x="11674" y="8193"/>
                  </a:cubicBezTo>
                  <a:close/>
                  <a:moveTo>
                    <a:pt x="11447" y="5624"/>
                  </a:moveTo>
                  <a:cubicBezTo>
                    <a:pt x="11565" y="5624"/>
                    <a:pt x="11682" y="5669"/>
                    <a:pt x="11773" y="5760"/>
                  </a:cubicBezTo>
                  <a:cubicBezTo>
                    <a:pt x="11954" y="5941"/>
                    <a:pt x="11954" y="6267"/>
                    <a:pt x="11773" y="6448"/>
                  </a:cubicBezTo>
                  <a:cubicBezTo>
                    <a:pt x="9926" y="8331"/>
                    <a:pt x="7789" y="10468"/>
                    <a:pt x="5833" y="11881"/>
                  </a:cubicBezTo>
                  <a:cubicBezTo>
                    <a:pt x="5748" y="11952"/>
                    <a:pt x="5652" y="11984"/>
                    <a:pt x="5558" y="11984"/>
                  </a:cubicBezTo>
                  <a:cubicBezTo>
                    <a:pt x="5411" y="11984"/>
                    <a:pt x="5269" y="11905"/>
                    <a:pt x="5181" y="11772"/>
                  </a:cubicBezTo>
                  <a:cubicBezTo>
                    <a:pt x="4999" y="11591"/>
                    <a:pt x="5072" y="11265"/>
                    <a:pt x="5289" y="11120"/>
                  </a:cubicBezTo>
                  <a:cubicBezTo>
                    <a:pt x="7209" y="9744"/>
                    <a:pt x="9310" y="7643"/>
                    <a:pt x="11121" y="5760"/>
                  </a:cubicBezTo>
                  <a:cubicBezTo>
                    <a:pt x="11211" y="5669"/>
                    <a:pt x="11329" y="5624"/>
                    <a:pt x="11447" y="5624"/>
                  </a:cubicBezTo>
                  <a:close/>
                  <a:moveTo>
                    <a:pt x="6412" y="1"/>
                  </a:moveTo>
                  <a:cubicBezTo>
                    <a:pt x="6303" y="37"/>
                    <a:pt x="6195" y="73"/>
                    <a:pt x="6122" y="145"/>
                  </a:cubicBezTo>
                  <a:cubicBezTo>
                    <a:pt x="5398" y="580"/>
                    <a:pt x="4746" y="1123"/>
                    <a:pt x="4166" y="1739"/>
                  </a:cubicBezTo>
                  <a:cubicBezTo>
                    <a:pt x="4070" y="1836"/>
                    <a:pt x="3941" y="1884"/>
                    <a:pt x="3812" y="1884"/>
                  </a:cubicBezTo>
                  <a:cubicBezTo>
                    <a:pt x="3748" y="1884"/>
                    <a:pt x="3683" y="1872"/>
                    <a:pt x="3623" y="1848"/>
                  </a:cubicBezTo>
                  <a:lnTo>
                    <a:pt x="1921" y="1051"/>
                  </a:lnTo>
                  <a:cubicBezTo>
                    <a:pt x="762" y="6991"/>
                    <a:pt x="146" y="13040"/>
                    <a:pt x="1" y="19089"/>
                  </a:cubicBezTo>
                  <a:lnTo>
                    <a:pt x="870" y="18437"/>
                  </a:lnTo>
                  <a:cubicBezTo>
                    <a:pt x="946" y="18377"/>
                    <a:pt x="1040" y="18348"/>
                    <a:pt x="1135" y="18348"/>
                  </a:cubicBezTo>
                  <a:cubicBezTo>
                    <a:pt x="1268" y="18348"/>
                    <a:pt x="1402" y="18404"/>
                    <a:pt x="1486" y="18510"/>
                  </a:cubicBezTo>
                  <a:cubicBezTo>
                    <a:pt x="2138" y="19198"/>
                    <a:pt x="2899" y="19850"/>
                    <a:pt x="3659" y="20393"/>
                  </a:cubicBezTo>
                  <a:lnTo>
                    <a:pt x="6340" y="19270"/>
                  </a:lnTo>
                  <a:cubicBezTo>
                    <a:pt x="6847" y="19017"/>
                    <a:pt x="7426" y="18836"/>
                    <a:pt x="8042" y="18799"/>
                  </a:cubicBezTo>
                  <a:cubicBezTo>
                    <a:pt x="8223" y="18799"/>
                    <a:pt x="8440" y="18836"/>
                    <a:pt x="8622" y="18908"/>
                  </a:cubicBezTo>
                  <a:cubicBezTo>
                    <a:pt x="9165" y="19089"/>
                    <a:pt x="9636" y="19451"/>
                    <a:pt x="9926" y="19958"/>
                  </a:cubicBezTo>
                  <a:lnTo>
                    <a:pt x="10034" y="20140"/>
                  </a:lnTo>
                  <a:cubicBezTo>
                    <a:pt x="10201" y="20474"/>
                    <a:pt x="10537" y="20652"/>
                    <a:pt x="10875" y="20652"/>
                  </a:cubicBezTo>
                  <a:cubicBezTo>
                    <a:pt x="11123" y="20652"/>
                    <a:pt x="11372" y="20556"/>
                    <a:pt x="11556" y="20357"/>
                  </a:cubicBezTo>
                  <a:lnTo>
                    <a:pt x="12497" y="19524"/>
                  </a:lnTo>
                  <a:cubicBezTo>
                    <a:pt x="12678" y="19343"/>
                    <a:pt x="12932" y="19234"/>
                    <a:pt x="13222" y="19198"/>
                  </a:cubicBezTo>
                  <a:lnTo>
                    <a:pt x="13258" y="19198"/>
                  </a:lnTo>
                  <a:cubicBezTo>
                    <a:pt x="13548" y="19198"/>
                    <a:pt x="13801" y="19306"/>
                    <a:pt x="14019" y="19451"/>
                  </a:cubicBezTo>
                  <a:cubicBezTo>
                    <a:pt x="14598" y="19850"/>
                    <a:pt x="15178" y="20284"/>
                    <a:pt x="15721" y="20755"/>
                  </a:cubicBezTo>
                  <a:cubicBezTo>
                    <a:pt x="16989" y="17133"/>
                    <a:pt x="17134" y="13294"/>
                    <a:pt x="17278" y="9599"/>
                  </a:cubicBezTo>
                  <a:cubicBezTo>
                    <a:pt x="17315" y="6919"/>
                    <a:pt x="17532" y="4238"/>
                    <a:pt x="17967" y="1594"/>
                  </a:cubicBezTo>
                  <a:lnTo>
                    <a:pt x="17967" y="1594"/>
                  </a:lnTo>
                  <a:lnTo>
                    <a:pt x="14924" y="2826"/>
                  </a:lnTo>
                  <a:cubicBezTo>
                    <a:pt x="14867" y="2854"/>
                    <a:pt x="14806" y="2868"/>
                    <a:pt x="14743" y="2868"/>
                  </a:cubicBezTo>
                  <a:cubicBezTo>
                    <a:pt x="14568" y="2868"/>
                    <a:pt x="14389" y="2760"/>
                    <a:pt x="14308" y="2572"/>
                  </a:cubicBezTo>
                  <a:cubicBezTo>
                    <a:pt x="14055" y="1993"/>
                    <a:pt x="13620" y="1522"/>
                    <a:pt x="13077" y="1160"/>
                  </a:cubicBezTo>
                  <a:cubicBezTo>
                    <a:pt x="12932" y="1015"/>
                    <a:pt x="12715" y="942"/>
                    <a:pt x="12461" y="906"/>
                  </a:cubicBezTo>
                  <a:cubicBezTo>
                    <a:pt x="12280" y="942"/>
                    <a:pt x="12099" y="979"/>
                    <a:pt x="11954" y="1051"/>
                  </a:cubicBezTo>
                  <a:cubicBezTo>
                    <a:pt x="11121" y="1413"/>
                    <a:pt x="10360" y="1775"/>
                    <a:pt x="9600" y="2210"/>
                  </a:cubicBezTo>
                  <a:cubicBezTo>
                    <a:pt x="9532" y="2251"/>
                    <a:pt x="9454" y="2271"/>
                    <a:pt x="9375" y="2271"/>
                  </a:cubicBezTo>
                  <a:cubicBezTo>
                    <a:pt x="9244" y="2271"/>
                    <a:pt x="9111" y="2215"/>
                    <a:pt x="9020" y="2101"/>
                  </a:cubicBezTo>
                  <a:cubicBezTo>
                    <a:pt x="8332" y="1413"/>
                    <a:pt x="7535" y="761"/>
                    <a:pt x="6702" y="145"/>
                  </a:cubicBezTo>
                  <a:cubicBezTo>
                    <a:pt x="6629" y="73"/>
                    <a:pt x="6521" y="37"/>
                    <a:pt x="64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  <a:endParaRPr/>
            </a:p>
          </p:txBody>
        </p:sp>
      </p:grpSp>
      <p:grpSp>
        <p:nvGrpSpPr>
          <p:cNvPr id="2074" name="Google Shape;2074;p31"/>
          <p:cNvGrpSpPr/>
          <p:nvPr/>
        </p:nvGrpSpPr>
        <p:grpSpPr>
          <a:xfrm>
            <a:off x="6143440" y="3115436"/>
            <a:ext cx="2322015" cy="1622542"/>
            <a:chOff x="6143440" y="3115436"/>
            <a:chExt cx="2322015" cy="1622542"/>
          </a:xfrm>
        </p:grpSpPr>
        <p:sp>
          <p:nvSpPr>
            <p:cNvPr id="2075" name="Google Shape;2075;p31"/>
            <p:cNvSpPr txBox="1"/>
            <p:nvPr/>
          </p:nvSpPr>
          <p:spPr>
            <a:xfrm flipH="1">
              <a:off x="6413725" y="3933063"/>
              <a:ext cx="1781400" cy="7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6" name="Google Shape;2076;p31"/>
            <p:cNvSpPr txBox="1"/>
            <p:nvPr/>
          </p:nvSpPr>
          <p:spPr>
            <a:xfrm>
              <a:off x="6451975" y="3600763"/>
              <a:ext cx="17049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19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Goals</a:t>
              </a:r>
              <a:endParaRPr sz="19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077" name="Google Shape;2077;p31"/>
            <p:cNvSpPr/>
            <p:nvPr/>
          </p:nvSpPr>
          <p:spPr>
            <a:xfrm>
              <a:off x="7208892" y="3237867"/>
              <a:ext cx="98681" cy="49618"/>
            </a:xfrm>
            <a:custGeom>
              <a:rect b="b" l="l" r="r" t="t"/>
              <a:pathLst>
                <a:path extrusionOk="0" h="2830" w="3442">
                  <a:moveTo>
                    <a:pt x="2902" y="0"/>
                  </a:moveTo>
                  <a:cubicBezTo>
                    <a:pt x="2802" y="0"/>
                    <a:pt x="2699" y="38"/>
                    <a:pt x="2608" y="113"/>
                  </a:cubicBezTo>
                  <a:cubicBezTo>
                    <a:pt x="2174" y="439"/>
                    <a:pt x="1666" y="838"/>
                    <a:pt x="1232" y="1200"/>
                  </a:cubicBezTo>
                  <a:cubicBezTo>
                    <a:pt x="906" y="1490"/>
                    <a:pt x="580" y="1743"/>
                    <a:pt x="254" y="1997"/>
                  </a:cubicBezTo>
                  <a:cubicBezTo>
                    <a:pt x="36" y="2142"/>
                    <a:pt x="0" y="2432"/>
                    <a:pt x="145" y="2649"/>
                  </a:cubicBezTo>
                  <a:cubicBezTo>
                    <a:pt x="254" y="2758"/>
                    <a:pt x="362" y="2830"/>
                    <a:pt x="507" y="2830"/>
                  </a:cubicBezTo>
                  <a:cubicBezTo>
                    <a:pt x="616" y="2830"/>
                    <a:pt x="725" y="2794"/>
                    <a:pt x="797" y="2721"/>
                  </a:cubicBezTo>
                  <a:cubicBezTo>
                    <a:pt x="1123" y="2504"/>
                    <a:pt x="1449" y="2214"/>
                    <a:pt x="1811" y="1924"/>
                  </a:cubicBezTo>
                  <a:cubicBezTo>
                    <a:pt x="2246" y="1562"/>
                    <a:pt x="2717" y="1200"/>
                    <a:pt x="3151" y="874"/>
                  </a:cubicBezTo>
                  <a:cubicBezTo>
                    <a:pt x="3369" y="729"/>
                    <a:pt x="3441" y="403"/>
                    <a:pt x="3260" y="222"/>
                  </a:cubicBezTo>
                  <a:cubicBezTo>
                    <a:pt x="3176" y="74"/>
                    <a:pt x="3042" y="0"/>
                    <a:pt x="29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31"/>
            <p:cNvSpPr/>
            <p:nvPr/>
          </p:nvSpPr>
          <p:spPr>
            <a:xfrm>
              <a:off x="6143440" y="3115436"/>
              <a:ext cx="2322015" cy="1622542"/>
            </a:xfrm>
            <a:custGeom>
              <a:rect b="b" l="l" r="r" t="t"/>
              <a:pathLst>
                <a:path extrusionOk="0" h="92543" w="80992">
                  <a:moveTo>
                    <a:pt x="38286" y="939"/>
                  </a:moveTo>
                  <a:cubicBezTo>
                    <a:pt x="38395" y="975"/>
                    <a:pt x="38503" y="1011"/>
                    <a:pt x="38576" y="1084"/>
                  </a:cubicBezTo>
                  <a:cubicBezTo>
                    <a:pt x="39409" y="1663"/>
                    <a:pt x="40206" y="2315"/>
                    <a:pt x="40894" y="3040"/>
                  </a:cubicBezTo>
                  <a:cubicBezTo>
                    <a:pt x="40982" y="3127"/>
                    <a:pt x="41109" y="3175"/>
                    <a:pt x="41237" y="3175"/>
                  </a:cubicBezTo>
                  <a:cubicBezTo>
                    <a:pt x="41319" y="3175"/>
                    <a:pt x="41402" y="3155"/>
                    <a:pt x="41474" y="3112"/>
                  </a:cubicBezTo>
                  <a:cubicBezTo>
                    <a:pt x="42234" y="2714"/>
                    <a:pt x="43031" y="2315"/>
                    <a:pt x="43828" y="1989"/>
                  </a:cubicBezTo>
                  <a:cubicBezTo>
                    <a:pt x="44009" y="1881"/>
                    <a:pt x="44190" y="1844"/>
                    <a:pt x="44371" y="1844"/>
                  </a:cubicBezTo>
                  <a:cubicBezTo>
                    <a:pt x="44589" y="1844"/>
                    <a:pt x="44806" y="1953"/>
                    <a:pt x="44987" y="2098"/>
                  </a:cubicBezTo>
                  <a:cubicBezTo>
                    <a:pt x="45494" y="2424"/>
                    <a:pt x="45929" y="2931"/>
                    <a:pt x="46219" y="3510"/>
                  </a:cubicBezTo>
                  <a:cubicBezTo>
                    <a:pt x="46298" y="3670"/>
                    <a:pt x="46455" y="3770"/>
                    <a:pt x="46633" y="3770"/>
                  </a:cubicBezTo>
                  <a:cubicBezTo>
                    <a:pt x="46698" y="3770"/>
                    <a:pt x="46766" y="3757"/>
                    <a:pt x="46834" y="3728"/>
                  </a:cubicBezTo>
                  <a:lnTo>
                    <a:pt x="49877" y="2532"/>
                  </a:lnTo>
                  <a:lnTo>
                    <a:pt x="49877" y="2532"/>
                  </a:lnTo>
                  <a:cubicBezTo>
                    <a:pt x="49442" y="5177"/>
                    <a:pt x="49189" y="7821"/>
                    <a:pt x="49152" y="10501"/>
                  </a:cubicBezTo>
                  <a:cubicBezTo>
                    <a:pt x="49008" y="14232"/>
                    <a:pt x="48863" y="18071"/>
                    <a:pt x="47595" y="21694"/>
                  </a:cubicBezTo>
                  <a:cubicBezTo>
                    <a:pt x="47052" y="21186"/>
                    <a:pt x="46508" y="20752"/>
                    <a:pt x="45893" y="20390"/>
                  </a:cubicBezTo>
                  <a:cubicBezTo>
                    <a:pt x="45675" y="20208"/>
                    <a:pt x="45422" y="20136"/>
                    <a:pt x="45168" y="20100"/>
                  </a:cubicBezTo>
                  <a:lnTo>
                    <a:pt x="45096" y="20100"/>
                  </a:lnTo>
                  <a:cubicBezTo>
                    <a:pt x="44842" y="20136"/>
                    <a:pt x="44589" y="20245"/>
                    <a:pt x="44371" y="20462"/>
                  </a:cubicBezTo>
                  <a:lnTo>
                    <a:pt x="43430" y="21295"/>
                  </a:lnTo>
                  <a:cubicBezTo>
                    <a:pt x="43246" y="21494"/>
                    <a:pt x="42997" y="21590"/>
                    <a:pt x="42749" y="21590"/>
                  </a:cubicBezTo>
                  <a:cubicBezTo>
                    <a:pt x="42411" y="21590"/>
                    <a:pt x="42075" y="21412"/>
                    <a:pt x="41908" y="21078"/>
                  </a:cubicBezTo>
                  <a:lnTo>
                    <a:pt x="41800" y="20897"/>
                  </a:lnTo>
                  <a:cubicBezTo>
                    <a:pt x="41510" y="20390"/>
                    <a:pt x="41039" y="20027"/>
                    <a:pt x="40496" y="19846"/>
                  </a:cubicBezTo>
                  <a:cubicBezTo>
                    <a:pt x="40314" y="19774"/>
                    <a:pt x="40097" y="19738"/>
                    <a:pt x="39916" y="19738"/>
                  </a:cubicBezTo>
                  <a:cubicBezTo>
                    <a:pt x="39300" y="19774"/>
                    <a:pt x="38721" y="19955"/>
                    <a:pt x="38214" y="20208"/>
                  </a:cubicBezTo>
                  <a:lnTo>
                    <a:pt x="35533" y="21331"/>
                  </a:lnTo>
                  <a:cubicBezTo>
                    <a:pt x="34773" y="20788"/>
                    <a:pt x="34012" y="20136"/>
                    <a:pt x="33360" y="19448"/>
                  </a:cubicBezTo>
                  <a:cubicBezTo>
                    <a:pt x="33276" y="19342"/>
                    <a:pt x="33142" y="19286"/>
                    <a:pt x="33009" y="19286"/>
                  </a:cubicBezTo>
                  <a:cubicBezTo>
                    <a:pt x="32914" y="19286"/>
                    <a:pt x="32820" y="19315"/>
                    <a:pt x="32744" y="19375"/>
                  </a:cubicBezTo>
                  <a:lnTo>
                    <a:pt x="31875" y="20027"/>
                  </a:lnTo>
                  <a:cubicBezTo>
                    <a:pt x="32020" y="13978"/>
                    <a:pt x="32636" y="7966"/>
                    <a:pt x="33795" y="2025"/>
                  </a:cubicBezTo>
                  <a:lnTo>
                    <a:pt x="35497" y="2750"/>
                  </a:lnTo>
                  <a:cubicBezTo>
                    <a:pt x="35557" y="2786"/>
                    <a:pt x="35622" y="2802"/>
                    <a:pt x="35686" y="2802"/>
                  </a:cubicBezTo>
                  <a:cubicBezTo>
                    <a:pt x="35815" y="2802"/>
                    <a:pt x="35944" y="2738"/>
                    <a:pt x="36040" y="2641"/>
                  </a:cubicBezTo>
                  <a:cubicBezTo>
                    <a:pt x="36620" y="2025"/>
                    <a:pt x="37272" y="1482"/>
                    <a:pt x="37996" y="1047"/>
                  </a:cubicBezTo>
                  <a:cubicBezTo>
                    <a:pt x="38069" y="1011"/>
                    <a:pt x="38177" y="939"/>
                    <a:pt x="38286" y="939"/>
                  </a:cubicBezTo>
                  <a:close/>
                  <a:moveTo>
                    <a:pt x="14090" y="12892"/>
                  </a:moveTo>
                  <a:cubicBezTo>
                    <a:pt x="19089" y="12892"/>
                    <a:pt x="25065" y="12928"/>
                    <a:pt x="31295" y="12964"/>
                  </a:cubicBezTo>
                  <a:cubicBezTo>
                    <a:pt x="31078" y="15645"/>
                    <a:pt x="30969" y="18289"/>
                    <a:pt x="30933" y="20969"/>
                  </a:cubicBezTo>
                  <a:cubicBezTo>
                    <a:pt x="30933" y="21114"/>
                    <a:pt x="31006" y="21295"/>
                    <a:pt x="31187" y="21368"/>
                  </a:cubicBezTo>
                  <a:cubicBezTo>
                    <a:pt x="31252" y="21400"/>
                    <a:pt x="31332" y="21418"/>
                    <a:pt x="31410" y="21418"/>
                  </a:cubicBezTo>
                  <a:cubicBezTo>
                    <a:pt x="31505" y="21418"/>
                    <a:pt x="31598" y="21391"/>
                    <a:pt x="31658" y="21331"/>
                  </a:cubicBezTo>
                  <a:lnTo>
                    <a:pt x="32962" y="20390"/>
                  </a:lnTo>
                  <a:cubicBezTo>
                    <a:pt x="33650" y="21078"/>
                    <a:pt x="34410" y="21694"/>
                    <a:pt x="35244" y="22237"/>
                  </a:cubicBezTo>
                  <a:cubicBezTo>
                    <a:pt x="35312" y="22306"/>
                    <a:pt x="35410" y="22331"/>
                    <a:pt x="35510" y="22331"/>
                  </a:cubicBezTo>
                  <a:cubicBezTo>
                    <a:pt x="35567" y="22331"/>
                    <a:pt x="35625" y="22323"/>
                    <a:pt x="35678" y="22309"/>
                  </a:cubicBezTo>
                  <a:lnTo>
                    <a:pt x="38576" y="21042"/>
                  </a:lnTo>
                  <a:cubicBezTo>
                    <a:pt x="38979" y="20840"/>
                    <a:pt x="39429" y="20730"/>
                    <a:pt x="39888" y="20730"/>
                  </a:cubicBezTo>
                  <a:cubicBezTo>
                    <a:pt x="40005" y="20730"/>
                    <a:pt x="40124" y="20737"/>
                    <a:pt x="40242" y="20752"/>
                  </a:cubicBezTo>
                  <a:cubicBezTo>
                    <a:pt x="40568" y="20824"/>
                    <a:pt x="40749" y="21078"/>
                    <a:pt x="41003" y="21440"/>
                  </a:cubicBezTo>
                  <a:lnTo>
                    <a:pt x="41184" y="21657"/>
                  </a:lnTo>
                  <a:cubicBezTo>
                    <a:pt x="41546" y="22164"/>
                    <a:pt x="42162" y="22490"/>
                    <a:pt x="42814" y="22527"/>
                  </a:cubicBezTo>
                  <a:cubicBezTo>
                    <a:pt x="42959" y="22527"/>
                    <a:pt x="43067" y="22490"/>
                    <a:pt x="43212" y="22490"/>
                  </a:cubicBezTo>
                  <a:cubicBezTo>
                    <a:pt x="43502" y="22382"/>
                    <a:pt x="43792" y="22201"/>
                    <a:pt x="44045" y="21983"/>
                  </a:cubicBezTo>
                  <a:lnTo>
                    <a:pt x="44987" y="21186"/>
                  </a:lnTo>
                  <a:cubicBezTo>
                    <a:pt x="45023" y="21150"/>
                    <a:pt x="45096" y="21078"/>
                    <a:pt x="45132" y="21078"/>
                  </a:cubicBezTo>
                  <a:cubicBezTo>
                    <a:pt x="45204" y="21078"/>
                    <a:pt x="45277" y="21114"/>
                    <a:pt x="45349" y="21186"/>
                  </a:cubicBezTo>
                  <a:cubicBezTo>
                    <a:pt x="46110" y="21657"/>
                    <a:pt x="46798" y="22237"/>
                    <a:pt x="47450" y="22853"/>
                  </a:cubicBezTo>
                  <a:cubicBezTo>
                    <a:pt x="47523" y="22925"/>
                    <a:pt x="47667" y="22997"/>
                    <a:pt x="47776" y="22997"/>
                  </a:cubicBezTo>
                  <a:lnTo>
                    <a:pt x="47885" y="22997"/>
                  </a:lnTo>
                  <a:cubicBezTo>
                    <a:pt x="48030" y="22961"/>
                    <a:pt x="48175" y="22853"/>
                    <a:pt x="48211" y="22708"/>
                  </a:cubicBezTo>
                  <a:cubicBezTo>
                    <a:pt x="49442" y="19593"/>
                    <a:pt x="49804" y="16369"/>
                    <a:pt x="49986" y="13182"/>
                  </a:cubicBezTo>
                  <a:cubicBezTo>
                    <a:pt x="64112" y="13363"/>
                    <a:pt x="76391" y="13544"/>
                    <a:pt x="78782" y="13580"/>
                  </a:cubicBezTo>
                  <a:cubicBezTo>
                    <a:pt x="79941" y="26982"/>
                    <a:pt x="77369" y="83559"/>
                    <a:pt x="77188" y="88087"/>
                  </a:cubicBezTo>
                  <a:cubicBezTo>
                    <a:pt x="72044" y="90369"/>
                    <a:pt x="57157" y="91637"/>
                    <a:pt x="36149" y="91637"/>
                  </a:cubicBezTo>
                  <a:cubicBezTo>
                    <a:pt x="18799" y="91637"/>
                    <a:pt x="3441" y="90695"/>
                    <a:pt x="2137" y="89934"/>
                  </a:cubicBezTo>
                  <a:cubicBezTo>
                    <a:pt x="725" y="87508"/>
                    <a:pt x="1304" y="42847"/>
                    <a:pt x="2029" y="13037"/>
                  </a:cubicBezTo>
                  <a:cubicBezTo>
                    <a:pt x="4274" y="12928"/>
                    <a:pt x="8331" y="12892"/>
                    <a:pt x="14090" y="12892"/>
                  </a:cubicBezTo>
                  <a:close/>
                  <a:moveTo>
                    <a:pt x="38269" y="0"/>
                  </a:moveTo>
                  <a:cubicBezTo>
                    <a:pt x="37999" y="0"/>
                    <a:pt x="37725" y="82"/>
                    <a:pt x="37489" y="251"/>
                  </a:cubicBezTo>
                  <a:cubicBezTo>
                    <a:pt x="36801" y="685"/>
                    <a:pt x="36149" y="1192"/>
                    <a:pt x="35569" y="1772"/>
                  </a:cubicBezTo>
                  <a:lnTo>
                    <a:pt x="33650" y="866"/>
                  </a:lnTo>
                  <a:cubicBezTo>
                    <a:pt x="33577" y="830"/>
                    <a:pt x="33505" y="812"/>
                    <a:pt x="33432" y="812"/>
                  </a:cubicBezTo>
                  <a:cubicBezTo>
                    <a:pt x="33360" y="812"/>
                    <a:pt x="33288" y="830"/>
                    <a:pt x="33215" y="866"/>
                  </a:cubicBezTo>
                  <a:cubicBezTo>
                    <a:pt x="33106" y="939"/>
                    <a:pt x="32998" y="1047"/>
                    <a:pt x="32998" y="1192"/>
                  </a:cubicBezTo>
                  <a:cubicBezTo>
                    <a:pt x="32273" y="4778"/>
                    <a:pt x="31730" y="8364"/>
                    <a:pt x="31404" y="12022"/>
                  </a:cubicBezTo>
                  <a:cubicBezTo>
                    <a:pt x="25102" y="11950"/>
                    <a:pt x="19125" y="11914"/>
                    <a:pt x="14090" y="11914"/>
                  </a:cubicBezTo>
                  <a:cubicBezTo>
                    <a:pt x="7933" y="11914"/>
                    <a:pt x="3695" y="11986"/>
                    <a:pt x="1521" y="12059"/>
                  </a:cubicBezTo>
                  <a:cubicBezTo>
                    <a:pt x="1268" y="12095"/>
                    <a:pt x="1087" y="12276"/>
                    <a:pt x="1051" y="12530"/>
                  </a:cubicBezTo>
                  <a:cubicBezTo>
                    <a:pt x="1051" y="12711"/>
                    <a:pt x="616" y="31691"/>
                    <a:pt x="399" y="50671"/>
                  </a:cubicBezTo>
                  <a:cubicBezTo>
                    <a:pt x="0" y="89282"/>
                    <a:pt x="1051" y="90188"/>
                    <a:pt x="1485" y="90586"/>
                  </a:cubicBezTo>
                  <a:cubicBezTo>
                    <a:pt x="2862" y="91782"/>
                    <a:pt x="20501" y="92542"/>
                    <a:pt x="36149" y="92542"/>
                  </a:cubicBezTo>
                  <a:cubicBezTo>
                    <a:pt x="46291" y="92542"/>
                    <a:pt x="70740" y="92180"/>
                    <a:pt x="77840" y="88811"/>
                  </a:cubicBezTo>
                  <a:cubicBezTo>
                    <a:pt x="77985" y="88739"/>
                    <a:pt x="78093" y="88558"/>
                    <a:pt x="78093" y="88413"/>
                  </a:cubicBezTo>
                  <a:cubicBezTo>
                    <a:pt x="78130" y="87761"/>
                    <a:pt x="80991" y="26185"/>
                    <a:pt x="79687" y="13037"/>
                  </a:cubicBezTo>
                  <a:cubicBezTo>
                    <a:pt x="79651" y="12819"/>
                    <a:pt x="79470" y="12638"/>
                    <a:pt x="79216" y="12602"/>
                  </a:cubicBezTo>
                  <a:cubicBezTo>
                    <a:pt x="78999" y="12602"/>
                    <a:pt x="65669" y="12421"/>
                    <a:pt x="50022" y="12204"/>
                  </a:cubicBezTo>
                  <a:cubicBezTo>
                    <a:pt x="50058" y="11660"/>
                    <a:pt x="50058" y="11117"/>
                    <a:pt x="50094" y="10537"/>
                  </a:cubicBezTo>
                  <a:cubicBezTo>
                    <a:pt x="50203" y="7676"/>
                    <a:pt x="50312" y="4706"/>
                    <a:pt x="50927" y="1881"/>
                  </a:cubicBezTo>
                  <a:cubicBezTo>
                    <a:pt x="51013" y="1565"/>
                    <a:pt x="50782" y="1318"/>
                    <a:pt x="50520" y="1318"/>
                  </a:cubicBezTo>
                  <a:cubicBezTo>
                    <a:pt x="50451" y="1318"/>
                    <a:pt x="50380" y="1336"/>
                    <a:pt x="50312" y="1373"/>
                  </a:cubicBezTo>
                  <a:lnTo>
                    <a:pt x="46834" y="2714"/>
                  </a:lnTo>
                  <a:cubicBezTo>
                    <a:pt x="46508" y="2170"/>
                    <a:pt x="46037" y="1699"/>
                    <a:pt x="45530" y="1337"/>
                  </a:cubicBezTo>
                  <a:cubicBezTo>
                    <a:pt x="45168" y="1047"/>
                    <a:pt x="44770" y="903"/>
                    <a:pt x="44371" y="903"/>
                  </a:cubicBezTo>
                  <a:cubicBezTo>
                    <a:pt x="44045" y="903"/>
                    <a:pt x="43719" y="975"/>
                    <a:pt x="43466" y="1120"/>
                  </a:cubicBezTo>
                  <a:cubicBezTo>
                    <a:pt x="42705" y="1446"/>
                    <a:pt x="42017" y="1772"/>
                    <a:pt x="41329" y="2134"/>
                  </a:cubicBezTo>
                  <a:cubicBezTo>
                    <a:pt x="40640" y="1482"/>
                    <a:pt x="39916" y="866"/>
                    <a:pt x="39119" y="323"/>
                  </a:cubicBezTo>
                  <a:cubicBezTo>
                    <a:pt x="38886" y="110"/>
                    <a:pt x="38581" y="0"/>
                    <a:pt x="382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  </a:t>
              </a:r>
              <a:endParaRPr/>
            </a:p>
          </p:txBody>
        </p:sp>
        <p:sp>
          <p:nvSpPr>
            <p:cNvPr id="2079" name="Google Shape;2079;p31"/>
            <p:cNvSpPr/>
            <p:nvPr/>
          </p:nvSpPr>
          <p:spPr>
            <a:xfrm>
              <a:off x="7200578" y="3229364"/>
              <a:ext cx="200458" cy="111737"/>
            </a:xfrm>
            <a:custGeom>
              <a:rect b="b" l="l" r="r" t="t"/>
              <a:pathLst>
                <a:path extrusionOk="0" h="6373" w="6992">
                  <a:moveTo>
                    <a:pt x="6448" y="1"/>
                  </a:moveTo>
                  <a:cubicBezTo>
                    <a:pt x="6330" y="1"/>
                    <a:pt x="6212" y="55"/>
                    <a:pt x="6122" y="164"/>
                  </a:cubicBezTo>
                  <a:cubicBezTo>
                    <a:pt x="4311" y="2011"/>
                    <a:pt x="2210" y="4148"/>
                    <a:pt x="326" y="5488"/>
                  </a:cubicBezTo>
                  <a:cubicBezTo>
                    <a:pt x="73" y="5633"/>
                    <a:pt x="0" y="5959"/>
                    <a:pt x="182" y="6176"/>
                  </a:cubicBezTo>
                  <a:cubicBezTo>
                    <a:pt x="269" y="6307"/>
                    <a:pt x="408" y="6372"/>
                    <a:pt x="552" y="6372"/>
                  </a:cubicBezTo>
                  <a:cubicBezTo>
                    <a:pt x="648" y="6372"/>
                    <a:pt x="747" y="6343"/>
                    <a:pt x="834" y="6285"/>
                  </a:cubicBezTo>
                  <a:cubicBezTo>
                    <a:pt x="2826" y="4872"/>
                    <a:pt x="4963" y="2735"/>
                    <a:pt x="6774" y="816"/>
                  </a:cubicBezTo>
                  <a:cubicBezTo>
                    <a:pt x="6991" y="635"/>
                    <a:pt x="6991" y="345"/>
                    <a:pt x="6774" y="164"/>
                  </a:cubicBezTo>
                  <a:cubicBezTo>
                    <a:pt x="6683" y="55"/>
                    <a:pt x="6566" y="1"/>
                    <a:pt x="644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31"/>
            <p:cNvSpPr/>
            <p:nvPr/>
          </p:nvSpPr>
          <p:spPr>
            <a:xfrm>
              <a:off x="7326552" y="3274757"/>
              <a:ext cx="81737" cy="41974"/>
            </a:xfrm>
            <a:custGeom>
              <a:rect b="b" l="l" r="r" t="t"/>
              <a:pathLst>
                <a:path extrusionOk="0" h="2394" w="2851">
                  <a:moveTo>
                    <a:pt x="2320" y="0"/>
                  </a:moveTo>
                  <a:cubicBezTo>
                    <a:pt x="2232" y="0"/>
                    <a:pt x="2141" y="24"/>
                    <a:pt x="2054" y="74"/>
                  </a:cubicBezTo>
                  <a:cubicBezTo>
                    <a:pt x="1366" y="472"/>
                    <a:pt x="786" y="980"/>
                    <a:pt x="315" y="1595"/>
                  </a:cubicBezTo>
                  <a:cubicBezTo>
                    <a:pt x="0" y="1910"/>
                    <a:pt x="226" y="2394"/>
                    <a:pt x="634" y="2394"/>
                  </a:cubicBezTo>
                  <a:cubicBezTo>
                    <a:pt x="648" y="2394"/>
                    <a:pt x="663" y="2393"/>
                    <a:pt x="677" y="2392"/>
                  </a:cubicBezTo>
                  <a:cubicBezTo>
                    <a:pt x="822" y="2356"/>
                    <a:pt x="931" y="2320"/>
                    <a:pt x="1040" y="2211"/>
                  </a:cubicBezTo>
                  <a:cubicBezTo>
                    <a:pt x="1438" y="1668"/>
                    <a:pt x="1945" y="1233"/>
                    <a:pt x="2525" y="907"/>
                  </a:cubicBezTo>
                  <a:cubicBezTo>
                    <a:pt x="2778" y="798"/>
                    <a:pt x="2851" y="472"/>
                    <a:pt x="2742" y="255"/>
                  </a:cubicBezTo>
                  <a:cubicBezTo>
                    <a:pt x="2647" y="89"/>
                    <a:pt x="2489" y="0"/>
                    <a:pt x="23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31"/>
            <p:cNvSpPr/>
            <p:nvPr/>
          </p:nvSpPr>
          <p:spPr>
            <a:xfrm>
              <a:off x="7057258" y="3131250"/>
              <a:ext cx="515108" cy="363912"/>
            </a:xfrm>
            <a:custGeom>
              <a:rect b="b" l="l" r="r" t="t"/>
              <a:pathLst>
                <a:path extrusionOk="0" h="20756" w="17967">
                  <a:moveTo>
                    <a:pt x="8175" y="6081"/>
                  </a:moveTo>
                  <a:cubicBezTo>
                    <a:pt x="8318" y="6081"/>
                    <a:pt x="8465" y="6155"/>
                    <a:pt x="8549" y="6303"/>
                  </a:cubicBezTo>
                  <a:cubicBezTo>
                    <a:pt x="8694" y="6484"/>
                    <a:pt x="8658" y="6810"/>
                    <a:pt x="8440" y="6955"/>
                  </a:cubicBezTo>
                  <a:cubicBezTo>
                    <a:pt x="7970" y="7281"/>
                    <a:pt x="7535" y="7643"/>
                    <a:pt x="7064" y="8005"/>
                  </a:cubicBezTo>
                  <a:cubicBezTo>
                    <a:pt x="6738" y="8295"/>
                    <a:pt x="6412" y="8585"/>
                    <a:pt x="6086" y="8802"/>
                  </a:cubicBezTo>
                  <a:cubicBezTo>
                    <a:pt x="5977" y="8875"/>
                    <a:pt x="5905" y="8911"/>
                    <a:pt x="5796" y="8911"/>
                  </a:cubicBezTo>
                  <a:cubicBezTo>
                    <a:pt x="5651" y="8911"/>
                    <a:pt x="5507" y="8839"/>
                    <a:pt x="5398" y="8730"/>
                  </a:cubicBezTo>
                  <a:cubicBezTo>
                    <a:pt x="5253" y="8513"/>
                    <a:pt x="5289" y="8223"/>
                    <a:pt x="5507" y="8078"/>
                  </a:cubicBezTo>
                  <a:cubicBezTo>
                    <a:pt x="5833" y="7824"/>
                    <a:pt x="6159" y="7571"/>
                    <a:pt x="6485" y="7281"/>
                  </a:cubicBezTo>
                  <a:cubicBezTo>
                    <a:pt x="6955" y="6919"/>
                    <a:pt x="7390" y="6520"/>
                    <a:pt x="7897" y="6194"/>
                  </a:cubicBezTo>
                  <a:cubicBezTo>
                    <a:pt x="7973" y="6119"/>
                    <a:pt x="8073" y="6081"/>
                    <a:pt x="8175" y="6081"/>
                  </a:cubicBezTo>
                  <a:close/>
                  <a:moveTo>
                    <a:pt x="11674" y="8193"/>
                  </a:moveTo>
                  <a:cubicBezTo>
                    <a:pt x="11847" y="8193"/>
                    <a:pt x="12024" y="8291"/>
                    <a:pt x="12099" y="8440"/>
                  </a:cubicBezTo>
                  <a:cubicBezTo>
                    <a:pt x="12244" y="8657"/>
                    <a:pt x="12135" y="8983"/>
                    <a:pt x="11918" y="9092"/>
                  </a:cubicBezTo>
                  <a:cubicBezTo>
                    <a:pt x="11338" y="9418"/>
                    <a:pt x="10831" y="9853"/>
                    <a:pt x="10396" y="10396"/>
                  </a:cubicBezTo>
                  <a:cubicBezTo>
                    <a:pt x="10324" y="10505"/>
                    <a:pt x="10179" y="10541"/>
                    <a:pt x="10034" y="10577"/>
                  </a:cubicBezTo>
                  <a:cubicBezTo>
                    <a:pt x="10019" y="10578"/>
                    <a:pt x="10005" y="10579"/>
                    <a:pt x="9991" y="10579"/>
                  </a:cubicBezTo>
                  <a:cubicBezTo>
                    <a:pt x="9585" y="10579"/>
                    <a:pt x="9392" y="10095"/>
                    <a:pt x="9672" y="9780"/>
                  </a:cubicBezTo>
                  <a:cubicBezTo>
                    <a:pt x="10179" y="9165"/>
                    <a:pt x="10759" y="8657"/>
                    <a:pt x="11447" y="8259"/>
                  </a:cubicBezTo>
                  <a:cubicBezTo>
                    <a:pt x="11515" y="8214"/>
                    <a:pt x="11594" y="8193"/>
                    <a:pt x="11674" y="8193"/>
                  </a:cubicBezTo>
                  <a:close/>
                  <a:moveTo>
                    <a:pt x="11447" y="5624"/>
                  </a:moveTo>
                  <a:cubicBezTo>
                    <a:pt x="11565" y="5624"/>
                    <a:pt x="11682" y="5669"/>
                    <a:pt x="11773" y="5760"/>
                  </a:cubicBezTo>
                  <a:cubicBezTo>
                    <a:pt x="11954" y="5941"/>
                    <a:pt x="11954" y="6267"/>
                    <a:pt x="11773" y="6448"/>
                  </a:cubicBezTo>
                  <a:cubicBezTo>
                    <a:pt x="9926" y="8331"/>
                    <a:pt x="7789" y="10468"/>
                    <a:pt x="5833" y="11881"/>
                  </a:cubicBezTo>
                  <a:cubicBezTo>
                    <a:pt x="5748" y="11952"/>
                    <a:pt x="5652" y="11984"/>
                    <a:pt x="5558" y="11984"/>
                  </a:cubicBezTo>
                  <a:cubicBezTo>
                    <a:pt x="5411" y="11984"/>
                    <a:pt x="5269" y="11905"/>
                    <a:pt x="5181" y="11772"/>
                  </a:cubicBezTo>
                  <a:cubicBezTo>
                    <a:pt x="4999" y="11591"/>
                    <a:pt x="5072" y="11265"/>
                    <a:pt x="5289" y="11120"/>
                  </a:cubicBezTo>
                  <a:cubicBezTo>
                    <a:pt x="7209" y="9744"/>
                    <a:pt x="9310" y="7643"/>
                    <a:pt x="11121" y="5760"/>
                  </a:cubicBezTo>
                  <a:cubicBezTo>
                    <a:pt x="11211" y="5669"/>
                    <a:pt x="11329" y="5624"/>
                    <a:pt x="11447" y="5624"/>
                  </a:cubicBezTo>
                  <a:close/>
                  <a:moveTo>
                    <a:pt x="6412" y="1"/>
                  </a:moveTo>
                  <a:cubicBezTo>
                    <a:pt x="6303" y="37"/>
                    <a:pt x="6195" y="73"/>
                    <a:pt x="6122" y="145"/>
                  </a:cubicBezTo>
                  <a:cubicBezTo>
                    <a:pt x="5398" y="580"/>
                    <a:pt x="4746" y="1123"/>
                    <a:pt x="4166" y="1739"/>
                  </a:cubicBezTo>
                  <a:cubicBezTo>
                    <a:pt x="4070" y="1836"/>
                    <a:pt x="3941" y="1884"/>
                    <a:pt x="3812" y="1884"/>
                  </a:cubicBezTo>
                  <a:cubicBezTo>
                    <a:pt x="3748" y="1884"/>
                    <a:pt x="3683" y="1872"/>
                    <a:pt x="3623" y="1848"/>
                  </a:cubicBezTo>
                  <a:lnTo>
                    <a:pt x="1921" y="1051"/>
                  </a:lnTo>
                  <a:cubicBezTo>
                    <a:pt x="762" y="6991"/>
                    <a:pt x="146" y="13040"/>
                    <a:pt x="1" y="19089"/>
                  </a:cubicBezTo>
                  <a:lnTo>
                    <a:pt x="870" y="18437"/>
                  </a:lnTo>
                  <a:cubicBezTo>
                    <a:pt x="946" y="18377"/>
                    <a:pt x="1040" y="18348"/>
                    <a:pt x="1135" y="18348"/>
                  </a:cubicBezTo>
                  <a:cubicBezTo>
                    <a:pt x="1268" y="18348"/>
                    <a:pt x="1402" y="18404"/>
                    <a:pt x="1486" y="18510"/>
                  </a:cubicBezTo>
                  <a:cubicBezTo>
                    <a:pt x="2138" y="19198"/>
                    <a:pt x="2899" y="19850"/>
                    <a:pt x="3659" y="20393"/>
                  </a:cubicBezTo>
                  <a:lnTo>
                    <a:pt x="6340" y="19270"/>
                  </a:lnTo>
                  <a:cubicBezTo>
                    <a:pt x="6847" y="19017"/>
                    <a:pt x="7426" y="18836"/>
                    <a:pt x="8042" y="18799"/>
                  </a:cubicBezTo>
                  <a:cubicBezTo>
                    <a:pt x="8223" y="18799"/>
                    <a:pt x="8440" y="18836"/>
                    <a:pt x="8622" y="18908"/>
                  </a:cubicBezTo>
                  <a:cubicBezTo>
                    <a:pt x="9165" y="19089"/>
                    <a:pt x="9636" y="19451"/>
                    <a:pt x="9926" y="19958"/>
                  </a:cubicBezTo>
                  <a:lnTo>
                    <a:pt x="10034" y="20140"/>
                  </a:lnTo>
                  <a:cubicBezTo>
                    <a:pt x="10201" y="20474"/>
                    <a:pt x="10537" y="20652"/>
                    <a:pt x="10875" y="20652"/>
                  </a:cubicBezTo>
                  <a:cubicBezTo>
                    <a:pt x="11123" y="20652"/>
                    <a:pt x="11372" y="20556"/>
                    <a:pt x="11556" y="20357"/>
                  </a:cubicBezTo>
                  <a:lnTo>
                    <a:pt x="12497" y="19524"/>
                  </a:lnTo>
                  <a:cubicBezTo>
                    <a:pt x="12678" y="19343"/>
                    <a:pt x="12932" y="19234"/>
                    <a:pt x="13222" y="19198"/>
                  </a:cubicBezTo>
                  <a:lnTo>
                    <a:pt x="13258" y="19198"/>
                  </a:lnTo>
                  <a:cubicBezTo>
                    <a:pt x="13548" y="19198"/>
                    <a:pt x="13801" y="19306"/>
                    <a:pt x="14019" y="19451"/>
                  </a:cubicBezTo>
                  <a:cubicBezTo>
                    <a:pt x="14598" y="19850"/>
                    <a:pt x="15178" y="20284"/>
                    <a:pt x="15721" y="20755"/>
                  </a:cubicBezTo>
                  <a:cubicBezTo>
                    <a:pt x="16989" y="17133"/>
                    <a:pt x="17134" y="13294"/>
                    <a:pt x="17278" y="9599"/>
                  </a:cubicBezTo>
                  <a:cubicBezTo>
                    <a:pt x="17315" y="6919"/>
                    <a:pt x="17532" y="4238"/>
                    <a:pt x="17967" y="1594"/>
                  </a:cubicBezTo>
                  <a:lnTo>
                    <a:pt x="17967" y="1594"/>
                  </a:lnTo>
                  <a:lnTo>
                    <a:pt x="14924" y="2826"/>
                  </a:lnTo>
                  <a:cubicBezTo>
                    <a:pt x="14867" y="2854"/>
                    <a:pt x="14806" y="2868"/>
                    <a:pt x="14743" y="2868"/>
                  </a:cubicBezTo>
                  <a:cubicBezTo>
                    <a:pt x="14568" y="2868"/>
                    <a:pt x="14389" y="2760"/>
                    <a:pt x="14308" y="2572"/>
                  </a:cubicBezTo>
                  <a:cubicBezTo>
                    <a:pt x="14055" y="1993"/>
                    <a:pt x="13620" y="1522"/>
                    <a:pt x="13077" y="1160"/>
                  </a:cubicBezTo>
                  <a:cubicBezTo>
                    <a:pt x="12932" y="1015"/>
                    <a:pt x="12715" y="942"/>
                    <a:pt x="12461" y="906"/>
                  </a:cubicBezTo>
                  <a:cubicBezTo>
                    <a:pt x="12280" y="942"/>
                    <a:pt x="12099" y="979"/>
                    <a:pt x="11954" y="1051"/>
                  </a:cubicBezTo>
                  <a:cubicBezTo>
                    <a:pt x="11121" y="1413"/>
                    <a:pt x="10360" y="1775"/>
                    <a:pt x="9600" y="2210"/>
                  </a:cubicBezTo>
                  <a:cubicBezTo>
                    <a:pt x="9532" y="2251"/>
                    <a:pt x="9454" y="2271"/>
                    <a:pt x="9375" y="2271"/>
                  </a:cubicBezTo>
                  <a:cubicBezTo>
                    <a:pt x="9244" y="2271"/>
                    <a:pt x="9111" y="2215"/>
                    <a:pt x="9020" y="2101"/>
                  </a:cubicBezTo>
                  <a:cubicBezTo>
                    <a:pt x="8332" y="1413"/>
                    <a:pt x="7535" y="761"/>
                    <a:pt x="6702" y="145"/>
                  </a:cubicBezTo>
                  <a:cubicBezTo>
                    <a:pt x="6629" y="73"/>
                    <a:pt x="6521" y="37"/>
                    <a:pt x="64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  <a:endParaRPr/>
            </a:p>
          </p:txBody>
        </p:sp>
      </p:grpSp>
      <p:grpSp>
        <p:nvGrpSpPr>
          <p:cNvPr id="2082" name="Google Shape;2082;p31"/>
          <p:cNvGrpSpPr/>
          <p:nvPr/>
        </p:nvGrpSpPr>
        <p:grpSpPr>
          <a:xfrm>
            <a:off x="1149463" y="1419425"/>
            <a:ext cx="1679100" cy="3017525"/>
            <a:chOff x="1149463" y="1419425"/>
            <a:chExt cx="1679100" cy="3017525"/>
          </a:xfrm>
        </p:grpSpPr>
        <p:sp>
          <p:nvSpPr>
            <p:cNvPr id="2083" name="Google Shape;2083;p31"/>
            <p:cNvSpPr/>
            <p:nvPr/>
          </p:nvSpPr>
          <p:spPr>
            <a:xfrm>
              <a:off x="1207300" y="3494481"/>
              <a:ext cx="1563425" cy="465249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1"/>
            <p:cNvSpPr txBox="1"/>
            <p:nvPr/>
          </p:nvSpPr>
          <p:spPr>
            <a:xfrm>
              <a:off x="1149463" y="4005250"/>
              <a:ext cx="1679100" cy="4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85" name="Google Shape;2085;p31"/>
            <p:cNvSpPr txBox="1"/>
            <p:nvPr/>
          </p:nvSpPr>
          <p:spPr>
            <a:xfrm>
              <a:off x="1207363" y="3539300"/>
              <a:ext cx="15633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Mike Doe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86" name="Google Shape;2086;p31"/>
            <p:cNvSpPr/>
            <p:nvPr/>
          </p:nvSpPr>
          <p:spPr>
            <a:xfrm>
              <a:off x="1534850" y="1419425"/>
              <a:ext cx="908303" cy="1855734"/>
            </a:xfrm>
            <a:custGeom>
              <a:rect b="b" l="l" r="r" t="t"/>
              <a:pathLst>
                <a:path extrusionOk="0" h="50479" w="24709">
                  <a:moveTo>
                    <a:pt x="10786" y="493"/>
                  </a:moveTo>
                  <a:cubicBezTo>
                    <a:pt x="11236" y="493"/>
                    <a:pt x="11692" y="671"/>
                    <a:pt x="11991" y="997"/>
                  </a:cubicBezTo>
                  <a:cubicBezTo>
                    <a:pt x="12061" y="1077"/>
                    <a:pt x="12122" y="1164"/>
                    <a:pt x="12173" y="1258"/>
                  </a:cubicBezTo>
                  <a:cubicBezTo>
                    <a:pt x="11807" y="1015"/>
                    <a:pt x="11382" y="814"/>
                    <a:pt x="10973" y="814"/>
                  </a:cubicBezTo>
                  <a:cubicBezTo>
                    <a:pt x="10869" y="814"/>
                    <a:pt x="10766" y="827"/>
                    <a:pt x="10666" y="856"/>
                  </a:cubicBezTo>
                  <a:cubicBezTo>
                    <a:pt x="10550" y="890"/>
                    <a:pt x="10438" y="942"/>
                    <a:pt x="10336" y="1006"/>
                  </a:cubicBezTo>
                  <a:cubicBezTo>
                    <a:pt x="10294" y="975"/>
                    <a:pt x="10251" y="946"/>
                    <a:pt x="10206" y="921"/>
                  </a:cubicBezTo>
                  <a:cubicBezTo>
                    <a:pt x="10155" y="839"/>
                    <a:pt x="10099" y="760"/>
                    <a:pt x="10036" y="687"/>
                  </a:cubicBezTo>
                  <a:cubicBezTo>
                    <a:pt x="10056" y="677"/>
                    <a:pt x="10074" y="662"/>
                    <a:pt x="10093" y="652"/>
                  </a:cubicBezTo>
                  <a:cubicBezTo>
                    <a:pt x="10305" y="544"/>
                    <a:pt x="10545" y="493"/>
                    <a:pt x="10786" y="493"/>
                  </a:cubicBezTo>
                  <a:close/>
                  <a:moveTo>
                    <a:pt x="8990" y="727"/>
                  </a:moveTo>
                  <a:cubicBezTo>
                    <a:pt x="9071" y="727"/>
                    <a:pt x="9151" y="737"/>
                    <a:pt x="9228" y="757"/>
                  </a:cubicBezTo>
                  <a:cubicBezTo>
                    <a:pt x="9207" y="784"/>
                    <a:pt x="9191" y="815"/>
                    <a:pt x="9170" y="844"/>
                  </a:cubicBezTo>
                  <a:cubicBezTo>
                    <a:pt x="8875" y="952"/>
                    <a:pt x="8612" y="1158"/>
                    <a:pt x="8391" y="1395"/>
                  </a:cubicBezTo>
                  <a:cubicBezTo>
                    <a:pt x="8325" y="1380"/>
                    <a:pt x="8258" y="1373"/>
                    <a:pt x="8192" y="1373"/>
                  </a:cubicBezTo>
                  <a:cubicBezTo>
                    <a:pt x="8108" y="1373"/>
                    <a:pt x="8024" y="1384"/>
                    <a:pt x="7943" y="1406"/>
                  </a:cubicBezTo>
                  <a:cubicBezTo>
                    <a:pt x="8059" y="1213"/>
                    <a:pt x="8201" y="1036"/>
                    <a:pt x="8390" y="914"/>
                  </a:cubicBezTo>
                  <a:cubicBezTo>
                    <a:pt x="8588" y="787"/>
                    <a:pt x="8794" y="727"/>
                    <a:pt x="8990" y="727"/>
                  </a:cubicBezTo>
                  <a:close/>
                  <a:moveTo>
                    <a:pt x="9673" y="1174"/>
                  </a:moveTo>
                  <a:cubicBezTo>
                    <a:pt x="9715" y="1174"/>
                    <a:pt x="9757" y="1179"/>
                    <a:pt x="9798" y="1188"/>
                  </a:cubicBezTo>
                  <a:cubicBezTo>
                    <a:pt x="9801" y="1192"/>
                    <a:pt x="9806" y="1198"/>
                    <a:pt x="9809" y="1204"/>
                  </a:cubicBezTo>
                  <a:cubicBezTo>
                    <a:pt x="9630" y="1277"/>
                    <a:pt x="9468" y="1389"/>
                    <a:pt x="9337" y="1530"/>
                  </a:cubicBezTo>
                  <a:cubicBezTo>
                    <a:pt x="9381" y="1412"/>
                    <a:pt x="9439" y="1301"/>
                    <a:pt x="9511" y="1198"/>
                  </a:cubicBezTo>
                  <a:lnTo>
                    <a:pt x="9509" y="1198"/>
                  </a:lnTo>
                  <a:cubicBezTo>
                    <a:pt x="9563" y="1182"/>
                    <a:pt x="9618" y="1174"/>
                    <a:pt x="9673" y="1174"/>
                  </a:cubicBezTo>
                  <a:close/>
                  <a:moveTo>
                    <a:pt x="11020" y="1226"/>
                  </a:moveTo>
                  <a:cubicBezTo>
                    <a:pt x="11189" y="1226"/>
                    <a:pt x="11353" y="1255"/>
                    <a:pt x="11491" y="1311"/>
                  </a:cubicBezTo>
                  <a:cubicBezTo>
                    <a:pt x="11647" y="1374"/>
                    <a:pt x="11797" y="1442"/>
                    <a:pt x="11948" y="1509"/>
                  </a:cubicBezTo>
                  <a:lnTo>
                    <a:pt x="11946" y="1509"/>
                  </a:lnTo>
                  <a:cubicBezTo>
                    <a:pt x="11885" y="1575"/>
                    <a:pt x="11827" y="1645"/>
                    <a:pt x="11775" y="1718"/>
                  </a:cubicBezTo>
                  <a:cubicBezTo>
                    <a:pt x="11599" y="1502"/>
                    <a:pt x="11365" y="1368"/>
                    <a:pt x="11083" y="1368"/>
                  </a:cubicBezTo>
                  <a:cubicBezTo>
                    <a:pt x="11053" y="1368"/>
                    <a:pt x="11022" y="1369"/>
                    <a:pt x="10991" y="1372"/>
                  </a:cubicBezTo>
                  <a:cubicBezTo>
                    <a:pt x="10919" y="1323"/>
                    <a:pt x="10845" y="1281"/>
                    <a:pt x="10767" y="1247"/>
                  </a:cubicBezTo>
                  <a:cubicBezTo>
                    <a:pt x="10851" y="1233"/>
                    <a:pt x="10936" y="1226"/>
                    <a:pt x="11020" y="1226"/>
                  </a:cubicBezTo>
                  <a:close/>
                  <a:moveTo>
                    <a:pt x="12998" y="1783"/>
                  </a:moveTo>
                  <a:cubicBezTo>
                    <a:pt x="13078" y="1783"/>
                    <a:pt x="13148" y="1800"/>
                    <a:pt x="13207" y="1834"/>
                  </a:cubicBezTo>
                  <a:cubicBezTo>
                    <a:pt x="13122" y="1896"/>
                    <a:pt x="13042" y="1966"/>
                    <a:pt x="12967" y="2042"/>
                  </a:cubicBezTo>
                  <a:cubicBezTo>
                    <a:pt x="12964" y="1956"/>
                    <a:pt x="12954" y="1871"/>
                    <a:pt x="12938" y="1786"/>
                  </a:cubicBezTo>
                  <a:cubicBezTo>
                    <a:pt x="12958" y="1784"/>
                    <a:pt x="12978" y="1783"/>
                    <a:pt x="12998" y="1783"/>
                  </a:cubicBezTo>
                  <a:close/>
                  <a:moveTo>
                    <a:pt x="14773" y="1287"/>
                  </a:moveTo>
                  <a:cubicBezTo>
                    <a:pt x="14998" y="1287"/>
                    <a:pt x="15293" y="1406"/>
                    <a:pt x="15659" y="1648"/>
                  </a:cubicBezTo>
                  <a:lnTo>
                    <a:pt x="15659" y="1649"/>
                  </a:lnTo>
                  <a:cubicBezTo>
                    <a:pt x="15747" y="1810"/>
                    <a:pt x="15815" y="1983"/>
                    <a:pt x="15863" y="2160"/>
                  </a:cubicBezTo>
                  <a:cubicBezTo>
                    <a:pt x="15800" y="2173"/>
                    <a:pt x="15739" y="2189"/>
                    <a:pt x="15680" y="2213"/>
                  </a:cubicBezTo>
                  <a:cubicBezTo>
                    <a:pt x="15421" y="1779"/>
                    <a:pt x="15040" y="1469"/>
                    <a:pt x="14524" y="1469"/>
                  </a:cubicBezTo>
                  <a:cubicBezTo>
                    <a:pt x="14481" y="1469"/>
                    <a:pt x="14438" y="1471"/>
                    <a:pt x="14394" y="1475"/>
                  </a:cubicBezTo>
                  <a:cubicBezTo>
                    <a:pt x="14483" y="1350"/>
                    <a:pt x="14609" y="1287"/>
                    <a:pt x="14773" y="1287"/>
                  </a:cubicBezTo>
                  <a:close/>
                  <a:moveTo>
                    <a:pt x="9695" y="1808"/>
                  </a:moveTo>
                  <a:cubicBezTo>
                    <a:pt x="9666" y="1907"/>
                    <a:pt x="9652" y="2008"/>
                    <a:pt x="9655" y="2111"/>
                  </a:cubicBezTo>
                  <a:cubicBezTo>
                    <a:pt x="9639" y="2118"/>
                    <a:pt x="9620" y="2122"/>
                    <a:pt x="9603" y="2128"/>
                  </a:cubicBezTo>
                  <a:cubicBezTo>
                    <a:pt x="9533" y="2158"/>
                    <a:pt x="9457" y="2195"/>
                    <a:pt x="9380" y="2236"/>
                  </a:cubicBezTo>
                  <a:cubicBezTo>
                    <a:pt x="9392" y="2221"/>
                    <a:pt x="9401" y="2207"/>
                    <a:pt x="9414" y="2192"/>
                  </a:cubicBezTo>
                  <a:cubicBezTo>
                    <a:pt x="9469" y="2041"/>
                    <a:pt x="9567" y="1907"/>
                    <a:pt x="9695" y="1808"/>
                  </a:cubicBezTo>
                  <a:close/>
                  <a:moveTo>
                    <a:pt x="6889" y="1591"/>
                  </a:moveTo>
                  <a:cubicBezTo>
                    <a:pt x="7016" y="1591"/>
                    <a:pt x="7145" y="1618"/>
                    <a:pt x="7270" y="1677"/>
                  </a:cubicBezTo>
                  <a:cubicBezTo>
                    <a:pt x="7251" y="1732"/>
                    <a:pt x="7242" y="1788"/>
                    <a:pt x="7229" y="1843"/>
                  </a:cubicBezTo>
                  <a:cubicBezTo>
                    <a:pt x="7093" y="1971"/>
                    <a:pt x="6965" y="2108"/>
                    <a:pt x="6848" y="2251"/>
                  </a:cubicBezTo>
                  <a:cubicBezTo>
                    <a:pt x="6790" y="2319"/>
                    <a:pt x="6720" y="2399"/>
                    <a:pt x="6645" y="2484"/>
                  </a:cubicBezTo>
                  <a:cubicBezTo>
                    <a:pt x="6466" y="2427"/>
                    <a:pt x="6277" y="2398"/>
                    <a:pt x="6088" y="2398"/>
                  </a:cubicBezTo>
                  <a:cubicBezTo>
                    <a:pt x="6046" y="2398"/>
                    <a:pt x="6003" y="2399"/>
                    <a:pt x="5961" y="2402"/>
                  </a:cubicBezTo>
                  <a:cubicBezTo>
                    <a:pt x="5920" y="2383"/>
                    <a:pt x="5880" y="2365"/>
                    <a:pt x="5838" y="2349"/>
                  </a:cubicBezTo>
                  <a:cubicBezTo>
                    <a:pt x="6014" y="1923"/>
                    <a:pt x="6442" y="1591"/>
                    <a:pt x="6889" y="1591"/>
                  </a:cubicBezTo>
                  <a:close/>
                  <a:moveTo>
                    <a:pt x="14197" y="2200"/>
                  </a:moveTo>
                  <a:cubicBezTo>
                    <a:pt x="14282" y="2258"/>
                    <a:pt x="14364" y="2355"/>
                    <a:pt x="14443" y="2504"/>
                  </a:cubicBezTo>
                  <a:cubicBezTo>
                    <a:pt x="14492" y="2602"/>
                    <a:pt x="14520" y="2708"/>
                    <a:pt x="14526" y="2818"/>
                  </a:cubicBezTo>
                  <a:cubicBezTo>
                    <a:pt x="14517" y="2824"/>
                    <a:pt x="14511" y="2834"/>
                    <a:pt x="14504" y="2841"/>
                  </a:cubicBezTo>
                  <a:cubicBezTo>
                    <a:pt x="14444" y="2834"/>
                    <a:pt x="14385" y="2831"/>
                    <a:pt x="14325" y="2831"/>
                  </a:cubicBezTo>
                  <a:cubicBezTo>
                    <a:pt x="14260" y="2831"/>
                    <a:pt x="14194" y="2835"/>
                    <a:pt x="14129" y="2843"/>
                  </a:cubicBezTo>
                  <a:cubicBezTo>
                    <a:pt x="14090" y="2635"/>
                    <a:pt x="14082" y="2420"/>
                    <a:pt x="14111" y="2209"/>
                  </a:cubicBezTo>
                  <a:cubicBezTo>
                    <a:pt x="14140" y="2206"/>
                    <a:pt x="14169" y="2203"/>
                    <a:pt x="14197" y="2200"/>
                  </a:cubicBezTo>
                  <a:close/>
                  <a:moveTo>
                    <a:pt x="6032" y="2906"/>
                  </a:moveTo>
                  <a:cubicBezTo>
                    <a:pt x="6039" y="2917"/>
                    <a:pt x="6045" y="2929"/>
                    <a:pt x="6050" y="2941"/>
                  </a:cubicBezTo>
                  <a:cubicBezTo>
                    <a:pt x="5995" y="3078"/>
                    <a:pt x="5938" y="3215"/>
                    <a:pt x="5883" y="3352"/>
                  </a:cubicBezTo>
                  <a:cubicBezTo>
                    <a:pt x="5810" y="3226"/>
                    <a:pt x="5766" y="3087"/>
                    <a:pt x="5751" y="2941"/>
                  </a:cubicBezTo>
                  <a:cubicBezTo>
                    <a:pt x="5843" y="2920"/>
                    <a:pt x="5937" y="2908"/>
                    <a:pt x="6032" y="2906"/>
                  </a:cubicBezTo>
                  <a:close/>
                  <a:moveTo>
                    <a:pt x="5332" y="3108"/>
                  </a:moveTo>
                  <a:cubicBezTo>
                    <a:pt x="5368" y="3258"/>
                    <a:pt x="5445" y="3424"/>
                    <a:pt x="5553" y="3574"/>
                  </a:cubicBezTo>
                  <a:cubicBezTo>
                    <a:pt x="5432" y="3531"/>
                    <a:pt x="5307" y="3499"/>
                    <a:pt x="5179" y="3480"/>
                  </a:cubicBezTo>
                  <a:cubicBezTo>
                    <a:pt x="5105" y="3455"/>
                    <a:pt x="5030" y="3434"/>
                    <a:pt x="4956" y="3418"/>
                  </a:cubicBezTo>
                  <a:cubicBezTo>
                    <a:pt x="5064" y="3296"/>
                    <a:pt x="5192" y="3191"/>
                    <a:pt x="5332" y="3108"/>
                  </a:cubicBezTo>
                  <a:close/>
                  <a:moveTo>
                    <a:pt x="16539" y="2977"/>
                  </a:moveTo>
                  <a:cubicBezTo>
                    <a:pt x="16735" y="3089"/>
                    <a:pt x="16891" y="3254"/>
                    <a:pt x="16996" y="3486"/>
                  </a:cubicBezTo>
                  <a:cubicBezTo>
                    <a:pt x="17021" y="3529"/>
                    <a:pt x="17043" y="3575"/>
                    <a:pt x="17067" y="3620"/>
                  </a:cubicBezTo>
                  <a:cubicBezTo>
                    <a:pt x="17039" y="3639"/>
                    <a:pt x="17011" y="3656"/>
                    <a:pt x="16984" y="3677"/>
                  </a:cubicBezTo>
                  <a:cubicBezTo>
                    <a:pt x="16855" y="3625"/>
                    <a:pt x="16718" y="3599"/>
                    <a:pt x="16580" y="3599"/>
                  </a:cubicBezTo>
                  <a:cubicBezTo>
                    <a:pt x="16538" y="3599"/>
                    <a:pt x="16496" y="3602"/>
                    <a:pt x="16454" y="3607"/>
                  </a:cubicBezTo>
                  <a:cubicBezTo>
                    <a:pt x="16431" y="3547"/>
                    <a:pt x="16409" y="3486"/>
                    <a:pt x="16385" y="3427"/>
                  </a:cubicBezTo>
                  <a:cubicBezTo>
                    <a:pt x="16405" y="3401"/>
                    <a:pt x="16422" y="3374"/>
                    <a:pt x="16439" y="3348"/>
                  </a:cubicBezTo>
                  <a:cubicBezTo>
                    <a:pt x="16492" y="3236"/>
                    <a:pt x="16521" y="3109"/>
                    <a:pt x="16539" y="2977"/>
                  </a:cubicBezTo>
                  <a:close/>
                  <a:moveTo>
                    <a:pt x="10171" y="3600"/>
                  </a:moveTo>
                  <a:cubicBezTo>
                    <a:pt x="10240" y="3600"/>
                    <a:pt x="10293" y="3627"/>
                    <a:pt x="10333" y="3672"/>
                  </a:cubicBezTo>
                  <a:cubicBezTo>
                    <a:pt x="10347" y="3745"/>
                    <a:pt x="10361" y="3818"/>
                    <a:pt x="10368" y="3892"/>
                  </a:cubicBezTo>
                  <a:cubicBezTo>
                    <a:pt x="10307" y="3976"/>
                    <a:pt x="10252" y="4064"/>
                    <a:pt x="10205" y="4156"/>
                  </a:cubicBezTo>
                  <a:lnTo>
                    <a:pt x="10202" y="4160"/>
                  </a:lnTo>
                  <a:cubicBezTo>
                    <a:pt x="10101" y="4109"/>
                    <a:pt x="9991" y="4082"/>
                    <a:pt x="9879" y="4082"/>
                  </a:cubicBezTo>
                  <a:cubicBezTo>
                    <a:pt x="9818" y="4082"/>
                    <a:pt x="9756" y="4090"/>
                    <a:pt x="9695" y="4107"/>
                  </a:cubicBezTo>
                  <a:cubicBezTo>
                    <a:pt x="9713" y="4032"/>
                    <a:pt x="9736" y="3958"/>
                    <a:pt x="9759" y="3884"/>
                  </a:cubicBezTo>
                  <a:cubicBezTo>
                    <a:pt x="9798" y="3821"/>
                    <a:pt x="9843" y="3761"/>
                    <a:pt x="9892" y="3706"/>
                  </a:cubicBezTo>
                  <a:cubicBezTo>
                    <a:pt x="10005" y="3632"/>
                    <a:pt x="10097" y="3600"/>
                    <a:pt x="10171" y="3600"/>
                  </a:cubicBezTo>
                  <a:close/>
                  <a:moveTo>
                    <a:pt x="17944" y="3891"/>
                  </a:moveTo>
                  <a:cubicBezTo>
                    <a:pt x="18321" y="3891"/>
                    <a:pt x="18669" y="4089"/>
                    <a:pt x="18946" y="4372"/>
                  </a:cubicBezTo>
                  <a:cubicBezTo>
                    <a:pt x="18736" y="4210"/>
                    <a:pt x="18496" y="4134"/>
                    <a:pt x="18256" y="4134"/>
                  </a:cubicBezTo>
                  <a:cubicBezTo>
                    <a:pt x="18136" y="4134"/>
                    <a:pt x="18015" y="4153"/>
                    <a:pt x="17899" y="4190"/>
                  </a:cubicBezTo>
                  <a:cubicBezTo>
                    <a:pt x="17877" y="4092"/>
                    <a:pt x="17852" y="3994"/>
                    <a:pt x="17820" y="3898"/>
                  </a:cubicBezTo>
                  <a:cubicBezTo>
                    <a:pt x="17862" y="3894"/>
                    <a:pt x="17903" y="3891"/>
                    <a:pt x="17944" y="3891"/>
                  </a:cubicBezTo>
                  <a:close/>
                  <a:moveTo>
                    <a:pt x="5435" y="4134"/>
                  </a:moveTo>
                  <a:cubicBezTo>
                    <a:pt x="5450" y="4143"/>
                    <a:pt x="5468" y="4150"/>
                    <a:pt x="5483" y="4159"/>
                  </a:cubicBezTo>
                  <a:cubicBezTo>
                    <a:pt x="5501" y="4169"/>
                    <a:pt x="5518" y="4180"/>
                    <a:pt x="5536" y="4192"/>
                  </a:cubicBezTo>
                  <a:lnTo>
                    <a:pt x="5536" y="4193"/>
                  </a:lnTo>
                  <a:cubicBezTo>
                    <a:pt x="5414" y="4253"/>
                    <a:pt x="5294" y="4318"/>
                    <a:pt x="5173" y="4390"/>
                  </a:cubicBezTo>
                  <a:cubicBezTo>
                    <a:pt x="5124" y="4364"/>
                    <a:pt x="5072" y="4343"/>
                    <a:pt x="5020" y="4326"/>
                  </a:cubicBezTo>
                  <a:cubicBezTo>
                    <a:pt x="5160" y="4201"/>
                    <a:pt x="5300" y="4143"/>
                    <a:pt x="5435" y="4134"/>
                  </a:cubicBezTo>
                  <a:close/>
                  <a:moveTo>
                    <a:pt x="5104" y="2604"/>
                  </a:moveTo>
                  <a:cubicBezTo>
                    <a:pt x="5134" y="2604"/>
                    <a:pt x="5171" y="2606"/>
                    <a:pt x="5210" y="2608"/>
                  </a:cubicBezTo>
                  <a:cubicBezTo>
                    <a:pt x="4850" y="2786"/>
                    <a:pt x="4543" y="3054"/>
                    <a:pt x="4317" y="3386"/>
                  </a:cubicBezTo>
                  <a:cubicBezTo>
                    <a:pt x="3801" y="3470"/>
                    <a:pt x="3419" y="3842"/>
                    <a:pt x="3242" y="4402"/>
                  </a:cubicBezTo>
                  <a:cubicBezTo>
                    <a:pt x="3204" y="4527"/>
                    <a:pt x="3174" y="4653"/>
                    <a:pt x="3150" y="4783"/>
                  </a:cubicBezTo>
                  <a:cubicBezTo>
                    <a:pt x="3089" y="4798"/>
                    <a:pt x="3029" y="4817"/>
                    <a:pt x="2970" y="4841"/>
                  </a:cubicBezTo>
                  <a:cubicBezTo>
                    <a:pt x="3339" y="3845"/>
                    <a:pt x="3885" y="2651"/>
                    <a:pt x="5075" y="2605"/>
                  </a:cubicBezTo>
                  <a:cubicBezTo>
                    <a:pt x="5084" y="2604"/>
                    <a:pt x="5094" y="2604"/>
                    <a:pt x="5104" y="2604"/>
                  </a:cubicBezTo>
                  <a:close/>
                  <a:moveTo>
                    <a:pt x="4112" y="6105"/>
                  </a:moveTo>
                  <a:cubicBezTo>
                    <a:pt x="4193" y="6126"/>
                    <a:pt x="4279" y="6136"/>
                    <a:pt x="4363" y="6136"/>
                  </a:cubicBezTo>
                  <a:cubicBezTo>
                    <a:pt x="4391" y="6136"/>
                    <a:pt x="4419" y="6135"/>
                    <a:pt x="4447" y="6133"/>
                  </a:cubicBezTo>
                  <a:cubicBezTo>
                    <a:pt x="4475" y="6149"/>
                    <a:pt x="4503" y="6166"/>
                    <a:pt x="4533" y="6179"/>
                  </a:cubicBezTo>
                  <a:cubicBezTo>
                    <a:pt x="4531" y="6221"/>
                    <a:pt x="4527" y="6262"/>
                    <a:pt x="4520" y="6303"/>
                  </a:cubicBezTo>
                  <a:cubicBezTo>
                    <a:pt x="4381" y="6404"/>
                    <a:pt x="4261" y="6539"/>
                    <a:pt x="4155" y="6693"/>
                  </a:cubicBezTo>
                  <a:cubicBezTo>
                    <a:pt x="4074" y="6648"/>
                    <a:pt x="4000" y="6588"/>
                    <a:pt x="3937" y="6518"/>
                  </a:cubicBezTo>
                  <a:cubicBezTo>
                    <a:pt x="3939" y="6515"/>
                    <a:pt x="3940" y="6515"/>
                    <a:pt x="3942" y="6514"/>
                  </a:cubicBezTo>
                  <a:cubicBezTo>
                    <a:pt x="4025" y="6402"/>
                    <a:pt x="4080" y="6258"/>
                    <a:pt x="4112" y="6105"/>
                  </a:cubicBezTo>
                  <a:close/>
                  <a:moveTo>
                    <a:pt x="13212" y="6640"/>
                  </a:moveTo>
                  <a:cubicBezTo>
                    <a:pt x="13317" y="6679"/>
                    <a:pt x="13429" y="6700"/>
                    <a:pt x="13542" y="6700"/>
                  </a:cubicBezTo>
                  <a:cubicBezTo>
                    <a:pt x="13546" y="6700"/>
                    <a:pt x="13550" y="6700"/>
                    <a:pt x="13554" y="6700"/>
                  </a:cubicBezTo>
                  <a:cubicBezTo>
                    <a:pt x="13576" y="6765"/>
                    <a:pt x="13605" y="6828"/>
                    <a:pt x="13637" y="6888"/>
                  </a:cubicBezTo>
                  <a:cubicBezTo>
                    <a:pt x="13558" y="6899"/>
                    <a:pt x="13480" y="6904"/>
                    <a:pt x="13403" y="6904"/>
                  </a:cubicBezTo>
                  <a:cubicBezTo>
                    <a:pt x="13234" y="6904"/>
                    <a:pt x="13070" y="6879"/>
                    <a:pt x="12899" y="6841"/>
                  </a:cubicBezTo>
                  <a:cubicBezTo>
                    <a:pt x="13014" y="6792"/>
                    <a:pt x="13119" y="6725"/>
                    <a:pt x="13212" y="6640"/>
                  </a:cubicBezTo>
                  <a:close/>
                  <a:moveTo>
                    <a:pt x="19337" y="6676"/>
                  </a:moveTo>
                  <a:lnTo>
                    <a:pt x="19337" y="6676"/>
                  </a:lnTo>
                  <a:cubicBezTo>
                    <a:pt x="19435" y="6690"/>
                    <a:pt x="19552" y="6706"/>
                    <a:pt x="19687" y="6730"/>
                  </a:cubicBezTo>
                  <a:lnTo>
                    <a:pt x="19696" y="6780"/>
                  </a:lnTo>
                  <a:cubicBezTo>
                    <a:pt x="19678" y="6920"/>
                    <a:pt x="19639" y="7030"/>
                    <a:pt x="19568" y="7086"/>
                  </a:cubicBezTo>
                  <a:cubicBezTo>
                    <a:pt x="19499" y="7054"/>
                    <a:pt x="19437" y="7026"/>
                    <a:pt x="19380" y="6999"/>
                  </a:cubicBezTo>
                  <a:cubicBezTo>
                    <a:pt x="19373" y="6891"/>
                    <a:pt x="19354" y="6783"/>
                    <a:pt x="19337" y="6676"/>
                  </a:cubicBezTo>
                  <a:close/>
                  <a:moveTo>
                    <a:pt x="5502" y="7020"/>
                  </a:moveTo>
                  <a:cubicBezTo>
                    <a:pt x="5541" y="7088"/>
                    <a:pt x="5569" y="7161"/>
                    <a:pt x="5585" y="7237"/>
                  </a:cubicBezTo>
                  <a:cubicBezTo>
                    <a:pt x="5590" y="7257"/>
                    <a:pt x="5588" y="7270"/>
                    <a:pt x="5591" y="7288"/>
                  </a:cubicBezTo>
                  <a:cubicBezTo>
                    <a:pt x="5505" y="7374"/>
                    <a:pt x="5413" y="7456"/>
                    <a:pt x="5316" y="7534"/>
                  </a:cubicBezTo>
                  <a:lnTo>
                    <a:pt x="5316" y="7535"/>
                  </a:lnTo>
                  <a:cubicBezTo>
                    <a:pt x="5247" y="7425"/>
                    <a:pt x="5158" y="7330"/>
                    <a:pt x="5051" y="7257"/>
                  </a:cubicBezTo>
                  <a:cubicBezTo>
                    <a:pt x="5191" y="7214"/>
                    <a:pt x="5325" y="7150"/>
                    <a:pt x="5447" y="7068"/>
                  </a:cubicBezTo>
                  <a:cubicBezTo>
                    <a:pt x="5468" y="7053"/>
                    <a:pt x="5483" y="7035"/>
                    <a:pt x="5502" y="7020"/>
                  </a:cubicBezTo>
                  <a:close/>
                  <a:moveTo>
                    <a:pt x="18243" y="7459"/>
                  </a:moveTo>
                  <a:cubicBezTo>
                    <a:pt x="18298" y="7479"/>
                    <a:pt x="18356" y="7499"/>
                    <a:pt x="18419" y="7526"/>
                  </a:cubicBezTo>
                  <a:cubicBezTo>
                    <a:pt x="18432" y="7560"/>
                    <a:pt x="18444" y="7596"/>
                    <a:pt x="18453" y="7632"/>
                  </a:cubicBezTo>
                  <a:cubicBezTo>
                    <a:pt x="18393" y="7706"/>
                    <a:pt x="18338" y="7785"/>
                    <a:pt x="18291" y="7869"/>
                  </a:cubicBezTo>
                  <a:cubicBezTo>
                    <a:pt x="18273" y="7870"/>
                    <a:pt x="18256" y="7870"/>
                    <a:pt x="18238" y="7870"/>
                  </a:cubicBezTo>
                  <a:cubicBezTo>
                    <a:pt x="18184" y="7870"/>
                    <a:pt x="18131" y="7865"/>
                    <a:pt x="18078" y="7854"/>
                  </a:cubicBezTo>
                  <a:cubicBezTo>
                    <a:pt x="18042" y="7873"/>
                    <a:pt x="18005" y="7891"/>
                    <a:pt x="17966" y="7904"/>
                  </a:cubicBezTo>
                  <a:cubicBezTo>
                    <a:pt x="18035" y="7778"/>
                    <a:pt x="18096" y="7647"/>
                    <a:pt x="18146" y="7511"/>
                  </a:cubicBezTo>
                  <a:cubicBezTo>
                    <a:pt x="18179" y="7496"/>
                    <a:pt x="18212" y="7479"/>
                    <a:pt x="18243" y="7459"/>
                  </a:cubicBezTo>
                  <a:close/>
                  <a:moveTo>
                    <a:pt x="2229" y="5895"/>
                  </a:moveTo>
                  <a:cubicBezTo>
                    <a:pt x="2232" y="5954"/>
                    <a:pt x="2237" y="6012"/>
                    <a:pt x="2249" y="6070"/>
                  </a:cubicBezTo>
                  <a:cubicBezTo>
                    <a:pt x="2282" y="6230"/>
                    <a:pt x="2354" y="6377"/>
                    <a:pt x="2459" y="6500"/>
                  </a:cubicBezTo>
                  <a:cubicBezTo>
                    <a:pt x="2435" y="6712"/>
                    <a:pt x="2441" y="6923"/>
                    <a:pt x="2480" y="7132"/>
                  </a:cubicBezTo>
                  <a:cubicBezTo>
                    <a:pt x="2342" y="7227"/>
                    <a:pt x="2229" y="7353"/>
                    <a:pt x="2148" y="7501"/>
                  </a:cubicBezTo>
                  <a:cubicBezTo>
                    <a:pt x="2065" y="7653"/>
                    <a:pt x="2002" y="7813"/>
                    <a:pt x="1958" y="7979"/>
                  </a:cubicBezTo>
                  <a:cubicBezTo>
                    <a:pt x="1828" y="7714"/>
                    <a:pt x="1749" y="7455"/>
                    <a:pt x="1742" y="7359"/>
                  </a:cubicBezTo>
                  <a:cubicBezTo>
                    <a:pt x="1713" y="6950"/>
                    <a:pt x="1870" y="6261"/>
                    <a:pt x="2229" y="5895"/>
                  </a:cubicBezTo>
                  <a:close/>
                  <a:moveTo>
                    <a:pt x="20383" y="7427"/>
                  </a:moveTo>
                  <a:cubicBezTo>
                    <a:pt x="20785" y="7427"/>
                    <a:pt x="20919" y="8029"/>
                    <a:pt x="20978" y="8305"/>
                  </a:cubicBezTo>
                  <a:cubicBezTo>
                    <a:pt x="21009" y="8457"/>
                    <a:pt x="21054" y="8689"/>
                    <a:pt x="21089" y="8952"/>
                  </a:cubicBezTo>
                  <a:cubicBezTo>
                    <a:pt x="21022" y="8970"/>
                    <a:pt x="20957" y="8994"/>
                    <a:pt x="20894" y="9027"/>
                  </a:cubicBezTo>
                  <a:cubicBezTo>
                    <a:pt x="20829" y="8797"/>
                    <a:pt x="20714" y="8608"/>
                    <a:pt x="20539" y="8509"/>
                  </a:cubicBezTo>
                  <a:cubicBezTo>
                    <a:pt x="20443" y="8452"/>
                    <a:pt x="20335" y="8422"/>
                    <a:pt x="20225" y="8422"/>
                  </a:cubicBezTo>
                  <a:cubicBezTo>
                    <a:pt x="20217" y="8422"/>
                    <a:pt x="20210" y="8422"/>
                    <a:pt x="20202" y="8422"/>
                  </a:cubicBezTo>
                  <a:cubicBezTo>
                    <a:pt x="20186" y="8398"/>
                    <a:pt x="20168" y="8379"/>
                    <a:pt x="20150" y="8358"/>
                  </a:cubicBezTo>
                  <a:cubicBezTo>
                    <a:pt x="20236" y="8058"/>
                    <a:pt x="20284" y="7748"/>
                    <a:pt x="20290" y="7437"/>
                  </a:cubicBezTo>
                  <a:cubicBezTo>
                    <a:pt x="20322" y="7430"/>
                    <a:pt x="20353" y="7427"/>
                    <a:pt x="20383" y="7427"/>
                  </a:cubicBezTo>
                  <a:close/>
                  <a:moveTo>
                    <a:pt x="5014" y="8900"/>
                  </a:moveTo>
                  <a:lnTo>
                    <a:pt x="5014" y="8900"/>
                  </a:lnTo>
                  <a:cubicBezTo>
                    <a:pt x="4972" y="8997"/>
                    <a:pt x="4941" y="9097"/>
                    <a:pt x="4917" y="9199"/>
                  </a:cubicBezTo>
                  <a:cubicBezTo>
                    <a:pt x="4874" y="9248"/>
                    <a:pt x="4829" y="9298"/>
                    <a:pt x="4783" y="9347"/>
                  </a:cubicBezTo>
                  <a:cubicBezTo>
                    <a:pt x="4725" y="9408"/>
                    <a:pt x="4662" y="9463"/>
                    <a:pt x="4594" y="9510"/>
                  </a:cubicBezTo>
                  <a:cubicBezTo>
                    <a:pt x="4521" y="9447"/>
                    <a:pt x="4437" y="9412"/>
                    <a:pt x="4344" y="9412"/>
                  </a:cubicBezTo>
                  <a:cubicBezTo>
                    <a:pt x="4307" y="9412"/>
                    <a:pt x="4270" y="9417"/>
                    <a:pt x="4231" y="9429"/>
                  </a:cubicBezTo>
                  <a:cubicBezTo>
                    <a:pt x="4191" y="9342"/>
                    <a:pt x="4146" y="9257"/>
                    <a:pt x="4095" y="9176"/>
                  </a:cubicBezTo>
                  <a:cubicBezTo>
                    <a:pt x="4115" y="9080"/>
                    <a:pt x="4137" y="8988"/>
                    <a:pt x="4159" y="8908"/>
                  </a:cubicBezTo>
                  <a:cubicBezTo>
                    <a:pt x="4270" y="8968"/>
                    <a:pt x="4394" y="8994"/>
                    <a:pt x="4528" y="8994"/>
                  </a:cubicBezTo>
                  <a:cubicBezTo>
                    <a:pt x="4682" y="8994"/>
                    <a:pt x="4847" y="8958"/>
                    <a:pt x="5014" y="8900"/>
                  </a:cubicBezTo>
                  <a:close/>
                  <a:moveTo>
                    <a:pt x="21135" y="9574"/>
                  </a:moveTo>
                  <a:lnTo>
                    <a:pt x="21135" y="9574"/>
                  </a:lnTo>
                  <a:cubicBezTo>
                    <a:pt x="21141" y="10101"/>
                    <a:pt x="21040" y="10599"/>
                    <a:pt x="20662" y="10734"/>
                  </a:cubicBezTo>
                  <a:cubicBezTo>
                    <a:pt x="20836" y="10426"/>
                    <a:pt x="20942" y="10030"/>
                    <a:pt x="20960" y="9650"/>
                  </a:cubicBezTo>
                  <a:cubicBezTo>
                    <a:pt x="20990" y="9624"/>
                    <a:pt x="21025" y="9603"/>
                    <a:pt x="21063" y="9591"/>
                  </a:cubicBezTo>
                  <a:cubicBezTo>
                    <a:pt x="21089" y="9583"/>
                    <a:pt x="21112" y="9579"/>
                    <a:pt x="21135" y="9574"/>
                  </a:cubicBezTo>
                  <a:close/>
                  <a:moveTo>
                    <a:pt x="2158" y="10613"/>
                  </a:moveTo>
                  <a:cubicBezTo>
                    <a:pt x="2260" y="10613"/>
                    <a:pt x="2362" y="10626"/>
                    <a:pt x="2461" y="10651"/>
                  </a:cubicBezTo>
                  <a:cubicBezTo>
                    <a:pt x="2464" y="10651"/>
                    <a:pt x="2467" y="10652"/>
                    <a:pt x="2468" y="10652"/>
                  </a:cubicBezTo>
                  <a:cubicBezTo>
                    <a:pt x="2412" y="10889"/>
                    <a:pt x="2386" y="11133"/>
                    <a:pt x="2392" y="11376"/>
                  </a:cubicBezTo>
                  <a:cubicBezTo>
                    <a:pt x="2326" y="11354"/>
                    <a:pt x="2262" y="11344"/>
                    <a:pt x="2202" y="11344"/>
                  </a:cubicBezTo>
                  <a:cubicBezTo>
                    <a:pt x="2058" y="11344"/>
                    <a:pt x="1932" y="11401"/>
                    <a:pt x="1825" y="11496"/>
                  </a:cubicBezTo>
                  <a:cubicBezTo>
                    <a:pt x="1819" y="11487"/>
                    <a:pt x="1813" y="11477"/>
                    <a:pt x="1809" y="11468"/>
                  </a:cubicBezTo>
                  <a:cubicBezTo>
                    <a:pt x="1745" y="11252"/>
                    <a:pt x="1833" y="10858"/>
                    <a:pt x="1888" y="10645"/>
                  </a:cubicBezTo>
                  <a:cubicBezTo>
                    <a:pt x="1888" y="10643"/>
                    <a:pt x="1888" y="10643"/>
                    <a:pt x="1888" y="10643"/>
                  </a:cubicBezTo>
                  <a:cubicBezTo>
                    <a:pt x="1977" y="10623"/>
                    <a:pt x="2068" y="10613"/>
                    <a:pt x="2158" y="10613"/>
                  </a:cubicBezTo>
                  <a:close/>
                  <a:moveTo>
                    <a:pt x="7001" y="8778"/>
                  </a:moveTo>
                  <a:cubicBezTo>
                    <a:pt x="7001" y="8790"/>
                    <a:pt x="7001" y="8800"/>
                    <a:pt x="7003" y="8812"/>
                  </a:cubicBezTo>
                  <a:cubicBezTo>
                    <a:pt x="7369" y="9981"/>
                    <a:pt x="6705" y="11109"/>
                    <a:pt x="5617" y="11526"/>
                  </a:cubicBezTo>
                  <a:cubicBezTo>
                    <a:pt x="5617" y="11520"/>
                    <a:pt x="5614" y="11519"/>
                    <a:pt x="5612" y="11514"/>
                  </a:cubicBezTo>
                  <a:cubicBezTo>
                    <a:pt x="5704" y="11472"/>
                    <a:pt x="5789" y="11402"/>
                    <a:pt x="5867" y="11301"/>
                  </a:cubicBezTo>
                  <a:cubicBezTo>
                    <a:pt x="5882" y="11280"/>
                    <a:pt x="5895" y="11260"/>
                    <a:pt x="5908" y="11236"/>
                  </a:cubicBezTo>
                  <a:cubicBezTo>
                    <a:pt x="6225" y="11050"/>
                    <a:pt x="6459" y="10728"/>
                    <a:pt x="6589" y="10369"/>
                  </a:cubicBezTo>
                  <a:cubicBezTo>
                    <a:pt x="6950" y="9963"/>
                    <a:pt x="7111" y="9397"/>
                    <a:pt x="6974" y="8793"/>
                  </a:cubicBezTo>
                  <a:cubicBezTo>
                    <a:pt x="6983" y="8788"/>
                    <a:pt x="6992" y="8783"/>
                    <a:pt x="7001" y="8778"/>
                  </a:cubicBezTo>
                  <a:close/>
                  <a:moveTo>
                    <a:pt x="2852" y="10856"/>
                  </a:moveTo>
                  <a:cubicBezTo>
                    <a:pt x="2863" y="10865"/>
                    <a:pt x="2873" y="10874"/>
                    <a:pt x="2882" y="10884"/>
                  </a:cubicBezTo>
                  <a:cubicBezTo>
                    <a:pt x="2796" y="11266"/>
                    <a:pt x="2830" y="11651"/>
                    <a:pt x="3056" y="11854"/>
                  </a:cubicBezTo>
                  <a:cubicBezTo>
                    <a:pt x="3041" y="11867"/>
                    <a:pt x="3026" y="11880"/>
                    <a:pt x="3010" y="11891"/>
                  </a:cubicBezTo>
                  <a:cubicBezTo>
                    <a:pt x="2954" y="11798"/>
                    <a:pt x="2887" y="11714"/>
                    <a:pt x="2808" y="11639"/>
                  </a:cubicBezTo>
                  <a:cubicBezTo>
                    <a:pt x="2636" y="11151"/>
                    <a:pt x="2650" y="10889"/>
                    <a:pt x="2852" y="10856"/>
                  </a:cubicBezTo>
                  <a:close/>
                  <a:moveTo>
                    <a:pt x="1810" y="12584"/>
                  </a:moveTo>
                  <a:cubicBezTo>
                    <a:pt x="1938" y="12659"/>
                    <a:pt x="2080" y="12695"/>
                    <a:pt x="2229" y="12695"/>
                  </a:cubicBezTo>
                  <a:cubicBezTo>
                    <a:pt x="2260" y="12695"/>
                    <a:pt x="2292" y="12693"/>
                    <a:pt x="2324" y="12690"/>
                  </a:cubicBezTo>
                  <a:lnTo>
                    <a:pt x="2324" y="12690"/>
                  </a:lnTo>
                  <a:cubicBezTo>
                    <a:pt x="2299" y="12753"/>
                    <a:pt x="2275" y="12817"/>
                    <a:pt x="2255" y="12882"/>
                  </a:cubicBezTo>
                  <a:lnTo>
                    <a:pt x="1810" y="12602"/>
                  </a:lnTo>
                  <a:lnTo>
                    <a:pt x="1810" y="12584"/>
                  </a:lnTo>
                  <a:close/>
                  <a:moveTo>
                    <a:pt x="1321" y="10965"/>
                  </a:moveTo>
                  <a:lnTo>
                    <a:pt x="1321" y="10965"/>
                  </a:lnTo>
                  <a:cubicBezTo>
                    <a:pt x="1283" y="11292"/>
                    <a:pt x="1297" y="11617"/>
                    <a:pt x="1358" y="11882"/>
                  </a:cubicBezTo>
                  <a:cubicBezTo>
                    <a:pt x="1382" y="11983"/>
                    <a:pt x="1416" y="12084"/>
                    <a:pt x="1460" y="12180"/>
                  </a:cubicBezTo>
                  <a:cubicBezTo>
                    <a:pt x="1402" y="12413"/>
                    <a:pt x="1386" y="12656"/>
                    <a:pt x="1417" y="12846"/>
                  </a:cubicBezTo>
                  <a:cubicBezTo>
                    <a:pt x="1437" y="12955"/>
                    <a:pt x="1468" y="13061"/>
                    <a:pt x="1514" y="13162"/>
                  </a:cubicBezTo>
                  <a:cubicBezTo>
                    <a:pt x="1228" y="12997"/>
                    <a:pt x="1039" y="12704"/>
                    <a:pt x="954" y="12372"/>
                  </a:cubicBezTo>
                  <a:cubicBezTo>
                    <a:pt x="825" y="11854"/>
                    <a:pt x="981" y="11309"/>
                    <a:pt x="1321" y="10965"/>
                  </a:cubicBezTo>
                  <a:close/>
                  <a:moveTo>
                    <a:pt x="18748" y="13169"/>
                  </a:moveTo>
                  <a:cubicBezTo>
                    <a:pt x="19474" y="13236"/>
                    <a:pt x="19525" y="13528"/>
                    <a:pt x="19525" y="13997"/>
                  </a:cubicBezTo>
                  <a:cubicBezTo>
                    <a:pt x="19520" y="14396"/>
                    <a:pt x="19427" y="14791"/>
                    <a:pt x="19252" y="15151"/>
                  </a:cubicBezTo>
                  <a:cubicBezTo>
                    <a:pt x="18983" y="15700"/>
                    <a:pt x="18563" y="15947"/>
                    <a:pt x="18127" y="16279"/>
                  </a:cubicBezTo>
                  <a:cubicBezTo>
                    <a:pt x="18163" y="15722"/>
                    <a:pt x="18197" y="15166"/>
                    <a:pt x="18231" y="14609"/>
                  </a:cubicBezTo>
                  <a:cubicBezTo>
                    <a:pt x="18243" y="14613"/>
                    <a:pt x="18256" y="14615"/>
                    <a:pt x="18270" y="14615"/>
                  </a:cubicBezTo>
                  <a:cubicBezTo>
                    <a:pt x="18383" y="14596"/>
                    <a:pt x="18508" y="14515"/>
                    <a:pt x="18612" y="14468"/>
                  </a:cubicBezTo>
                  <a:cubicBezTo>
                    <a:pt x="18736" y="14409"/>
                    <a:pt x="18852" y="14335"/>
                    <a:pt x="18956" y="14244"/>
                  </a:cubicBezTo>
                  <a:cubicBezTo>
                    <a:pt x="19004" y="14203"/>
                    <a:pt x="18964" y="14125"/>
                    <a:pt x="18906" y="14124"/>
                  </a:cubicBezTo>
                  <a:cubicBezTo>
                    <a:pt x="18672" y="14127"/>
                    <a:pt x="18444" y="14195"/>
                    <a:pt x="18249" y="14322"/>
                  </a:cubicBezTo>
                  <a:cubicBezTo>
                    <a:pt x="18267" y="14019"/>
                    <a:pt x="18286" y="13719"/>
                    <a:pt x="18304" y="13417"/>
                  </a:cubicBezTo>
                  <a:cubicBezTo>
                    <a:pt x="18306" y="13390"/>
                    <a:pt x="18309" y="13360"/>
                    <a:pt x="18310" y="13335"/>
                  </a:cubicBezTo>
                  <a:cubicBezTo>
                    <a:pt x="18331" y="13333"/>
                    <a:pt x="18350" y="13323"/>
                    <a:pt x="18361" y="13305"/>
                  </a:cubicBezTo>
                  <a:lnTo>
                    <a:pt x="18379" y="13278"/>
                  </a:lnTo>
                  <a:cubicBezTo>
                    <a:pt x="18392" y="13256"/>
                    <a:pt x="18387" y="13226"/>
                    <a:pt x="18368" y="13208"/>
                  </a:cubicBezTo>
                  <a:cubicBezTo>
                    <a:pt x="18502" y="13199"/>
                    <a:pt x="18740" y="13169"/>
                    <a:pt x="18748" y="13169"/>
                  </a:cubicBezTo>
                  <a:close/>
                  <a:moveTo>
                    <a:pt x="4504" y="13491"/>
                  </a:moveTo>
                  <a:cubicBezTo>
                    <a:pt x="4676" y="13491"/>
                    <a:pt x="4902" y="13592"/>
                    <a:pt x="5183" y="13795"/>
                  </a:cubicBezTo>
                  <a:cubicBezTo>
                    <a:pt x="5193" y="13827"/>
                    <a:pt x="5224" y="13844"/>
                    <a:pt x="5254" y="13844"/>
                  </a:cubicBezTo>
                  <a:cubicBezTo>
                    <a:pt x="5284" y="13844"/>
                    <a:pt x="5312" y="13828"/>
                    <a:pt x="5319" y="13795"/>
                  </a:cubicBezTo>
                  <a:cubicBezTo>
                    <a:pt x="5323" y="13774"/>
                    <a:pt x="5320" y="13754"/>
                    <a:pt x="5322" y="13735"/>
                  </a:cubicBezTo>
                  <a:lnTo>
                    <a:pt x="5322" y="13735"/>
                  </a:lnTo>
                  <a:cubicBezTo>
                    <a:pt x="5331" y="13737"/>
                    <a:pt x="5338" y="13738"/>
                    <a:pt x="5346" y="13740"/>
                  </a:cubicBezTo>
                  <a:cubicBezTo>
                    <a:pt x="5340" y="14011"/>
                    <a:pt x="5331" y="14283"/>
                    <a:pt x="5329" y="14554"/>
                  </a:cubicBezTo>
                  <a:cubicBezTo>
                    <a:pt x="5186" y="14464"/>
                    <a:pt x="5003" y="14413"/>
                    <a:pt x="4827" y="14413"/>
                  </a:cubicBezTo>
                  <a:cubicBezTo>
                    <a:pt x="4676" y="14413"/>
                    <a:pt x="4531" y="14450"/>
                    <a:pt x="4420" y="14533"/>
                  </a:cubicBezTo>
                  <a:cubicBezTo>
                    <a:pt x="4334" y="14597"/>
                    <a:pt x="4345" y="14766"/>
                    <a:pt x="4471" y="14766"/>
                  </a:cubicBezTo>
                  <a:cubicBezTo>
                    <a:pt x="4475" y="14766"/>
                    <a:pt x="4478" y="14766"/>
                    <a:pt x="4482" y="14765"/>
                  </a:cubicBezTo>
                  <a:cubicBezTo>
                    <a:pt x="4578" y="14757"/>
                    <a:pt x="4668" y="14743"/>
                    <a:pt x="4761" y="14743"/>
                  </a:cubicBezTo>
                  <a:cubicBezTo>
                    <a:pt x="4805" y="14743"/>
                    <a:pt x="4849" y="14746"/>
                    <a:pt x="4895" y="14755"/>
                  </a:cubicBezTo>
                  <a:cubicBezTo>
                    <a:pt x="5041" y="14783"/>
                    <a:pt x="5149" y="14856"/>
                    <a:pt x="5274" y="14929"/>
                  </a:cubicBezTo>
                  <a:cubicBezTo>
                    <a:pt x="5292" y="14939"/>
                    <a:pt x="5310" y="14947"/>
                    <a:pt x="5331" y="14950"/>
                  </a:cubicBezTo>
                  <a:cubicBezTo>
                    <a:pt x="5332" y="15532"/>
                    <a:pt x="5344" y="16114"/>
                    <a:pt x="5377" y="16694"/>
                  </a:cubicBezTo>
                  <a:cubicBezTo>
                    <a:pt x="4779" y="16428"/>
                    <a:pt x="4357" y="15983"/>
                    <a:pt x="4161" y="15338"/>
                  </a:cubicBezTo>
                  <a:lnTo>
                    <a:pt x="4161" y="15340"/>
                  </a:lnTo>
                  <a:cubicBezTo>
                    <a:pt x="4074" y="15044"/>
                    <a:pt x="4039" y="14735"/>
                    <a:pt x="4057" y="14427"/>
                  </a:cubicBezTo>
                  <a:cubicBezTo>
                    <a:pt x="4060" y="14259"/>
                    <a:pt x="4082" y="14089"/>
                    <a:pt x="4124" y="13926"/>
                  </a:cubicBezTo>
                  <a:cubicBezTo>
                    <a:pt x="4171" y="13636"/>
                    <a:pt x="4298" y="13491"/>
                    <a:pt x="4504" y="13491"/>
                  </a:cubicBezTo>
                  <a:close/>
                  <a:moveTo>
                    <a:pt x="10377" y="6877"/>
                  </a:moveTo>
                  <a:cubicBezTo>
                    <a:pt x="10422" y="6913"/>
                    <a:pt x="10471" y="6944"/>
                    <a:pt x="10523" y="6971"/>
                  </a:cubicBezTo>
                  <a:cubicBezTo>
                    <a:pt x="10778" y="7224"/>
                    <a:pt x="11117" y="7365"/>
                    <a:pt x="11534" y="7365"/>
                  </a:cubicBezTo>
                  <a:cubicBezTo>
                    <a:pt x="11540" y="7365"/>
                    <a:pt x="11547" y="7365"/>
                    <a:pt x="11553" y="7365"/>
                  </a:cubicBezTo>
                  <a:cubicBezTo>
                    <a:pt x="11753" y="7363"/>
                    <a:pt x="11932" y="7357"/>
                    <a:pt x="12110" y="7357"/>
                  </a:cubicBezTo>
                  <a:cubicBezTo>
                    <a:pt x="12335" y="7357"/>
                    <a:pt x="12558" y="7367"/>
                    <a:pt x="12814" y="7407"/>
                  </a:cubicBezTo>
                  <a:cubicBezTo>
                    <a:pt x="12991" y="7436"/>
                    <a:pt x="13155" y="7452"/>
                    <a:pt x="13314" y="7452"/>
                  </a:cubicBezTo>
                  <a:cubicBezTo>
                    <a:pt x="13467" y="7452"/>
                    <a:pt x="13617" y="7437"/>
                    <a:pt x="13773" y="7406"/>
                  </a:cubicBezTo>
                  <a:cubicBezTo>
                    <a:pt x="13835" y="8131"/>
                    <a:pt x="14373" y="8629"/>
                    <a:pt x="15032" y="8674"/>
                  </a:cubicBezTo>
                  <a:cubicBezTo>
                    <a:pt x="15053" y="9107"/>
                    <a:pt x="15278" y="9625"/>
                    <a:pt x="15443" y="9911"/>
                  </a:cubicBezTo>
                  <a:cubicBezTo>
                    <a:pt x="15701" y="10355"/>
                    <a:pt x="16197" y="10629"/>
                    <a:pt x="16657" y="10629"/>
                  </a:cubicBezTo>
                  <a:cubicBezTo>
                    <a:pt x="16929" y="10629"/>
                    <a:pt x="17189" y="10533"/>
                    <a:pt x="17381" y="10322"/>
                  </a:cubicBezTo>
                  <a:cubicBezTo>
                    <a:pt x="17546" y="10467"/>
                    <a:pt x="17752" y="10543"/>
                    <a:pt x="17950" y="10543"/>
                  </a:cubicBezTo>
                  <a:cubicBezTo>
                    <a:pt x="18015" y="10543"/>
                    <a:pt x="18079" y="10535"/>
                    <a:pt x="18140" y="10518"/>
                  </a:cubicBezTo>
                  <a:lnTo>
                    <a:pt x="18140" y="10518"/>
                  </a:lnTo>
                  <a:cubicBezTo>
                    <a:pt x="18021" y="11233"/>
                    <a:pt x="18033" y="11982"/>
                    <a:pt x="17989" y="12699"/>
                  </a:cubicBezTo>
                  <a:cubicBezTo>
                    <a:pt x="17929" y="13655"/>
                    <a:pt x="17869" y="14612"/>
                    <a:pt x="17808" y="15568"/>
                  </a:cubicBezTo>
                  <a:cubicBezTo>
                    <a:pt x="17700" y="17309"/>
                    <a:pt x="17603" y="18965"/>
                    <a:pt x="17168" y="20639"/>
                  </a:cubicBezTo>
                  <a:cubicBezTo>
                    <a:pt x="16747" y="21144"/>
                    <a:pt x="16363" y="21665"/>
                    <a:pt x="15857" y="22107"/>
                  </a:cubicBezTo>
                  <a:cubicBezTo>
                    <a:pt x="15226" y="22659"/>
                    <a:pt x="14523" y="23119"/>
                    <a:pt x="13806" y="23550"/>
                  </a:cubicBezTo>
                  <a:cubicBezTo>
                    <a:pt x="13063" y="23992"/>
                    <a:pt x="12147" y="24690"/>
                    <a:pt x="11234" y="24690"/>
                  </a:cubicBezTo>
                  <a:cubicBezTo>
                    <a:pt x="11120" y="24690"/>
                    <a:pt x="11007" y="24679"/>
                    <a:pt x="10894" y="24656"/>
                  </a:cubicBezTo>
                  <a:cubicBezTo>
                    <a:pt x="9992" y="24468"/>
                    <a:pt x="9000" y="23268"/>
                    <a:pt x="8318" y="22686"/>
                  </a:cubicBezTo>
                  <a:cubicBezTo>
                    <a:pt x="7655" y="22119"/>
                    <a:pt x="6918" y="21565"/>
                    <a:pt x="6492" y="20784"/>
                  </a:cubicBezTo>
                  <a:lnTo>
                    <a:pt x="6492" y="20785"/>
                  </a:lnTo>
                  <a:cubicBezTo>
                    <a:pt x="5980" y="19844"/>
                    <a:pt x="5913" y="18691"/>
                    <a:pt x="5801" y="17649"/>
                  </a:cubicBezTo>
                  <a:cubicBezTo>
                    <a:pt x="5597" y="15743"/>
                    <a:pt x="5521" y="13801"/>
                    <a:pt x="5606" y="11882"/>
                  </a:cubicBezTo>
                  <a:cubicBezTo>
                    <a:pt x="6940" y="11620"/>
                    <a:pt x="7756" y="10249"/>
                    <a:pt x="7480" y="8934"/>
                  </a:cubicBezTo>
                  <a:cubicBezTo>
                    <a:pt x="8201" y="8794"/>
                    <a:pt x="8708" y="8264"/>
                    <a:pt x="8804" y="7534"/>
                  </a:cubicBezTo>
                  <a:cubicBezTo>
                    <a:pt x="8897" y="7549"/>
                    <a:pt x="8990" y="7557"/>
                    <a:pt x="9080" y="7557"/>
                  </a:cubicBezTo>
                  <a:cubicBezTo>
                    <a:pt x="9603" y="7557"/>
                    <a:pt x="10066" y="7303"/>
                    <a:pt x="10377" y="6877"/>
                  </a:cubicBezTo>
                  <a:close/>
                  <a:moveTo>
                    <a:pt x="16089" y="22505"/>
                  </a:moveTo>
                  <a:lnTo>
                    <a:pt x="16089" y="22505"/>
                  </a:lnTo>
                  <a:cubicBezTo>
                    <a:pt x="15848" y="23786"/>
                    <a:pt x="15925" y="25135"/>
                    <a:pt x="15982" y="26427"/>
                  </a:cubicBezTo>
                  <a:cubicBezTo>
                    <a:pt x="16021" y="27329"/>
                    <a:pt x="15939" y="28526"/>
                    <a:pt x="16207" y="29495"/>
                  </a:cubicBezTo>
                  <a:cubicBezTo>
                    <a:pt x="16105" y="29767"/>
                    <a:pt x="16050" y="30052"/>
                    <a:pt x="15991" y="30336"/>
                  </a:cubicBezTo>
                  <a:cubicBezTo>
                    <a:pt x="15989" y="30342"/>
                    <a:pt x="15988" y="30347"/>
                    <a:pt x="15986" y="30352"/>
                  </a:cubicBezTo>
                  <a:cubicBezTo>
                    <a:pt x="15630" y="30500"/>
                    <a:pt x="14955" y="30645"/>
                    <a:pt x="13662" y="30645"/>
                  </a:cubicBezTo>
                  <a:cubicBezTo>
                    <a:pt x="13325" y="30645"/>
                    <a:pt x="12947" y="30635"/>
                    <a:pt x="12521" y="30613"/>
                  </a:cubicBezTo>
                  <a:cubicBezTo>
                    <a:pt x="11105" y="30539"/>
                    <a:pt x="9609" y="30598"/>
                    <a:pt x="8241" y="30184"/>
                  </a:cubicBezTo>
                  <a:cubicBezTo>
                    <a:pt x="8455" y="28956"/>
                    <a:pt x="8313" y="27604"/>
                    <a:pt x="8269" y="26364"/>
                  </a:cubicBezTo>
                  <a:cubicBezTo>
                    <a:pt x="8232" y="25324"/>
                    <a:pt x="8299" y="24103"/>
                    <a:pt x="8065" y="23051"/>
                  </a:cubicBezTo>
                  <a:lnTo>
                    <a:pt x="8065" y="23051"/>
                  </a:lnTo>
                  <a:cubicBezTo>
                    <a:pt x="8408" y="23335"/>
                    <a:pt x="8753" y="23612"/>
                    <a:pt x="9079" y="23892"/>
                  </a:cubicBezTo>
                  <a:cubicBezTo>
                    <a:pt x="9670" y="24402"/>
                    <a:pt x="10297" y="25049"/>
                    <a:pt x="11117" y="25133"/>
                  </a:cubicBezTo>
                  <a:cubicBezTo>
                    <a:pt x="11178" y="25140"/>
                    <a:pt x="11238" y="25143"/>
                    <a:pt x="11299" y="25143"/>
                  </a:cubicBezTo>
                  <a:cubicBezTo>
                    <a:pt x="12147" y="25143"/>
                    <a:pt x="12962" y="24547"/>
                    <a:pt x="13651" y="24136"/>
                  </a:cubicBezTo>
                  <a:cubicBezTo>
                    <a:pt x="14410" y="23683"/>
                    <a:pt x="15312" y="23151"/>
                    <a:pt x="16089" y="22505"/>
                  </a:cubicBezTo>
                  <a:close/>
                  <a:moveTo>
                    <a:pt x="8074" y="30439"/>
                  </a:moveTo>
                  <a:lnTo>
                    <a:pt x="8074" y="30439"/>
                  </a:lnTo>
                  <a:cubicBezTo>
                    <a:pt x="8518" y="30759"/>
                    <a:pt x="9046" y="30832"/>
                    <a:pt x="9599" y="30884"/>
                  </a:cubicBezTo>
                  <a:cubicBezTo>
                    <a:pt x="10685" y="30987"/>
                    <a:pt x="11781" y="31027"/>
                    <a:pt x="12871" y="31061"/>
                  </a:cubicBezTo>
                  <a:cubicBezTo>
                    <a:pt x="13295" y="31074"/>
                    <a:pt x="13861" y="31128"/>
                    <a:pt x="14440" y="31128"/>
                  </a:cubicBezTo>
                  <a:cubicBezTo>
                    <a:pt x="14910" y="31128"/>
                    <a:pt x="15390" y="31092"/>
                    <a:pt x="15811" y="30972"/>
                  </a:cubicBezTo>
                  <a:lnTo>
                    <a:pt x="15811" y="30972"/>
                  </a:lnTo>
                  <a:cubicBezTo>
                    <a:pt x="15829" y="30988"/>
                    <a:pt x="15873" y="31685"/>
                    <a:pt x="15765" y="32036"/>
                  </a:cubicBezTo>
                  <a:lnTo>
                    <a:pt x="15766" y="32036"/>
                  </a:lnTo>
                  <a:cubicBezTo>
                    <a:pt x="15547" y="32113"/>
                    <a:pt x="15327" y="32185"/>
                    <a:pt x="15102" y="32246"/>
                  </a:cubicBezTo>
                  <a:cubicBezTo>
                    <a:pt x="14208" y="32487"/>
                    <a:pt x="13286" y="32609"/>
                    <a:pt x="12360" y="32609"/>
                  </a:cubicBezTo>
                  <a:cubicBezTo>
                    <a:pt x="12263" y="32609"/>
                    <a:pt x="12166" y="32607"/>
                    <a:pt x="12068" y="32605"/>
                  </a:cubicBezTo>
                  <a:cubicBezTo>
                    <a:pt x="10940" y="32575"/>
                    <a:pt x="9823" y="32359"/>
                    <a:pt x="8765" y="31965"/>
                  </a:cubicBezTo>
                  <a:cubicBezTo>
                    <a:pt x="8738" y="31862"/>
                    <a:pt x="8708" y="31761"/>
                    <a:pt x="8682" y="31659"/>
                  </a:cubicBezTo>
                  <a:lnTo>
                    <a:pt x="8682" y="31659"/>
                  </a:lnTo>
                  <a:cubicBezTo>
                    <a:pt x="8682" y="31660"/>
                    <a:pt x="8682" y="31660"/>
                    <a:pt x="8683" y="31660"/>
                  </a:cubicBezTo>
                  <a:cubicBezTo>
                    <a:pt x="8694" y="31660"/>
                    <a:pt x="8373" y="31026"/>
                    <a:pt x="8074" y="30439"/>
                  </a:cubicBezTo>
                  <a:close/>
                  <a:moveTo>
                    <a:pt x="16635" y="29620"/>
                  </a:moveTo>
                  <a:cubicBezTo>
                    <a:pt x="17216" y="29849"/>
                    <a:pt x="17904" y="30183"/>
                    <a:pt x="18291" y="30646"/>
                  </a:cubicBezTo>
                  <a:cubicBezTo>
                    <a:pt x="18941" y="31426"/>
                    <a:pt x="18580" y="32361"/>
                    <a:pt x="18420" y="33264"/>
                  </a:cubicBezTo>
                  <a:lnTo>
                    <a:pt x="18233" y="34327"/>
                  </a:lnTo>
                  <a:cubicBezTo>
                    <a:pt x="18155" y="34769"/>
                    <a:pt x="18188" y="34921"/>
                    <a:pt x="17737" y="34992"/>
                  </a:cubicBezTo>
                  <a:cubicBezTo>
                    <a:pt x="17730" y="34994"/>
                    <a:pt x="17721" y="34994"/>
                    <a:pt x="17710" y="34994"/>
                  </a:cubicBezTo>
                  <a:cubicBezTo>
                    <a:pt x="17438" y="34994"/>
                    <a:pt x="15864" y="34697"/>
                    <a:pt x="15456" y="34585"/>
                  </a:cubicBezTo>
                  <a:cubicBezTo>
                    <a:pt x="15870" y="33525"/>
                    <a:pt x="16147" y="32416"/>
                    <a:pt x="16208" y="31235"/>
                  </a:cubicBezTo>
                  <a:cubicBezTo>
                    <a:pt x="16286" y="29885"/>
                    <a:pt x="16537" y="29620"/>
                    <a:pt x="16635" y="29620"/>
                  </a:cubicBezTo>
                  <a:close/>
                  <a:moveTo>
                    <a:pt x="7555" y="30294"/>
                  </a:moveTo>
                  <a:cubicBezTo>
                    <a:pt x="7559" y="30302"/>
                    <a:pt x="8357" y="31000"/>
                    <a:pt x="9311" y="35021"/>
                  </a:cubicBezTo>
                  <a:cubicBezTo>
                    <a:pt x="8878" y="35286"/>
                    <a:pt x="7955" y="35872"/>
                    <a:pt x="7943" y="35905"/>
                  </a:cubicBezTo>
                  <a:cubicBezTo>
                    <a:pt x="7936" y="35906"/>
                    <a:pt x="7930" y="35908"/>
                    <a:pt x="7924" y="35911"/>
                  </a:cubicBezTo>
                  <a:cubicBezTo>
                    <a:pt x="7648" y="36063"/>
                    <a:pt x="7330" y="36360"/>
                    <a:pt x="7031" y="36360"/>
                  </a:cubicBezTo>
                  <a:cubicBezTo>
                    <a:pt x="6899" y="36360"/>
                    <a:pt x="6770" y="36302"/>
                    <a:pt x="6650" y="36146"/>
                  </a:cubicBezTo>
                  <a:lnTo>
                    <a:pt x="6650" y="36148"/>
                  </a:lnTo>
                  <a:cubicBezTo>
                    <a:pt x="6489" y="35941"/>
                    <a:pt x="6464" y="35415"/>
                    <a:pt x="6395" y="35171"/>
                  </a:cubicBezTo>
                  <a:cubicBezTo>
                    <a:pt x="6200" y="34468"/>
                    <a:pt x="5984" y="33772"/>
                    <a:pt x="5746" y="33083"/>
                  </a:cubicBezTo>
                  <a:cubicBezTo>
                    <a:pt x="5624" y="32727"/>
                    <a:pt x="5414" y="32343"/>
                    <a:pt x="5343" y="31975"/>
                  </a:cubicBezTo>
                  <a:cubicBezTo>
                    <a:pt x="5252" y="31502"/>
                    <a:pt x="5203" y="31558"/>
                    <a:pt x="5637" y="31238"/>
                  </a:cubicBezTo>
                  <a:cubicBezTo>
                    <a:pt x="6178" y="30844"/>
                    <a:pt x="6916" y="30573"/>
                    <a:pt x="7555" y="30294"/>
                  </a:cubicBezTo>
                  <a:close/>
                  <a:moveTo>
                    <a:pt x="8886" y="32414"/>
                  </a:moveTo>
                  <a:lnTo>
                    <a:pt x="8886" y="32414"/>
                  </a:lnTo>
                  <a:cubicBezTo>
                    <a:pt x="10043" y="32809"/>
                    <a:pt x="11254" y="33009"/>
                    <a:pt x="12471" y="33009"/>
                  </a:cubicBezTo>
                  <a:cubicBezTo>
                    <a:pt x="12879" y="33009"/>
                    <a:pt x="13288" y="32986"/>
                    <a:pt x="13695" y="32941"/>
                  </a:cubicBezTo>
                  <a:cubicBezTo>
                    <a:pt x="14368" y="32868"/>
                    <a:pt x="15034" y="32736"/>
                    <a:pt x="15683" y="32545"/>
                  </a:cubicBezTo>
                  <a:lnTo>
                    <a:pt x="15683" y="32545"/>
                  </a:lnTo>
                  <a:cubicBezTo>
                    <a:pt x="15148" y="35312"/>
                    <a:pt x="13468" y="37699"/>
                    <a:pt x="11808" y="39969"/>
                  </a:cubicBezTo>
                  <a:lnTo>
                    <a:pt x="11808" y="39969"/>
                  </a:lnTo>
                  <a:cubicBezTo>
                    <a:pt x="10586" y="37554"/>
                    <a:pt x="9606" y="35024"/>
                    <a:pt x="8886" y="32414"/>
                  </a:cubicBezTo>
                  <a:close/>
                  <a:moveTo>
                    <a:pt x="15322" y="34920"/>
                  </a:moveTo>
                  <a:cubicBezTo>
                    <a:pt x="15840" y="35053"/>
                    <a:pt x="16363" y="35161"/>
                    <a:pt x="16890" y="35243"/>
                  </a:cubicBezTo>
                  <a:cubicBezTo>
                    <a:pt x="16952" y="35415"/>
                    <a:pt x="17070" y="35572"/>
                    <a:pt x="17092" y="35750"/>
                  </a:cubicBezTo>
                  <a:cubicBezTo>
                    <a:pt x="17121" y="35984"/>
                    <a:pt x="16944" y="36173"/>
                    <a:pt x="16784" y="36329"/>
                  </a:cubicBezTo>
                  <a:lnTo>
                    <a:pt x="16786" y="36329"/>
                  </a:lnTo>
                  <a:cubicBezTo>
                    <a:pt x="16763" y="36338"/>
                    <a:pt x="16744" y="36352"/>
                    <a:pt x="16726" y="36368"/>
                  </a:cubicBezTo>
                  <a:cubicBezTo>
                    <a:pt x="15312" y="37785"/>
                    <a:pt x="13875" y="39180"/>
                    <a:pt x="12116" y="40158"/>
                  </a:cubicBezTo>
                  <a:cubicBezTo>
                    <a:pt x="13326" y="38504"/>
                    <a:pt x="14533" y="36791"/>
                    <a:pt x="15322" y="34920"/>
                  </a:cubicBezTo>
                  <a:close/>
                  <a:moveTo>
                    <a:pt x="9438" y="35366"/>
                  </a:moveTo>
                  <a:cubicBezTo>
                    <a:pt x="10066" y="37129"/>
                    <a:pt x="10812" y="38845"/>
                    <a:pt x="11672" y="40505"/>
                  </a:cubicBezTo>
                  <a:cubicBezTo>
                    <a:pt x="10812" y="40017"/>
                    <a:pt x="9992" y="39467"/>
                    <a:pt x="9231" y="38833"/>
                  </a:cubicBezTo>
                  <a:cubicBezTo>
                    <a:pt x="8901" y="38558"/>
                    <a:pt x="8580" y="38269"/>
                    <a:pt x="8272" y="37968"/>
                  </a:cubicBezTo>
                  <a:cubicBezTo>
                    <a:pt x="7817" y="37525"/>
                    <a:pt x="7818" y="37129"/>
                    <a:pt x="8082" y="36569"/>
                  </a:cubicBezTo>
                  <a:cubicBezTo>
                    <a:pt x="8137" y="36448"/>
                    <a:pt x="8059" y="36340"/>
                    <a:pt x="7963" y="36305"/>
                  </a:cubicBezTo>
                  <a:cubicBezTo>
                    <a:pt x="8010" y="36277"/>
                    <a:pt x="8193" y="36131"/>
                    <a:pt x="8198" y="36128"/>
                  </a:cubicBezTo>
                  <a:lnTo>
                    <a:pt x="9438" y="35366"/>
                  </a:lnTo>
                  <a:close/>
                  <a:moveTo>
                    <a:pt x="10752" y="0"/>
                  </a:moveTo>
                  <a:cubicBezTo>
                    <a:pt x="10375" y="0"/>
                    <a:pt x="9990" y="110"/>
                    <a:pt x="9636" y="361"/>
                  </a:cubicBezTo>
                  <a:cubicBezTo>
                    <a:pt x="9437" y="248"/>
                    <a:pt x="9213" y="190"/>
                    <a:pt x="8984" y="190"/>
                  </a:cubicBezTo>
                  <a:cubicBezTo>
                    <a:pt x="8951" y="190"/>
                    <a:pt x="8919" y="191"/>
                    <a:pt x="8886" y="193"/>
                  </a:cubicBezTo>
                  <a:cubicBezTo>
                    <a:pt x="8299" y="236"/>
                    <a:pt x="7769" y="698"/>
                    <a:pt x="7457" y="1256"/>
                  </a:cubicBezTo>
                  <a:cubicBezTo>
                    <a:pt x="7327" y="1206"/>
                    <a:pt x="7192" y="1171"/>
                    <a:pt x="7055" y="1153"/>
                  </a:cubicBezTo>
                  <a:cubicBezTo>
                    <a:pt x="6994" y="1147"/>
                    <a:pt x="6934" y="1144"/>
                    <a:pt x="6875" y="1144"/>
                  </a:cubicBezTo>
                  <a:cubicBezTo>
                    <a:pt x="6167" y="1144"/>
                    <a:pt x="5589" y="1608"/>
                    <a:pt x="5378" y="2237"/>
                  </a:cubicBezTo>
                  <a:cubicBezTo>
                    <a:pt x="5289" y="2224"/>
                    <a:pt x="5199" y="2217"/>
                    <a:pt x="5108" y="2217"/>
                  </a:cubicBezTo>
                  <a:cubicBezTo>
                    <a:pt x="5026" y="2217"/>
                    <a:pt x="4943" y="2223"/>
                    <a:pt x="4860" y="2234"/>
                  </a:cubicBezTo>
                  <a:cubicBezTo>
                    <a:pt x="3488" y="2451"/>
                    <a:pt x="2964" y="3884"/>
                    <a:pt x="2590" y="5045"/>
                  </a:cubicBezTo>
                  <a:cubicBezTo>
                    <a:pt x="2586" y="5060"/>
                    <a:pt x="2584" y="5074"/>
                    <a:pt x="2584" y="5089"/>
                  </a:cubicBezTo>
                  <a:cubicBezTo>
                    <a:pt x="2479" y="5185"/>
                    <a:pt x="2392" y="5299"/>
                    <a:pt x="2328" y="5426"/>
                  </a:cubicBezTo>
                  <a:cubicBezTo>
                    <a:pt x="1323" y="5814"/>
                    <a:pt x="1067" y="7584"/>
                    <a:pt x="1657" y="8400"/>
                  </a:cubicBezTo>
                  <a:cubicBezTo>
                    <a:pt x="1719" y="8483"/>
                    <a:pt x="1792" y="8559"/>
                    <a:pt x="1874" y="8626"/>
                  </a:cubicBezTo>
                  <a:cubicBezTo>
                    <a:pt x="1874" y="8924"/>
                    <a:pt x="1934" y="9220"/>
                    <a:pt x="2054" y="9494"/>
                  </a:cubicBezTo>
                  <a:cubicBezTo>
                    <a:pt x="1782" y="9682"/>
                    <a:pt x="1590" y="9982"/>
                    <a:pt x="1468" y="10322"/>
                  </a:cubicBezTo>
                  <a:cubicBezTo>
                    <a:pt x="524" y="10801"/>
                    <a:pt x="0" y="12144"/>
                    <a:pt x="841" y="13213"/>
                  </a:cubicBezTo>
                  <a:cubicBezTo>
                    <a:pt x="1145" y="13594"/>
                    <a:pt x="1604" y="13812"/>
                    <a:pt x="2083" y="13812"/>
                  </a:cubicBezTo>
                  <a:cubicBezTo>
                    <a:pt x="2163" y="13812"/>
                    <a:pt x="2243" y="13806"/>
                    <a:pt x="2324" y="13793"/>
                  </a:cubicBezTo>
                  <a:lnTo>
                    <a:pt x="2324" y="13793"/>
                  </a:lnTo>
                  <a:cubicBezTo>
                    <a:pt x="2296" y="14345"/>
                    <a:pt x="2648" y="14604"/>
                    <a:pt x="3050" y="14604"/>
                  </a:cubicBezTo>
                  <a:cubicBezTo>
                    <a:pt x="3254" y="14604"/>
                    <a:pt x="3471" y="14537"/>
                    <a:pt x="3658" y="14406"/>
                  </a:cubicBezTo>
                  <a:lnTo>
                    <a:pt x="3658" y="14406"/>
                  </a:lnTo>
                  <a:cubicBezTo>
                    <a:pt x="3565" y="15527"/>
                    <a:pt x="4158" y="16656"/>
                    <a:pt x="5230" y="17090"/>
                  </a:cubicBezTo>
                  <a:cubicBezTo>
                    <a:pt x="5250" y="17099"/>
                    <a:pt x="5271" y="17103"/>
                    <a:pt x="5293" y="17103"/>
                  </a:cubicBezTo>
                  <a:cubicBezTo>
                    <a:pt x="5331" y="17103"/>
                    <a:pt x="5369" y="17090"/>
                    <a:pt x="5399" y="17065"/>
                  </a:cubicBezTo>
                  <a:cubicBezTo>
                    <a:pt x="5444" y="17735"/>
                    <a:pt x="5511" y="18403"/>
                    <a:pt x="5606" y="19072"/>
                  </a:cubicBezTo>
                  <a:cubicBezTo>
                    <a:pt x="5734" y="19956"/>
                    <a:pt x="5941" y="20797"/>
                    <a:pt x="6496" y="21515"/>
                  </a:cubicBezTo>
                  <a:cubicBezTo>
                    <a:pt x="6849" y="21969"/>
                    <a:pt x="7276" y="22375"/>
                    <a:pt x="7723" y="22761"/>
                  </a:cubicBezTo>
                  <a:cubicBezTo>
                    <a:pt x="7588" y="23917"/>
                    <a:pt x="7839" y="25212"/>
                    <a:pt x="7882" y="26364"/>
                  </a:cubicBezTo>
                  <a:cubicBezTo>
                    <a:pt x="7930" y="27599"/>
                    <a:pt x="7817" y="28892"/>
                    <a:pt x="7989" y="30116"/>
                  </a:cubicBezTo>
                  <a:cubicBezTo>
                    <a:pt x="7987" y="30116"/>
                    <a:pt x="7818" y="29928"/>
                    <a:pt x="7775" y="29840"/>
                  </a:cubicBezTo>
                  <a:cubicBezTo>
                    <a:pt x="7762" y="29837"/>
                    <a:pt x="7748" y="29836"/>
                    <a:pt x="7735" y="29836"/>
                  </a:cubicBezTo>
                  <a:cubicBezTo>
                    <a:pt x="7708" y="29836"/>
                    <a:pt x="7681" y="29842"/>
                    <a:pt x="7658" y="29854"/>
                  </a:cubicBezTo>
                  <a:cubicBezTo>
                    <a:pt x="6709" y="30303"/>
                    <a:pt x="5767" y="30766"/>
                    <a:pt x="4831" y="31241"/>
                  </a:cubicBezTo>
                  <a:cubicBezTo>
                    <a:pt x="4765" y="31274"/>
                    <a:pt x="3205" y="31782"/>
                    <a:pt x="3199" y="31802"/>
                  </a:cubicBezTo>
                  <a:cubicBezTo>
                    <a:pt x="3199" y="31802"/>
                    <a:pt x="2147" y="32048"/>
                    <a:pt x="1387" y="32230"/>
                  </a:cubicBezTo>
                  <a:cubicBezTo>
                    <a:pt x="1416" y="32378"/>
                    <a:pt x="1428" y="32529"/>
                    <a:pt x="1425" y="32679"/>
                  </a:cubicBezTo>
                  <a:cubicBezTo>
                    <a:pt x="2499" y="32404"/>
                    <a:pt x="4552" y="31892"/>
                    <a:pt x="4881" y="31801"/>
                  </a:cubicBezTo>
                  <a:cubicBezTo>
                    <a:pt x="5426" y="33264"/>
                    <a:pt x="5763" y="34786"/>
                    <a:pt x="6300" y="36243"/>
                  </a:cubicBezTo>
                  <a:cubicBezTo>
                    <a:pt x="6449" y="36647"/>
                    <a:pt x="6651" y="36790"/>
                    <a:pt x="6886" y="36790"/>
                  </a:cubicBezTo>
                  <a:cubicBezTo>
                    <a:pt x="7141" y="36790"/>
                    <a:pt x="7435" y="36622"/>
                    <a:pt x="7742" y="36436"/>
                  </a:cubicBezTo>
                  <a:lnTo>
                    <a:pt x="7742" y="36436"/>
                  </a:lnTo>
                  <a:cubicBezTo>
                    <a:pt x="7597" y="36725"/>
                    <a:pt x="7314" y="37127"/>
                    <a:pt x="7355" y="37452"/>
                  </a:cubicBezTo>
                  <a:cubicBezTo>
                    <a:pt x="7404" y="37830"/>
                    <a:pt x="8077" y="38288"/>
                    <a:pt x="8327" y="38522"/>
                  </a:cubicBezTo>
                  <a:cubicBezTo>
                    <a:pt x="9289" y="39412"/>
                    <a:pt x="10353" y="40173"/>
                    <a:pt x="11492" y="40820"/>
                  </a:cubicBezTo>
                  <a:cubicBezTo>
                    <a:pt x="11519" y="40837"/>
                    <a:pt x="11550" y="40845"/>
                    <a:pt x="11580" y="40845"/>
                  </a:cubicBezTo>
                  <a:cubicBezTo>
                    <a:pt x="11619" y="40845"/>
                    <a:pt x="11658" y="40831"/>
                    <a:pt x="11689" y="40804"/>
                  </a:cubicBezTo>
                  <a:cubicBezTo>
                    <a:pt x="11707" y="43972"/>
                    <a:pt x="11724" y="47138"/>
                    <a:pt x="11741" y="50304"/>
                  </a:cubicBezTo>
                  <a:cubicBezTo>
                    <a:pt x="11742" y="50420"/>
                    <a:pt x="11833" y="50478"/>
                    <a:pt x="11924" y="50478"/>
                  </a:cubicBezTo>
                  <a:cubicBezTo>
                    <a:pt x="12014" y="50478"/>
                    <a:pt x="12105" y="50420"/>
                    <a:pt x="12104" y="50304"/>
                  </a:cubicBezTo>
                  <a:lnTo>
                    <a:pt x="12049" y="40607"/>
                  </a:lnTo>
                  <a:cubicBezTo>
                    <a:pt x="12056" y="40605"/>
                    <a:pt x="12064" y="40603"/>
                    <a:pt x="12071" y="40600"/>
                  </a:cubicBezTo>
                  <a:cubicBezTo>
                    <a:pt x="13942" y="39615"/>
                    <a:pt x="15450" y="38156"/>
                    <a:pt x="16933" y="36673"/>
                  </a:cubicBezTo>
                  <a:cubicBezTo>
                    <a:pt x="16954" y="36664"/>
                    <a:pt x="16972" y="36652"/>
                    <a:pt x="16988" y="36637"/>
                  </a:cubicBezTo>
                  <a:cubicBezTo>
                    <a:pt x="17192" y="36438"/>
                    <a:pt x="17408" y="36206"/>
                    <a:pt x="17453" y="35911"/>
                  </a:cubicBezTo>
                  <a:cubicBezTo>
                    <a:pt x="17487" y="35680"/>
                    <a:pt x="17386" y="35502"/>
                    <a:pt x="17299" y="35311"/>
                  </a:cubicBezTo>
                  <a:lnTo>
                    <a:pt x="17299" y="35311"/>
                  </a:lnTo>
                  <a:cubicBezTo>
                    <a:pt x="17479" y="35342"/>
                    <a:pt x="17715" y="35391"/>
                    <a:pt x="17914" y="35391"/>
                  </a:cubicBezTo>
                  <a:cubicBezTo>
                    <a:pt x="17994" y="35391"/>
                    <a:pt x="18068" y="35383"/>
                    <a:pt x="18130" y="35363"/>
                  </a:cubicBezTo>
                  <a:cubicBezTo>
                    <a:pt x="18414" y="35271"/>
                    <a:pt x="18365" y="35198"/>
                    <a:pt x="18489" y="34955"/>
                  </a:cubicBezTo>
                  <a:cubicBezTo>
                    <a:pt x="18740" y="34457"/>
                    <a:pt x="18736" y="33551"/>
                    <a:pt x="18831" y="33005"/>
                  </a:cubicBezTo>
                  <a:cubicBezTo>
                    <a:pt x="18910" y="32560"/>
                    <a:pt x="19090" y="32052"/>
                    <a:pt x="19112" y="31581"/>
                  </a:cubicBezTo>
                  <a:cubicBezTo>
                    <a:pt x="19176" y="31589"/>
                    <a:pt x="19240" y="31594"/>
                    <a:pt x="19304" y="31594"/>
                  </a:cubicBezTo>
                  <a:cubicBezTo>
                    <a:pt x="19326" y="31594"/>
                    <a:pt x="19348" y="31594"/>
                    <a:pt x="19370" y="31592"/>
                  </a:cubicBezTo>
                  <a:cubicBezTo>
                    <a:pt x="19398" y="31613"/>
                    <a:pt x="19430" y="31625"/>
                    <a:pt x="19464" y="31627"/>
                  </a:cubicBezTo>
                  <a:cubicBezTo>
                    <a:pt x="20126" y="31671"/>
                    <a:pt x="22495" y="32032"/>
                    <a:pt x="23016" y="32170"/>
                  </a:cubicBezTo>
                  <a:cubicBezTo>
                    <a:pt x="23523" y="32306"/>
                    <a:pt x="24001" y="32393"/>
                    <a:pt x="24379" y="32594"/>
                  </a:cubicBezTo>
                  <a:cubicBezTo>
                    <a:pt x="24537" y="32356"/>
                    <a:pt x="24622" y="32231"/>
                    <a:pt x="24708" y="32119"/>
                  </a:cubicBezTo>
                  <a:cubicBezTo>
                    <a:pt x="24202" y="31920"/>
                    <a:pt x="23556" y="31841"/>
                    <a:pt x="23136" y="31735"/>
                  </a:cubicBezTo>
                  <a:cubicBezTo>
                    <a:pt x="22891" y="31673"/>
                    <a:pt x="19477" y="31133"/>
                    <a:pt x="19108" y="31133"/>
                  </a:cubicBezTo>
                  <a:cubicBezTo>
                    <a:pt x="19087" y="31133"/>
                    <a:pt x="19076" y="31135"/>
                    <a:pt x="19075" y="31138"/>
                  </a:cubicBezTo>
                  <a:cubicBezTo>
                    <a:pt x="19037" y="30972"/>
                    <a:pt x="18958" y="30817"/>
                    <a:pt x="18846" y="30687"/>
                  </a:cubicBezTo>
                  <a:cubicBezTo>
                    <a:pt x="18382" y="30151"/>
                    <a:pt x="17140" y="29488"/>
                    <a:pt x="16603" y="29224"/>
                  </a:cubicBezTo>
                  <a:cubicBezTo>
                    <a:pt x="16513" y="28237"/>
                    <a:pt x="16408" y="27250"/>
                    <a:pt x="16367" y="26253"/>
                  </a:cubicBezTo>
                  <a:cubicBezTo>
                    <a:pt x="16312" y="24934"/>
                    <a:pt x="16388" y="23611"/>
                    <a:pt x="16333" y="22293"/>
                  </a:cubicBezTo>
                  <a:cubicBezTo>
                    <a:pt x="16920" y="21765"/>
                    <a:pt x="17646" y="20337"/>
                    <a:pt x="17582" y="20310"/>
                  </a:cubicBezTo>
                  <a:cubicBezTo>
                    <a:pt x="17977" y="19160"/>
                    <a:pt x="18035" y="17857"/>
                    <a:pt x="18105" y="16654"/>
                  </a:cubicBezTo>
                  <a:cubicBezTo>
                    <a:pt x="19263" y="16556"/>
                    <a:pt x="19959" y="14898"/>
                    <a:pt x="19922" y="13897"/>
                  </a:cubicBezTo>
                  <a:cubicBezTo>
                    <a:pt x="19918" y="13790"/>
                    <a:pt x="19906" y="13685"/>
                    <a:pt x="19885" y="13579"/>
                  </a:cubicBezTo>
                  <a:cubicBezTo>
                    <a:pt x="19974" y="13552"/>
                    <a:pt x="20044" y="13484"/>
                    <a:pt x="20074" y="13396"/>
                  </a:cubicBezTo>
                  <a:cubicBezTo>
                    <a:pt x="20101" y="13405"/>
                    <a:pt x="20129" y="13410"/>
                    <a:pt x="20157" y="13410"/>
                  </a:cubicBezTo>
                  <a:cubicBezTo>
                    <a:pt x="20196" y="13410"/>
                    <a:pt x="20235" y="13401"/>
                    <a:pt x="20271" y="13382"/>
                  </a:cubicBezTo>
                  <a:cubicBezTo>
                    <a:pt x="20784" y="13126"/>
                    <a:pt x="21189" y="12510"/>
                    <a:pt x="20884" y="11983"/>
                  </a:cubicBezTo>
                  <a:cubicBezTo>
                    <a:pt x="21283" y="11678"/>
                    <a:pt x="21607" y="11285"/>
                    <a:pt x="21831" y="10835"/>
                  </a:cubicBezTo>
                  <a:cubicBezTo>
                    <a:pt x="22069" y="10350"/>
                    <a:pt x="22323" y="9464"/>
                    <a:pt x="21764" y="9079"/>
                  </a:cubicBezTo>
                  <a:cubicBezTo>
                    <a:pt x="21741" y="9062"/>
                    <a:pt x="21718" y="9050"/>
                    <a:pt x="21695" y="9037"/>
                  </a:cubicBezTo>
                  <a:cubicBezTo>
                    <a:pt x="21659" y="8427"/>
                    <a:pt x="21508" y="7813"/>
                    <a:pt x="21283" y="7318"/>
                  </a:cubicBezTo>
                  <a:cubicBezTo>
                    <a:pt x="21118" y="6958"/>
                    <a:pt x="20853" y="6797"/>
                    <a:pt x="20561" y="6797"/>
                  </a:cubicBezTo>
                  <a:cubicBezTo>
                    <a:pt x="20459" y="6797"/>
                    <a:pt x="20353" y="6817"/>
                    <a:pt x="20247" y="6855"/>
                  </a:cubicBezTo>
                  <a:cubicBezTo>
                    <a:pt x="20513" y="5464"/>
                    <a:pt x="19605" y="3596"/>
                    <a:pt x="18246" y="3361"/>
                  </a:cubicBezTo>
                  <a:cubicBezTo>
                    <a:pt x="18160" y="3347"/>
                    <a:pt x="18073" y="3339"/>
                    <a:pt x="17986" y="3339"/>
                  </a:cubicBezTo>
                  <a:cubicBezTo>
                    <a:pt x="17859" y="3339"/>
                    <a:pt x="17731" y="3355"/>
                    <a:pt x="17607" y="3385"/>
                  </a:cubicBezTo>
                  <a:cubicBezTo>
                    <a:pt x="17360" y="2901"/>
                    <a:pt x="16976" y="2404"/>
                    <a:pt x="16478" y="2216"/>
                  </a:cubicBezTo>
                  <a:cubicBezTo>
                    <a:pt x="16347" y="1694"/>
                    <a:pt x="16055" y="1188"/>
                    <a:pt x="15717" y="935"/>
                  </a:cubicBezTo>
                  <a:cubicBezTo>
                    <a:pt x="15472" y="751"/>
                    <a:pt x="15203" y="663"/>
                    <a:pt x="14942" y="663"/>
                  </a:cubicBezTo>
                  <a:cubicBezTo>
                    <a:pt x="14513" y="663"/>
                    <a:pt x="14107" y="901"/>
                    <a:pt x="13874" y="1339"/>
                  </a:cubicBezTo>
                  <a:cubicBezTo>
                    <a:pt x="13837" y="1409"/>
                    <a:pt x="13810" y="1482"/>
                    <a:pt x="13782" y="1555"/>
                  </a:cubicBezTo>
                  <a:cubicBezTo>
                    <a:pt x="13746" y="1563"/>
                    <a:pt x="13715" y="1576"/>
                    <a:pt x="13680" y="1587"/>
                  </a:cubicBezTo>
                  <a:cubicBezTo>
                    <a:pt x="13532" y="1384"/>
                    <a:pt x="13322" y="1234"/>
                    <a:pt x="13081" y="1158"/>
                  </a:cubicBezTo>
                  <a:cubicBezTo>
                    <a:pt x="12983" y="1127"/>
                    <a:pt x="12881" y="1111"/>
                    <a:pt x="12778" y="1111"/>
                  </a:cubicBezTo>
                  <a:cubicBezTo>
                    <a:pt x="12744" y="1111"/>
                    <a:pt x="12709" y="1112"/>
                    <a:pt x="12674" y="1116"/>
                  </a:cubicBezTo>
                  <a:cubicBezTo>
                    <a:pt x="12277" y="464"/>
                    <a:pt x="11529" y="0"/>
                    <a:pt x="10752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31"/>
            <p:cNvSpPr/>
            <p:nvPr/>
          </p:nvSpPr>
          <p:spPr>
            <a:xfrm>
              <a:off x="1764349" y="1955809"/>
              <a:ext cx="412668" cy="111832"/>
            </a:xfrm>
            <a:custGeom>
              <a:rect b="b" l="l" r="r" t="t"/>
              <a:pathLst>
                <a:path extrusionOk="0" h="3042" w="11226">
                  <a:moveTo>
                    <a:pt x="2879" y="344"/>
                  </a:moveTo>
                  <a:cubicBezTo>
                    <a:pt x="3279" y="344"/>
                    <a:pt x="3677" y="376"/>
                    <a:pt x="4078" y="399"/>
                  </a:cubicBezTo>
                  <a:cubicBezTo>
                    <a:pt x="4081" y="405"/>
                    <a:pt x="4082" y="411"/>
                    <a:pt x="4085" y="417"/>
                  </a:cubicBezTo>
                  <a:cubicBezTo>
                    <a:pt x="4652" y="1313"/>
                    <a:pt x="4541" y="2237"/>
                    <a:pt x="3371" y="2537"/>
                  </a:cubicBezTo>
                  <a:cubicBezTo>
                    <a:pt x="3103" y="2605"/>
                    <a:pt x="2770" y="2650"/>
                    <a:pt x="2429" y="2650"/>
                  </a:cubicBezTo>
                  <a:cubicBezTo>
                    <a:pt x="1873" y="2650"/>
                    <a:pt x="1295" y="2531"/>
                    <a:pt x="940" y="2199"/>
                  </a:cubicBezTo>
                  <a:cubicBezTo>
                    <a:pt x="364" y="1660"/>
                    <a:pt x="520" y="917"/>
                    <a:pt x="1258" y="578"/>
                  </a:cubicBezTo>
                  <a:cubicBezTo>
                    <a:pt x="1565" y="436"/>
                    <a:pt x="1967" y="403"/>
                    <a:pt x="2297" y="371"/>
                  </a:cubicBezTo>
                  <a:cubicBezTo>
                    <a:pt x="2492" y="351"/>
                    <a:pt x="2686" y="344"/>
                    <a:pt x="2879" y="344"/>
                  </a:cubicBezTo>
                  <a:close/>
                  <a:moveTo>
                    <a:pt x="8348" y="344"/>
                  </a:moveTo>
                  <a:cubicBezTo>
                    <a:pt x="8541" y="344"/>
                    <a:pt x="8735" y="351"/>
                    <a:pt x="8929" y="371"/>
                  </a:cubicBezTo>
                  <a:cubicBezTo>
                    <a:pt x="9260" y="403"/>
                    <a:pt x="9663" y="436"/>
                    <a:pt x="9968" y="578"/>
                  </a:cubicBezTo>
                  <a:cubicBezTo>
                    <a:pt x="10706" y="917"/>
                    <a:pt x="10863" y="1660"/>
                    <a:pt x="10287" y="2199"/>
                  </a:cubicBezTo>
                  <a:cubicBezTo>
                    <a:pt x="9932" y="2531"/>
                    <a:pt x="9353" y="2650"/>
                    <a:pt x="8798" y="2650"/>
                  </a:cubicBezTo>
                  <a:cubicBezTo>
                    <a:pt x="8456" y="2650"/>
                    <a:pt x="8124" y="2605"/>
                    <a:pt x="7857" y="2537"/>
                  </a:cubicBezTo>
                  <a:cubicBezTo>
                    <a:pt x="6687" y="2237"/>
                    <a:pt x="6574" y="1313"/>
                    <a:pt x="7141" y="417"/>
                  </a:cubicBezTo>
                  <a:cubicBezTo>
                    <a:pt x="7144" y="411"/>
                    <a:pt x="7146" y="405"/>
                    <a:pt x="7149" y="399"/>
                  </a:cubicBezTo>
                  <a:cubicBezTo>
                    <a:pt x="7550" y="376"/>
                    <a:pt x="7948" y="344"/>
                    <a:pt x="8348" y="344"/>
                  </a:cubicBezTo>
                  <a:close/>
                  <a:moveTo>
                    <a:pt x="2633" y="1"/>
                  </a:moveTo>
                  <a:cubicBezTo>
                    <a:pt x="1945" y="1"/>
                    <a:pt x="1257" y="145"/>
                    <a:pt x="798" y="503"/>
                  </a:cubicBezTo>
                  <a:cubicBezTo>
                    <a:pt x="0" y="1125"/>
                    <a:pt x="334" y="2252"/>
                    <a:pt x="1126" y="2708"/>
                  </a:cubicBezTo>
                  <a:cubicBezTo>
                    <a:pt x="1504" y="2926"/>
                    <a:pt x="2033" y="3042"/>
                    <a:pt x="2568" y="3042"/>
                  </a:cubicBezTo>
                  <a:cubicBezTo>
                    <a:pt x="3218" y="3042"/>
                    <a:pt x="3876" y="2871"/>
                    <a:pt x="4285" y="2502"/>
                  </a:cubicBezTo>
                  <a:cubicBezTo>
                    <a:pt x="4567" y="2243"/>
                    <a:pt x="4740" y="1886"/>
                    <a:pt x="4768" y="1505"/>
                  </a:cubicBezTo>
                  <a:cubicBezTo>
                    <a:pt x="5076" y="1424"/>
                    <a:pt x="5342" y="1257"/>
                    <a:pt x="5660" y="1257"/>
                  </a:cubicBezTo>
                  <a:cubicBezTo>
                    <a:pt x="5711" y="1257"/>
                    <a:pt x="5764" y="1261"/>
                    <a:pt x="5819" y="1271"/>
                  </a:cubicBezTo>
                  <a:cubicBezTo>
                    <a:pt x="6117" y="1326"/>
                    <a:pt x="6272" y="1517"/>
                    <a:pt x="6485" y="1672"/>
                  </a:cubicBezTo>
                  <a:cubicBezTo>
                    <a:pt x="6543" y="1992"/>
                    <a:pt x="6704" y="2284"/>
                    <a:pt x="6942" y="2502"/>
                  </a:cubicBezTo>
                  <a:cubicBezTo>
                    <a:pt x="7350" y="2870"/>
                    <a:pt x="8009" y="3041"/>
                    <a:pt x="8658" y="3041"/>
                  </a:cubicBezTo>
                  <a:cubicBezTo>
                    <a:pt x="9193" y="3041"/>
                    <a:pt x="9722" y="2925"/>
                    <a:pt x="10101" y="2708"/>
                  </a:cubicBezTo>
                  <a:cubicBezTo>
                    <a:pt x="10893" y="2252"/>
                    <a:pt x="11226" y="1125"/>
                    <a:pt x="10430" y="505"/>
                  </a:cubicBezTo>
                  <a:cubicBezTo>
                    <a:pt x="9970" y="146"/>
                    <a:pt x="9280" y="1"/>
                    <a:pt x="8590" y="1"/>
                  </a:cubicBezTo>
                  <a:cubicBezTo>
                    <a:pt x="7977" y="1"/>
                    <a:pt x="7363" y="116"/>
                    <a:pt x="6911" y="298"/>
                  </a:cubicBezTo>
                  <a:cubicBezTo>
                    <a:pt x="6851" y="323"/>
                    <a:pt x="6814" y="386"/>
                    <a:pt x="6821" y="450"/>
                  </a:cubicBezTo>
                  <a:cubicBezTo>
                    <a:pt x="6632" y="649"/>
                    <a:pt x="6510" y="902"/>
                    <a:pt x="6471" y="1175"/>
                  </a:cubicBezTo>
                  <a:cubicBezTo>
                    <a:pt x="6296" y="1054"/>
                    <a:pt x="6098" y="971"/>
                    <a:pt x="5889" y="932"/>
                  </a:cubicBezTo>
                  <a:cubicBezTo>
                    <a:pt x="5819" y="920"/>
                    <a:pt x="5746" y="914"/>
                    <a:pt x="5674" y="914"/>
                  </a:cubicBezTo>
                  <a:cubicBezTo>
                    <a:pt x="5353" y="914"/>
                    <a:pt x="5024" y="1028"/>
                    <a:pt x="4762" y="1215"/>
                  </a:cubicBezTo>
                  <a:cubicBezTo>
                    <a:pt x="4731" y="927"/>
                    <a:pt x="4605" y="658"/>
                    <a:pt x="4405" y="450"/>
                  </a:cubicBezTo>
                  <a:cubicBezTo>
                    <a:pt x="4413" y="384"/>
                    <a:pt x="4375" y="323"/>
                    <a:pt x="4316" y="298"/>
                  </a:cubicBezTo>
                  <a:cubicBezTo>
                    <a:pt x="3863" y="116"/>
                    <a:pt x="3248" y="1"/>
                    <a:pt x="263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32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2093" name="Google Shape;2093;p32"/>
          <p:cNvGrpSpPr/>
          <p:nvPr/>
        </p:nvGrpSpPr>
        <p:grpSpPr>
          <a:xfrm>
            <a:off x="457206" y="2612140"/>
            <a:ext cx="2956590" cy="944275"/>
            <a:chOff x="457206" y="2612140"/>
            <a:chExt cx="2956590" cy="944275"/>
          </a:xfrm>
        </p:grpSpPr>
        <p:sp>
          <p:nvSpPr>
            <p:cNvPr id="2094" name="Google Shape;2094;p32"/>
            <p:cNvSpPr/>
            <p:nvPr/>
          </p:nvSpPr>
          <p:spPr>
            <a:xfrm>
              <a:off x="457206" y="2612140"/>
              <a:ext cx="2319822" cy="944275"/>
            </a:xfrm>
            <a:custGeom>
              <a:rect b="b" l="l" r="r" t="t"/>
              <a:pathLst>
                <a:path extrusionOk="0" fill="none" h="4633" w="11382">
                  <a:moveTo>
                    <a:pt x="568" y="1100"/>
                  </a:moveTo>
                  <a:cubicBezTo>
                    <a:pt x="34" y="2150"/>
                    <a:pt x="501" y="4549"/>
                    <a:pt x="1617" y="4449"/>
                  </a:cubicBezTo>
                  <a:cubicBezTo>
                    <a:pt x="2734" y="4366"/>
                    <a:pt x="10782" y="4633"/>
                    <a:pt x="10998" y="3716"/>
                  </a:cubicBezTo>
                  <a:cubicBezTo>
                    <a:pt x="11232" y="2800"/>
                    <a:pt x="11382" y="567"/>
                    <a:pt x="10515" y="284"/>
                  </a:cubicBezTo>
                  <a:cubicBezTo>
                    <a:pt x="9649" y="0"/>
                    <a:pt x="934" y="84"/>
                    <a:pt x="1" y="1134"/>
                  </a:cubicBez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2"/>
            <p:cNvSpPr/>
            <p:nvPr/>
          </p:nvSpPr>
          <p:spPr>
            <a:xfrm rot="-1013775">
              <a:off x="2842250" y="2928983"/>
              <a:ext cx="555080" cy="169037"/>
            </a:xfrm>
            <a:custGeom>
              <a:rect b="b" l="l" r="r" t="t"/>
              <a:pathLst>
                <a:path extrusionOk="0" fill="none" h="384" w="3467">
                  <a:moveTo>
                    <a:pt x="1" y="34"/>
                  </a:moveTo>
                  <a:cubicBezTo>
                    <a:pt x="667" y="1"/>
                    <a:pt x="2950" y="384"/>
                    <a:pt x="3467" y="367"/>
                  </a:cubicBez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2"/>
            <p:cNvSpPr txBox="1"/>
            <p:nvPr/>
          </p:nvSpPr>
          <p:spPr>
            <a:xfrm>
              <a:off x="940005" y="2707171"/>
              <a:ext cx="13542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Affinities</a:t>
              </a:r>
              <a:endParaRPr sz="18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097" name="Google Shape;2097;p32"/>
            <p:cNvSpPr txBox="1"/>
            <p:nvPr/>
          </p:nvSpPr>
          <p:spPr>
            <a:xfrm>
              <a:off x="644067" y="2963860"/>
              <a:ext cx="1946100" cy="5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the smallest and innermost planet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98" name="Google Shape;2098;p32"/>
          <p:cNvGrpSpPr/>
          <p:nvPr/>
        </p:nvGrpSpPr>
        <p:grpSpPr>
          <a:xfrm>
            <a:off x="3335625" y="1680824"/>
            <a:ext cx="2435171" cy="3245576"/>
            <a:chOff x="3335625" y="1680824"/>
            <a:chExt cx="2435171" cy="3245576"/>
          </a:xfrm>
        </p:grpSpPr>
        <p:sp>
          <p:nvSpPr>
            <p:cNvPr id="2099" name="Google Shape;2099;p32"/>
            <p:cNvSpPr/>
            <p:nvPr/>
          </p:nvSpPr>
          <p:spPr>
            <a:xfrm>
              <a:off x="3335625" y="1680824"/>
              <a:ext cx="2435171" cy="2115033"/>
            </a:xfrm>
            <a:custGeom>
              <a:rect b="b" l="l" r="r" t="t"/>
              <a:pathLst>
                <a:path extrusionOk="0" fill="none" h="9399" w="11298">
                  <a:moveTo>
                    <a:pt x="2566" y="784"/>
                  </a:moveTo>
                  <a:cubicBezTo>
                    <a:pt x="517" y="2017"/>
                    <a:pt x="0" y="6782"/>
                    <a:pt x="2533" y="8082"/>
                  </a:cubicBezTo>
                  <a:cubicBezTo>
                    <a:pt x="5066" y="9398"/>
                    <a:pt x="10398" y="8982"/>
                    <a:pt x="10698" y="6449"/>
                  </a:cubicBezTo>
                  <a:cubicBezTo>
                    <a:pt x="10998" y="3916"/>
                    <a:pt x="11298" y="834"/>
                    <a:pt x="9132" y="417"/>
                  </a:cubicBezTo>
                  <a:cubicBezTo>
                    <a:pt x="6965" y="1"/>
                    <a:pt x="3233" y="151"/>
                    <a:pt x="2200" y="1567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2"/>
            <p:cNvSpPr txBox="1"/>
            <p:nvPr/>
          </p:nvSpPr>
          <p:spPr>
            <a:xfrm flipH="1">
              <a:off x="3921600" y="3689175"/>
              <a:ext cx="1300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 Jupiter</a:t>
              </a:r>
              <a:endParaRPr sz="18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01" name="Google Shape;2101;p32"/>
            <p:cNvSpPr txBox="1"/>
            <p:nvPr/>
          </p:nvSpPr>
          <p:spPr>
            <a:xfrm>
              <a:off x="3598950" y="3982000"/>
              <a:ext cx="1946100" cy="94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the fifth planet from the Sun and the largest of them all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02" name="Google Shape;2102;p32"/>
            <p:cNvSpPr/>
            <p:nvPr/>
          </p:nvSpPr>
          <p:spPr>
            <a:xfrm>
              <a:off x="4055600" y="1919704"/>
              <a:ext cx="1032813" cy="1443369"/>
            </a:xfrm>
            <a:custGeom>
              <a:rect b="b" l="l" r="r" t="t"/>
              <a:pathLst>
                <a:path extrusionOk="0" h="23597" w="16885">
                  <a:moveTo>
                    <a:pt x="9004" y="384"/>
                  </a:moveTo>
                  <a:cubicBezTo>
                    <a:pt x="9253" y="384"/>
                    <a:pt x="9510" y="399"/>
                    <a:pt x="9763" y="430"/>
                  </a:cubicBezTo>
                  <a:cubicBezTo>
                    <a:pt x="10751" y="548"/>
                    <a:pt x="11253" y="1043"/>
                    <a:pt x="11444" y="2081"/>
                  </a:cubicBezTo>
                  <a:cubicBezTo>
                    <a:pt x="11678" y="3361"/>
                    <a:pt x="11786" y="4755"/>
                    <a:pt x="11774" y="6337"/>
                  </a:cubicBezTo>
                  <a:cubicBezTo>
                    <a:pt x="11770" y="6613"/>
                    <a:pt x="11770" y="6629"/>
                    <a:pt x="11467" y="6717"/>
                  </a:cubicBezTo>
                  <a:lnTo>
                    <a:pt x="11448" y="6464"/>
                  </a:lnTo>
                  <a:cubicBezTo>
                    <a:pt x="11395" y="5663"/>
                    <a:pt x="11341" y="4905"/>
                    <a:pt x="11096" y="4157"/>
                  </a:cubicBezTo>
                  <a:lnTo>
                    <a:pt x="11084" y="4123"/>
                  </a:lnTo>
                  <a:lnTo>
                    <a:pt x="10981" y="4119"/>
                  </a:lnTo>
                  <a:cubicBezTo>
                    <a:pt x="10498" y="4119"/>
                    <a:pt x="10050" y="4219"/>
                    <a:pt x="9613" y="4318"/>
                  </a:cubicBezTo>
                  <a:cubicBezTo>
                    <a:pt x="9437" y="4357"/>
                    <a:pt x="9264" y="4395"/>
                    <a:pt x="9084" y="4429"/>
                  </a:cubicBezTo>
                  <a:cubicBezTo>
                    <a:pt x="8909" y="4460"/>
                    <a:pt x="8732" y="4495"/>
                    <a:pt x="8552" y="4529"/>
                  </a:cubicBezTo>
                  <a:cubicBezTo>
                    <a:pt x="8023" y="4633"/>
                    <a:pt x="7479" y="4736"/>
                    <a:pt x="6935" y="4793"/>
                  </a:cubicBezTo>
                  <a:cubicBezTo>
                    <a:pt x="6031" y="4885"/>
                    <a:pt x="5116" y="4908"/>
                    <a:pt x="4422" y="4916"/>
                  </a:cubicBezTo>
                  <a:cubicBezTo>
                    <a:pt x="4376" y="4916"/>
                    <a:pt x="4330" y="4919"/>
                    <a:pt x="4280" y="4919"/>
                  </a:cubicBezTo>
                  <a:cubicBezTo>
                    <a:pt x="3916" y="4919"/>
                    <a:pt x="3544" y="4896"/>
                    <a:pt x="3189" y="4882"/>
                  </a:cubicBezTo>
                  <a:cubicBezTo>
                    <a:pt x="2950" y="4866"/>
                    <a:pt x="2717" y="4855"/>
                    <a:pt x="2483" y="4847"/>
                  </a:cubicBezTo>
                  <a:lnTo>
                    <a:pt x="2441" y="4847"/>
                  </a:lnTo>
                  <a:cubicBezTo>
                    <a:pt x="2303" y="4847"/>
                    <a:pt x="2204" y="4870"/>
                    <a:pt x="2139" y="4919"/>
                  </a:cubicBezTo>
                  <a:cubicBezTo>
                    <a:pt x="2066" y="4974"/>
                    <a:pt x="1997" y="4997"/>
                    <a:pt x="1928" y="4997"/>
                  </a:cubicBezTo>
                  <a:cubicBezTo>
                    <a:pt x="1809" y="4997"/>
                    <a:pt x="1694" y="4919"/>
                    <a:pt x="1594" y="4847"/>
                  </a:cubicBezTo>
                  <a:cubicBezTo>
                    <a:pt x="955" y="4364"/>
                    <a:pt x="583" y="3694"/>
                    <a:pt x="491" y="2859"/>
                  </a:cubicBezTo>
                  <a:cubicBezTo>
                    <a:pt x="453" y="2514"/>
                    <a:pt x="499" y="2146"/>
                    <a:pt x="541" y="1793"/>
                  </a:cubicBezTo>
                  <a:lnTo>
                    <a:pt x="564" y="1595"/>
                  </a:lnTo>
                  <a:cubicBezTo>
                    <a:pt x="579" y="1460"/>
                    <a:pt x="652" y="1307"/>
                    <a:pt x="752" y="1204"/>
                  </a:cubicBezTo>
                  <a:cubicBezTo>
                    <a:pt x="813" y="1139"/>
                    <a:pt x="940" y="1089"/>
                    <a:pt x="1043" y="1089"/>
                  </a:cubicBezTo>
                  <a:cubicBezTo>
                    <a:pt x="1055" y="1089"/>
                    <a:pt x="1074" y="1093"/>
                    <a:pt x="1074" y="1093"/>
                  </a:cubicBezTo>
                  <a:cubicBezTo>
                    <a:pt x="1074" y="1093"/>
                    <a:pt x="1120" y="1119"/>
                    <a:pt x="1177" y="1365"/>
                  </a:cubicBezTo>
                  <a:cubicBezTo>
                    <a:pt x="1189" y="1407"/>
                    <a:pt x="1189" y="1457"/>
                    <a:pt x="1185" y="1506"/>
                  </a:cubicBezTo>
                  <a:cubicBezTo>
                    <a:pt x="1185" y="1572"/>
                    <a:pt x="1185" y="1632"/>
                    <a:pt x="1203" y="1694"/>
                  </a:cubicBezTo>
                  <a:cubicBezTo>
                    <a:pt x="1223" y="1759"/>
                    <a:pt x="1272" y="1805"/>
                    <a:pt x="1327" y="1855"/>
                  </a:cubicBezTo>
                  <a:cubicBezTo>
                    <a:pt x="1350" y="1878"/>
                    <a:pt x="1376" y="1901"/>
                    <a:pt x="1399" y="1924"/>
                  </a:cubicBezTo>
                  <a:lnTo>
                    <a:pt x="1433" y="1966"/>
                  </a:lnTo>
                  <a:lnTo>
                    <a:pt x="1472" y="1927"/>
                  </a:lnTo>
                  <a:cubicBezTo>
                    <a:pt x="1614" y="1782"/>
                    <a:pt x="1671" y="1595"/>
                    <a:pt x="1728" y="1414"/>
                  </a:cubicBezTo>
                  <a:cubicBezTo>
                    <a:pt x="1801" y="1177"/>
                    <a:pt x="1870" y="951"/>
                    <a:pt x="2128" y="843"/>
                  </a:cubicBezTo>
                  <a:lnTo>
                    <a:pt x="2457" y="1503"/>
                  </a:lnTo>
                  <a:lnTo>
                    <a:pt x="2625" y="1276"/>
                  </a:lnTo>
                  <a:cubicBezTo>
                    <a:pt x="2694" y="1185"/>
                    <a:pt x="2748" y="1116"/>
                    <a:pt x="2801" y="1043"/>
                  </a:cubicBezTo>
                  <a:cubicBezTo>
                    <a:pt x="2828" y="1012"/>
                    <a:pt x="2855" y="974"/>
                    <a:pt x="2878" y="939"/>
                  </a:cubicBezTo>
                  <a:cubicBezTo>
                    <a:pt x="2947" y="847"/>
                    <a:pt x="3012" y="759"/>
                    <a:pt x="3097" y="690"/>
                  </a:cubicBezTo>
                  <a:cubicBezTo>
                    <a:pt x="3166" y="637"/>
                    <a:pt x="3238" y="606"/>
                    <a:pt x="3311" y="606"/>
                  </a:cubicBezTo>
                  <a:cubicBezTo>
                    <a:pt x="3422" y="606"/>
                    <a:pt x="3510" y="682"/>
                    <a:pt x="3541" y="813"/>
                  </a:cubicBezTo>
                  <a:cubicBezTo>
                    <a:pt x="3606" y="1089"/>
                    <a:pt x="3725" y="1391"/>
                    <a:pt x="4081" y="1540"/>
                  </a:cubicBezTo>
                  <a:cubicBezTo>
                    <a:pt x="4234" y="1606"/>
                    <a:pt x="4399" y="1641"/>
                    <a:pt x="4571" y="1641"/>
                  </a:cubicBezTo>
                  <a:cubicBezTo>
                    <a:pt x="4759" y="1641"/>
                    <a:pt x="4962" y="1602"/>
                    <a:pt x="5188" y="1522"/>
                  </a:cubicBezTo>
                  <a:cubicBezTo>
                    <a:pt x="5369" y="1460"/>
                    <a:pt x="5537" y="1368"/>
                    <a:pt x="5701" y="1276"/>
                  </a:cubicBezTo>
                  <a:cubicBezTo>
                    <a:pt x="5770" y="1238"/>
                    <a:pt x="5843" y="1196"/>
                    <a:pt x="5916" y="1162"/>
                  </a:cubicBezTo>
                  <a:cubicBezTo>
                    <a:pt x="6920" y="644"/>
                    <a:pt x="7958" y="384"/>
                    <a:pt x="9004" y="384"/>
                  </a:cubicBezTo>
                  <a:close/>
                  <a:moveTo>
                    <a:pt x="2679" y="7590"/>
                  </a:moveTo>
                  <a:cubicBezTo>
                    <a:pt x="2771" y="7866"/>
                    <a:pt x="2794" y="8150"/>
                    <a:pt x="2821" y="8448"/>
                  </a:cubicBezTo>
                  <a:cubicBezTo>
                    <a:pt x="2836" y="8617"/>
                    <a:pt x="2851" y="8786"/>
                    <a:pt x="2878" y="8958"/>
                  </a:cubicBezTo>
                  <a:cubicBezTo>
                    <a:pt x="2441" y="8935"/>
                    <a:pt x="2284" y="8804"/>
                    <a:pt x="2269" y="8464"/>
                  </a:cubicBezTo>
                  <a:cubicBezTo>
                    <a:pt x="2242" y="7854"/>
                    <a:pt x="2257" y="7632"/>
                    <a:pt x="2679" y="7590"/>
                  </a:cubicBezTo>
                  <a:close/>
                  <a:moveTo>
                    <a:pt x="10774" y="4521"/>
                  </a:moveTo>
                  <a:cubicBezTo>
                    <a:pt x="10977" y="5034"/>
                    <a:pt x="10996" y="5568"/>
                    <a:pt x="11015" y="6084"/>
                  </a:cubicBezTo>
                  <a:cubicBezTo>
                    <a:pt x="11027" y="6418"/>
                    <a:pt x="11038" y="6767"/>
                    <a:pt x="11103" y="7103"/>
                  </a:cubicBezTo>
                  <a:lnTo>
                    <a:pt x="11107" y="7134"/>
                  </a:lnTo>
                  <a:lnTo>
                    <a:pt x="11142" y="7142"/>
                  </a:lnTo>
                  <a:cubicBezTo>
                    <a:pt x="11238" y="7168"/>
                    <a:pt x="11333" y="7184"/>
                    <a:pt x="11437" y="7184"/>
                  </a:cubicBezTo>
                  <a:cubicBezTo>
                    <a:pt x="11621" y="7184"/>
                    <a:pt x="11797" y="7138"/>
                    <a:pt x="11958" y="7092"/>
                  </a:cubicBezTo>
                  <a:cubicBezTo>
                    <a:pt x="12099" y="7054"/>
                    <a:pt x="12203" y="7034"/>
                    <a:pt x="12291" y="7034"/>
                  </a:cubicBezTo>
                  <a:cubicBezTo>
                    <a:pt x="12513" y="7034"/>
                    <a:pt x="12636" y="7154"/>
                    <a:pt x="12766" y="7510"/>
                  </a:cubicBezTo>
                  <a:cubicBezTo>
                    <a:pt x="12885" y="7828"/>
                    <a:pt x="12935" y="8092"/>
                    <a:pt x="12927" y="8367"/>
                  </a:cubicBezTo>
                  <a:cubicBezTo>
                    <a:pt x="12912" y="8869"/>
                    <a:pt x="12525" y="9046"/>
                    <a:pt x="12199" y="9046"/>
                  </a:cubicBezTo>
                  <a:cubicBezTo>
                    <a:pt x="12127" y="9046"/>
                    <a:pt x="12049" y="9039"/>
                    <a:pt x="11981" y="9019"/>
                  </a:cubicBezTo>
                  <a:cubicBezTo>
                    <a:pt x="11935" y="9007"/>
                    <a:pt x="11889" y="8984"/>
                    <a:pt x="11843" y="8961"/>
                  </a:cubicBezTo>
                  <a:cubicBezTo>
                    <a:pt x="11820" y="8950"/>
                    <a:pt x="11797" y="8938"/>
                    <a:pt x="11770" y="8931"/>
                  </a:cubicBezTo>
                  <a:cubicBezTo>
                    <a:pt x="11662" y="8881"/>
                    <a:pt x="11582" y="8858"/>
                    <a:pt x="11521" y="8858"/>
                  </a:cubicBezTo>
                  <a:cubicBezTo>
                    <a:pt x="11337" y="8858"/>
                    <a:pt x="11303" y="9039"/>
                    <a:pt x="11291" y="9230"/>
                  </a:cubicBezTo>
                  <a:cubicBezTo>
                    <a:pt x="11284" y="9364"/>
                    <a:pt x="11280" y="9498"/>
                    <a:pt x="11272" y="9636"/>
                  </a:cubicBezTo>
                  <a:cubicBezTo>
                    <a:pt x="11257" y="10015"/>
                    <a:pt x="11241" y="10410"/>
                    <a:pt x="11184" y="10789"/>
                  </a:cubicBezTo>
                  <a:cubicBezTo>
                    <a:pt x="11088" y="11387"/>
                    <a:pt x="10954" y="11939"/>
                    <a:pt x="10785" y="12436"/>
                  </a:cubicBezTo>
                  <a:cubicBezTo>
                    <a:pt x="10702" y="12682"/>
                    <a:pt x="10548" y="12911"/>
                    <a:pt x="10403" y="13134"/>
                  </a:cubicBezTo>
                  <a:cubicBezTo>
                    <a:pt x="10341" y="13226"/>
                    <a:pt x="10280" y="13318"/>
                    <a:pt x="10226" y="13413"/>
                  </a:cubicBezTo>
                  <a:cubicBezTo>
                    <a:pt x="10188" y="13475"/>
                    <a:pt x="10142" y="13544"/>
                    <a:pt x="10088" y="13571"/>
                  </a:cubicBezTo>
                  <a:cubicBezTo>
                    <a:pt x="9989" y="13620"/>
                    <a:pt x="9889" y="13674"/>
                    <a:pt x="9793" y="13728"/>
                  </a:cubicBezTo>
                  <a:cubicBezTo>
                    <a:pt x="9372" y="13953"/>
                    <a:pt x="8978" y="14168"/>
                    <a:pt x="8490" y="14168"/>
                  </a:cubicBezTo>
                  <a:lnTo>
                    <a:pt x="8437" y="14168"/>
                  </a:lnTo>
                  <a:cubicBezTo>
                    <a:pt x="7652" y="14142"/>
                    <a:pt x="6866" y="13912"/>
                    <a:pt x="5966" y="13444"/>
                  </a:cubicBezTo>
                  <a:cubicBezTo>
                    <a:pt x="5656" y="13283"/>
                    <a:pt x="5349" y="13095"/>
                    <a:pt x="5054" y="12915"/>
                  </a:cubicBezTo>
                  <a:cubicBezTo>
                    <a:pt x="4909" y="12827"/>
                    <a:pt x="4763" y="12740"/>
                    <a:pt x="4617" y="12651"/>
                  </a:cubicBezTo>
                  <a:cubicBezTo>
                    <a:pt x="4334" y="12487"/>
                    <a:pt x="4104" y="12249"/>
                    <a:pt x="3912" y="11927"/>
                  </a:cubicBezTo>
                  <a:cubicBezTo>
                    <a:pt x="3491" y="11210"/>
                    <a:pt x="3372" y="10422"/>
                    <a:pt x="3315" y="9816"/>
                  </a:cubicBezTo>
                  <a:cubicBezTo>
                    <a:pt x="3284" y="9463"/>
                    <a:pt x="3238" y="9111"/>
                    <a:pt x="3196" y="8766"/>
                  </a:cubicBezTo>
                  <a:lnTo>
                    <a:pt x="3150" y="8399"/>
                  </a:lnTo>
                  <a:cubicBezTo>
                    <a:pt x="3139" y="8310"/>
                    <a:pt x="3123" y="8226"/>
                    <a:pt x="3108" y="8138"/>
                  </a:cubicBezTo>
                  <a:cubicBezTo>
                    <a:pt x="3085" y="7977"/>
                    <a:pt x="3058" y="7808"/>
                    <a:pt x="3054" y="7647"/>
                  </a:cubicBezTo>
                  <a:cubicBezTo>
                    <a:pt x="3042" y="7138"/>
                    <a:pt x="3047" y="6629"/>
                    <a:pt x="3047" y="6084"/>
                  </a:cubicBezTo>
                  <a:cubicBezTo>
                    <a:pt x="3047" y="5881"/>
                    <a:pt x="3051" y="5667"/>
                    <a:pt x="3051" y="5453"/>
                  </a:cubicBezTo>
                  <a:cubicBezTo>
                    <a:pt x="3093" y="5444"/>
                    <a:pt x="3134" y="5441"/>
                    <a:pt x="3177" y="5437"/>
                  </a:cubicBezTo>
                  <a:cubicBezTo>
                    <a:pt x="3307" y="5421"/>
                    <a:pt x="3429" y="5410"/>
                    <a:pt x="3553" y="5407"/>
                  </a:cubicBezTo>
                  <a:lnTo>
                    <a:pt x="3567" y="5407"/>
                  </a:lnTo>
                  <a:cubicBezTo>
                    <a:pt x="3617" y="5407"/>
                    <a:pt x="3668" y="5414"/>
                    <a:pt x="3717" y="5418"/>
                  </a:cubicBezTo>
                  <a:cubicBezTo>
                    <a:pt x="3771" y="5425"/>
                    <a:pt x="3824" y="5433"/>
                    <a:pt x="3875" y="5433"/>
                  </a:cubicBezTo>
                  <a:cubicBezTo>
                    <a:pt x="3916" y="5433"/>
                    <a:pt x="3955" y="5430"/>
                    <a:pt x="3989" y="5418"/>
                  </a:cubicBezTo>
                  <a:cubicBezTo>
                    <a:pt x="4414" y="5303"/>
                    <a:pt x="4855" y="5292"/>
                    <a:pt x="5284" y="5284"/>
                  </a:cubicBezTo>
                  <a:cubicBezTo>
                    <a:pt x="5525" y="5280"/>
                    <a:pt x="5770" y="5272"/>
                    <a:pt x="6016" y="5250"/>
                  </a:cubicBezTo>
                  <a:cubicBezTo>
                    <a:pt x="6782" y="5177"/>
                    <a:pt x="7552" y="5054"/>
                    <a:pt x="8299" y="4935"/>
                  </a:cubicBezTo>
                  <a:cubicBezTo>
                    <a:pt x="8499" y="4905"/>
                    <a:pt x="8693" y="4873"/>
                    <a:pt x="8893" y="4843"/>
                  </a:cubicBezTo>
                  <a:cubicBezTo>
                    <a:pt x="9326" y="4778"/>
                    <a:pt x="9770" y="4698"/>
                    <a:pt x="10196" y="4621"/>
                  </a:cubicBezTo>
                  <a:cubicBezTo>
                    <a:pt x="10387" y="4590"/>
                    <a:pt x="10582" y="4556"/>
                    <a:pt x="10774" y="4521"/>
                  </a:cubicBezTo>
                  <a:close/>
                  <a:moveTo>
                    <a:pt x="6211" y="13927"/>
                  </a:moveTo>
                  <a:cubicBezTo>
                    <a:pt x="6242" y="13938"/>
                    <a:pt x="6272" y="13950"/>
                    <a:pt x="6303" y="13958"/>
                  </a:cubicBezTo>
                  <a:cubicBezTo>
                    <a:pt x="6418" y="13996"/>
                    <a:pt x="6525" y="14034"/>
                    <a:pt x="6628" y="14080"/>
                  </a:cubicBezTo>
                  <a:cubicBezTo>
                    <a:pt x="7169" y="14321"/>
                    <a:pt x="7770" y="14441"/>
                    <a:pt x="8467" y="14441"/>
                  </a:cubicBezTo>
                  <a:cubicBezTo>
                    <a:pt x="8575" y="14441"/>
                    <a:pt x="8682" y="14436"/>
                    <a:pt x="8789" y="14432"/>
                  </a:cubicBezTo>
                  <a:cubicBezTo>
                    <a:pt x="8962" y="14421"/>
                    <a:pt x="9130" y="14375"/>
                    <a:pt x="9295" y="14329"/>
                  </a:cubicBezTo>
                  <a:cubicBezTo>
                    <a:pt x="9349" y="14314"/>
                    <a:pt x="9402" y="14298"/>
                    <a:pt x="9456" y="14287"/>
                  </a:cubicBezTo>
                  <a:lnTo>
                    <a:pt x="9456" y="14287"/>
                  </a:lnTo>
                  <a:cubicBezTo>
                    <a:pt x="9391" y="14831"/>
                    <a:pt x="9127" y="15145"/>
                    <a:pt x="8663" y="15222"/>
                  </a:cubicBezTo>
                  <a:cubicBezTo>
                    <a:pt x="8479" y="15252"/>
                    <a:pt x="8303" y="15268"/>
                    <a:pt x="8134" y="15268"/>
                  </a:cubicBezTo>
                  <a:cubicBezTo>
                    <a:pt x="7414" y="15268"/>
                    <a:pt x="6820" y="14984"/>
                    <a:pt x="6364" y="14425"/>
                  </a:cubicBezTo>
                  <a:cubicBezTo>
                    <a:pt x="6223" y="14248"/>
                    <a:pt x="6215" y="14237"/>
                    <a:pt x="6211" y="13927"/>
                  </a:cubicBezTo>
                  <a:close/>
                  <a:moveTo>
                    <a:pt x="11467" y="12042"/>
                  </a:moveTo>
                  <a:cubicBezTo>
                    <a:pt x="11713" y="12042"/>
                    <a:pt x="11915" y="12146"/>
                    <a:pt x="12127" y="12252"/>
                  </a:cubicBezTo>
                  <a:lnTo>
                    <a:pt x="12176" y="12275"/>
                  </a:lnTo>
                  <a:cubicBezTo>
                    <a:pt x="12950" y="12666"/>
                    <a:pt x="13662" y="13199"/>
                    <a:pt x="14287" y="13861"/>
                  </a:cubicBezTo>
                  <a:cubicBezTo>
                    <a:pt x="14605" y="14199"/>
                    <a:pt x="14912" y="14563"/>
                    <a:pt x="15207" y="14911"/>
                  </a:cubicBezTo>
                  <a:cubicBezTo>
                    <a:pt x="15326" y="15053"/>
                    <a:pt x="15440" y="15191"/>
                    <a:pt x="15559" y="15329"/>
                  </a:cubicBezTo>
                  <a:cubicBezTo>
                    <a:pt x="15609" y="15387"/>
                    <a:pt x="15658" y="15447"/>
                    <a:pt x="15678" y="15513"/>
                  </a:cubicBezTo>
                  <a:cubicBezTo>
                    <a:pt x="15739" y="15705"/>
                    <a:pt x="15812" y="15896"/>
                    <a:pt x="15881" y="16084"/>
                  </a:cubicBezTo>
                  <a:cubicBezTo>
                    <a:pt x="16084" y="16639"/>
                    <a:pt x="16295" y="17210"/>
                    <a:pt x="16264" y="17827"/>
                  </a:cubicBezTo>
                  <a:cubicBezTo>
                    <a:pt x="16252" y="18003"/>
                    <a:pt x="16222" y="18195"/>
                    <a:pt x="16160" y="18421"/>
                  </a:cubicBezTo>
                  <a:cubicBezTo>
                    <a:pt x="15670" y="20252"/>
                    <a:pt x="14509" y="21704"/>
                    <a:pt x="12720" y="22739"/>
                  </a:cubicBezTo>
                  <a:cubicBezTo>
                    <a:pt x="12334" y="22960"/>
                    <a:pt x="11862" y="23061"/>
                    <a:pt x="11406" y="23156"/>
                  </a:cubicBezTo>
                  <a:cubicBezTo>
                    <a:pt x="11287" y="23183"/>
                    <a:pt x="11172" y="23206"/>
                    <a:pt x="11057" y="23233"/>
                  </a:cubicBezTo>
                  <a:cubicBezTo>
                    <a:pt x="10789" y="23294"/>
                    <a:pt x="10483" y="23324"/>
                    <a:pt x="10119" y="23324"/>
                  </a:cubicBezTo>
                  <a:lnTo>
                    <a:pt x="9966" y="23324"/>
                  </a:lnTo>
                  <a:cubicBezTo>
                    <a:pt x="9065" y="23313"/>
                    <a:pt x="8138" y="23301"/>
                    <a:pt x="7226" y="23236"/>
                  </a:cubicBezTo>
                  <a:cubicBezTo>
                    <a:pt x="6843" y="23210"/>
                    <a:pt x="6456" y="23130"/>
                    <a:pt x="6081" y="23049"/>
                  </a:cubicBezTo>
                  <a:cubicBezTo>
                    <a:pt x="5920" y="23015"/>
                    <a:pt x="5759" y="22983"/>
                    <a:pt x="5599" y="22953"/>
                  </a:cubicBezTo>
                  <a:cubicBezTo>
                    <a:pt x="5567" y="22946"/>
                    <a:pt x="5537" y="22934"/>
                    <a:pt x="5507" y="22923"/>
                  </a:cubicBezTo>
                  <a:cubicBezTo>
                    <a:pt x="5461" y="22903"/>
                    <a:pt x="5415" y="22888"/>
                    <a:pt x="5364" y="22884"/>
                  </a:cubicBezTo>
                  <a:cubicBezTo>
                    <a:pt x="4694" y="22838"/>
                    <a:pt x="4066" y="22596"/>
                    <a:pt x="3456" y="22359"/>
                  </a:cubicBezTo>
                  <a:cubicBezTo>
                    <a:pt x="3307" y="22302"/>
                    <a:pt x="3157" y="22244"/>
                    <a:pt x="3008" y="22191"/>
                  </a:cubicBezTo>
                  <a:cubicBezTo>
                    <a:pt x="2790" y="22110"/>
                    <a:pt x="2598" y="21999"/>
                    <a:pt x="2449" y="21873"/>
                  </a:cubicBezTo>
                  <a:lnTo>
                    <a:pt x="2372" y="21804"/>
                  </a:lnTo>
                  <a:cubicBezTo>
                    <a:pt x="2031" y="21508"/>
                    <a:pt x="1679" y="21202"/>
                    <a:pt x="1392" y="20858"/>
                  </a:cubicBezTo>
                  <a:cubicBezTo>
                    <a:pt x="855" y="20202"/>
                    <a:pt x="556" y="19374"/>
                    <a:pt x="480" y="18333"/>
                  </a:cubicBezTo>
                  <a:cubicBezTo>
                    <a:pt x="388" y="17099"/>
                    <a:pt x="671" y="15969"/>
                    <a:pt x="1341" y="14865"/>
                  </a:cubicBezTo>
                  <a:cubicBezTo>
                    <a:pt x="1932" y="13900"/>
                    <a:pt x="2683" y="13084"/>
                    <a:pt x="3629" y="12160"/>
                  </a:cubicBezTo>
                  <a:cubicBezTo>
                    <a:pt x="3939" y="12620"/>
                    <a:pt x="4372" y="12877"/>
                    <a:pt x="4789" y="13126"/>
                  </a:cubicBezTo>
                  <a:cubicBezTo>
                    <a:pt x="4955" y="13226"/>
                    <a:pt x="5127" y="13325"/>
                    <a:pt x="5280" y="13436"/>
                  </a:cubicBezTo>
                  <a:cubicBezTo>
                    <a:pt x="5560" y="13636"/>
                    <a:pt x="5690" y="13820"/>
                    <a:pt x="5736" y="14076"/>
                  </a:cubicBezTo>
                  <a:cubicBezTo>
                    <a:pt x="5820" y="14555"/>
                    <a:pt x="6096" y="14911"/>
                    <a:pt x="6582" y="15160"/>
                  </a:cubicBezTo>
                  <a:cubicBezTo>
                    <a:pt x="7077" y="15417"/>
                    <a:pt x="7613" y="15666"/>
                    <a:pt x="8242" y="15666"/>
                  </a:cubicBezTo>
                  <a:cubicBezTo>
                    <a:pt x="8269" y="15666"/>
                    <a:pt x="8295" y="15663"/>
                    <a:pt x="8322" y="15663"/>
                  </a:cubicBezTo>
                  <a:cubicBezTo>
                    <a:pt x="9153" y="15636"/>
                    <a:pt x="9740" y="15180"/>
                    <a:pt x="9927" y="14409"/>
                  </a:cubicBezTo>
                  <a:cubicBezTo>
                    <a:pt x="9989" y="14160"/>
                    <a:pt x="10092" y="13988"/>
                    <a:pt x="10280" y="13815"/>
                  </a:cubicBezTo>
                  <a:cubicBezTo>
                    <a:pt x="10536" y="13578"/>
                    <a:pt x="10725" y="13268"/>
                    <a:pt x="10904" y="12965"/>
                  </a:cubicBezTo>
                  <a:lnTo>
                    <a:pt x="10931" y="12923"/>
                  </a:lnTo>
                  <a:cubicBezTo>
                    <a:pt x="11050" y="12724"/>
                    <a:pt x="11146" y="12510"/>
                    <a:pt x="11241" y="12303"/>
                  </a:cubicBezTo>
                  <a:cubicBezTo>
                    <a:pt x="11280" y="12218"/>
                    <a:pt x="11318" y="12134"/>
                    <a:pt x="11356" y="12050"/>
                  </a:cubicBezTo>
                  <a:cubicBezTo>
                    <a:pt x="11395" y="12045"/>
                    <a:pt x="11433" y="12042"/>
                    <a:pt x="11467" y="12042"/>
                  </a:cubicBezTo>
                  <a:close/>
                  <a:moveTo>
                    <a:pt x="9115" y="0"/>
                  </a:moveTo>
                  <a:cubicBezTo>
                    <a:pt x="8797" y="0"/>
                    <a:pt x="8467" y="35"/>
                    <a:pt x="8138" y="108"/>
                  </a:cubicBezTo>
                  <a:cubicBezTo>
                    <a:pt x="7084" y="330"/>
                    <a:pt x="6069" y="575"/>
                    <a:pt x="5173" y="1150"/>
                  </a:cubicBezTo>
                  <a:cubicBezTo>
                    <a:pt x="5016" y="1250"/>
                    <a:pt x="4847" y="1303"/>
                    <a:pt x="4674" y="1303"/>
                  </a:cubicBezTo>
                  <a:cubicBezTo>
                    <a:pt x="4579" y="1303"/>
                    <a:pt x="4487" y="1284"/>
                    <a:pt x="4395" y="1250"/>
                  </a:cubicBezTo>
                  <a:cubicBezTo>
                    <a:pt x="4169" y="1165"/>
                    <a:pt x="4039" y="1012"/>
                    <a:pt x="3955" y="740"/>
                  </a:cubicBezTo>
                  <a:cubicBezTo>
                    <a:pt x="3875" y="465"/>
                    <a:pt x="3659" y="299"/>
                    <a:pt x="3392" y="299"/>
                  </a:cubicBezTo>
                  <a:cubicBezTo>
                    <a:pt x="3277" y="299"/>
                    <a:pt x="3162" y="327"/>
                    <a:pt x="3042" y="384"/>
                  </a:cubicBezTo>
                  <a:cubicBezTo>
                    <a:pt x="2916" y="445"/>
                    <a:pt x="2798" y="525"/>
                    <a:pt x="2675" y="610"/>
                  </a:cubicBezTo>
                  <a:cubicBezTo>
                    <a:pt x="2633" y="640"/>
                    <a:pt x="2587" y="667"/>
                    <a:pt x="2541" y="698"/>
                  </a:cubicBezTo>
                  <a:cubicBezTo>
                    <a:pt x="2403" y="545"/>
                    <a:pt x="2269" y="468"/>
                    <a:pt x="2135" y="468"/>
                  </a:cubicBezTo>
                  <a:cubicBezTo>
                    <a:pt x="1939" y="468"/>
                    <a:pt x="1778" y="621"/>
                    <a:pt x="1617" y="771"/>
                  </a:cubicBezTo>
                  <a:cubicBezTo>
                    <a:pt x="1564" y="824"/>
                    <a:pt x="1511" y="878"/>
                    <a:pt x="1453" y="924"/>
                  </a:cubicBezTo>
                  <a:cubicBezTo>
                    <a:pt x="1361" y="774"/>
                    <a:pt x="1242" y="702"/>
                    <a:pt x="1093" y="702"/>
                  </a:cubicBezTo>
                  <a:cubicBezTo>
                    <a:pt x="982" y="702"/>
                    <a:pt x="867" y="740"/>
                    <a:pt x="759" y="782"/>
                  </a:cubicBezTo>
                  <a:cubicBezTo>
                    <a:pt x="484" y="889"/>
                    <a:pt x="315" y="1093"/>
                    <a:pt x="231" y="1411"/>
                  </a:cubicBezTo>
                  <a:cubicBezTo>
                    <a:pt x="1" y="2307"/>
                    <a:pt x="70" y="3146"/>
                    <a:pt x="434" y="3901"/>
                  </a:cubicBezTo>
                  <a:cubicBezTo>
                    <a:pt x="798" y="4656"/>
                    <a:pt x="1300" y="5138"/>
                    <a:pt x="1962" y="5379"/>
                  </a:cubicBezTo>
                  <a:cubicBezTo>
                    <a:pt x="2112" y="5437"/>
                    <a:pt x="2269" y="5471"/>
                    <a:pt x="2434" y="5510"/>
                  </a:cubicBezTo>
                  <a:cubicBezTo>
                    <a:pt x="2499" y="5529"/>
                    <a:pt x="2568" y="5545"/>
                    <a:pt x="2637" y="5559"/>
                  </a:cubicBezTo>
                  <a:cubicBezTo>
                    <a:pt x="2641" y="5625"/>
                    <a:pt x="2648" y="5690"/>
                    <a:pt x="2656" y="5752"/>
                  </a:cubicBezTo>
                  <a:cubicBezTo>
                    <a:pt x="2675" y="5920"/>
                    <a:pt x="2694" y="6081"/>
                    <a:pt x="2702" y="6238"/>
                  </a:cubicBezTo>
                  <a:cubicBezTo>
                    <a:pt x="2710" y="6468"/>
                    <a:pt x="2706" y="6694"/>
                    <a:pt x="2706" y="6931"/>
                  </a:cubicBezTo>
                  <a:cubicBezTo>
                    <a:pt x="2702" y="7027"/>
                    <a:pt x="2702" y="7122"/>
                    <a:pt x="2702" y="7218"/>
                  </a:cubicBezTo>
                  <a:cubicBezTo>
                    <a:pt x="1962" y="7418"/>
                    <a:pt x="1886" y="7969"/>
                    <a:pt x="1912" y="8482"/>
                  </a:cubicBezTo>
                  <a:cubicBezTo>
                    <a:pt x="1947" y="9115"/>
                    <a:pt x="2384" y="9234"/>
                    <a:pt x="2736" y="9329"/>
                  </a:cubicBezTo>
                  <a:cubicBezTo>
                    <a:pt x="2779" y="9341"/>
                    <a:pt x="2821" y="9352"/>
                    <a:pt x="2863" y="9364"/>
                  </a:cubicBezTo>
                  <a:cubicBezTo>
                    <a:pt x="2904" y="9563"/>
                    <a:pt x="2939" y="9759"/>
                    <a:pt x="2978" y="9950"/>
                  </a:cubicBezTo>
                  <a:cubicBezTo>
                    <a:pt x="3062" y="10402"/>
                    <a:pt x="3139" y="10832"/>
                    <a:pt x="3284" y="11241"/>
                  </a:cubicBezTo>
                  <a:cubicBezTo>
                    <a:pt x="3461" y="11739"/>
                    <a:pt x="3364" y="12096"/>
                    <a:pt x="2962" y="12441"/>
                  </a:cubicBezTo>
                  <a:lnTo>
                    <a:pt x="2927" y="12471"/>
                  </a:lnTo>
                  <a:cubicBezTo>
                    <a:pt x="2886" y="12501"/>
                    <a:pt x="2847" y="12536"/>
                    <a:pt x="2813" y="12570"/>
                  </a:cubicBezTo>
                  <a:cubicBezTo>
                    <a:pt x="2368" y="13065"/>
                    <a:pt x="1924" y="13559"/>
                    <a:pt x="1479" y="14057"/>
                  </a:cubicBezTo>
                  <a:cubicBezTo>
                    <a:pt x="1438" y="14103"/>
                    <a:pt x="1407" y="14160"/>
                    <a:pt x="1373" y="14225"/>
                  </a:cubicBezTo>
                  <a:lnTo>
                    <a:pt x="1246" y="14448"/>
                  </a:lnTo>
                  <a:cubicBezTo>
                    <a:pt x="1123" y="14662"/>
                    <a:pt x="1005" y="14881"/>
                    <a:pt x="882" y="15114"/>
                  </a:cubicBezTo>
                  <a:cubicBezTo>
                    <a:pt x="744" y="15371"/>
                    <a:pt x="606" y="15636"/>
                    <a:pt x="491" y="15912"/>
                  </a:cubicBezTo>
                  <a:cubicBezTo>
                    <a:pt x="165" y="16689"/>
                    <a:pt x="50" y="17570"/>
                    <a:pt x="139" y="18597"/>
                  </a:cubicBezTo>
                  <a:cubicBezTo>
                    <a:pt x="220" y="19498"/>
                    <a:pt x="468" y="20221"/>
                    <a:pt x="890" y="20757"/>
                  </a:cubicBezTo>
                  <a:cubicBezTo>
                    <a:pt x="1453" y="21466"/>
                    <a:pt x="2142" y="22256"/>
                    <a:pt x="3235" y="22589"/>
                  </a:cubicBezTo>
                  <a:cubicBezTo>
                    <a:pt x="3429" y="22647"/>
                    <a:pt x="3622" y="22707"/>
                    <a:pt x="3813" y="22769"/>
                  </a:cubicBezTo>
                  <a:cubicBezTo>
                    <a:pt x="4759" y="23068"/>
                    <a:pt x="5736" y="23374"/>
                    <a:pt x="6743" y="23474"/>
                  </a:cubicBezTo>
                  <a:cubicBezTo>
                    <a:pt x="7567" y="23554"/>
                    <a:pt x="8460" y="23597"/>
                    <a:pt x="9468" y="23597"/>
                  </a:cubicBezTo>
                  <a:lnTo>
                    <a:pt x="9471" y="23597"/>
                  </a:lnTo>
                  <a:cubicBezTo>
                    <a:pt x="9705" y="23597"/>
                    <a:pt x="9938" y="23593"/>
                    <a:pt x="10173" y="23589"/>
                  </a:cubicBezTo>
                  <a:cubicBezTo>
                    <a:pt x="11701" y="23566"/>
                    <a:pt x="12824" y="23190"/>
                    <a:pt x="13697" y="22417"/>
                  </a:cubicBezTo>
                  <a:cubicBezTo>
                    <a:pt x="13835" y="22294"/>
                    <a:pt x="13973" y="22179"/>
                    <a:pt x="14115" y="22060"/>
                  </a:cubicBezTo>
                  <a:cubicBezTo>
                    <a:pt x="14448" y="21784"/>
                    <a:pt x="14793" y="21497"/>
                    <a:pt x="15076" y="21164"/>
                  </a:cubicBezTo>
                  <a:cubicBezTo>
                    <a:pt x="15575" y="20578"/>
                    <a:pt x="15988" y="19865"/>
                    <a:pt x="16341" y="18980"/>
                  </a:cubicBezTo>
                  <a:cubicBezTo>
                    <a:pt x="16885" y="17608"/>
                    <a:pt x="16433" y="16436"/>
                    <a:pt x="15877" y="15252"/>
                  </a:cubicBezTo>
                  <a:cubicBezTo>
                    <a:pt x="15644" y="14743"/>
                    <a:pt x="15234" y="14356"/>
                    <a:pt x="14839" y="13981"/>
                  </a:cubicBezTo>
                  <a:cubicBezTo>
                    <a:pt x="14774" y="13919"/>
                    <a:pt x="14705" y="13854"/>
                    <a:pt x="14640" y="13792"/>
                  </a:cubicBezTo>
                  <a:cubicBezTo>
                    <a:pt x="14161" y="13325"/>
                    <a:pt x="13648" y="12923"/>
                    <a:pt x="13031" y="12448"/>
                  </a:cubicBezTo>
                  <a:cubicBezTo>
                    <a:pt x="12463" y="12015"/>
                    <a:pt x="11947" y="11762"/>
                    <a:pt x="11406" y="11655"/>
                  </a:cubicBezTo>
                  <a:lnTo>
                    <a:pt x="11682" y="9341"/>
                  </a:lnTo>
                  <a:cubicBezTo>
                    <a:pt x="11720" y="9349"/>
                    <a:pt x="11759" y="9352"/>
                    <a:pt x="11797" y="9360"/>
                  </a:cubicBezTo>
                  <a:cubicBezTo>
                    <a:pt x="11912" y="9375"/>
                    <a:pt x="12015" y="9391"/>
                    <a:pt x="12122" y="9398"/>
                  </a:cubicBezTo>
                  <a:lnTo>
                    <a:pt x="12180" y="9398"/>
                  </a:lnTo>
                  <a:cubicBezTo>
                    <a:pt x="12628" y="9398"/>
                    <a:pt x="13100" y="9096"/>
                    <a:pt x="13211" y="8740"/>
                  </a:cubicBezTo>
                  <a:cubicBezTo>
                    <a:pt x="13372" y="8199"/>
                    <a:pt x="13294" y="7647"/>
                    <a:pt x="12985" y="7099"/>
                  </a:cubicBezTo>
                  <a:cubicBezTo>
                    <a:pt x="12908" y="6970"/>
                    <a:pt x="12758" y="6882"/>
                    <a:pt x="12617" y="6797"/>
                  </a:cubicBezTo>
                  <a:cubicBezTo>
                    <a:pt x="12586" y="6781"/>
                    <a:pt x="12555" y="6763"/>
                    <a:pt x="12529" y="6747"/>
                  </a:cubicBezTo>
                  <a:cubicBezTo>
                    <a:pt x="12460" y="6705"/>
                    <a:pt x="12383" y="6686"/>
                    <a:pt x="12302" y="6666"/>
                  </a:cubicBezTo>
                  <a:cubicBezTo>
                    <a:pt x="12279" y="6659"/>
                    <a:pt x="12253" y="6655"/>
                    <a:pt x="12226" y="6648"/>
                  </a:cubicBezTo>
                  <a:cubicBezTo>
                    <a:pt x="12214" y="6468"/>
                    <a:pt x="12203" y="6291"/>
                    <a:pt x="12191" y="6119"/>
                  </a:cubicBezTo>
                  <a:cubicBezTo>
                    <a:pt x="12168" y="5701"/>
                    <a:pt x="12145" y="5310"/>
                    <a:pt x="12107" y="4912"/>
                  </a:cubicBezTo>
                  <a:lnTo>
                    <a:pt x="12058" y="4380"/>
                  </a:lnTo>
                  <a:cubicBezTo>
                    <a:pt x="11984" y="3575"/>
                    <a:pt x="11908" y="2740"/>
                    <a:pt x="11789" y="1927"/>
                  </a:cubicBezTo>
                  <a:cubicBezTo>
                    <a:pt x="11662" y="1058"/>
                    <a:pt x="11126" y="433"/>
                    <a:pt x="10288" y="173"/>
                  </a:cubicBezTo>
                  <a:cubicBezTo>
                    <a:pt x="9920" y="58"/>
                    <a:pt x="9525" y="0"/>
                    <a:pt x="911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2"/>
            <p:cNvSpPr/>
            <p:nvPr/>
          </p:nvSpPr>
          <p:spPr>
            <a:xfrm>
              <a:off x="4379475" y="2925943"/>
              <a:ext cx="145334" cy="175795"/>
            </a:xfrm>
            <a:custGeom>
              <a:rect b="b" l="l" r="r" t="t"/>
              <a:pathLst>
                <a:path extrusionOk="0" h="2874" w="2376">
                  <a:moveTo>
                    <a:pt x="1487" y="299"/>
                  </a:moveTo>
                  <a:cubicBezTo>
                    <a:pt x="1525" y="319"/>
                    <a:pt x="1560" y="334"/>
                    <a:pt x="1591" y="349"/>
                  </a:cubicBezTo>
                  <a:cubicBezTo>
                    <a:pt x="1671" y="388"/>
                    <a:pt x="1736" y="414"/>
                    <a:pt x="1789" y="453"/>
                  </a:cubicBezTo>
                  <a:cubicBezTo>
                    <a:pt x="2012" y="602"/>
                    <a:pt x="2039" y="686"/>
                    <a:pt x="1947" y="955"/>
                  </a:cubicBezTo>
                  <a:cubicBezTo>
                    <a:pt x="1770" y="1464"/>
                    <a:pt x="1506" y="1947"/>
                    <a:pt x="1142" y="2421"/>
                  </a:cubicBezTo>
                  <a:cubicBezTo>
                    <a:pt x="1054" y="2541"/>
                    <a:pt x="947" y="2602"/>
                    <a:pt x="824" y="2602"/>
                  </a:cubicBezTo>
                  <a:cubicBezTo>
                    <a:pt x="763" y="2602"/>
                    <a:pt x="694" y="2582"/>
                    <a:pt x="625" y="2552"/>
                  </a:cubicBezTo>
                  <a:cubicBezTo>
                    <a:pt x="472" y="2479"/>
                    <a:pt x="395" y="2380"/>
                    <a:pt x="491" y="2096"/>
                  </a:cubicBezTo>
                  <a:cubicBezTo>
                    <a:pt x="564" y="1889"/>
                    <a:pt x="652" y="1690"/>
                    <a:pt x="759" y="1502"/>
                  </a:cubicBezTo>
                  <a:cubicBezTo>
                    <a:pt x="924" y="1219"/>
                    <a:pt x="1096" y="939"/>
                    <a:pt x="1276" y="640"/>
                  </a:cubicBezTo>
                  <a:cubicBezTo>
                    <a:pt x="1345" y="529"/>
                    <a:pt x="1418" y="414"/>
                    <a:pt x="1487" y="299"/>
                  </a:cubicBezTo>
                  <a:close/>
                  <a:moveTo>
                    <a:pt x="1414" y="0"/>
                  </a:moveTo>
                  <a:cubicBezTo>
                    <a:pt x="1146" y="0"/>
                    <a:pt x="1008" y="204"/>
                    <a:pt x="889" y="410"/>
                  </a:cubicBezTo>
                  <a:cubicBezTo>
                    <a:pt x="725" y="709"/>
                    <a:pt x="564" y="1012"/>
                    <a:pt x="403" y="1314"/>
                  </a:cubicBezTo>
                  <a:cubicBezTo>
                    <a:pt x="330" y="1445"/>
                    <a:pt x="261" y="1579"/>
                    <a:pt x="192" y="1709"/>
                  </a:cubicBezTo>
                  <a:cubicBezTo>
                    <a:pt x="23" y="2020"/>
                    <a:pt x="0" y="2295"/>
                    <a:pt x="120" y="2506"/>
                  </a:cubicBezTo>
                  <a:cubicBezTo>
                    <a:pt x="249" y="2732"/>
                    <a:pt x="533" y="2858"/>
                    <a:pt x="935" y="2874"/>
                  </a:cubicBezTo>
                  <a:lnTo>
                    <a:pt x="951" y="2874"/>
                  </a:lnTo>
                  <a:cubicBezTo>
                    <a:pt x="1073" y="2870"/>
                    <a:pt x="1261" y="2863"/>
                    <a:pt x="1407" y="2648"/>
                  </a:cubicBezTo>
                  <a:cubicBezTo>
                    <a:pt x="1782" y="2092"/>
                    <a:pt x="2073" y="1541"/>
                    <a:pt x="2288" y="966"/>
                  </a:cubicBezTo>
                  <a:cubicBezTo>
                    <a:pt x="2341" y="832"/>
                    <a:pt x="2376" y="633"/>
                    <a:pt x="2303" y="518"/>
                  </a:cubicBezTo>
                  <a:cubicBezTo>
                    <a:pt x="2134" y="234"/>
                    <a:pt x="1844" y="50"/>
                    <a:pt x="1491" y="4"/>
                  </a:cubicBezTo>
                  <a:cubicBezTo>
                    <a:pt x="1464" y="0"/>
                    <a:pt x="1437" y="0"/>
                    <a:pt x="141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2"/>
            <p:cNvSpPr/>
            <p:nvPr/>
          </p:nvSpPr>
          <p:spPr>
            <a:xfrm>
              <a:off x="4512144" y="2985702"/>
              <a:ext cx="111814" cy="125455"/>
            </a:xfrm>
            <a:custGeom>
              <a:rect b="b" l="l" r="r" t="t"/>
              <a:pathLst>
                <a:path extrusionOk="0" h="2051" w="1828">
                  <a:moveTo>
                    <a:pt x="1252" y="318"/>
                  </a:moveTo>
                  <a:cubicBezTo>
                    <a:pt x="1318" y="318"/>
                    <a:pt x="1371" y="337"/>
                    <a:pt x="1410" y="380"/>
                  </a:cubicBezTo>
                  <a:cubicBezTo>
                    <a:pt x="1463" y="441"/>
                    <a:pt x="1482" y="548"/>
                    <a:pt x="1468" y="667"/>
                  </a:cubicBezTo>
                  <a:cubicBezTo>
                    <a:pt x="1337" y="1085"/>
                    <a:pt x="1137" y="1418"/>
                    <a:pt x="877" y="1667"/>
                  </a:cubicBezTo>
                  <a:cubicBezTo>
                    <a:pt x="812" y="1732"/>
                    <a:pt x="739" y="1763"/>
                    <a:pt x="663" y="1763"/>
                  </a:cubicBezTo>
                  <a:cubicBezTo>
                    <a:pt x="598" y="1763"/>
                    <a:pt x="529" y="1740"/>
                    <a:pt x="464" y="1694"/>
                  </a:cubicBezTo>
                  <a:cubicBezTo>
                    <a:pt x="341" y="1605"/>
                    <a:pt x="326" y="1495"/>
                    <a:pt x="410" y="1341"/>
                  </a:cubicBezTo>
                  <a:lnTo>
                    <a:pt x="517" y="1146"/>
                  </a:lnTo>
                  <a:cubicBezTo>
                    <a:pt x="628" y="935"/>
                    <a:pt x="743" y="721"/>
                    <a:pt x="874" y="521"/>
                  </a:cubicBezTo>
                  <a:cubicBezTo>
                    <a:pt x="927" y="441"/>
                    <a:pt x="1038" y="360"/>
                    <a:pt x="1146" y="334"/>
                  </a:cubicBezTo>
                  <a:cubicBezTo>
                    <a:pt x="1183" y="323"/>
                    <a:pt x="1218" y="318"/>
                    <a:pt x="1252" y="318"/>
                  </a:cubicBezTo>
                  <a:close/>
                  <a:moveTo>
                    <a:pt x="1176" y="1"/>
                  </a:moveTo>
                  <a:cubicBezTo>
                    <a:pt x="957" y="1"/>
                    <a:pt x="701" y="77"/>
                    <a:pt x="612" y="254"/>
                  </a:cubicBezTo>
                  <a:cubicBezTo>
                    <a:pt x="429" y="606"/>
                    <a:pt x="241" y="997"/>
                    <a:pt x="42" y="1449"/>
                  </a:cubicBezTo>
                  <a:cubicBezTo>
                    <a:pt x="0" y="1536"/>
                    <a:pt x="7" y="1671"/>
                    <a:pt x="53" y="1755"/>
                  </a:cubicBezTo>
                  <a:cubicBezTo>
                    <a:pt x="157" y="1946"/>
                    <a:pt x="460" y="2050"/>
                    <a:pt x="686" y="2050"/>
                  </a:cubicBezTo>
                  <a:cubicBezTo>
                    <a:pt x="773" y="2050"/>
                    <a:pt x="858" y="2035"/>
                    <a:pt x="920" y="2008"/>
                  </a:cubicBezTo>
                  <a:cubicBezTo>
                    <a:pt x="1298" y="1831"/>
                    <a:pt x="1827" y="977"/>
                    <a:pt x="1816" y="556"/>
                  </a:cubicBezTo>
                  <a:cubicBezTo>
                    <a:pt x="1808" y="277"/>
                    <a:pt x="1674" y="111"/>
                    <a:pt x="1399" y="27"/>
                  </a:cubicBezTo>
                  <a:cubicBezTo>
                    <a:pt x="1333" y="8"/>
                    <a:pt x="1256" y="1"/>
                    <a:pt x="1176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2"/>
            <p:cNvSpPr/>
            <p:nvPr/>
          </p:nvSpPr>
          <p:spPr>
            <a:xfrm>
              <a:off x="4611233" y="3039345"/>
              <a:ext cx="92608" cy="101355"/>
            </a:xfrm>
            <a:custGeom>
              <a:rect b="b" l="l" r="r" t="t"/>
              <a:pathLst>
                <a:path extrusionOk="0" h="1657" w="1514">
                  <a:moveTo>
                    <a:pt x="882" y="415"/>
                  </a:moveTo>
                  <a:cubicBezTo>
                    <a:pt x="1050" y="472"/>
                    <a:pt x="1112" y="553"/>
                    <a:pt x="1084" y="682"/>
                  </a:cubicBezTo>
                  <a:cubicBezTo>
                    <a:pt x="1020" y="981"/>
                    <a:pt x="851" y="1142"/>
                    <a:pt x="537" y="1204"/>
                  </a:cubicBezTo>
                  <a:cubicBezTo>
                    <a:pt x="487" y="840"/>
                    <a:pt x="667" y="622"/>
                    <a:pt x="882" y="415"/>
                  </a:cubicBezTo>
                  <a:close/>
                  <a:moveTo>
                    <a:pt x="633" y="1"/>
                  </a:moveTo>
                  <a:lnTo>
                    <a:pt x="617" y="28"/>
                  </a:lnTo>
                  <a:cubicBezTo>
                    <a:pt x="568" y="120"/>
                    <a:pt x="514" y="208"/>
                    <a:pt x="464" y="296"/>
                  </a:cubicBezTo>
                  <a:cubicBezTo>
                    <a:pt x="345" y="503"/>
                    <a:pt x="234" y="702"/>
                    <a:pt x="131" y="908"/>
                  </a:cubicBezTo>
                  <a:cubicBezTo>
                    <a:pt x="0" y="1181"/>
                    <a:pt x="165" y="1399"/>
                    <a:pt x="326" y="1556"/>
                  </a:cubicBezTo>
                  <a:cubicBezTo>
                    <a:pt x="395" y="1621"/>
                    <a:pt x="472" y="1656"/>
                    <a:pt x="556" y="1656"/>
                  </a:cubicBezTo>
                  <a:cubicBezTo>
                    <a:pt x="675" y="1656"/>
                    <a:pt x="782" y="1591"/>
                    <a:pt x="866" y="1537"/>
                  </a:cubicBezTo>
                  <a:cubicBezTo>
                    <a:pt x="1038" y="1418"/>
                    <a:pt x="1196" y="1262"/>
                    <a:pt x="1303" y="1096"/>
                  </a:cubicBezTo>
                  <a:cubicBezTo>
                    <a:pt x="1475" y="840"/>
                    <a:pt x="1514" y="587"/>
                    <a:pt x="1411" y="380"/>
                  </a:cubicBezTo>
                  <a:cubicBezTo>
                    <a:pt x="1299" y="158"/>
                    <a:pt x="1035" y="20"/>
                    <a:pt x="66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32"/>
            <p:cNvSpPr/>
            <p:nvPr/>
          </p:nvSpPr>
          <p:spPr>
            <a:xfrm>
              <a:off x="4706163" y="3083384"/>
              <a:ext cx="65143" cy="57497"/>
            </a:xfrm>
            <a:custGeom>
              <a:rect b="b" l="l" r="r" t="t"/>
              <a:pathLst>
                <a:path extrusionOk="0" h="940" w="1065">
                  <a:moveTo>
                    <a:pt x="720" y="269"/>
                  </a:moveTo>
                  <a:lnTo>
                    <a:pt x="720" y="269"/>
                  </a:lnTo>
                  <a:cubicBezTo>
                    <a:pt x="717" y="292"/>
                    <a:pt x="713" y="315"/>
                    <a:pt x="713" y="335"/>
                  </a:cubicBezTo>
                  <a:cubicBezTo>
                    <a:pt x="701" y="395"/>
                    <a:pt x="694" y="441"/>
                    <a:pt x="678" y="461"/>
                  </a:cubicBezTo>
                  <a:cubicBezTo>
                    <a:pt x="613" y="533"/>
                    <a:pt x="525" y="591"/>
                    <a:pt x="441" y="645"/>
                  </a:cubicBezTo>
                  <a:cubicBezTo>
                    <a:pt x="421" y="629"/>
                    <a:pt x="395" y="602"/>
                    <a:pt x="383" y="588"/>
                  </a:cubicBezTo>
                  <a:cubicBezTo>
                    <a:pt x="429" y="468"/>
                    <a:pt x="475" y="376"/>
                    <a:pt x="533" y="312"/>
                  </a:cubicBezTo>
                  <a:cubicBezTo>
                    <a:pt x="548" y="296"/>
                    <a:pt x="598" y="289"/>
                    <a:pt x="651" y="280"/>
                  </a:cubicBezTo>
                  <a:cubicBezTo>
                    <a:pt x="674" y="277"/>
                    <a:pt x="697" y="273"/>
                    <a:pt x="720" y="269"/>
                  </a:cubicBezTo>
                  <a:close/>
                  <a:moveTo>
                    <a:pt x="571" y="1"/>
                  </a:moveTo>
                  <a:cubicBezTo>
                    <a:pt x="303" y="1"/>
                    <a:pt x="15" y="303"/>
                    <a:pt x="8" y="526"/>
                  </a:cubicBezTo>
                  <a:cubicBezTo>
                    <a:pt x="0" y="629"/>
                    <a:pt x="38" y="729"/>
                    <a:pt x="112" y="805"/>
                  </a:cubicBezTo>
                  <a:cubicBezTo>
                    <a:pt x="192" y="894"/>
                    <a:pt x="314" y="940"/>
                    <a:pt x="448" y="940"/>
                  </a:cubicBezTo>
                  <a:lnTo>
                    <a:pt x="456" y="940"/>
                  </a:lnTo>
                  <a:cubicBezTo>
                    <a:pt x="605" y="940"/>
                    <a:pt x="759" y="863"/>
                    <a:pt x="881" y="729"/>
                  </a:cubicBezTo>
                  <a:cubicBezTo>
                    <a:pt x="1003" y="599"/>
                    <a:pt x="1065" y="438"/>
                    <a:pt x="1058" y="292"/>
                  </a:cubicBezTo>
                  <a:cubicBezTo>
                    <a:pt x="1042" y="43"/>
                    <a:pt x="865" y="28"/>
                    <a:pt x="724" y="17"/>
                  </a:cubicBezTo>
                  <a:cubicBezTo>
                    <a:pt x="694" y="13"/>
                    <a:pt x="663" y="8"/>
                    <a:pt x="632" y="5"/>
                  </a:cubicBezTo>
                  <a:cubicBezTo>
                    <a:pt x="613" y="1"/>
                    <a:pt x="594" y="1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32"/>
            <p:cNvSpPr/>
            <p:nvPr/>
          </p:nvSpPr>
          <p:spPr>
            <a:xfrm>
              <a:off x="4430365" y="2442060"/>
              <a:ext cx="97929" cy="94504"/>
            </a:xfrm>
            <a:custGeom>
              <a:rect b="b" l="l" r="r" t="t"/>
              <a:pathLst>
                <a:path extrusionOk="0" h="1545" w="1601">
                  <a:moveTo>
                    <a:pt x="122" y="0"/>
                  </a:moveTo>
                  <a:lnTo>
                    <a:pt x="111" y="34"/>
                  </a:lnTo>
                  <a:cubicBezTo>
                    <a:pt x="31" y="272"/>
                    <a:pt x="0" y="536"/>
                    <a:pt x="23" y="820"/>
                  </a:cubicBezTo>
                  <a:cubicBezTo>
                    <a:pt x="46" y="1077"/>
                    <a:pt x="165" y="1288"/>
                    <a:pt x="360" y="1422"/>
                  </a:cubicBezTo>
                  <a:cubicBezTo>
                    <a:pt x="478" y="1502"/>
                    <a:pt x="593" y="1544"/>
                    <a:pt x="705" y="1544"/>
                  </a:cubicBezTo>
                  <a:cubicBezTo>
                    <a:pt x="819" y="1544"/>
                    <a:pt x="931" y="1498"/>
                    <a:pt x="1035" y="1406"/>
                  </a:cubicBezTo>
                  <a:cubicBezTo>
                    <a:pt x="1310" y="1161"/>
                    <a:pt x="1490" y="835"/>
                    <a:pt x="1574" y="437"/>
                  </a:cubicBezTo>
                  <a:cubicBezTo>
                    <a:pt x="1601" y="315"/>
                    <a:pt x="1586" y="218"/>
                    <a:pt x="1540" y="158"/>
                  </a:cubicBezTo>
                  <a:cubicBezTo>
                    <a:pt x="1502" y="108"/>
                    <a:pt x="1440" y="80"/>
                    <a:pt x="1364" y="77"/>
                  </a:cubicBezTo>
                  <a:lnTo>
                    <a:pt x="1325" y="73"/>
                  </a:lnTo>
                  <a:lnTo>
                    <a:pt x="1314" y="112"/>
                  </a:lnTo>
                  <a:cubicBezTo>
                    <a:pt x="1276" y="215"/>
                    <a:pt x="1241" y="322"/>
                    <a:pt x="1210" y="421"/>
                  </a:cubicBezTo>
                  <a:cubicBezTo>
                    <a:pt x="1134" y="660"/>
                    <a:pt x="1061" y="881"/>
                    <a:pt x="957" y="1088"/>
                  </a:cubicBezTo>
                  <a:cubicBezTo>
                    <a:pt x="908" y="1196"/>
                    <a:pt x="846" y="1245"/>
                    <a:pt x="770" y="1245"/>
                  </a:cubicBezTo>
                  <a:cubicBezTo>
                    <a:pt x="705" y="1245"/>
                    <a:pt x="625" y="1203"/>
                    <a:pt x="544" y="1123"/>
                  </a:cubicBezTo>
                  <a:cubicBezTo>
                    <a:pt x="368" y="943"/>
                    <a:pt x="349" y="706"/>
                    <a:pt x="349" y="499"/>
                  </a:cubicBezTo>
                  <a:cubicBezTo>
                    <a:pt x="352" y="398"/>
                    <a:pt x="352" y="299"/>
                    <a:pt x="352" y="200"/>
                  </a:cubicBezTo>
                  <a:lnTo>
                    <a:pt x="352" y="4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32"/>
            <p:cNvSpPr/>
            <p:nvPr/>
          </p:nvSpPr>
          <p:spPr>
            <a:xfrm>
              <a:off x="4518934" y="2613325"/>
              <a:ext cx="122580" cy="75481"/>
            </a:xfrm>
            <a:custGeom>
              <a:rect b="b" l="l" r="r" t="t"/>
              <a:pathLst>
                <a:path extrusionOk="0" h="1234" w="2004">
                  <a:moveTo>
                    <a:pt x="1732" y="1"/>
                  </a:moveTo>
                  <a:cubicBezTo>
                    <a:pt x="1605" y="1"/>
                    <a:pt x="1567" y="120"/>
                    <a:pt x="1532" y="219"/>
                  </a:cubicBezTo>
                  <a:cubicBezTo>
                    <a:pt x="1517" y="261"/>
                    <a:pt x="1506" y="303"/>
                    <a:pt x="1486" y="330"/>
                  </a:cubicBezTo>
                  <a:cubicBezTo>
                    <a:pt x="1242" y="698"/>
                    <a:pt x="1012" y="863"/>
                    <a:pt x="747" y="863"/>
                  </a:cubicBezTo>
                  <a:cubicBezTo>
                    <a:pt x="651" y="863"/>
                    <a:pt x="552" y="843"/>
                    <a:pt x="441" y="802"/>
                  </a:cubicBezTo>
                  <a:cubicBezTo>
                    <a:pt x="379" y="779"/>
                    <a:pt x="314" y="774"/>
                    <a:pt x="234" y="771"/>
                  </a:cubicBezTo>
                  <a:cubicBezTo>
                    <a:pt x="195" y="767"/>
                    <a:pt x="146" y="763"/>
                    <a:pt x="92" y="756"/>
                  </a:cubicBezTo>
                  <a:lnTo>
                    <a:pt x="0" y="748"/>
                  </a:lnTo>
                  <a:lnTo>
                    <a:pt x="42" y="832"/>
                  </a:lnTo>
                  <a:cubicBezTo>
                    <a:pt x="180" y="1127"/>
                    <a:pt x="192" y="1147"/>
                    <a:pt x="318" y="1181"/>
                  </a:cubicBezTo>
                  <a:cubicBezTo>
                    <a:pt x="452" y="1216"/>
                    <a:pt x="586" y="1234"/>
                    <a:pt x="713" y="1234"/>
                  </a:cubicBezTo>
                  <a:cubicBezTo>
                    <a:pt x="1180" y="1234"/>
                    <a:pt x="1574" y="986"/>
                    <a:pt x="1827" y="537"/>
                  </a:cubicBezTo>
                  <a:cubicBezTo>
                    <a:pt x="1839" y="514"/>
                    <a:pt x="1858" y="487"/>
                    <a:pt x="1873" y="461"/>
                  </a:cubicBezTo>
                  <a:cubicBezTo>
                    <a:pt x="1935" y="372"/>
                    <a:pt x="2004" y="273"/>
                    <a:pt x="1977" y="169"/>
                  </a:cubicBezTo>
                  <a:cubicBezTo>
                    <a:pt x="1962" y="112"/>
                    <a:pt x="1916" y="62"/>
                    <a:pt x="1839" y="28"/>
                  </a:cubicBezTo>
                  <a:cubicBezTo>
                    <a:pt x="1797" y="8"/>
                    <a:pt x="1762" y="1"/>
                    <a:pt x="173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32"/>
            <p:cNvSpPr/>
            <p:nvPr/>
          </p:nvSpPr>
          <p:spPr>
            <a:xfrm>
              <a:off x="4770571" y="2389580"/>
              <a:ext cx="44591" cy="43123"/>
            </a:xfrm>
            <a:custGeom>
              <a:rect b="b" l="l" r="r" t="t"/>
              <a:pathLst>
                <a:path extrusionOk="0" h="705" w="729">
                  <a:moveTo>
                    <a:pt x="349" y="0"/>
                  </a:moveTo>
                  <a:cubicBezTo>
                    <a:pt x="258" y="0"/>
                    <a:pt x="169" y="42"/>
                    <a:pt x="104" y="111"/>
                  </a:cubicBezTo>
                  <a:cubicBezTo>
                    <a:pt x="35" y="184"/>
                    <a:pt x="1" y="280"/>
                    <a:pt x="8" y="383"/>
                  </a:cubicBezTo>
                  <a:cubicBezTo>
                    <a:pt x="24" y="605"/>
                    <a:pt x="196" y="705"/>
                    <a:pt x="360" y="705"/>
                  </a:cubicBezTo>
                  <a:lnTo>
                    <a:pt x="380" y="705"/>
                  </a:lnTo>
                  <a:cubicBezTo>
                    <a:pt x="475" y="701"/>
                    <a:pt x="560" y="636"/>
                    <a:pt x="629" y="586"/>
                  </a:cubicBezTo>
                  <a:cubicBezTo>
                    <a:pt x="652" y="570"/>
                    <a:pt x="671" y="556"/>
                    <a:pt x="691" y="544"/>
                  </a:cubicBezTo>
                  <a:lnTo>
                    <a:pt x="717" y="529"/>
                  </a:lnTo>
                  <a:lnTo>
                    <a:pt x="717" y="502"/>
                  </a:lnTo>
                  <a:cubicBezTo>
                    <a:pt x="728" y="211"/>
                    <a:pt x="556" y="19"/>
                    <a:pt x="376" y="4"/>
                  </a:cubicBezTo>
                  <a:cubicBezTo>
                    <a:pt x="369" y="4"/>
                    <a:pt x="360" y="0"/>
                    <a:pt x="349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32"/>
            <p:cNvSpPr/>
            <p:nvPr/>
          </p:nvSpPr>
          <p:spPr>
            <a:xfrm>
              <a:off x="4622977" y="2338017"/>
              <a:ext cx="47588" cy="39208"/>
            </a:xfrm>
            <a:custGeom>
              <a:rect b="b" l="l" r="r" t="t"/>
              <a:pathLst>
                <a:path extrusionOk="0" h="641" w="778">
                  <a:moveTo>
                    <a:pt x="345" y="0"/>
                  </a:moveTo>
                  <a:cubicBezTo>
                    <a:pt x="176" y="0"/>
                    <a:pt x="42" y="123"/>
                    <a:pt x="15" y="303"/>
                  </a:cubicBezTo>
                  <a:cubicBezTo>
                    <a:pt x="0" y="384"/>
                    <a:pt x="23" y="460"/>
                    <a:pt x="73" y="522"/>
                  </a:cubicBezTo>
                  <a:cubicBezTo>
                    <a:pt x="138" y="598"/>
                    <a:pt x="241" y="640"/>
                    <a:pt x="360" y="640"/>
                  </a:cubicBezTo>
                  <a:lnTo>
                    <a:pt x="372" y="640"/>
                  </a:lnTo>
                  <a:cubicBezTo>
                    <a:pt x="540" y="640"/>
                    <a:pt x="717" y="602"/>
                    <a:pt x="770" y="299"/>
                  </a:cubicBezTo>
                  <a:lnTo>
                    <a:pt x="777" y="264"/>
                  </a:lnTo>
                  <a:lnTo>
                    <a:pt x="751" y="249"/>
                  </a:lnTo>
                  <a:cubicBezTo>
                    <a:pt x="728" y="226"/>
                    <a:pt x="701" y="203"/>
                    <a:pt x="674" y="177"/>
                  </a:cubicBezTo>
                  <a:cubicBezTo>
                    <a:pt x="598" y="108"/>
                    <a:pt x="513" y="27"/>
                    <a:pt x="410" y="4"/>
                  </a:cubicBezTo>
                  <a:cubicBezTo>
                    <a:pt x="387" y="0"/>
                    <a:pt x="368" y="0"/>
                    <a:pt x="34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32"/>
            <p:cNvSpPr/>
            <p:nvPr/>
          </p:nvSpPr>
          <p:spPr>
            <a:xfrm>
              <a:off x="4280814" y="2362116"/>
              <a:ext cx="42450" cy="44836"/>
            </a:xfrm>
            <a:custGeom>
              <a:rect b="b" l="l" r="r" t="t"/>
              <a:pathLst>
                <a:path extrusionOk="0" h="733" w="694">
                  <a:moveTo>
                    <a:pt x="330" y="1"/>
                  </a:moveTo>
                  <a:lnTo>
                    <a:pt x="292" y="50"/>
                  </a:lnTo>
                  <a:cubicBezTo>
                    <a:pt x="250" y="108"/>
                    <a:pt x="207" y="154"/>
                    <a:pt x="170" y="200"/>
                  </a:cubicBezTo>
                  <a:cubicBezTo>
                    <a:pt x="85" y="296"/>
                    <a:pt x="12" y="376"/>
                    <a:pt x="9" y="468"/>
                  </a:cubicBezTo>
                  <a:cubicBezTo>
                    <a:pt x="0" y="533"/>
                    <a:pt x="20" y="591"/>
                    <a:pt x="58" y="633"/>
                  </a:cubicBezTo>
                  <a:cubicBezTo>
                    <a:pt x="119" y="698"/>
                    <a:pt x="223" y="729"/>
                    <a:pt x="364" y="733"/>
                  </a:cubicBezTo>
                  <a:lnTo>
                    <a:pt x="372" y="733"/>
                  </a:lnTo>
                  <a:cubicBezTo>
                    <a:pt x="483" y="733"/>
                    <a:pt x="583" y="694"/>
                    <a:pt x="637" y="625"/>
                  </a:cubicBezTo>
                  <a:cubicBezTo>
                    <a:pt x="683" y="572"/>
                    <a:pt x="694" y="499"/>
                    <a:pt x="679" y="422"/>
                  </a:cubicBezTo>
                  <a:cubicBezTo>
                    <a:pt x="663" y="334"/>
                    <a:pt x="594" y="269"/>
                    <a:pt x="506" y="185"/>
                  </a:cubicBezTo>
                  <a:cubicBezTo>
                    <a:pt x="464" y="146"/>
                    <a:pt x="418" y="100"/>
                    <a:pt x="372" y="47"/>
                  </a:cubicBezTo>
                  <a:lnTo>
                    <a:pt x="33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2" name="Google Shape;2112;p32"/>
          <p:cNvGrpSpPr/>
          <p:nvPr/>
        </p:nvGrpSpPr>
        <p:grpSpPr>
          <a:xfrm>
            <a:off x="565840" y="1254658"/>
            <a:ext cx="3137059" cy="1008680"/>
            <a:chOff x="565840" y="1254658"/>
            <a:chExt cx="3137059" cy="1008680"/>
          </a:xfrm>
        </p:grpSpPr>
        <p:sp>
          <p:nvSpPr>
            <p:cNvPr id="2113" name="Google Shape;2113;p32"/>
            <p:cNvSpPr/>
            <p:nvPr/>
          </p:nvSpPr>
          <p:spPr>
            <a:xfrm>
              <a:off x="565840" y="1254658"/>
              <a:ext cx="2102556" cy="1008680"/>
            </a:xfrm>
            <a:custGeom>
              <a:rect b="b" l="l" r="r" t="t"/>
              <a:pathLst>
                <a:path extrusionOk="0" fill="none" h="4949" w="10316">
                  <a:moveTo>
                    <a:pt x="584" y="1900"/>
                  </a:moveTo>
                  <a:cubicBezTo>
                    <a:pt x="1" y="2883"/>
                    <a:pt x="417" y="4599"/>
                    <a:pt x="1301" y="4782"/>
                  </a:cubicBezTo>
                  <a:cubicBezTo>
                    <a:pt x="2200" y="4949"/>
                    <a:pt x="7932" y="4949"/>
                    <a:pt x="9099" y="4616"/>
                  </a:cubicBezTo>
                  <a:cubicBezTo>
                    <a:pt x="10282" y="4266"/>
                    <a:pt x="10315" y="2849"/>
                    <a:pt x="9932" y="1533"/>
                  </a:cubicBezTo>
                  <a:cubicBezTo>
                    <a:pt x="9565" y="217"/>
                    <a:pt x="2167" y="0"/>
                    <a:pt x="217" y="1750"/>
                  </a:cubicBez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32"/>
            <p:cNvSpPr/>
            <p:nvPr/>
          </p:nvSpPr>
          <p:spPr>
            <a:xfrm rot="-505651">
              <a:off x="2838794" y="1482109"/>
              <a:ext cx="760022" cy="364908"/>
            </a:xfrm>
            <a:custGeom>
              <a:rect b="b" l="l" r="r" t="t"/>
              <a:pathLst>
                <a:path extrusionOk="0" fill="none" h="1251" w="4966">
                  <a:moveTo>
                    <a:pt x="4966" y="1251"/>
                  </a:moveTo>
                  <a:cubicBezTo>
                    <a:pt x="3999" y="434"/>
                    <a:pt x="1300" y="1"/>
                    <a:pt x="0" y="101"/>
                  </a:cubicBez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32"/>
            <p:cNvSpPr txBox="1"/>
            <p:nvPr/>
          </p:nvSpPr>
          <p:spPr>
            <a:xfrm>
              <a:off x="940005" y="1449496"/>
              <a:ext cx="13542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Values</a:t>
              </a:r>
              <a:endParaRPr sz="18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16" name="Google Shape;2116;p32"/>
            <p:cNvSpPr txBox="1"/>
            <p:nvPr/>
          </p:nvSpPr>
          <p:spPr>
            <a:xfrm>
              <a:off x="644067" y="1706185"/>
              <a:ext cx="1946100" cy="5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 has a beautiful name and it’s hot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17" name="Google Shape;2117;p32"/>
          <p:cNvGrpSpPr/>
          <p:nvPr/>
        </p:nvGrpSpPr>
        <p:grpSpPr>
          <a:xfrm>
            <a:off x="501425" y="3499650"/>
            <a:ext cx="3307514" cy="1234471"/>
            <a:chOff x="501425" y="3499650"/>
            <a:chExt cx="3307514" cy="1234471"/>
          </a:xfrm>
        </p:grpSpPr>
        <p:sp>
          <p:nvSpPr>
            <p:cNvPr id="2118" name="Google Shape;2118;p32"/>
            <p:cNvSpPr/>
            <p:nvPr/>
          </p:nvSpPr>
          <p:spPr>
            <a:xfrm>
              <a:off x="501425" y="3795850"/>
              <a:ext cx="2231367" cy="938272"/>
            </a:xfrm>
            <a:custGeom>
              <a:rect b="b" l="l" r="r" t="t"/>
              <a:pathLst>
                <a:path extrusionOk="0" fill="none" h="4217" w="10948">
                  <a:moveTo>
                    <a:pt x="784" y="867"/>
                  </a:moveTo>
                  <a:cubicBezTo>
                    <a:pt x="0" y="2017"/>
                    <a:pt x="467" y="4049"/>
                    <a:pt x="1867" y="3999"/>
                  </a:cubicBezTo>
                  <a:cubicBezTo>
                    <a:pt x="3250" y="3933"/>
                    <a:pt x="9215" y="4216"/>
                    <a:pt x="9915" y="3849"/>
                  </a:cubicBezTo>
                  <a:cubicBezTo>
                    <a:pt x="10615" y="3483"/>
                    <a:pt x="10948" y="1733"/>
                    <a:pt x="10098" y="867"/>
                  </a:cubicBezTo>
                  <a:cubicBezTo>
                    <a:pt x="9265" y="0"/>
                    <a:pt x="1633" y="84"/>
                    <a:pt x="1167" y="1233"/>
                  </a:cubicBez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32"/>
            <p:cNvSpPr/>
            <p:nvPr/>
          </p:nvSpPr>
          <p:spPr>
            <a:xfrm rot="1514842">
              <a:off x="2948987" y="3573901"/>
              <a:ext cx="645680" cy="1010344"/>
            </a:xfrm>
            <a:custGeom>
              <a:rect b="b" l="l" r="r" t="t"/>
              <a:pathLst>
                <a:path extrusionOk="0" fill="none" h="2000" w="5100">
                  <a:moveTo>
                    <a:pt x="5099" y="0"/>
                  </a:moveTo>
                  <a:cubicBezTo>
                    <a:pt x="4849" y="883"/>
                    <a:pt x="3466" y="2000"/>
                    <a:pt x="1" y="1950"/>
                  </a:cubicBezTo>
                </a:path>
              </a:pathLst>
            </a:custGeom>
            <a:noFill/>
            <a:ln cap="rnd" cmpd="sng" w="28575">
              <a:solidFill>
                <a:schemeClr val="accent1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32"/>
            <p:cNvSpPr txBox="1"/>
            <p:nvPr/>
          </p:nvSpPr>
          <p:spPr>
            <a:xfrm>
              <a:off x="940005" y="3905221"/>
              <a:ext cx="13542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Frustrations</a:t>
              </a:r>
              <a:endParaRPr sz="18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21" name="Google Shape;2121;p32"/>
            <p:cNvSpPr txBox="1"/>
            <p:nvPr/>
          </p:nvSpPr>
          <p:spPr>
            <a:xfrm>
              <a:off x="644067" y="4161910"/>
              <a:ext cx="1946100" cy="5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is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22" name="Google Shape;2122;p32"/>
          <p:cNvGrpSpPr/>
          <p:nvPr/>
        </p:nvGrpSpPr>
        <p:grpSpPr>
          <a:xfrm>
            <a:off x="5730203" y="2612140"/>
            <a:ext cx="2956600" cy="944275"/>
            <a:chOff x="5730203" y="2612140"/>
            <a:chExt cx="2956600" cy="944275"/>
          </a:xfrm>
        </p:grpSpPr>
        <p:sp>
          <p:nvSpPr>
            <p:cNvPr id="2123" name="Google Shape;2123;p32"/>
            <p:cNvSpPr/>
            <p:nvPr/>
          </p:nvSpPr>
          <p:spPr>
            <a:xfrm>
              <a:off x="6366981" y="2612140"/>
              <a:ext cx="2319822" cy="944275"/>
            </a:xfrm>
            <a:custGeom>
              <a:rect b="b" l="l" r="r" t="t"/>
              <a:pathLst>
                <a:path extrusionOk="0" fill="none" h="4633" w="11382">
                  <a:moveTo>
                    <a:pt x="568" y="1100"/>
                  </a:moveTo>
                  <a:cubicBezTo>
                    <a:pt x="34" y="2150"/>
                    <a:pt x="501" y="4549"/>
                    <a:pt x="1617" y="4449"/>
                  </a:cubicBezTo>
                  <a:cubicBezTo>
                    <a:pt x="2734" y="4366"/>
                    <a:pt x="10782" y="4633"/>
                    <a:pt x="10998" y="3716"/>
                  </a:cubicBezTo>
                  <a:cubicBezTo>
                    <a:pt x="11232" y="2800"/>
                    <a:pt x="11382" y="567"/>
                    <a:pt x="10515" y="284"/>
                  </a:cubicBezTo>
                  <a:cubicBezTo>
                    <a:pt x="9649" y="0"/>
                    <a:pt x="934" y="84"/>
                    <a:pt x="1" y="1134"/>
                  </a:cubicBezTo>
                </a:path>
              </a:pathLst>
            </a:custGeom>
            <a:noFill/>
            <a:ln cap="rnd" cmpd="sng" w="28575">
              <a:solidFill>
                <a:schemeClr val="accent2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32"/>
            <p:cNvSpPr/>
            <p:nvPr/>
          </p:nvSpPr>
          <p:spPr>
            <a:xfrm flipH="1" rot="1013775">
              <a:off x="5746670" y="2928983"/>
              <a:ext cx="555080" cy="169037"/>
            </a:xfrm>
            <a:custGeom>
              <a:rect b="b" l="l" r="r" t="t"/>
              <a:pathLst>
                <a:path extrusionOk="0" fill="none" h="384" w="3467">
                  <a:moveTo>
                    <a:pt x="1" y="34"/>
                  </a:moveTo>
                  <a:cubicBezTo>
                    <a:pt x="667" y="1"/>
                    <a:pt x="2950" y="384"/>
                    <a:pt x="3467" y="367"/>
                  </a:cubicBezTo>
                </a:path>
              </a:pathLst>
            </a:custGeom>
            <a:noFill/>
            <a:ln cap="rnd" cmpd="sng" w="28575">
              <a:solidFill>
                <a:schemeClr val="accent2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32"/>
            <p:cNvSpPr txBox="1"/>
            <p:nvPr/>
          </p:nvSpPr>
          <p:spPr>
            <a:xfrm>
              <a:off x="6849755" y="2707171"/>
              <a:ext cx="13542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Goals</a:t>
              </a:r>
              <a:endParaRPr sz="18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26" name="Google Shape;2126;p32"/>
            <p:cNvSpPr txBox="1"/>
            <p:nvPr/>
          </p:nvSpPr>
          <p:spPr>
            <a:xfrm>
              <a:off x="6553817" y="2963860"/>
              <a:ext cx="1946100" cy="5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farthest planet from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27" name="Google Shape;2127;p32"/>
          <p:cNvGrpSpPr/>
          <p:nvPr/>
        </p:nvGrpSpPr>
        <p:grpSpPr>
          <a:xfrm>
            <a:off x="5441101" y="1254658"/>
            <a:ext cx="3137069" cy="1008680"/>
            <a:chOff x="5441101" y="1254658"/>
            <a:chExt cx="3137069" cy="1008680"/>
          </a:xfrm>
        </p:grpSpPr>
        <p:sp>
          <p:nvSpPr>
            <p:cNvPr id="2128" name="Google Shape;2128;p32"/>
            <p:cNvSpPr/>
            <p:nvPr/>
          </p:nvSpPr>
          <p:spPr>
            <a:xfrm>
              <a:off x="6475615" y="1254658"/>
              <a:ext cx="2102556" cy="1008680"/>
            </a:xfrm>
            <a:custGeom>
              <a:rect b="b" l="l" r="r" t="t"/>
              <a:pathLst>
                <a:path extrusionOk="0" fill="none" h="4949" w="10316">
                  <a:moveTo>
                    <a:pt x="584" y="1900"/>
                  </a:moveTo>
                  <a:cubicBezTo>
                    <a:pt x="1" y="2883"/>
                    <a:pt x="417" y="4599"/>
                    <a:pt x="1301" y="4782"/>
                  </a:cubicBezTo>
                  <a:cubicBezTo>
                    <a:pt x="2200" y="4949"/>
                    <a:pt x="7932" y="4949"/>
                    <a:pt x="9099" y="4616"/>
                  </a:cubicBezTo>
                  <a:cubicBezTo>
                    <a:pt x="10282" y="4266"/>
                    <a:pt x="10315" y="2849"/>
                    <a:pt x="9932" y="1533"/>
                  </a:cubicBezTo>
                  <a:cubicBezTo>
                    <a:pt x="9565" y="217"/>
                    <a:pt x="2167" y="0"/>
                    <a:pt x="217" y="1750"/>
                  </a:cubicBezTo>
                </a:path>
              </a:pathLst>
            </a:custGeom>
            <a:noFill/>
            <a:ln cap="rnd" cmpd="sng" w="28575">
              <a:solidFill>
                <a:schemeClr val="accent2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32"/>
            <p:cNvSpPr/>
            <p:nvPr/>
          </p:nvSpPr>
          <p:spPr>
            <a:xfrm flipH="1" rot="505651">
              <a:off x="5545185" y="1482109"/>
              <a:ext cx="760022" cy="364908"/>
            </a:xfrm>
            <a:custGeom>
              <a:rect b="b" l="l" r="r" t="t"/>
              <a:pathLst>
                <a:path extrusionOk="0" fill="none" h="1251" w="4966">
                  <a:moveTo>
                    <a:pt x="4966" y="1251"/>
                  </a:moveTo>
                  <a:cubicBezTo>
                    <a:pt x="3999" y="434"/>
                    <a:pt x="1300" y="1"/>
                    <a:pt x="0" y="101"/>
                  </a:cubicBezTo>
                </a:path>
              </a:pathLst>
            </a:custGeom>
            <a:noFill/>
            <a:ln cap="rnd" cmpd="sng" w="28575">
              <a:solidFill>
                <a:schemeClr val="accent2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32"/>
            <p:cNvSpPr txBox="1"/>
            <p:nvPr/>
          </p:nvSpPr>
          <p:spPr>
            <a:xfrm>
              <a:off x="6849755" y="1449496"/>
              <a:ext cx="13542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Personality</a:t>
              </a:r>
              <a:endParaRPr sz="1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31" name="Google Shape;2131;p32"/>
            <p:cNvSpPr txBox="1"/>
            <p:nvPr/>
          </p:nvSpPr>
          <p:spPr>
            <a:xfrm>
              <a:off x="6553817" y="1706185"/>
              <a:ext cx="1946100" cy="5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a gas giant and has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32" name="Google Shape;2132;p32"/>
          <p:cNvGrpSpPr/>
          <p:nvPr/>
        </p:nvGrpSpPr>
        <p:grpSpPr>
          <a:xfrm>
            <a:off x="5335061" y="3499650"/>
            <a:ext cx="3307506" cy="1234471"/>
            <a:chOff x="5335061" y="3499650"/>
            <a:chExt cx="3307506" cy="1234471"/>
          </a:xfrm>
        </p:grpSpPr>
        <p:sp>
          <p:nvSpPr>
            <p:cNvPr id="2133" name="Google Shape;2133;p32"/>
            <p:cNvSpPr/>
            <p:nvPr/>
          </p:nvSpPr>
          <p:spPr>
            <a:xfrm>
              <a:off x="6411200" y="3795849"/>
              <a:ext cx="2231367" cy="938272"/>
            </a:xfrm>
            <a:custGeom>
              <a:rect b="b" l="l" r="r" t="t"/>
              <a:pathLst>
                <a:path extrusionOk="0" fill="none" h="4217" w="10948">
                  <a:moveTo>
                    <a:pt x="784" y="867"/>
                  </a:moveTo>
                  <a:cubicBezTo>
                    <a:pt x="0" y="2017"/>
                    <a:pt x="467" y="4049"/>
                    <a:pt x="1867" y="3999"/>
                  </a:cubicBezTo>
                  <a:cubicBezTo>
                    <a:pt x="3250" y="3933"/>
                    <a:pt x="9215" y="4216"/>
                    <a:pt x="9915" y="3849"/>
                  </a:cubicBezTo>
                  <a:cubicBezTo>
                    <a:pt x="10615" y="3483"/>
                    <a:pt x="10948" y="1733"/>
                    <a:pt x="10098" y="867"/>
                  </a:cubicBezTo>
                  <a:cubicBezTo>
                    <a:pt x="9265" y="0"/>
                    <a:pt x="1633" y="84"/>
                    <a:pt x="1167" y="1233"/>
                  </a:cubicBezTo>
                </a:path>
              </a:pathLst>
            </a:custGeom>
            <a:noFill/>
            <a:ln cap="rnd" cmpd="sng" w="28575">
              <a:solidFill>
                <a:schemeClr val="accent2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32"/>
            <p:cNvSpPr/>
            <p:nvPr/>
          </p:nvSpPr>
          <p:spPr>
            <a:xfrm flipH="1" rot="-1514842">
              <a:off x="5549334" y="3573901"/>
              <a:ext cx="645680" cy="1010344"/>
            </a:xfrm>
            <a:custGeom>
              <a:rect b="b" l="l" r="r" t="t"/>
              <a:pathLst>
                <a:path extrusionOk="0" fill="none" h="2000" w="5100">
                  <a:moveTo>
                    <a:pt x="5099" y="0"/>
                  </a:moveTo>
                  <a:cubicBezTo>
                    <a:pt x="4849" y="883"/>
                    <a:pt x="3466" y="2000"/>
                    <a:pt x="1" y="1950"/>
                  </a:cubicBezTo>
                </a:path>
              </a:pathLst>
            </a:custGeom>
            <a:noFill/>
            <a:ln cap="rnd" cmpd="sng" w="28575">
              <a:solidFill>
                <a:schemeClr val="accent2"/>
              </a:solidFill>
              <a:prstDash val="solid"/>
              <a:miter lim="1666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32"/>
            <p:cNvSpPr txBox="1"/>
            <p:nvPr/>
          </p:nvSpPr>
          <p:spPr>
            <a:xfrm>
              <a:off x="6849755" y="3905221"/>
              <a:ext cx="13542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Motivations</a:t>
              </a:r>
              <a:endParaRPr sz="18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136" name="Google Shape;2136;p32"/>
            <p:cNvSpPr txBox="1"/>
            <p:nvPr/>
          </p:nvSpPr>
          <p:spPr>
            <a:xfrm>
              <a:off x="6553817" y="4161910"/>
              <a:ext cx="1946100" cy="5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Earth is the planet we all live on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33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2142" name="Google Shape;2142;p33"/>
          <p:cNvGrpSpPr/>
          <p:nvPr/>
        </p:nvGrpSpPr>
        <p:grpSpPr>
          <a:xfrm>
            <a:off x="4645575" y="3287711"/>
            <a:ext cx="1891200" cy="1206076"/>
            <a:chOff x="4645575" y="3287711"/>
            <a:chExt cx="1891200" cy="1206076"/>
          </a:xfrm>
        </p:grpSpPr>
        <p:sp>
          <p:nvSpPr>
            <p:cNvPr id="2143" name="Google Shape;2143;p33"/>
            <p:cNvSpPr txBox="1"/>
            <p:nvPr/>
          </p:nvSpPr>
          <p:spPr>
            <a:xfrm>
              <a:off x="4645575" y="3692787"/>
              <a:ext cx="1744500" cy="8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Mars is actually a very cold place. Mars is actually a planet full of iron oxide dust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4" name="Google Shape;2144;p33"/>
            <p:cNvSpPr txBox="1"/>
            <p:nvPr/>
          </p:nvSpPr>
          <p:spPr>
            <a:xfrm>
              <a:off x="4645575" y="3287711"/>
              <a:ext cx="1891200" cy="33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Frustrations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145" name="Google Shape;2145;p33"/>
          <p:cNvGrpSpPr/>
          <p:nvPr/>
        </p:nvGrpSpPr>
        <p:grpSpPr>
          <a:xfrm>
            <a:off x="4704422" y="1451341"/>
            <a:ext cx="3463276" cy="1496775"/>
            <a:chOff x="4704422" y="1451341"/>
            <a:chExt cx="3463276" cy="1496775"/>
          </a:xfrm>
        </p:grpSpPr>
        <p:sp>
          <p:nvSpPr>
            <p:cNvPr id="2146" name="Google Shape;2146;p33"/>
            <p:cNvSpPr txBox="1"/>
            <p:nvPr/>
          </p:nvSpPr>
          <p:spPr>
            <a:xfrm>
              <a:off x="4704422" y="1451341"/>
              <a:ext cx="1537800" cy="16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Personality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147" name="Google Shape;2147;p33"/>
            <p:cNvSpPr/>
            <p:nvPr/>
          </p:nvSpPr>
          <p:spPr>
            <a:xfrm>
              <a:off x="4771100" y="2036950"/>
              <a:ext cx="3316296" cy="24752"/>
            </a:xfrm>
            <a:custGeom>
              <a:rect b="b" l="l" r="r" t="t"/>
              <a:pathLst>
                <a:path extrusionOk="0" h="65" w="7766">
                  <a:moveTo>
                    <a:pt x="7765" y="64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4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8" name="Google Shape;2148;p33"/>
            <p:cNvSpPr/>
            <p:nvPr/>
          </p:nvSpPr>
          <p:spPr>
            <a:xfrm>
              <a:off x="6435582" y="2007254"/>
              <a:ext cx="91440" cy="91440"/>
            </a:xfrm>
            <a:custGeom>
              <a:rect b="b" l="l" r="r" t="t"/>
              <a:pathLst>
                <a:path extrusionOk="0" h="231" w="232">
                  <a:moveTo>
                    <a:pt x="231" y="114"/>
                  </a:moveTo>
                  <a:lnTo>
                    <a:pt x="231" y="114"/>
                  </a:lnTo>
                  <a:cubicBezTo>
                    <a:pt x="231" y="178"/>
                    <a:pt x="179" y="230"/>
                    <a:pt x="116" y="230"/>
                  </a:cubicBezTo>
                  <a:lnTo>
                    <a:pt x="116" y="230"/>
                  </a:lnTo>
                  <a:cubicBezTo>
                    <a:pt x="52" y="230"/>
                    <a:pt x="0" y="178"/>
                    <a:pt x="0" y="114"/>
                  </a:cubicBezTo>
                  <a:lnTo>
                    <a:pt x="0" y="114"/>
                  </a:lnTo>
                  <a:cubicBezTo>
                    <a:pt x="0" y="51"/>
                    <a:pt x="52" y="0"/>
                    <a:pt x="116" y="0"/>
                  </a:cubicBezTo>
                  <a:lnTo>
                    <a:pt x="116" y="0"/>
                  </a:lnTo>
                  <a:cubicBezTo>
                    <a:pt x="179" y="0"/>
                    <a:pt x="231" y="51"/>
                    <a:pt x="231" y="114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9" name="Google Shape;2149;p33"/>
            <p:cNvSpPr txBox="1"/>
            <p:nvPr/>
          </p:nvSpPr>
          <p:spPr>
            <a:xfrm>
              <a:off x="4704422" y="1842316"/>
              <a:ext cx="16707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Introvert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0" name="Google Shape;2150;p33"/>
            <p:cNvSpPr txBox="1"/>
            <p:nvPr/>
          </p:nvSpPr>
          <p:spPr>
            <a:xfrm>
              <a:off x="6496997" y="1842316"/>
              <a:ext cx="16707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Extrovert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1" name="Google Shape;2151;p33"/>
            <p:cNvSpPr/>
            <p:nvPr/>
          </p:nvSpPr>
          <p:spPr>
            <a:xfrm>
              <a:off x="4771100" y="2461595"/>
              <a:ext cx="3316296" cy="24752"/>
            </a:xfrm>
            <a:custGeom>
              <a:rect b="b" l="l" r="r" t="t"/>
              <a:pathLst>
                <a:path extrusionOk="0" h="66" w="7766">
                  <a:moveTo>
                    <a:pt x="7765" y="65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5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2" name="Google Shape;2152;p33"/>
            <p:cNvSpPr/>
            <p:nvPr/>
          </p:nvSpPr>
          <p:spPr>
            <a:xfrm>
              <a:off x="5682749" y="2431896"/>
              <a:ext cx="91440" cy="91440"/>
            </a:xfrm>
            <a:custGeom>
              <a:rect b="b" l="l" r="r" t="t"/>
              <a:pathLst>
                <a:path extrusionOk="0" h="232" w="232">
                  <a:moveTo>
                    <a:pt x="231" y="115"/>
                  </a:moveTo>
                  <a:lnTo>
                    <a:pt x="231" y="115"/>
                  </a:lnTo>
                  <a:cubicBezTo>
                    <a:pt x="231" y="179"/>
                    <a:pt x="180" y="231"/>
                    <a:pt x="116" y="231"/>
                  </a:cubicBezTo>
                  <a:lnTo>
                    <a:pt x="116" y="231"/>
                  </a:lnTo>
                  <a:cubicBezTo>
                    <a:pt x="52" y="231"/>
                    <a:pt x="0" y="179"/>
                    <a:pt x="0" y="115"/>
                  </a:cubicBezTo>
                  <a:lnTo>
                    <a:pt x="0" y="115"/>
                  </a:lnTo>
                  <a:cubicBezTo>
                    <a:pt x="0" y="52"/>
                    <a:pt x="52" y="0"/>
                    <a:pt x="116" y="0"/>
                  </a:cubicBezTo>
                  <a:lnTo>
                    <a:pt x="116" y="0"/>
                  </a:lnTo>
                  <a:cubicBezTo>
                    <a:pt x="180" y="0"/>
                    <a:pt x="231" y="52"/>
                    <a:pt x="231" y="115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3" name="Google Shape;2153;p33"/>
            <p:cNvSpPr txBox="1"/>
            <p:nvPr/>
          </p:nvSpPr>
          <p:spPr>
            <a:xfrm>
              <a:off x="4704422" y="2266718"/>
              <a:ext cx="16707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Passive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4" name="Google Shape;2154;p33"/>
            <p:cNvSpPr txBox="1"/>
            <p:nvPr/>
          </p:nvSpPr>
          <p:spPr>
            <a:xfrm>
              <a:off x="6496997" y="2266718"/>
              <a:ext cx="16707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Active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5" name="Google Shape;2155;p33"/>
            <p:cNvSpPr/>
            <p:nvPr/>
          </p:nvSpPr>
          <p:spPr>
            <a:xfrm>
              <a:off x="4771100" y="2886373"/>
              <a:ext cx="3316296" cy="24751"/>
            </a:xfrm>
            <a:custGeom>
              <a:rect b="b" l="l" r="r" t="t"/>
              <a:pathLst>
                <a:path extrusionOk="0" h="66" w="7766">
                  <a:moveTo>
                    <a:pt x="7765" y="65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5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6" name="Google Shape;2156;p33"/>
            <p:cNvSpPr/>
            <p:nvPr/>
          </p:nvSpPr>
          <p:spPr>
            <a:xfrm>
              <a:off x="6060197" y="2856675"/>
              <a:ext cx="91440" cy="91440"/>
            </a:xfrm>
            <a:custGeom>
              <a:rect b="b" l="l" r="r" t="t"/>
              <a:pathLst>
                <a:path extrusionOk="0" h="233" w="232">
                  <a:moveTo>
                    <a:pt x="231" y="116"/>
                  </a:moveTo>
                  <a:lnTo>
                    <a:pt x="231" y="116"/>
                  </a:lnTo>
                  <a:cubicBezTo>
                    <a:pt x="231" y="180"/>
                    <a:pt x="180" y="232"/>
                    <a:pt x="115" y="232"/>
                  </a:cubicBezTo>
                  <a:lnTo>
                    <a:pt x="115" y="232"/>
                  </a:lnTo>
                  <a:cubicBezTo>
                    <a:pt x="52" y="232"/>
                    <a:pt x="0" y="180"/>
                    <a:pt x="0" y="116"/>
                  </a:cubicBezTo>
                  <a:lnTo>
                    <a:pt x="0" y="116"/>
                  </a:lnTo>
                  <a:cubicBezTo>
                    <a:pt x="0" y="52"/>
                    <a:pt x="52" y="0"/>
                    <a:pt x="115" y="0"/>
                  </a:cubicBezTo>
                  <a:lnTo>
                    <a:pt x="115" y="0"/>
                  </a:lnTo>
                  <a:cubicBezTo>
                    <a:pt x="180" y="0"/>
                    <a:pt x="231" y="52"/>
                    <a:pt x="231" y="116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7" name="Google Shape;2157;p33"/>
            <p:cNvSpPr txBox="1"/>
            <p:nvPr/>
          </p:nvSpPr>
          <p:spPr>
            <a:xfrm>
              <a:off x="4704422" y="2691360"/>
              <a:ext cx="16707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Analytical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8" name="Google Shape;2158;p33"/>
            <p:cNvSpPr txBox="1"/>
            <p:nvPr/>
          </p:nvSpPr>
          <p:spPr>
            <a:xfrm>
              <a:off x="6496997" y="2691360"/>
              <a:ext cx="16707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Creative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59" name="Google Shape;2159;p33"/>
          <p:cNvGrpSpPr/>
          <p:nvPr/>
        </p:nvGrpSpPr>
        <p:grpSpPr>
          <a:xfrm>
            <a:off x="2470823" y="1863125"/>
            <a:ext cx="2019852" cy="2564875"/>
            <a:chOff x="2470823" y="1863125"/>
            <a:chExt cx="2019852" cy="2564875"/>
          </a:xfrm>
        </p:grpSpPr>
        <p:sp>
          <p:nvSpPr>
            <p:cNvPr id="2160" name="Google Shape;2160;p33"/>
            <p:cNvSpPr/>
            <p:nvPr/>
          </p:nvSpPr>
          <p:spPr>
            <a:xfrm>
              <a:off x="2669850" y="1863125"/>
              <a:ext cx="336410" cy="1285843"/>
            </a:xfrm>
            <a:custGeom>
              <a:rect b="b" l="l" r="r" t="t"/>
              <a:pathLst>
                <a:path extrusionOk="0" h="63774" w="18026">
                  <a:moveTo>
                    <a:pt x="5545" y="1072"/>
                  </a:moveTo>
                  <a:cubicBezTo>
                    <a:pt x="8894" y="1232"/>
                    <a:pt x="12243" y="1408"/>
                    <a:pt x="15594" y="1572"/>
                  </a:cubicBezTo>
                  <a:cubicBezTo>
                    <a:pt x="15244" y="2057"/>
                    <a:pt x="14912" y="2558"/>
                    <a:pt x="14512" y="3005"/>
                  </a:cubicBezTo>
                  <a:cubicBezTo>
                    <a:pt x="10388" y="3087"/>
                    <a:pt x="6273" y="3320"/>
                    <a:pt x="2167" y="3703"/>
                  </a:cubicBezTo>
                  <a:cubicBezTo>
                    <a:pt x="3289" y="2823"/>
                    <a:pt x="4386" y="1905"/>
                    <a:pt x="5545" y="1072"/>
                  </a:cubicBezTo>
                  <a:close/>
                  <a:moveTo>
                    <a:pt x="16401" y="2112"/>
                  </a:moveTo>
                  <a:cubicBezTo>
                    <a:pt x="16585" y="21184"/>
                    <a:pt x="16767" y="40255"/>
                    <a:pt x="16950" y="59326"/>
                  </a:cubicBezTo>
                  <a:cubicBezTo>
                    <a:pt x="16953" y="59375"/>
                    <a:pt x="16964" y="59424"/>
                    <a:pt x="16981" y="59470"/>
                  </a:cubicBezTo>
                  <a:cubicBezTo>
                    <a:pt x="16358" y="60313"/>
                    <a:pt x="15774" y="61180"/>
                    <a:pt x="15228" y="62073"/>
                  </a:cubicBezTo>
                  <a:cubicBezTo>
                    <a:pt x="15381" y="42603"/>
                    <a:pt x="15384" y="23135"/>
                    <a:pt x="15237" y="3665"/>
                  </a:cubicBezTo>
                  <a:cubicBezTo>
                    <a:pt x="15665" y="3180"/>
                    <a:pt x="16014" y="2631"/>
                    <a:pt x="16401" y="2112"/>
                  </a:cubicBezTo>
                  <a:close/>
                  <a:moveTo>
                    <a:pt x="14254" y="3996"/>
                  </a:moveTo>
                  <a:lnTo>
                    <a:pt x="14254" y="3996"/>
                  </a:lnTo>
                  <a:cubicBezTo>
                    <a:pt x="14402" y="23593"/>
                    <a:pt x="14396" y="43190"/>
                    <a:pt x="14238" y="62786"/>
                  </a:cubicBezTo>
                  <a:lnTo>
                    <a:pt x="1105" y="62700"/>
                  </a:lnTo>
                  <a:cubicBezTo>
                    <a:pt x="1022" y="43398"/>
                    <a:pt x="1070" y="24097"/>
                    <a:pt x="988" y="4796"/>
                  </a:cubicBezTo>
                  <a:cubicBezTo>
                    <a:pt x="5400" y="4359"/>
                    <a:pt x="9823" y="4093"/>
                    <a:pt x="14254" y="3996"/>
                  </a:cubicBezTo>
                  <a:close/>
                  <a:moveTo>
                    <a:pt x="5487" y="0"/>
                  </a:moveTo>
                  <a:cubicBezTo>
                    <a:pt x="5413" y="0"/>
                    <a:pt x="5333" y="23"/>
                    <a:pt x="5253" y="73"/>
                  </a:cubicBezTo>
                  <a:lnTo>
                    <a:pt x="5208" y="70"/>
                  </a:lnTo>
                  <a:cubicBezTo>
                    <a:pt x="5199" y="70"/>
                    <a:pt x="5189" y="70"/>
                    <a:pt x="5180" y="70"/>
                  </a:cubicBezTo>
                  <a:cubicBezTo>
                    <a:pt x="4923" y="70"/>
                    <a:pt x="4785" y="244"/>
                    <a:pt x="4750" y="443"/>
                  </a:cubicBezTo>
                  <a:cubicBezTo>
                    <a:pt x="3223" y="1572"/>
                    <a:pt x="1795" y="2827"/>
                    <a:pt x="245" y="3924"/>
                  </a:cubicBezTo>
                  <a:cubicBezTo>
                    <a:pt x="226" y="3938"/>
                    <a:pt x="209" y="3954"/>
                    <a:pt x="191" y="3970"/>
                  </a:cubicBezTo>
                  <a:cubicBezTo>
                    <a:pt x="80" y="4048"/>
                    <a:pt x="1" y="4171"/>
                    <a:pt x="2" y="4349"/>
                  </a:cubicBezTo>
                  <a:cubicBezTo>
                    <a:pt x="87" y="23963"/>
                    <a:pt x="35" y="43575"/>
                    <a:pt x="122" y="63188"/>
                  </a:cubicBezTo>
                  <a:cubicBezTo>
                    <a:pt x="126" y="63458"/>
                    <a:pt x="345" y="63676"/>
                    <a:pt x="615" y="63681"/>
                  </a:cubicBezTo>
                  <a:lnTo>
                    <a:pt x="14728" y="63773"/>
                  </a:lnTo>
                  <a:cubicBezTo>
                    <a:pt x="14809" y="63772"/>
                    <a:pt x="14887" y="63750"/>
                    <a:pt x="14957" y="63708"/>
                  </a:cubicBezTo>
                  <a:cubicBezTo>
                    <a:pt x="15014" y="63730"/>
                    <a:pt x="15075" y="63741"/>
                    <a:pt x="15136" y="63741"/>
                  </a:cubicBezTo>
                  <a:cubicBezTo>
                    <a:pt x="15285" y="63741"/>
                    <a:pt x="15432" y="63672"/>
                    <a:pt x="15529" y="63502"/>
                  </a:cubicBezTo>
                  <a:cubicBezTo>
                    <a:pt x="16243" y="62246"/>
                    <a:pt x="17034" y="61035"/>
                    <a:pt x="17898" y="59876"/>
                  </a:cubicBezTo>
                  <a:cubicBezTo>
                    <a:pt x="18025" y="59704"/>
                    <a:pt x="18010" y="59534"/>
                    <a:pt x="17921" y="59404"/>
                  </a:cubicBezTo>
                  <a:cubicBezTo>
                    <a:pt x="17924" y="59376"/>
                    <a:pt x="17936" y="59355"/>
                    <a:pt x="17936" y="59326"/>
                  </a:cubicBezTo>
                  <a:lnTo>
                    <a:pt x="17375" y="1128"/>
                  </a:lnTo>
                  <a:cubicBezTo>
                    <a:pt x="17373" y="812"/>
                    <a:pt x="17128" y="657"/>
                    <a:pt x="16883" y="657"/>
                  </a:cubicBezTo>
                  <a:cubicBezTo>
                    <a:pt x="16838" y="657"/>
                    <a:pt x="16793" y="663"/>
                    <a:pt x="16750" y="673"/>
                  </a:cubicBezTo>
                  <a:cubicBezTo>
                    <a:pt x="16692" y="646"/>
                    <a:pt x="16628" y="633"/>
                    <a:pt x="16564" y="633"/>
                  </a:cubicBezTo>
                  <a:cubicBezTo>
                    <a:pt x="16555" y="633"/>
                    <a:pt x="16546" y="633"/>
                    <a:pt x="16537" y="634"/>
                  </a:cubicBezTo>
                  <a:cubicBezTo>
                    <a:pt x="12938" y="462"/>
                    <a:pt x="9340" y="270"/>
                    <a:pt x="5743" y="98"/>
                  </a:cubicBezTo>
                  <a:cubicBezTo>
                    <a:pt x="5670" y="37"/>
                    <a:pt x="5583" y="0"/>
                    <a:pt x="5487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33"/>
            <p:cNvSpPr/>
            <p:nvPr/>
          </p:nvSpPr>
          <p:spPr>
            <a:xfrm>
              <a:off x="3244345" y="1863125"/>
              <a:ext cx="336410" cy="1285843"/>
            </a:xfrm>
            <a:custGeom>
              <a:rect b="b" l="l" r="r" t="t"/>
              <a:pathLst>
                <a:path extrusionOk="0" h="63774" w="18026">
                  <a:moveTo>
                    <a:pt x="5545" y="1072"/>
                  </a:moveTo>
                  <a:cubicBezTo>
                    <a:pt x="8894" y="1232"/>
                    <a:pt x="12243" y="1408"/>
                    <a:pt x="15594" y="1572"/>
                  </a:cubicBezTo>
                  <a:cubicBezTo>
                    <a:pt x="15244" y="2057"/>
                    <a:pt x="14912" y="2558"/>
                    <a:pt x="14512" y="3005"/>
                  </a:cubicBezTo>
                  <a:cubicBezTo>
                    <a:pt x="10388" y="3087"/>
                    <a:pt x="6273" y="3320"/>
                    <a:pt x="2167" y="3703"/>
                  </a:cubicBezTo>
                  <a:cubicBezTo>
                    <a:pt x="3289" y="2823"/>
                    <a:pt x="4386" y="1905"/>
                    <a:pt x="5545" y="1072"/>
                  </a:cubicBezTo>
                  <a:close/>
                  <a:moveTo>
                    <a:pt x="16401" y="2112"/>
                  </a:moveTo>
                  <a:cubicBezTo>
                    <a:pt x="16585" y="21184"/>
                    <a:pt x="16767" y="40255"/>
                    <a:pt x="16950" y="59326"/>
                  </a:cubicBezTo>
                  <a:cubicBezTo>
                    <a:pt x="16953" y="59375"/>
                    <a:pt x="16964" y="59424"/>
                    <a:pt x="16981" y="59470"/>
                  </a:cubicBezTo>
                  <a:cubicBezTo>
                    <a:pt x="16358" y="60313"/>
                    <a:pt x="15774" y="61180"/>
                    <a:pt x="15228" y="62073"/>
                  </a:cubicBezTo>
                  <a:cubicBezTo>
                    <a:pt x="15381" y="42603"/>
                    <a:pt x="15384" y="23135"/>
                    <a:pt x="15237" y="3665"/>
                  </a:cubicBezTo>
                  <a:cubicBezTo>
                    <a:pt x="15665" y="3180"/>
                    <a:pt x="16014" y="2631"/>
                    <a:pt x="16401" y="2112"/>
                  </a:cubicBezTo>
                  <a:close/>
                  <a:moveTo>
                    <a:pt x="14254" y="3996"/>
                  </a:moveTo>
                  <a:lnTo>
                    <a:pt x="14254" y="3996"/>
                  </a:lnTo>
                  <a:cubicBezTo>
                    <a:pt x="14402" y="23593"/>
                    <a:pt x="14396" y="43190"/>
                    <a:pt x="14238" y="62786"/>
                  </a:cubicBezTo>
                  <a:lnTo>
                    <a:pt x="1105" y="62700"/>
                  </a:lnTo>
                  <a:cubicBezTo>
                    <a:pt x="1022" y="43398"/>
                    <a:pt x="1070" y="24097"/>
                    <a:pt x="988" y="4796"/>
                  </a:cubicBezTo>
                  <a:cubicBezTo>
                    <a:pt x="5400" y="4359"/>
                    <a:pt x="9823" y="4093"/>
                    <a:pt x="14254" y="3996"/>
                  </a:cubicBezTo>
                  <a:close/>
                  <a:moveTo>
                    <a:pt x="5487" y="0"/>
                  </a:moveTo>
                  <a:cubicBezTo>
                    <a:pt x="5413" y="0"/>
                    <a:pt x="5333" y="23"/>
                    <a:pt x="5253" y="73"/>
                  </a:cubicBezTo>
                  <a:lnTo>
                    <a:pt x="5208" y="70"/>
                  </a:lnTo>
                  <a:cubicBezTo>
                    <a:pt x="5199" y="70"/>
                    <a:pt x="5189" y="70"/>
                    <a:pt x="5180" y="70"/>
                  </a:cubicBezTo>
                  <a:cubicBezTo>
                    <a:pt x="4923" y="70"/>
                    <a:pt x="4785" y="244"/>
                    <a:pt x="4750" y="443"/>
                  </a:cubicBezTo>
                  <a:cubicBezTo>
                    <a:pt x="3223" y="1572"/>
                    <a:pt x="1795" y="2827"/>
                    <a:pt x="245" y="3924"/>
                  </a:cubicBezTo>
                  <a:cubicBezTo>
                    <a:pt x="226" y="3938"/>
                    <a:pt x="209" y="3954"/>
                    <a:pt x="191" y="3970"/>
                  </a:cubicBezTo>
                  <a:cubicBezTo>
                    <a:pt x="80" y="4048"/>
                    <a:pt x="1" y="4171"/>
                    <a:pt x="2" y="4349"/>
                  </a:cubicBezTo>
                  <a:cubicBezTo>
                    <a:pt x="87" y="23963"/>
                    <a:pt x="35" y="43575"/>
                    <a:pt x="122" y="63188"/>
                  </a:cubicBezTo>
                  <a:cubicBezTo>
                    <a:pt x="126" y="63458"/>
                    <a:pt x="345" y="63676"/>
                    <a:pt x="615" y="63681"/>
                  </a:cubicBezTo>
                  <a:lnTo>
                    <a:pt x="14728" y="63773"/>
                  </a:lnTo>
                  <a:cubicBezTo>
                    <a:pt x="14809" y="63772"/>
                    <a:pt x="14887" y="63750"/>
                    <a:pt x="14957" y="63708"/>
                  </a:cubicBezTo>
                  <a:cubicBezTo>
                    <a:pt x="15014" y="63730"/>
                    <a:pt x="15075" y="63741"/>
                    <a:pt x="15136" y="63741"/>
                  </a:cubicBezTo>
                  <a:cubicBezTo>
                    <a:pt x="15285" y="63741"/>
                    <a:pt x="15432" y="63672"/>
                    <a:pt x="15529" y="63502"/>
                  </a:cubicBezTo>
                  <a:cubicBezTo>
                    <a:pt x="16243" y="62246"/>
                    <a:pt x="17034" y="61035"/>
                    <a:pt x="17898" y="59876"/>
                  </a:cubicBezTo>
                  <a:cubicBezTo>
                    <a:pt x="18025" y="59704"/>
                    <a:pt x="18010" y="59534"/>
                    <a:pt x="17921" y="59404"/>
                  </a:cubicBezTo>
                  <a:cubicBezTo>
                    <a:pt x="17924" y="59376"/>
                    <a:pt x="17936" y="59355"/>
                    <a:pt x="17936" y="59326"/>
                  </a:cubicBezTo>
                  <a:lnTo>
                    <a:pt x="17375" y="1128"/>
                  </a:lnTo>
                  <a:cubicBezTo>
                    <a:pt x="17373" y="812"/>
                    <a:pt x="17128" y="657"/>
                    <a:pt x="16883" y="657"/>
                  </a:cubicBezTo>
                  <a:cubicBezTo>
                    <a:pt x="16838" y="657"/>
                    <a:pt x="16793" y="663"/>
                    <a:pt x="16750" y="673"/>
                  </a:cubicBezTo>
                  <a:cubicBezTo>
                    <a:pt x="16692" y="646"/>
                    <a:pt x="16628" y="633"/>
                    <a:pt x="16564" y="633"/>
                  </a:cubicBezTo>
                  <a:cubicBezTo>
                    <a:pt x="16555" y="633"/>
                    <a:pt x="16546" y="633"/>
                    <a:pt x="16537" y="634"/>
                  </a:cubicBezTo>
                  <a:cubicBezTo>
                    <a:pt x="12938" y="462"/>
                    <a:pt x="9340" y="270"/>
                    <a:pt x="5743" y="98"/>
                  </a:cubicBezTo>
                  <a:cubicBezTo>
                    <a:pt x="5670" y="37"/>
                    <a:pt x="5583" y="0"/>
                    <a:pt x="5487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33"/>
            <p:cNvSpPr/>
            <p:nvPr/>
          </p:nvSpPr>
          <p:spPr>
            <a:xfrm>
              <a:off x="3818840" y="1863125"/>
              <a:ext cx="336410" cy="1285843"/>
            </a:xfrm>
            <a:custGeom>
              <a:rect b="b" l="l" r="r" t="t"/>
              <a:pathLst>
                <a:path extrusionOk="0" h="63774" w="18026">
                  <a:moveTo>
                    <a:pt x="5545" y="1072"/>
                  </a:moveTo>
                  <a:cubicBezTo>
                    <a:pt x="8894" y="1232"/>
                    <a:pt x="12243" y="1408"/>
                    <a:pt x="15594" y="1572"/>
                  </a:cubicBezTo>
                  <a:cubicBezTo>
                    <a:pt x="15244" y="2057"/>
                    <a:pt x="14912" y="2558"/>
                    <a:pt x="14512" y="3005"/>
                  </a:cubicBezTo>
                  <a:cubicBezTo>
                    <a:pt x="10388" y="3087"/>
                    <a:pt x="6273" y="3320"/>
                    <a:pt x="2167" y="3703"/>
                  </a:cubicBezTo>
                  <a:cubicBezTo>
                    <a:pt x="3289" y="2823"/>
                    <a:pt x="4386" y="1905"/>
                    <a:pt x="5545" y="1072"/>
                  </a:cubicBezTo>
                  <a:close/>
                  <a:moveTo>
                    <a:pt x="16401" y="2112"/>
                  </a:moveTo>
                  <a:cubicBezTo>
                    <a:pt x="16585" y="21184"/>
                    <a:pt x="16767" y="40255"/>
                    <a:pt x="16950" y="59326"/>
                  </a:cubicBezTo>
                  <a:cubicBezTo>
                    <a:pt x="16953" y="59375"/>
                    <a:pt x="16964" y="59424"/>
                    <a:pt x="16981" y="59470"/>
                  </a:cubicBezTo>
                  <a:cubicBezTo>
                    <a:pt x="16358" y="60313"/>
                    <a:pt x="15774" y="61180"/>
                    <a:pt x="15228" y="62073"/>
                  </a:cubicBezTo>
                  <a:cubicBezTo>
                    <a:pt x="15381" y="42603"/>
                    <a:pt x="15384" y="23135"/>
                    <a:pt x="15237" y="3665"/>
                  </a:cubicBezTo>
                  <a:cubicBezTo>
                    <a:pt x="15665" y="3180"/>
                    <a:pt x="16014" y="2631"/>
                    <a:pt x="16401" y="2112"/>
                  </a:cubicBezTo>
                  <a:close/>
                  <a:moveTo>
                    <a:pt x="14254" y="3996"/>
                  </a:moveTo>
                  <a:lnTo>
                    <a:pt x="14254" y="3996"/>
                  </a:lnTo>
                  <a:cubicBezTo>
                    <a:pt x="14402" y="23593"/>
                    <a:pt x="14396" y="43190"/>
                    <a:pt x="14238" y="62786"/>
                  </a:cubicBezTo>
                  <a:lnTo>
                    <a:pt x="1105" y="62700"/>
                  </a:lnTo>
                  <a:cubicBezTo>
                    <a:pt x="1022" y="43398"/>
                    <a:pt x="1070" y="24097"/>
                    <a:pt x="988" y="4796"/>
                  </a:cubicBezTo>
                  <a:cubicBezTo>
                    <a:pt x="5400" y="4359"/>
                    <a:pt x="9823" y="4093"/>
                    <a:pt x="14254" y="3996"/>
                  </a:cubicBezTo>
                  <a:close/>
                  <a:moveTo>
                    <a:pt x="5487" y="0"/>
                  </a:moveTo>
                  <a:cubicBezTo>
                    <a:pt x="5413" y="0"/>
                    <a:pt x="5333" y="23"/>
                    <a:pt x="5253" y="73"/>
                  </a:cubicBezTo>
                  <a:lnTo>
                    <a:pt x="5208" y="70"/>
                  </a:lnTo>
                  <a:cubicBezTo>
                    <a:pt x="5199" y="70"/>
                    <a:pt x="5189" y="70"/>
                    <a:pt x="5180" y="70"/>
                  </a:cubicBezTo>
                  <a:cubicBezTo>
                    <a:pt x="4923" y="70"/>
                    <a:pt x="4785" y="244"/>
                    <a:pt x="4750" y="443"/>
                  </a:cubicBezTo>
                  <a:cubicBezTo>
                    <a:pt x="3223" y="1572"/>
                    <a:pt x="1795" y="2827"/>
                    <a:pt x="245" y="3924"/>
                  </a:cubicBezTo>
                  <a:cubicBezTo>
                    <a:pt x="226" y="3938"/>
                    <a:pt x="209" y="3954"/>
                    <a:pt x="191" y="3970"/>
                  </a:cubicBezTo>
                  <a:cubicBezTo>
                    <a:pt x="80" y="4048"/>
                    <a:pt x="1" y="4171"/>
                    <a:pt x="2" y="4349"/>
                  </a:cubicBezTo>
                  <a:cubicBezTo>
                    <a:pt x="87" y="23963"/>
                    <a:pt x="35" y="43575"/>
                    <a:pt x="122" y="63188"/>
                  </a:cubicBezTo>
                  <a:cubicBezTo>
                    <a:pt x="126" y="63458"/>
                    <a:pt x="345" y="63676"/>
                    <a:pt x="615" y="63681"/>
                  </a:cubicBezTo>
                  <a:lnTo>
                    <a:pt x="14728" y="63773"/>
                  </a:lnTo>
                  <a:cubicBezTo>
                    <a:pt x="14809" y="63772"/>
                    <a:pt x="14887" y="63750"/>
                    <a:pt x="14957" y="63708"/>
                  </a:cubicBezTo>
                  <a:cubicBezTo>
                    <a:pt x="15014" y="63730"/>
                    <a:pt x="15075" y="63741"/>
                    <a:pt x="15136" y="63741"/>
                  </a:cubicBezTo>
                  <a:cubicBezTo>
                    <a:pt x="15285" y="63741"/>
                    <a:pt x="15432" y="63672"/>
                    <a:pt x="15529" y="63502"/>
                  </a:cubicBezTo>
                  <a:cubicBezTo>
                    <a:pt x="16243" y="62246"/>
                    <a:pt x="17034" y="61035"/>
                    <a:pt x="17898" y="59876"/>
                  </a:cubicBezTo>
                  <a:cubicBezTo>
                    <a:pt x="18025" y="59704"/>
                    <a:pt x="18010" y="59534"/>
                    <a:pt x="17921" y="59404"/>
                  </a:cubicBezTo>
                  <a:cubicBezTo>
                    <a:pt x="17924" y="59376"/>
                    <a:pt x="17936" y="59355"/>
                    <a:pt x="17936" y="59326"/>
                  </a:cubicBezTo>
                  <a:lnTo>
                    <a:pt x="17375" y="1128"/>
                  </a:lnTo>
                  <a:cubicBezTo>
                    <a:pt x="17373" y="812"/>
                    <a:pt x="17128" y="657"/>
                    <a:pt x="16883" y="657"/>
                  </a:cubicBezTo>
                  <a:cubicBezTo>
                    <a:pt x="16838" y="657"/>
                    <a:pt x="16793" y="663"/>
                    <a:pt x="16750" y="673"/>
                  </a:cubicBezTo>
                  <a:cubicBezTo>
                    <a:pt x="16692" y="646"/>
                    <a:pt x="16628" y="633"/>
                    <a:pt x="16564" y="633"/>
                  </a:cubicBezTo>
                  <a:cubicBezTo>
                    <a:pt x="16555" y="633"/>
                    <a:pt x="16546" y="633"/>
                    <a:pt x="16537" y="634"/>
                  </a:cubicBezTo>
                  <a:cubicBezTo>
                    <a:pt x="12938" y="462"/>
                    <a:pt x="9340" y="270"/>
                    <a:pt x="5743" y="98"/>
                  </a:cubicBezTo>
                  <a:cubicBezTo>
                    <a:pt x="5670" y="37"/>
                    <a:pt x="5583" y="0"/>
                    <a:pt x="5487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33"/>
            <p:cNvSpPr/>
            <p:nvPr/>
          </p:nvSpPr>
          <p:spPr>
            <a:xfrm>
              <a:off x="2741863" y="2302609"/>
              <a:ext cx="147900" cy="837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33"/>
            <p:cNvSpPr/>
            <p:nvPr/>
          </p:nvSpPr>
          <p:spPr>
            <a:xfrm>
              <a:off x="3308999" y="2194834"/>
              <a:ext cx="147900" cy="945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33"/>
            <p:cNvSpPr/>
            <p:nvPr/>
          </p:nvSpPr>
          <p:spPr>
            <a:xfrm>
              <a:off x="3885323" y="2449365"/>
              <a:ext cx="147900" cy="691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33"/>
            <p:cNvSpPr txBox="1"/>
            <p:nvPr/>
          </p:nvSpPr>
          <p:spPr>
            <a:xfrm>
              <a:off x="2470823" y="3222068"/>
              <a:ext cx="6900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7" name="Google Shape;2167;p33"/>
            <p:cNvSpPr txBox="1"/>
            <p:nvPr/>
          </p:nvSpPr>
          <p:spPr>
            <a:xfrm>
              <a:off x="3037948" y="3222068"/>
              <a:ext cx="6900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8" name="Google Shape;2168;p33"/>
            <p:cNvSpPr txBox="1"/>
            <p:nvPr/>
          </p:nvSpPr>
          <p:spPr>
            <a:xfrm>
              <a:off x="3614273" y="3222068"/>
              <a:ext cx="6900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9" name="Google Shape;2169;p33"/>
            <p:cNvSpPr txBox="1"/>
            <p:nvPr/>
          </p:nvSpPr>
          <p:spPr>
            <a:xfrm>
              <a:off x="2873375" y="3601850"/>
              <a:ext cx="16173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place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0" name="Google Shape;2170;p33"/>
            <p:cNvSpPr/>
            <p:nvPr/>
          </p:nvSpPr>
          <p:spPr>
            <a:xfrm>
              <a:off x="2594443" y="3638305"/>
              <a:ext cx="147300" cy="14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33"/>
            <p:cNvSpPr/>
            <p:nvPr/>
          </p:nvSpPr>
          <p:spPr>
            <a:xfrm>
              <a:off x="2594443" y="3941879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33"/>
            <p:cNvSpPr/>
            <p:nvPr/>
          </p:nvSpPr>
          <p:spPr>
            <a:xfrm>
              <a:off x="2594443" y="4250089"/>
              <a:ext cx="147300" cy="146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33"/>
            <p:cNvSpPr/>
            <p:nvPr/>
          </p:nvSpPr>
          <p:spPr>
            <a:xfrm>
              <a:off x="2589176" y="363378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33"/>
            <p:cNvSpPr/>
            <p:nvPr/>
          </p:nvSpPr>
          <p:spPr>
            <a:xfrm>
              <a:off x="2589176" y="394199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33"/>
            <p:cNvSpPr/>
            <p:nvPr/>
          </p:nvSpPr>
          <p:spPr>
            <a:xfrm>
              <a:off x="2589176" y="425020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33"/>
            <p:cNvSpPr txBox="1"/>
            <p:nvPr/>
          </p:nvSpPr>
          <p:spPr>
            <a:xfrm>
              <a:off x="2873375" y="3905425"/>
              <a:ext cx="16173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a gas giant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7" name="Google Shape;2177;p33"/>
            <p:cNvSpPr txBox="1"/>
            <p:nvPr/>
          </p:nvSpPr>
          <p:spPr>
            <a:xfrm>
              <a:off x="2873375" y="4209000"/>
              <a:ext cx="16173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</a:t>
              </a: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 the fifth planet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78" name="Google Shape;2178;p33"/>
          <p:cNvGrpSpPr/>
          <p:nvPr/>
        </p:nvGrpSpPr>
        <p:grpSpPr>
          <a:xfrm>
            <a:off x="486175" y="3271646"/>
            <a:ext cx="1744500" cy="1222141"/>
            <a:chOff x="486175" y="3271646"/>
            <a:chExt cx="1744500" cy="1222141"/>
          </a:xfrm>
        </p:grpSpPr>
        <p:sp>
          <p:nvSpPr>
            <p:cNvPr id="2179" name="Google Shape;2179;p33"/>
            <p:cNvSpPr txBox="1"/>
            <p:nvPr/>
          </p:nvSpPr>
          <p:spPr>
            <a:xfrm>
              <a:off x="486187" y="3271646"/>
              <a:ext cx="1383600" cy="3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</a:t>
              </a: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About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180" name="Google Shape;2180;p33"/>
            <p:cNvSpPr txBox="1"/>
            <p:nvPr/>
          </p:nvSpPr>
          <p:spPr>
            <a:xfrm>
              <a:off x="486175" y="3692787"/>
              <a:ext cx="1744500" cy="8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Earth is the third planet from the Sun and the one that harbors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181" name="Google Shape;2181;p33"/>
          <p:cNvSpPr txBox="1"/>
          <p:nvPr/>
        </p:nvSpPr>
        <p:spPr>
          <a:xfrm>
            <a:off x="2589172" y="1451341"/>
            <a:ext cx="15378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Experience</a:t>
            </a:r>
            <a:endParaRPr sz="19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182" name="Google Shape;2182;p33"/>
          <p:cNvSpPr/>
          <p:nvPr/>
        </p:nvSpPr>
        <p:spPr>
          <a:xfrm>
            <a:off x="1371894" y="2976874"/>
            <a:ext cx="33469" cy="24222"/>
          </a:xfrm>
          <a:custGeom>
            <a:rect b="b" l="l" r="r" t="t"/>
            <a:pathLst>
              <a:path extrusionOk="0" h="888" w="1227">
                <a:moveTo>
                  <a:pt x="483" y="1"/>
                </a:moveTo>
                <a:cubicBezTo>
                  <a:pt x="306" y="1"/>
                  <a:pt x="147" y="93"/>
                  <a:pt x="91" y="288"/>
                </a:cubicBezTo>
                <a:cubicBezTo>
                  <a:pt x="0" y="607"/>
                  <a:pt x="229" y="788"/>
                  <a:pt x="454" y="788"/>
                </a:cubicBezTo>
                <a:cubicBezTo>
                  <a:pt x="572" y="788"/>
                  <a:pt x="656" y="888"/>
                  <a:pt x="762" y="888"/>
                </a:cubicBezTo>
                <a:cubicBezTo>
                  <a:pt x="780" y="888"/>
                  <a:pt x="798" y="885"/>
                  <a:pt x="816" y="879"/>
                </a:cubicBezTo>
                <a:cubicBezTo>
                  <a:pt x="1045" y="788"/>
                  <a:pt x="1226" y="516"/>
                  <a:pt x="998" y="335"/>
                </a:cubicBezTo>
                <a:lnTo>
                  <a:pt x="998" y="288"/>
                </a:lnTo>
                <a:cubicBezTo>
                  <a:pt x="954" y="197"/>
                  <a:pt x="863" y="154"/>
                  <a:pt x="816" y="106"/>
                </a:cubicBezTo>
                <a:cubicBezTo>
                  <a:pt x="712" y="37"/>
                  <a:pt x="594" y="1"/>
                  <a:pt x="483" y="1"/>
                </a:cubicBezTo>
                <a:close/>
              </a:path>
            </a:pathLst>
          </a:custGeom>
          <a:solidFill>
            <a:srgbClr val="232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83" name="Google Shape;2183;p33"/>
          <p:cNvGrpSpPr/>
          <p:nvPr/>
        </p:nvGrpSpPr>
        <p:grpSpPr>
          <a:xfrm>
            <a:off x="516176" y="1389524"/>
            <a:ext cx="1670747" cy="1673817"/>
            <a:chOff x="516176" y="1389524"/>
            <a:chExt cx="1670747" cy="1673817"/>
          </a:xfrm>
        </p:grpSpPr>
        <p:sp>
          <p:nvSpPr>
            <p:cNvPr id="2184" name="Google Shape;2184;p33"/>
            <p:cNvSpPr/>
            <p:nvPr/>
          </p:nvSpPr>
          <p:spPr>
            <a:xfrm>
              <a:off x="852522" y="1954664"/>
              <a:ext cx="918897" cy="589658"/>
            </a:xfrm>
            <a:custGeom>
              <a:rect b="b" l="l" r="r" t="t"/>
              <a:pathLst>
                <a:path extrusionOk="0" h="21617" w="33687">
                  <a:moveTo>
                    <a:pt x="28061" y="0"/>
                  </a:moveTo>
                  <a:cubicBezTo>
                    <a:pt x="27870" y="0"/>
                    <a:pt x="27675" y="67"/>
                    <a:pt x="27521" y="183"/>
                  </a:cubicBezTo>
                  <a:cubicBezTo>
                    <a:pt x="27339" y="273"/>
                    <a:pt x="27202" y="364"/>
                    <a:pt x="27111" y="545"/>
                  </a:cubicBezTo>
                  <a:cubicBezTo>
                    <a:pt x="26476" y="317"/>
                    <a:pt x="25707" y="273"/>
                    <a:pt x="24801" y="273"/>
                  </a:cubicBezTo>
                  <a:cubicBezTo>
                    <a:pt x="23259" y="273"/>
                    <a:pt x="21671" y="408"/>
                    <a:pt x="20129" y="545"/>
                  </a:cubicBezTo>
                  <a:cubicBezTo>
                    <a:pt x="19995" y="455"/>
                    <a:pt x="19767" y="364"/>
                    <a:pt x="19495" y="317"/>
                  </a:cubicBezTo>
                  <a:cubicBezTo>
                    <a:pt x="19214" y="309"/>
                    <a:pt x="18933" y="306"/>
                    <a:pt x="18652" y="306"/>
                  </a:cubicBezTo>
                  <a:cubicBezTo>
                    <a:pt x="17301" y="306"/>
                    <a:pt x="15949" y="387"/>
                    <a:pt x="14598" y="498"/>
                  </a:cubicBezTo>
                  <a:cubicBezTo>
                    <a:pt x="14283" y="455"/>
                    <a:pt x="13920" y="408"/>
                    <a:pt x="13558" y="408"/>
                  </a:cubicBezTo>
                  <a:cubicBezTo>
                    <a:pt x="13029" y="214"/>
                    <a:pt x="12399" y="190"/>
                    <a:pt x="11813" y="190"/>
                  </a:cubicBezTo>
                  <a:cubicBezTo>
                    <a:pt x="11614" y="190"/>
                    <a:pt x="11420" y="193"/>
                    <a:pt x="11236" y="193"/>
                  </a:cubicBezTo>
                  <a:cubicBezTo>
                    <a:pt x="11078" y="193"/>
                    <a:pt x="10929" y="190"/>
                    <a:pt x="10790" y="183"/>
                  </a:cubicBezTo>
                  <a:cubicBezTo>
                    <a:pt x="9205" y="92"/>
                    <a:pt x="7617" y="45"/>
                    <a:pt x="6032" y="1"/>
                  </a:cubicBezTo>
                  <a:cubicBezTo>
                    <a:pt x="5169" y="1"/>
                    <a:pt x="4853" y="817"/>
                    <a:pt x="5169" y="1452"/>
                  </a:cubicBezTo>
                  <a:cubicBezTo>
                    <a:pt x="5078" y="1543"/>
                    <a:pt x="5078" y="1633"/>
                    <a:pt x="5035" y="1724"/>
                  </a:cubicBezTo>
                  <a:cubicBezTo>
                    <a:pt x="4625" y="3537"/>
                    <a:pt x="4171" y="5351"/>
                    <a:pt x="3765" y="7164"/>
                  </a:cubicBezTo>
                  <a:cubicBezTo>
                    <a:pt x="3674" y="7527"/>
                    <a:pt x="3627" y="7890"/>
                    <a:pt x="3584" y="8205"/>
                  </a:cubicBezTo>
                  <a:cubicBezTo>
                    <a:pt x="3130" y="8978"/>
                    <a:pt x="2630" y="9747"/>
                    <a:pt x="2358" y="10563"/>
                  </a:cubicBezTo>
                  <a:cubicBezTo>
                    <a:pt x="2314" y="10291"/>
                    <a:pt x="2267" y="9975"/>
                    <a:pt x="2224" y="9656"/>
                  </a:cubicBezTo>
                  <a:cubicBezTo>
                    <a:pt x="2133" y="9317"/>
                    <a:pt x="1827" y="9158"/>
                    <a:pt x="1520" y="9158"/>
                  </a:cubicBezTo>
                  <a:cubicBezTo>
                    <a:pt x="1214" y="9158"/>
                    <a:pt x="907" y="9317"/>
                    <a:pt x="817" y="9612"/>
                  </a:cubicBezTo>
                  <a:cubicBezTo>
                    <a:pt x="817" y="9656"/>
                    <a:pt x="773" y="9703"/>
                    <a:pt x="726" y="9747"/>
                  </a:cubicBezTo>
                  <a:cubicBezTo>
                    <a:pt x="320" y="11107"/>
                    <a:pt x="1" y="13645"/>
                    <a:pt x="1451" y="14509"/>
                  </a:cubicBezTo>
                  <a:cubicBezTo>
                    <a:pt x="1554" y="14549"/>
                    <a:pt x="1673" y="14572"/>
                    <a:pt x="1795" y="14572"/>
                  </a:cubicBezTo>
                  <a:cubicBezTo>
                    <a:pt x="1945" y="14572"/>
                    <a:pt x="2098" y="14538"/>
                    <a:pt x="2224" y="14461"/>
                  </a:cubicBezTo>
                  <a:cubicBezTo>
                    <a:pt x="2267" y="14509"/>
                    <a:pt x="2314" y="14552"/>
                    <a:pt x="2358" y="14552"/>
                  </a:cubicBezTo>
                  <a:lnTo>
                    <a:pt x="2358" y="14643"/>
                  </a:lnTo>
                  <a:cubicBezTo>
                    <a:pt x="2677" y="15459"/>
                    <a:pt x="2949" y="16275"/>
                    <a:pt x="3402" y="17047"/>
                  </a:cubicBezTo>
                  <a:cubicBezTo>
                    <a:pt x="3446" y="17229"/>
                    <a:pt x="3584" y="17272"/>
                    <a:pt x="3718" y="17319"/>
                  </a:cubicBezTo>
                  <a:lnTo>
                    <a:pt x="3765" y="17319"/>
                  </a:lnTo>
                  <a:cubicBezTo>
                    <a:pt x="3765" y="17454"/>
                    <a:pt x="3809" y="17591"/>
                    <a:pt x="3946" y="17726"/>
                  </a:cubicBezTo>
                  <a:lnTo>
                    <a:pt x="4218" y="17998"/>
                  </a:lnTo>
                  <a:cubicBezTo>
                    <a:pt x="4262" y="18088"/>
                    <a:pt x="4353" y="18179"/>
                    <a:pt x="4443" y="18317"/>
                  </a:cubicBezTo>
                  <a:cubicBezTo>
                    <a:pt x="4443" y="18498"/>
                    <a:pt x="4490" y="18679"/>
                    <a:pt x="4672" y="18861"/>
                  </a:cubicBezTo>
                  <a:cubicBezTo>
                    <a:pt x="5488" y="19539"/>
                    <a:pt x="6347" y="19949"/>
                    <a:pt x="7345" y="20221"/>
                  </a:cubicBezTo>
                  <a:cubicBezTo>
                    <a:pt x="7435" y="20264"/>
                    <a:pt x="7526" y="20311"/>
                    <a:pt x="7664" y="20311"/>
                  </a:cubicBezTo>
                  <a:cubicBezTo>
                    <a:pt x="7755" y="20355"/>
                    <a:pt x="7889" y="20355"/>
                    <a:pt x="7979" y="20355"/>
                  </a:cubicBezTo>
                  <a:cubicBezTo>
                    <a:pt x="10737" y="21253"/>
                    <a:pt x="13564" y="21494"/>
                    <a:pt x="16458" y="21494"/>
                  </a:cubicBezTo>
                  <a:cubicBezTo>
                    <a:pt x="17656" y="21494"/>
                    <a:pt x="18865" y="21453"/>
                    <a:pt x="20086" y="21400"/>
                  </a:cubicBezTo>
                  <a:cubicBezTo>
                    <a:pt x="20485" y="21549"/>
                    <a:pt x="20925" y="21617"/>
                    <a:pt x="21376" y="21617"/>
                  </a:cubicBezTo>
                  <a:cubicBezTo>
                    <a:pt x="21744" y="21617"/>
                    <a:pt x="22120" y="21572"/>
                    <a:pt x="22487" y="21490"/>
                  </a:cubicBezTo>
                  <a:cubicBezTo>
                    <a:pt x="22625" y="21534"/>
                    <a:pt x="22759" y="21534"/>
                    <a:pt x="22897" y="21534"/>
                  </a:cubicBezTo>
                  <a:cubicBezTo>
                    <a:pt x="23937" y="21352"/>
                    <a:pt x="25116" y="21262"/>
                    <a:pt x="26070" y="20765"/>
                  </a:cubicBezTo>
                  <a:cubicBezTo>
                    <a:pt x="26295" y="20627"/>
                    <a:pt x="26523" y="20493"/>
                    <a:pt x="26748" y="20311"/>
                  </a:cubicBezTo>
                  <a:cubicBezTo>
                    <a:pt x="26870" y="20393"/>
                    <a:pt x="27021" y="20438"/>
                    <a:pt x="27177" y="20438"/>
                  </a:cubicBezTo>
                  <a:cubicBezTo>
                    <a:pt x="27370" y="20438"/>
                    <a:pt x="27572" y="20371"/>
                    <a:pt x="27746" y="20221"/>
                  </a:cubicBezTo>
                  <a:cubicBezTo>
                    <a:pt x="28562" y="19992"/>
                    <a:pt x="29243" y="19223"/>
                    <a:pt x="29740" y="18498"/>
                  </a:cubicBezTo>
                  <a:cubicBezTo>
                    <a:pt x="29922" y="18270"/>
                    <a:pt x="29922" y="18045"/>
                    <a:pt x="29878" y="17816"/>
                  </a:cubicBezTo>
                  <a:cubicBezTo>
                    <a:pt x="30241" y="17319"/>
                    <a:pt x="30556" y="16728"/>
                    <a:pt x="30785" y="16141"/>
                  </a:cubicBezTo>
                  <a:cubicBezTo>
                    <a:pt x="30919" y="16141"/>
                    <a:pt x="31057" y="16050"/>
                    <a:pt x="31148" y="15869"/>
                  </a:cubicBezTo>
                  <a:cubicBezTo>
                    <a:pt x="31329" y="15415"/>
                    <a:pt x="31420" y="14962"/>
                    <a:pt x="31510" y="14461"/>
                  </a:cubicBezTo>
                  <a:cubicBezTo>
                    <a:pt x="31554" y="14371"/>
                    <a:pt x="31554" y="14327"/>
                    <a:pt x="31554" y="14237"/>
                  </a:cubicBezTo>
                  <a:cubicBezTo>
                    <a:pt x="31659" y="14299"/>
                    <a:pt x="31774" y="14332"/>
                    <a:pt x="31890" y="14332"/>
                  </a:cubicBezTo>
                  <a:cubicBezTo>
                    <a:pt x="32024" y="14332"/>
                    <a:pt x="32158" y="14287"/>
                    <a:pt x="32279" y="14189"/>
                  </a:cubicBezTo>
                  <a:cubicBezTo>
                    <a:pt x="32279" y="14146"/>
                    <a:pt x="32326" y="14099"/>
                    <a:pt x="32370" y="14099"/>
                  </a:cubicBezTo>
                  <a:cubicBezTo>
                    <a:pt x="32494" y="14177"/>
                    <a:pt x="32639" y="14218"/>
                    <a:pt x="32781" y="14218"/>
                  </a:cubicBezTo>
                  <a:cubicBezTo>
                    <a:pt x="33057" y="14218"/>
                    <a:pt x="33324" y="14066"/>
                    <a:pt x="33414" y="13736"/>
                  </a:cubicBezTo>
                  <a:cubicBezTo>
                    <a:pt x="33596" y="12829"/>
                    <a:pt x="33686" y="11970"/>
                    <a:pt x="33596" y="11154"/>
                  </a:cubicBezTo>
                  <a:cubicBezTo>
                    <a:pt x="33639" y="10791"/>
                    <a:pt x="33686" y="10428"/>
                    <a:pt x="33639" y="10109"/>
                  </a:cubicBezTo>
                  <a:cubicBezTo>
                    <a:pt x="33639" y="9699"/>
                    <a:pt x="33265" y="9332"/>
                    <a:pt x="32885" y="9332"/>
                  </a:cubicBezTo>
                  <a:cubicBezTo>
                    <a:pt x="32720" y="9332"/>
                    <a:pt x="32554" y="9401"/>
                    <a:pt x="32417" y="9565"/>
                  </a:cubicBezTo>
                  <a:cubicBezTo>
                    <a:pt x="31964" y="9747"/>
                    <a:pt x="31782" y="10200"/>
                    <a:pt x="31964" y="10653"/>
                  </a:cubicBezTo>
                  <a:lnTo>
                    <a:pt x="32098" y="10925"/>
                  </a:lnTo>
                  <a:cubicBezTo>
                    <a:pt x="32054" y="10972"/>
                    <a:pt x="32054" y="11063"/>
                    <a:pt x="32007" y="11107"/>
                  </a:cubicBezTo>
                  <a:cubicBezTo>
                    <a:pt x="32007" y="11154"/>
                    <a:pt x="31964" y="11244"/>
                    <a:pt x="31916" y="11288"/>
                  </a:cubicBezTo>
                  <a:lnTo>
                    <a:pt x="31916" y="11244"/>
                  </a:lnTo>
                  <a:cubicBezTo>
                    <a:pt x="32007" y="11107"/>
                    <a:pt x="31873" y="10882"/>
                    <a:pt x="31826" y="10653"/>
                  </a:cubicBezTo>
                  <a:cubicBezTo>
                    <a:pt x="31735" y="10338"/>
                    <a:pt x="31554" y="10156"/>
                    <a:pt x="31329" y="10109"/>
                  </a:cubicBezTo>
                  <a:cubicBezTo>
                    <a:pt x="31372" y="10019"/>
                    <a:pt x="31372" y="9884"/>
                    <a:pt x="31329" y="9747"/>
                  </a:cubicBezTo>
                  <a:cubicBezTo>
                    <a:pt x="31238" y="9431"/>
                    <a:pt x="31191" y="9159"/>
                    <a:pt x="31100" y="8840"/>
                  </a:cubicBezTo>
                  <a:cubicBezTo>
                    <a:pt x="31010" y="7933"/>
                    <a:pt x="30738" y="7026"/>
                    <a:pt x="30466" y="6120"/>
                  </a:cubicBezTo>
                  <a:cubicBezTo>
                    <a:pt x="30375" y="5895"/>
                    <a:pt x="30241" y="5714"/>
                    <a:pt x="30059" y="5666"/>
                  </a:cubicBezTo>
                  <a:cubicBezTo>
                    <a:pt x="30012" y="5576"/>
                    <a:pt x="30012" y="5485"/>
                    <a:pt x="29969" y="5394"/>
                  </a:cubicBezTo>
                  <a:cubicBezTo>
                    <a:pt x="29831" y="4941"/>
                    <a:pt x="29650" y="4397"/>
                    <a:pt x="29425" y="3900"/>
                  </a:cubicBezTo>
                  <a:cubicBezTo>
                    <a:pt x="29606" y="3762"/>
                    <a:pt x="29697" y="3490"/>
                    <a:pt x="29606" y="3175"/>
                  </a:cubicBezTo>
                  <a:cubicBezTo>
                    <a:pt x="29425" y="2177"/>
                    <a:pt x="29153" y="1314"/>
                    <a:pt x="28699" y="408"/>
                  </a:cubicBezTo>
                  <a:cubicBezTo>
                    <a:pt x="28568" y="122"/>
                    <a:pt x="28318" y="0"/>
                    <a:pt x="28061" y="0"/>
                  </a:cubicBezTo>
                  <a:close/>
                </a:path>
              </a:pathLst>
            </a:custGeom>
            <a:solidFill>
              <a:srgbClr val="FBDB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33"/>
            <p:cNvSpPr/>
            <p:nvPr/>
          </p:nvSpPr>
          <p:spPr>
            <a:xfrm>
              <a:off x="1533916" y="2506684"/>
              <a:ext cx="328994" cy="494650"/>
            </a:xfrm>
            <a:custGeom>
              <a:rect b="b" l="l" r="r" t="t"/>
              <a:pathLst>
                <a:path extrusionOk="0" h="18134" w="12061">
                  <a:moveTo>
                    <a:pt x="7527" y="14080"/>
                  </a:moveTo>
                  <a:cubicBezTo>
                    <a:pt x="7622" y="14114"/>
                    <a:pt x="7741" y="14145"/>
                    <a:pt x="7851" y="14145"/>
                  </a:cubicBezTo>
                  <a:cubicBezTo>
                    <a:pt x="7896" y="14145"/>
                    <a:pt x="7940" y="14140"/>
                    <a:pt x="7980" y="14127"/>
                  </a:cubicBezTo>
                  <a:cubicBezTo>
                    <a:pt x="8108" y="14158"/>
                    <a:pt x="8212" y="14191"/>
                    <a:pt x="8311" y="14191"/>
                  </a:cubicBezTo>
                  <a:cubicBezTo>
                    <a:pt x="8352" y="14191"/>
                    <a:pt x="8393" y="14185"/>
                    <a:pt x="8433" y="14171"/>
                  </a:cubicBezTo>
                  <a:lnTo>
                    <a:pt x="8433" y="14171"/>
                  </a:lnTo>
                  <a:cubicBezTo>
                    <a:pt x="8071" y="14399"/>
                    <a:pt x="7661" y="14581"/>
                    <a:pt x="7255" y="14762"/>
                  </a:cubicBezTo>
                  <a:cubicBezTo>
                    <a:pt x="7298" y="14671"/>
                    <a:pt x="7389" y="14624"/>
                    <a:pt x="7389" y="14490"/>
                  </a:cubicBezTo>
                  <a:lnTo>
                    <a:pt x="7527" y="14080"/>
                  </a:lnTo>
                  <a:close/>
                  <a:moveTo>
                    <a:pt x="4274" y="0"/>
                  </a:moveTo>
                  <a:cubicBezTo>
                    <a:pt x="4009" y="0"/>
                    <a:pt x="3760" y="121"/>
                    <a:pt x="3581" y="298"/>
                  </a:cubicBezTo>
                  <a:cubicBezTo>
                    <a:pt x="3265" y="208"/>
                    <a:pt x="2902" y="164"/>
                    <a:pt x="2540" y="164"/>
                  </a:cubicBezTo>
                  <a:cubicBezTo>
                    <a:pt x="998" y="164"/>
                    <a:pt x="182" y="1568"/>
                    <a:pt x="92" y="2975"/>
                  </a:cubicBezTo>
                  <a:cubicBezTo>
                    <a:pt x="1" y="4607"/>
                    <a:pt x="861" y="6239"/>
                    <a:pt x="1405" y="7733"/>
                  </a:cubicBezTo>
                  <a:cubicBezTo>
                    <a:pt x="2086" y="9866"/>
                    <a:pt x="2039" y="12176"/>
                    <a:pt x="2221" y="14443"/>
                  </a:cubicBezTo>
                  <a:cubicBezTo>
                    <a:pt x="2039" y="14671"/>
                    <a:pt x="1949" y="14943"/>
                    <a:pt x="2086" y="15259"/>
                  </a:cubicBezTo>
                  <a:cubicBezTo>
                    <a:pt x="2177" y="15622"/>
                    <a:pt x="2311" y="15984"/>
                    <a:pt x="2449" y="16394"/>
                  </a:cubicBezTo>
                  <a:cubicBezTo>
                    <a:pt x="2493" y="16619"/>
                    <a:pt x="2540" y="16891"/>
                    <a:pt x="2583" y="17163"/>
                  </a:cubicBezTo>
                  <a:cubicBezTo>
                    <a:pt x="2630" y="17392"/>
                    <a:pt x="2765" y="17573"/>
                    <a:pt x="2902" y="17664"/>
                  </a:cubicBezTo>
                  <a:cubicBezTo>
                    <a:pt x="3088" y="17972"/>
                    <a:pt x="3377" y="18133"/>
                    <a:pt x="3701" y="18133"/>
                  </a:cubicBezTo>
                  <a:cubicBezTo>
                    <a:pt x="3853" y="18133"/>
                    <a:pt x="4012" y="18098"/>
                    <a:pt x="4172" y="18026"/>
                  </a:cubicBezTo>
                  <a:cubicBezTo>
                    <a:pt x="6754" y="16757"/>
                    <a:pt x="10065" y="15941"/>
                    <a:pt x="11650" y="13355"/>
                  </a:cubicBezTo>
                  <a:cubicBezTo>
                    <a:pt x="11697" y="13311"/>
                    <a:pt x="11741" y="13221"/>
                    <a:pt x="11788" y="13174"/>
                  </a:cubicBezTo>
                  <a:cubicBezTo>
                    <a:pt x="11879" y="12902"/>
                    <a:pt x="11832" y="12629"/>
                    <a:pt x="11650" y="12448"/>
                  </a:cubicBezTo>
                  <a:cubicBezTo>
                    <a:pt x="11650" y="12314"/>
                    <a:pt x="11607" y="12176"/>
                    <a:pt x="11560" y="12042"/>
                  </a:cubicBezTo>
                  <a:cubicBezTo>
                    <a:pt x="11607" y="11951"/>
                    <a:pt x="11650" y="11861"/>
                    <a:pt x="11607" y="11770"/>
                  </a:cubicBezTo>
                  <a:cubicBezTo>
                    <a:pt x="11560" y="11632"/>
                    <a:pt x="11560" y="11541"/>
                    <a:pt x="11516" y="11498"/>
                  </a:cubicBezTo>
                  <a:cubicBezTo>
                    <a:pt x="11832" y="11269"/>
                    <a:pt x="12060" y="10863"/>
                    <a:pt x="11788" y="10410"/>
                  </a:cubicBezTo>
                  <a:cubicBezTo>
                    <a:pt x="11016" y="9003"/>
                    <a:pt x="10156" y="7690"/>
                    <a:pt x="9293" y="6420"/>
                  </a:cubicBezTo>
                  <a:cubicBezTo>
                    <a:pt x="9249" y="6373"/>
                    <a:pt x="9249" y="6330"/>
                    <a:pt x="9202" y="6283"/>
                  </a:cubicBezTo>
                  <a:cubicBezTo>
                    <a:pt x="8386" y="4832"/>
                    <a:pt x="7527" y="3428"/>
                    <a:pt x="6529" y="2159"/>
                  </a:cubicBezTo>
                  <a:cubicBezTo>
                    <a:pt x="6529" y="1840"/>
                    <a:pt x="6439" y="1524"/>
                    <a:pt x="6119" y="1296"/>
                  </a:cubicBezTo>
                  <a:cubicBezTo>
                    <a:pt x="5666" y="980"/>
                    <a:pt x="5260" y="661"/>
                    <a:pt x="4897" y="255"/>
                  </a:cubicBezTo>
                  <a:cubicBezTo>
                    <a:pt x="4698" y="75"/>
                    <a:pt x="4481" y="0"/>
                    <a:pt x="4274" y="0"/>
                  </a:cubicBezTo>
                  <a:close/>
                </a:path>
              </a:pathLst>
            </a:custGeom>
            <a:solidFill>
              <a:srgbClr val="C8D5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33"/>
            <p:cNvSpPr/>
            <p:nvPr/>
          </p:nvSpPr>
          <p:spPr>
            <a:xfrm>
              <a:off x="941553" y="2543643"/>
              <a:ext cx="299207" cy="484503"/>
            </a:xfrm>
            <a:custGeom>
              <a:rect b="b" l="l" r="r" t="t"/>
              <a:pathLst>
                <a:path extrusionOk="0" h="17762" w="10969">
                  <a:moveTo>
                    <a:pt x="5845" y="3735"/>
                  </a:moveTo>
                  <a:cubicBezTo>
                    <a:pt x="5803" y="3950"/>
                    <a:pt x="5802" y="4168"/>
                    <a:pt x="5760" y="4384"/>
                  </a:cubicBezTo>
                  <a:cubicBezTo>
                    <a:pt x="5713" y="4340"/>
                    <a:pt x="5713" y="4293"/>
                    <a:pt x="5669" y="4249"/>
                  </a:cubicBezTo>
                  <a:lnTo>
                    <a:pt x="5804" y="3840"/>
                  </a:lnTo>
                  <a:cubicBezTo>
                    <a:pt x="5804" y="3806"/>
                    <a:pt x="5832" y="3769"/>
                    <a:pt x="5845" y="3735"/>
                  </a:cubicBezTo>
                  <a:close/>
                  <a:moveTo>
                    <a:pt x="7342" y="1"/>
                  </a:moveTo>
                  <a:cubicBezTo>
                    <a:pt x="7183" y="1"/>
                    <a:pt x="7019" y="24"/>
                    <a:pt x="6848" y="79"/>
                  </a:cubicBezTo>
                  <a:cubicBezTo>
                    <a:pt x="6032" y="351"/>
                    <a:pt x="5488" y="1076"/>
                    <a:pt x="5078" y="1754"/>
                  </a:cubicBezTo>
                  <a:cubicBezTo>
                    <a:pt x="4763" y="2207"/>
                    <a:pt x="4534" y="2751"/>
                    <a:pt x="4309" y="3296"/>
                  </a:cubicBezTo>
                  <a:cubicBezTo>
                    <a:pt x="4081" y="3477"/>
                    <a:pt x="3899" y="3749"/>
                    <a:pt x="3718" y="3977"/>
                  </a:cubicBezTo>
                  <a:cubicBezTo>
                    <a:pt x="3675" y="4021"/>
                    <a:pt x="3584" y="4068"/>
                    <a:pt x="3493" y="4112"/>
                  </a:cubicBezTo>
                  <a:cubicBezTo>
                    <a:pt x="3221" y="4431"/>
                    <a:pt x="2993" y="4793"/>
                    <a:pt x="2811" y="5156"/>
                  </a:cubicBezTo>
                  <a:cubicBezTo>
                    <a:pt x="2768" y="5156"/>
                    <a:pt x="2721" y="5200"/>
                    <a:pt x="2721" y="5290"/>
                  </a:cubicBezTo>
                  <a:cubicBezTo>
                    <a:pt x="2587" y="5472"/>
                    <a:pt x="2496" y="5700"/>
                    <a:pt x="2449" y="5881"/>
                  </a:cubicBezTo>
                  <a:cubicBezTo>
                    <a:pt x="2267" y="6288"/>
                    <a:pt x="2133" y="6650"/>
                    <a:pt x="2043" y="7104"/>
                  </a:cubicBezTo>
                  <a:cubicBezTo>
                    <a:pt x="1995" y="7241"/>
                    <a:pt x="2043" y="7332"/>
                    <a:pt x="2043" y="7423"/>
                  </a:cubicBezTo>
                  <a:cubicBezTo>
                    <a:pt x="1905" y="7466"/>
                    <a:pt x="1723" y="7557"/>
                    <a:pt x="1680" y="7786"/>
                  </a:cubicBezTo>
                  <a:cubicBezTo>
                    <a:pt x="1499" y="8554"/>
                    <a:pt x="1361" y="9327"/>
                    <a:pt x="1270" y="10096"/>
                  </a:cubicBezTo>
                  <a:cubicBezTo>
                    <a:pt x="1270" y="10186"/>
                    <a:pt x="1226" y="10277"/>
                    <a:pt x="1226" y="10368"/>
                  </a:cubicBezTo>
                  <a:cubicBezTo>
                    <a:pt x="998" y="10368"/>
                    <a:pt x="773" y="10506"/>
                    <a:pt x="726" y="10778"/>
                  </a:cubicBezTo>
                  <a:cubicBezTo>
                    <a:pt x="635" y="11140"/>
                    <a:pt x="592" y="11547"/>
                    <a:pt x="501" y="11909"/>
                  </a:cubicBezTo>
                  <a:cubicBezTo>
                    <a:pt x="182" y="12091"/>
                    <a:pt x="1" y="12453"/>
                    <a:pt x="182" y="12772"/>
                  </a:cubicBezTo>
                  <a:cubicBezTo>
                    <a:pt x="320" y="12997"/>
                    <a:pt x="592" y="13226"/>
                    <a:pt x="592" y="13407"/>
                  </a:cubicBezTo>
                  <a:lnTo>
                    <a:pt x="592" y="13995"/>
                  </a:lnTo>
                  <a:cubicBezTo>
                    <a:pt x="545" y="14085"/>
                    <a:pt x="545" y="14132"/>
                    <a:pt x="545" y="14223"/>
                  </a:cubicBezTo>
                  <a:lnTo>
                    <a:pt x="545" y="14586"/>
                  </a:lnTo>
                  <a:cubicBezTo>
                    <a:pt x="545" y="14993"/>
                    <a:pt x="837" y="15181"/>
                    <a:pt x="1128" y="15181"/>
                  </a:cubicBezTo>
                  <a:cubicBezTo>
                    <a:pt x="1161" y="15181"/>
                    <a:pt x="1194" y="15178"/>
                    <a:pt x="1226" y="15173"/>
                  </a:cubicBezTo>
                  <a:cubicBezTo>
                    <a:pt x="1952" y="15764"/>
                    <a:pt x="2859" y="15989"/>
                    <a:pt x="3809" y="16127"/>
                  </a:cubicBezTo>
                  <a:cubicBezTo>
                    <a:pt x="3856" y="16171"/>
                    <a:pt x="3899" y="16218"/>
                    <a:pt x="3990" y="16261"/>
                  </a:cubicBezTo>
                  <a:cubicBezTo>
                    <a:pt x="4715" y="16624"/>
                    <a:pt x="5532" y="16805"/>
                    <a:pt x="6304" y="16943"/>
                  </a:cubicBezTo>
                  <a:cubicBezTo>
                    <a:pt x="6348" y="17168"/>
                    <a:pt x="6529" y="17349"/>
                    <a:pt x="6801" y="17440"/>
                  </a:cubicBezTo>
                  <a:cubicBezTo>
                    <a:pt x="7936" y="17669"/>
                    <a:pt x="9024" y="17621"/>
                    <a:pt x="10156" y="17759"/>
                  </a:cubicBezTo>
                  <a:cubicBezTo>
                    <a:pt x="10173" y="17761"/>
                    <a:pt x="10190" y="17762"/>
                    <a:pt x="10207" y="17762"/>
                  </a:cubicBezTo>
                  <a:cubicBezTo>
                    <a:pt x="10636" y="17762"/>
                    <a:pt x="10968" y="17243"/>
                    <a:pt x="10881" y="16853"/>
                  </a:cubicBezTo>
                  <a:cubicBezTo>
                    <a:pt x="10203" y="14448"/>
                    <a:pt x="10838" y="11956"/>
                    <a:pt x="10790" y="9508"/>
                  </a:cubicBezTo>
                  <a:cubicBezTo>
                    <a:pt x="10790" y="9055"/>
                    <a:pt x="10700" y="8602"/>
                    <a:pt x="10656" y="8101"/>
                  </a:cubicBezTo>
                  <a:cubicBezTo>
                    <a:pt x="10700" y="7967"/>
                    <a:pt x="10747" y="7786"/>
                    <a:pt x="10656" y="7604"/>
                  </a:cubicBezTo>
                  <a:cubicBezTo>
                    <a:pt x="10294" y="6607"/>
                    <a:pt x="10203" y="5519"/>
                    <a:pt x="10203" y="4474"/>
                  </a:cubicBezTo>
                  <a:cubicBezTo>
                    <a:pt x="10294" y="4384"/>
                    <a:pt x="10384" y="4249"/>
                    <a:pt x="10428" y="4112"/>
                  </a:cubicBezTo>
                  <a:cubicBezTo>
                    <a:pt x="10609" y="3161"/>
                    <a:pt x="10609" y="2389"/>
                    <a:pt x="10384" y="1482"/>
                  </a:cubicBezTo>
                  <a:lnTo>
                    <a:pt x="10384" y="1257"/>
                  </a:lnTo>
                  <a:cubicBezTo>
                    <a:pt x="10384" y="794"/>
                    <a:pt x="10027" y="541"/>
                    <a:pt x="9656" y="541"/>
                  </a:cubicBezTo>
                  <a:cubicBezTo>
                    <a:pt x="9481" y="541"/>
                    <a:pt x="9303" y="597"/>
                    <a:pt x="9158" y="713"/>
                  </a:cubicBezTo>
                  <a:cubicBezTo>
                    <a:pt x="8542" y="385"/>
                    <a:pt x="7982" y="1"/>
                    <a:pt x="7342" y="1"/>
                  </a:cubicBezTo>
                  <a:close/>
                </a:path>
              </a:pathLst>
            </a:custGeom>
            <a:solidFill>
              <a:srgbClr val="C8D5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33"/>
            <p:cNvSpPr/>
            <p:nvPr/>
          </p:nvSpPr>
          <p:spPr>
            <a:xfrm>
              <a:off x="1248249" y="2372456"/>
              <a:ext cx="225067" cy="99754"/>
            </a:xfrm>
            <a:custGeom>
              <a:rect b="b" l="l" r="r" t="t"/>
              <a:pathLst>
                <a:path extrusionOk="0" h="3657" w="8251">
                  <a:moveTo>
                    <a:pt x="6036" y="0"/>
                  </a:moveTo>
                  <a:cubicBezTo>
                    <a:pt x="5972" y="0"/>
                    <a:pt x="5910" y="3"/>
                    <a:pt x="5850" y="8"/>
                  </a:cubicBezTo>
                  <a:cubicBezTo>
                    <a:pt x="4606" y="70"/>
                    <a:pt x="3447" y="195"/>
                    <a:pt x="2257" y="195"/>
                  </a:cubicBezTo>
                  <a:cubicBezTo>
                    <a:pt x="1712" y="195"/>
                    <a:pt x="1160" y="169"/>
                    <a:pt x="591" y="98"/>
                  </a:cubicBezTo>
                  <a:cubicBezTo>
                    <a:pt x="560" y="94"/>
                    <a:pt x="531" y="91"/>
                    <a:pt x="503" y="91"/>
                  </a:cubicBezTo>
                  <a:cubicBezTo>
                    <a:pt x="1" y="91"/>
                    <a:pt x="23" y="833"/>
                    <a:pt x="453" y="1005"/>
                  </a:cubicBezTo>
                  <a:cubicBezTo>
                    <a:pt x="591" y="1096"/>
                    <a:pt x="725" y="1139"/>
                    <a:pt x="863" y="1186"/>
                  </a:cubicBezTo>
                  <a:cubicBezTo>
                    <a:pt x="544" y="1502"/>
                    <a:pt x="500" y="2093"/>
                    <a:pt x="954" y="2365"/>
                  </a:cubicBezTo>
                  <a:cubicBezTo>
                    <a:pt x="1722" y="2818"/>
                    <a:pt x="2767" y="3315"/>
                    <a:pt x="3764" y="3453"/>
                  </a:cubicBezTo>
                  <a:cubicBezTo>
                    <a:pt x="4046" y="3609"/>
                    <a:pt x="4395" y="3657"/>
                    <a:pt x="4780" y="3657"/>
                  </a:cubicBezTo>
                  <a:cubicBezTo>
                    <a:pt x="4949" y="3657"/>
                    <a:pt x="5125" y="3648"/>
                    <a:pt x="5306" y="3634"/>
                  </a:cubicBezTo>
                  <a:cubicBezTo>
                    <a:pt x="6619" y="3453"/>
                    <a:pt x="7616" y="2728"/>
                    <a:pt x="8117" y="1458"/>
                  </a:cubicBezTo>
                  <a:cubicBezTo>
                    <a:pt x="8251" y="1096"/>
                    <a:pt x="7935" y="686"/>
                    <a:pt x="7573" y="595"/>
                  </a:cubicBezTo>
                  <a:cubicBezTo>
                    <a:pt x="7286" y="188"/>
                    <a:pt x="6599" y="0"/>
                    <a:pt x="6036" y="0"/>
                  </a:cubicBezTo>
                  <a:close/>
                </a:path>
              </a:pathLst>
            </a:custGeom>
            <a:solidFill>
              <a:srgbClr val="F9C5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33"/>
            <p:cNvSpPr/>
            <p:nvPr/>
          </p:nvSpPr>
          <p:spPr>
            <a:xfrm>
              <a:off x="516176" y="1389524"/>
              <a:ext cx="1670747" cy="1670747"/>
            </a:xfrm>
            <a:custGeom>
              <a:rect b="b" l="l" r="r" t="t"/>
              <a:pathLst>
                <a:path extrusionOk="0" fill="none" h="61250" w="61250">
                  <a:moveTo>
                    <a:pt x="61250" y="30603"/>
                  </a:moveTo>
                  <a:cubicBezTo>
                    <a:pt x="61250" y="47512"/>
                    <a:pt x="47559" y="61250"/>
                    <a:pt x="30647" y="61250"/>
                  </a:cubicBezTo>
                  <a:cubicBezTo>
                    <a:pt x="13739" y="61250"/>
                    <a:pt x="0" y="47512"/>
                    <a:pt x="0" y="30603"/>
                  </a:cubicBezTo>
                  <a:cubicBezTo>
                    <a:pt x="0" y="13692"/>
                    <a:pt x="13739" y="0"/>
                    <a:pt x="30647" y="0"/>
                  </a:cubicBezTo>
                  <a:cubicBezTo>
                    <a:pt x="47559" y="0"/>
                    <a:pt x="61250" y="13692"/>
                    <a:pt x="61250" y="30603"/>
                  </a:cubicBezTo>
                  <a:close/>
                </a:path>
              </a:pathLst>
            </a:custGeom>
            <a:noFill/>
            <a:ln cap="flat" cmpd="sng" w="35175">
              <a:solidFill>
                <a:srgbClr val="23292A"/>
              </a:solidFill>
              <a:prstDash val="solid"/>
              <a:miter lim="362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33"/>
            <p:cNvSpPr/>
            <p:nvPr/>
          </p:nvSpPr>
          <p:spPr>
            <a:xfrm>
              <a:off x="820363" y="1681600"/>
              <a:ext cx="1054930" cy="1381742"/>
            </a:xfrm>
            <a:custGeom>
              <a:rect b="b" l="l" r="r" t="t"/>
              <a:pathLst>
                <a:path extrusionOk="0" h="50655" w="38674">
                  <a:moveTo>
                    <a:pt x="33639" y="2232"/>
                  </a:moveTo>
                  <a:cubicBezTo>
                    <a:pt x="35634" y="2232"/>
                    <a:pt x="37096" y="4647"/>
                    <a:pt x="36497" y="6701"/>
                  </a:cubicBezTo>
                  <a:lnTo>
                    <a:pt x="36497" y="6748"/>
                  </a:lnTo>
                  <a:cubicBezTo>
                    <a:pt x="34999" y="5751"/>
                    <a:pt x="34183" y="3800"/>
                    <a:pt x="33277" y="2258"/>
                  </a:cubicBezTo>
                  <a:cubicBezTo>
                    <a:pt x="33399" y="2240"/>
                    <a:pt x="33520" y="2232"/>
                    <a:pt x="33639" y="2232"/>
                  </a:cubicBezTo>
                  <a:close/>
                  <a:moveTo>
                    <a:pt x="33095" y="2305"/>
                  </a:moveTo>
                  <a:cubicBezTo>
                    <a:pt x="33911" y="3890"/>
                    <a:pt x="34818" y="6023"/>
                    <a:pt x="36450" y="6792"/>
                  </a:cubicBezTo>
                  <a:cubicBezTo>
                    <a:pt x="36269" y="7474"/>
                    <a:pt x="36044" y="8108"/>
                    <a:pt x="35953" y="8743"/>
                  </a:cubicBezTo>
                  <a:cubicBezTo>
                    <a:pt x="35500" y="8061"/>
                    <a:pt x="34956" y="7426"/>
                    <a:pt x="34455" y="6792"/>
                  </a:cubicBezTo>
                  <a:cubicBezTo>
                    <a:pt x="33959" y="6066"/>
                    <a:pt x="33549" y="5341"/>
                    <a:pt x="33186" y="4572"/>
                  </a:cubicBezTo>
                  <a:cubicBezTo>
                    <a:pt x="33186" y="4525"/>
                    <a:pt x="33186" y="4481"/>
                    <a:pt x="33143" y="4434"/>
                  </a:cubicBezTo>
                  <a:cubicBezTo>
                    <a:pt x="32871" y="3847"/>
                    <a:pt x="32508" y="3303"/>
                    <a:pt x="32055" y="2759"/>
                  </a:cubicBezTo>
                  <a:cubicBezTo>
                    <a:pt x="32417" y="2530"/>
                    <a:pt x="32780" y="2396"/>
                    <a:pt x="33095" y="2305"/>
                  </a:cubicBezTo>
                  <a:close/>
                  <a:moveTo>
                    <a:pt x="6844" y="2287"/>
                  </a:moveTo>
                  <a:cubicBezTo>
                    <a:pt x="8141" y="2287"/>
                    <a:pt x="9451" y="3237"/>
                    <a:pt x="10609" y="4209"/>
                  </a:cubicBezTo>
                  <a:cubicBezTo>
                    <a:pt x="10656" y="4253"/>
                    <a:pt x="10656" y="4253"/>
                    <a:pt x="10656" y="4300"/>
                  </a:cubicBezTo>
                  <a:cubicBezTo>
                    <a:pt x="12379" y="6157"/>
                    <a:pt x="14508" y="8199"/>
                    <a:pt x="16913" y="9421"/>
                  </a:cubicBezTo>
                  <a:cubicBezTo>
                    <a:pt x="15643" y="9421"/>
                    <a:pt x="14374" y="9378"/>
                    <a:pt x="13104" y="9378"/>
                  </a:cubicBezTo>
                  <a:cubicBezTo>
                    <a:pt x="13148" y="9287"/>
                    <a:pt x="13104" y="9149"/>
                    <a:pt x="13014" y="9106"/>
                  </a:cubicBezTo>
                  <a:cubicBezTo>
                    <a:pt x="9703" y="7970"/>
                    <a:pt x="8433" y="3937"/>
                    <a:pt x="5125" y="2940"/>
                  </a:cubicBezTo>
                  <a:cubicBezTo>
                    <a:pt x="5686" y="2477"/>
                    <a:pt x="6264" y="2287"/>
                    <a:pt x="6844" y="2287"/>
                  </a:cubicBezTo>
                  <a:close/>
                  <a:moveTo>
                    <a:pt x="4944" y="3074"/>
                  </a:moveTo>
                  <a:cubicBezTo>
                    <a:pt x="8118" y="4391"/>
                    <a:pt x="9387" y="8152"/>
                    <a:pt x="12560" y="9378"/>
                  </a:cubicBezTo>
                  <a:cubicBezTo>
                    <a:pt x="11563" y="9378"/>
                    <a:pt x="10519" y="9378"/>
                    <a:pt x="9478" y="9468"/>
                  </a:cubicBezTo>
                  <a:cubicBezTo>
                    <a:pt x="7392" y="8061"/>
                    <a:pt x="5713" y="6066"/>
                    <a:pt x="3537" y="4935"/>
                  </a:cubicBezTo>
                  <a:cubicBezTo>
                    <a:pt x="3856" y="4481"/>
                    <a:pt x="4128" y="3981"/>
                    <a:pt x="4491" y="3575"/>
                  </a:cubicBezTo>
                  <a:cubicBezTo>
                    <a:pt x="4625" y="3393"/>
                    <a:pt x="4763" y="3212"/>
                    <a:pt x="4944" y="3074"/>
                  </a:cubicBezTo>
                  <a:close/>
                  <a:moveTo>
                    <a:pt x="10337" y="764"/>
                  </a:moveTo>
                  <a:lnTo>
                    <a:pt x="10337" y="807"/>
                  </a:lnTo>
                  <a:cubicBezTo>
                    <a:pt x="12923" y="4572"/>
                    <a:pt x="17457" y="6248"/>
                    <a:pt x="20630" y="9468"/>
                  </a:cubicBezTo>
                  <a:cubicBezTo>
                    <a:pt x="20039" y="9468"/>
                    <a:pt x="19404" y="9421"/>
                    <a:pt x="18817" y="9421"/>
                  </a:cubicBezTo>
                  <a:lnTo>
                    <a:pt x="18770" y="9421"/>
                  </a:lnTo>
                  <a:cubicBezTo>
                    <a:pt x="16049" y="8018"/>
                    <a:pt x="13830" y="6610"/>
                    <a:pt x="11607" y="4663"/>
                  </a:cubicBezTo>
                  <a:cubicBezTo>
                    <a:pt x="11744" y="4572"/>
                    <a:pt x="11788" y="4391"/>
                    <a:pt x="11607" y="4253"/>
                  </a:cubicBezTo>
                  <a:cubicBezTo>
                    <a:pt x="10972" y="3709"/>
                    <a:pt x="10294" y="3074"/>
                    <a:pt x="9521" y="2577"/>
                  </a:cubicBezTo>
                  <a:lnTo>
                    <a:pt x="9568" y="2530"/>
                  </a:lnTo>
                  <a:cubicBezTo>
                    <a:pt x="9659" y="1623"/>
                    <a:pt x="9931" y="1079"/>
                    <a:pt x="10337" y="764"/>
                  </a:cubicBezTo>
                  <a:close/>
                  <a:moveTo>
                    <a:pt x="18679" y="2033"/>
                  </a:moveTo>
                  <a:cubicBezTo>
                    <a:pt x="18726" y="2077"/>
                    <a:pt x="18770" y="2124"/>
                    <a:pt x="18817" y="2124"/>
                  </a:cubicBezTo>
                  <a:cubicBezTo>
                    <a:pt x="22897" y="3393"/>
                    <a:pt x="25026" y="7426"/>
                    <a:pt x="28609" y="9468"/>
                  </a:cubicBezTo>
                  <a:lnTo>
                    <a:pt x="24935" y="9468"/>
                  </a:lnTo>
                  <a:cubicBezTo>
                    <a:pt x="22668" y="7020"/>
                    <a:pt x="19948" y="5069"/>
                    <a:pt x="17863" y="2440"/>
                  </a:cubicBezTo>
                  <a:cubicBezTo>
                    <a:pt x="18135" y="2349"/>
                    <a:pt x="18407" y="2168"/>
                    <a:pt x="18679" y="2033"/>
                  </a:cubicBezTo>
                  <a:close/>
                  <a:moveTo>
                    <a:pt x="15915" y="2349"/>
                  </a:moveTo>
                  <a:cubicBezTo>
                    <a:pt x="16256" y="2569"/>
                    <a:pt x="16582" y="2657"/>
                    <a:pt x="16904" y="2657"/>
                  </a:cubicBezTo>
                  <a:cubicBezTo>
                    <a:pt x="17181" y="2657"/>
                    <a:pt x="17455" y="2591"/>
                    <a:pt x="17729" y="2487"/>
                  </a:cubicBezTo>
                  <a:cubicBezTo>
                    <a:pt x="19542" y="5207"/>
                    <a:pt x="22215" y="7245"/>
                    <a:pt x="24572" y="9468"/>
                  </a:cubicBezTo>
                  <a:cubicBezTo>
                    <a:pt x="23985" y="9512"/>
                    <a:pt x="23441" y="9512"/>
                    <a:pt x="22897" y="9512"/>
                  </a:cubicBezTo>
                  <a:cubicBezTo>
                    <a:pt x="20267" y="7383"/>
                    <a:pt x="18407" y="4525"/>
                    <a:pt x="15868" y="2349"/>
                  </a:cubicBezTo>
                  <a:close/>
                  <a:moveTo>
                    <a:pt x="11383" y="424"/>
                  </a:moveTo>
                  <a:cubicBezTo>
                    <a:pt x="12567" y="424"/>
                    <a:pt x="14088" y="1287"/>
                    <a:pt x="15190" y="1943"/>
                  </a:cubicBezTo>
                  <a:cubicBezTo>
                    <a:pt x="17819" y="4209"/>
                    <a:pt x="19633" y="7383"/>
                    <a:pt x="22353" y="9512"/>
                  </a:cubicBezTo>
                  <a:cubicBezTo>
                    <a:pt x="21899" y="9512"/>
                    <a:pt x="21446" y="9559"/>
                    <a:pt x="20993" y="9559"/>
                  </a:cubicBezTo>
                  <a:cubicBezTo>
                    <a:pt x="17953" y="6066"/>
                    <a:pt x="13558" y="4162"/>
                    <a:pt x="10428" y="717"/>
                  </a:cubicBezTo>
                  <a:lnTo>
                    <a:pt x="10384" y="717"/>
                  </a:lnTo>
                  <a:cubicBezTo>
                    <a:pt x="10668" y="510"/>
                    <a:pt x="11008" y="424"/>
                    <a:pt x="11383" y="424"/>
                  </a:cubicBezTo>
                  <a:close/>
                  <a:moveTo>
                    <a:pt x="3221" y="5432"/>
                  </a:moveTo>
                  <a:cubicBezTo>
                    <a:pt x="5078" y="6610"/>
                    <a:pt x="6667" y="8514"/>
                    <a:pt x="8662" y="9512"/>
                  </a:cubicBezTo>
                  <a:cubicBezTo>
                    <a:pt x="8027" y="9512"/>
                    <a:pt x="7436" y="9602"/>
                    <a:pt x="6848" y="9650"/>
                  </a:cubicBezTo>
                  <a:cubicBezTo>
                    <a:pt x="6801" y="9650"/>
                    <a:pt x="6758" y="9693"/>
                    <a:pt x="6710" y="9740"/>
                  </a:cubicBezTo>
                  <a:cubicBezTo>
                    <a:pt x="6620" y="9740"/>
                    <a:pt x="6576" y="9784"/>
                    <a:pt x="6529" y="9874"/>
                  </a:cubicBezTo>
                  <a:cubicBezTo>
                    <a:pt x="6166" y="10691"/>
                    <a:pt x="5985" y="11597"/>
                    <a:pt x="5760" y="12460"/>
                  </a:cubicBezTo>
                  <a:cubicBezTo>
                    <a:pt x="3947" y="11010"/>
                    <a:pt x="3040" y="8696"/>
                    <a:pt x="1045" y="7474"/>
                  </a:cubicBezTo>
                  <a:cubicBezTo>
                    <a:pt x="1227" y="7020"/>
                    <a:pt x="1724" y="6839"/>
                    <a:pt x="2177" y="6567"/>
                  </a:cubicBezTo>
                  <a:cubicBezTo>
                    <a:pt x="3356" y="7970"/>
                    <a:pt x="4534" y="9378"/>
                    <a:pt x="5851" y="10647"/>
                  </a:cubicBezTo>
                  <a:cubicBezTo>
                    <a:pt x="4672" y="9240"/>
                    <a:pt x="3537" y="7789"/>
                    <a:pt x="2405" y="6385"/>
                  </a:cubicBezTo>
                  <a:lnTo>
                    <a:pt x="2496" y="6295"/>
                  </a:lnTo>
                  <a:cubicBezTo>
                    <a:pt x="2721" y="6023"/>
                    <a:pt x="2993" y="5751"/>
                    <a:pt x="3221" y="5432"/>
                  </a:cubicBezTo>
                  <a:close/>
                  <a:moveTo>
                    <a:pt x="28925" y="1489"/>
                  </a:moveTo>
                  <a:lnTo>
                    <a:pt x="28925" y="1489"/>
                  </a:lnTo>
                  <a:cubicBezTo>
                    <a:pt x="30513" y="1533"/>
                    <a:pt x="31735" y="3303"/>
                    <a:pt x="32599" y="4525"/>
                  </a:cubicBezTo>
                  <a:cubicBezTo>
                    <a:pt x="32780" y="5341"/>
                    <a:pt x="33233" y="6113"/>
                    <a:pt x="33687" y="6792"/>
                  </a:cubicBezTo>
                  <a:cubicBezTo>
                    <a:pt x="34321" y="7789"/>
                    <a:pt x="35047" y="8786"/>
                    <a:pt x="35816" y="9650"/>
                  </a:cubicBezTo>
                  <a:cubicBezTo>
                    <a:pt x="35816" y="9650"/>
                    <a:pt x="35863" y="9693"/>
                    <a:pt x="35906" y="9693"/>
                  </a:cubicBezTo>
                  <a:cubicBezTo>
                    <a:pt x="35953" y="10012"/>
                    <a:pt x="35997" y="10284"/>
                    <a:pt x="36135" y="10600"/>
                  </a:cubicBezTo>
                  <a:cubicBezTo>
                    <a:pt x="36316" y="11010"/>
                    <a:pt x="36722" y="11372"/>
                    <a:pt x="36994" y="11688"/>
                  </a:cubicBezTo>
                  <a:cubicBezTo>
                    <a:pt x="37313" y="11960"/>
                    <a:pt x="37357" y="12279"/>
                    <a:pt x="37357" y="12595"/>
                  </a:cubicBezTo>
                  <a:cubicBezTo>
                    <a:pt x="36497" y="11960"/>
                    <a:pt x="35634" y="11463"/>
                    <a:pt x="34909" y="10600"/>
                  </a:cubicBezTo>
                  <a:cubicBezTo>
                    <a:pt x="33959" y="9512"/>
                    <a:pt x="33233" y="8242"/>
                    <a:pt x="32508" y="7020"/>
                  </a:cubicBezTo>
                  <a:cubicBezTo>
                    <a:pt x="31420" y="5160"/>
                    <a:pt x="30332" y="3165"/>
                    <a:pt x="28925" y="1489"/>
                  </a:cubicBezTo>
                  <a:close/>
                  <a:moveTo>
                    <a:pt x="28609" y="1489"/>
                  </a:moveTo>
                  <a:cubicBezTo>
                    <a:pt x="30513" y="3618"/>
                    <a:pt x="31645" y="6385"/>
                    <a:pt x="33143" y="8786"/>
                  </a:cubicBezTo>
                  <a:cubicBezTo>
                    <a:pt x="33911" y="10012"/>
                    <a:pt x="35544" y="12776"/>
                    <a:pt x="37313" y="12776"/>
                  </a:cubicBezTo>
                  <a:cubicBezTo>
                    <a:pt x="37223" y="13186"/>
                    <a:pt x="36951" y="13639"/>
                    <a:pt x="36679" y="14045"/>
                  </a:cubicBezTo>
                  <a:cubicBezTo>
                    <a:pt x="34183" y="13004"/>
                    <a:pt x="33277" y="10600"/>
                    <a:pt x="32007" y="8380"/>
                  </a:cubicBezTo>
                  <a:cubicBezTo>
                    <a:pt x="30647" y="6023"/>
                    <a:pt x="28653" y="4119"/>
                    <a:pt x="26796" y="2168"/>
                  </a:cubicBezTo>
                  <a:cubicBezTo>
                    <a:pt x="27202" y="1986"/>
                    <a:pt x="27565" y="1805"/>
                    <a:pt x="27974" y="1671"/>
                  </a:cubicBezTo>
                  <a:cubicBezTo>
                    <a:pt x="28199" y="1580"/>
                    <a:pt x="28428" y="1533"/>
                    <a:pt x="28609" y="1489"/>
                  </a:cubicBezTo>
                  <a:close/>
                  <a:moveTo>
                    <a:pt x="998" y="7789"/>
                  </a:moveTo>
                  <a:lnTo>
                    <a:pt x="998" y="7789"/>
                  </a:lnTo>
                  <a:cubicBezTo>
                    <a:pt x="2859" y="9240"/>
                    <a:pt x="3765" y="11507"/>
                    <a:pt x="5579" y="12957"/>
                  </a:cubicBezTo>
                  <a:cubicBezTo>
                    <a:pt x="5579" y="13048"/>
                    <a:pt x="5532" y="13186"/>
                    <a:pt x="5488" y="13320"/>
                  </a:cubicBezTo>
                  <a:cubicBezTo>
                    <a:pt x="5125" y="14274"/>
                    <a:pt x="4806" y="15271"/>
                    <a:pt x="4491" y="16312"/>
                  </a:cubicBezTo>
                  <a:cubicBezTo>
                    <a:pt x="3221" y="15725"/>
                    <a:pt x="2315" y="14455"/>
                    <a:pt x="1814" y="13139"/>
                  </a:cubicBezTo>
                  <a:cubicBezTo>
                    <a:pt x="1952" y="13004"/>
                    <a:pt x="2086" y="12823"/>
                    <a:pt x="2224" y="12642"/>
                  </a:cubicBezTo>
                  <a:cubicBezTo>
                    <a:pt x="3131" y="11235"/>
                    <a:pt x="1680" y="9831"/>
                    <a:pt x="1136" y="8562"/>
                  </a:cubicBezTo>
                  <a:cubicBezTo>
                    <a:pt x="1045" y="8242"/>
                    <a:pt x="998" y="8018"/>
                    <a:pt x="998" y="7789"/>
                  </a:cubicBezTo>
                  <a:close/>
                  <a:moveTo>
                    <a:pt x="26342" y="2305"/>
                  </a:moveTo>
                  <a:cubicBezTo>
                    <a:pt x="28381" y="4753"/>
                    <a:pt x="30647" y="6882"/>
                    <a:pt x="32189" y="9740"/>
                  </a:cubicBezTo>
                  <a:cubicBezTo>
                    <a:pt x="33186" y="11597"/>
                    <a:pt x="34274" y="13864"/>
                    <a:pt x="36497" y="14408"/>
                  </a:cubicBezTo>
                  <a:cubicBezTo>
                    <a:pt x="36450" y="14455"/>
                    <a:pt x="36407" y="14499"/>
                    <a:pt x="36407" y="14589"/>
                  </a:cubicBezTo>
                  <a:cubicBezTo>
                    <a:pt x="36135" y="15181"/>
                    <a:pt x="36135" y="16040"/>
                    <a:pt x="36088" y="16675"/>
                  </a:cubicBezTo>
                  <a:cubicBezTo>
                    <a:pt x="36088" y="17085"/>
                    <a:pt x="36044" y="17400"/>
                    <a:pt x="35953" y="17719"/>
                  </a:cubicBezTo>
                  <a:cubicBezTo>
                    <a:pt x="33367" y="16269"/>
                    <a:pt x="32508" y="12823"/>
                    <a:pt x="31329" y="10328"/>
                  </a:cubicBezTo>
                  <a:cubicBezTo>
                    <a:pt x="29831" y="7202"/>
                    <a:pt x="27158" y="4525"/>
                    <a:pt x="24529" y="2396"/>
                  </a:cubicBezTo>
                  <a:lnTo>
                    <a:pt x="24529" y="2396"/>
                  </a:lnTo>
                  <a:cubicBezTo>
                    <a:pt x="24801" y="2487"/>
                    <a:pt x="25026" y="2530"/>
                    <a:pt x="25298" y="2530"/>
                  </a:cubicBezTo>
                  <a:cubicBezTo>
                    <a:pt x="25660" y="2487"/>
                    <a:pt x="26023" y="2440"/>
                    <a:pt x="26342" y="2305"/>
                  </a:cubicBezTo>
                  <a:close/>
                  <a:moveTo>
                    <a:pt x="1633" y="13411"/>
                  </a:moveTo>
                  <a:cubicBezTo>
                    <a:pt x="2086" y="14771"/>
                    <a:pt x="3040" y="16087"/>
                    <a:pt x="4400" y="16722"/>
                  </a:cubicBezTo>
                  <a:cubicBezTo>
                    <a:pt x="4081" y="17853"/>
                    <a:pt x="3809" y="18989"/>
                    <a:pt x="3584" y="20077"/>
                  </a:cubicBezTo>
                  <a:cubicBezTo>
                    <a:pt x="3403" y="19395"/>
                    <a:pt x="3084" y="18717"/>
                    <a:pt x="2449" y="18579"/>
                  </a:cubicBezTo>
                  <a:cubicBezTo>
                    <a:pt x="2315" y="18579"/>
                    <a:pt x="2177" y="18579"/>
                    <a:pt x="2086" y="18626"/>
                  </a:cubicBezTo>
                  <a:cubicBezTo>
                    <a:pt x="1499" y="17629"/>
                    <a:pt x="955" y="16584"/>
                    <a:pt x="864" y="15405"/>
                  </a:cubicBezTo>
                  <a:cubicBezTo>
                    <a:pt x="773" y="14408"/>
                    <a:pt x="1180" y="13955"/>
                    <a:pt x="1633" y="13411"/>
                  </a:cubicBezTo>
                  <a:close/>
                  <a:moveTo>
                    <a:pt x="21330" y="988"/>
                  </a:moveTo>
                  <a:cubicBezTo>
                    <a:pt x="21871" y="988"/>
                    <a:pt x="22411" y="1172"/>
                    <a:pt x="23031" y="1580"/>
                  </a:cubicBezTo>
                  <a:cubicBezTo>
                    <a:pt x="23394" y="1852"/>
                    <a:pt x="23847" y="2168"/>
                    <a:pt x="24348" y="2349"/>
                  </a:cubicBezTo>
                  <a:cubicBezTo>
                    <a:pt x="27293" y="4935"/>
                    <a:pt x="29969" y="8018"/>
                    <a:pt x="31510" y="11644"/>
                  </a:cubicBezTo>
                  <a:cubicBezTo>
                    <a:pt x="32417" y="13820"/>
                    <a:pt x="33458" y="17085"/>
                    <a:pt x="35863" y="18082"/>
                  </a:cubicBezTo>
                  <a:cubicBezTo>
                    <a:pt x="35725" y="18488"/>
                    <a:pt x="35591" y="18851"/>
                    <a:pt x="35362" y="19214"/>
                  </a:cubicBezTo>
                  <a:cubicBezTo>
                    <a:pt x="35202" y="18854"/>
                    <a:pt x="35008" y="18563"/>
                    <a:pt x="34681" y="18563"/>
                  </a:cubicBezTo>
                  <a:cubicBezTo>
                    <a:pt x="34639" y="18563"/>
                    <a:pt x="34594" y="18568"/>
                    <a:pt x="34546" y="18579"/>
                  </a:cubicBezTo>
                  <a:cubicBezTo>
                    <a:pt x="33911" y="18717"/>
                    <a:pt x="33596" y="19395"/>
                    <a:pt x="33415" y="20077"/>
                  </a:cubicBezTo>
                  <a:cubicBezTo>
                    <a:pt x="32961" y="17810"/>
                    <a:pt x="32279" y="15496"/>
                    <a:pt x="31510" y="13320"/>
                  </a:cubicBezTo>
                  <a:cubicBezTo>
                    <a:pt x="31101" y="12188"/>
                    <a:pt x="30919" y="10963"/>
                    <a:pt x="30466" y="9874"/>
                  </a:cubicBezTo>
                  <a:cubicBezTo>
                    <a:pt x="30466" y="9831"/>
                    <a:pt x="30422" y="9831"/>
                    <a:pt x="30422" y="9784"/>
                  </a:cubicBezTo>
                  <a:cubicBezTo>
                    <a:pt x="30375" y="9602"/>
                    <a:pt x="30285" y="9559"/>
                    <a:pt x="30060" y="9512"/>
                  </a:cubicBezTo>
                  <a:lnTo>
                    <a:pt x="29287" y="9512"/>
                  </a:lnTo>
                  <a:cubicBezTo>
                    <a:pt x="25526" y="7426"/>
                    <a:pt x="23484" y="3165"/>
                    <a:pt x="19404" y="1623"/>
                  </a:cubicBezTo>
                  <a:cubicBezTo>
                    <a:pt x="20122" y="1218"/>
                    <a:pt x="20726" y="988"/>
                    <a:pt x="21330" y="988"/>
                  </a:cubicBezTo>
                  <a:close/>
                  <a:moveTo>
                    <a:pt x="6892" y="10012"/>
                  </a:moveTo>
                  <a:cubicBezTo>
                    <a:pt x="8750" y="10215"/>
                    <a:pt x="10632" y="10261"/>
                    <a:pt x="12508" y="10261"/>
                  </a:cubicBezTo>
                  <a:cubicBezTo>
                    <a:pt x="14021" y="10261"/>
                    <a:pt x="15530" y="10231"/>
                    <a:pt x="17021" y="10231"/>
                  </a:cubicBezTo>
                  <a:cubicBezTo>
                    <a:pt x="17379" y="10231"/>
                    <a:pt x="17736" y="10233"/>
                    <a:pt x="18091" y="10237"/>
                  </a:cubicBezTo>
                  <a:lnTo>
                    <a:pt x="19042" y="10237"/>
                  </a:lnTo>
                  <a:cubicBezTo>
                    <a:pt x="19132" y="10284"/>
                    <a:pt x="19223" y="10284"/>
                    <a:pt x="19361" y="10328"/>
                  </a:cubicBezTo>
                  <a:cubicBezTo>
                    <a:pt x="19495" y="10328"/>
                    <a:pt x="19586" y="10284"/>
                    <a:pt x="19633" y="10237"/>
                  </a:cubicBezTo>
                  <a:cubicBezTo>
                    <a:pt x="21546" y="10263"/>
                    <a:pt x="23446" y="10302"/>
                    <a:pt x="25348" y="10302"/>
                  </a:cubicBezTo>
                  <a:cubicBezTo>
                    <a:pt x="26915" y="10302"/>
                    <a:pt x="28482" y="10276"/>
                    <a:pt x="30060" y="10194"/>
                  </a:cubicBezTo>
                  <a:lnTo>
                    <a:pt x="30103" y="10194"/>
                  </a:lnTo>
                  <a:cubicBezTo>
                    <a:pt x="30194" y="11325"/>
                    <a:pt x="30604" y="12413"/>
                    <a:pt x="30876" y="13501"/>
                  </a:cubicBezTo>
                  <a:cubicBezTo>
                    <a:pt x="31601" y="15949"/>
                    <a:pt x="32145" y="18488"/>
                    <a:pt x="32914" y="20983"/>
                  </a:cubicBezTo>
                  <a:cubicBezTo>
                    <a:pt x="32961" y="21165"/>
                    <a:pt x="33143" y="21208"/>
                    <a:pt x="33277" y="21208"/>
                  </a:cubicBezTo>
                  <a:cubicBezTo>
                    <a:pt x="33277" y="21258"/>
                    <a:pt x="33346" y="21295"/>
                    <a:pt x="33408" y="21295"/>
                  </a:cubicBezTo>
                  <a:cubicBezTo>
                    <a:pt x="33459" y="21295"/>
                    <a:pt x="33505" y="21270"/>
                    <a:pt x="33505" y="21208"/>
                  </a:cubicBezTo>
                  <a:cubicBezTo>
                    <a:pt x="33687" y="20621"/>
                    <a:pt x="33777" y="19986"/>
                    <a:pt x="34140" y="19533"/>
                  </a:cubicBezTo>
                  <a:cubicBezTo>
                    <a:pt x="34247" y="19379"/>
                    <a:pt x="34344" y="19316"/>
                    <a:pt x="34431" y="19316"/>
                  </a:cubicBezTo>
                  <a:cubicBezTo>
                    <a:pt x="34859" y="19316"/>
                    <a:pt x="35047" y="20861"/>
                    <a:pt x="35047" y="20936"/>
                  </a:cubicBezTo>
                  <a:cubicBezTo>
                    <a:pt x="35047" y="21618"/>
                    <a:pt x="35047" y="22253"/>
                    <a:pt x="34865" y="22887"/>
                  </a:cubicBezTo>
                  <a:cubicBezTo>
                    <a:pt x="34775" y="23250"/>
                    <a:pt x="34684" y="23566"/>
                    <a:pt x="34503" y="23928"/>
                  </a:cubicBezTo>
                  <a:lnTo>
                    <a:pt x="33415" y="23928"/>
                  </a:lnTo>
                  <a:cubicBezTo>
                    <a:pt x="33392" y="23753"/>
                    <a:pt x="33252" y="23662"/>
                    <a:pt x="33109" y="23662"/>
                  </a:cubicBezTo>
                  <a:cubicBezTo>
                    <a:pt x="32958" y="23662"/>
                    <a:pt x="32802" y="23764"/>
                    <a:pt x="32780" y="23976"/>
                  </a:cubicBezTo>
                  <a:cubicBezTo>
                    <a:pt x="32189" y="31273"/>
                    <a:pt x="24300" y="31411"/>
                    <a:pt x="18498" y="31545"/>
                  </a:cubicBezTo>
                  <a:cubicBezTo>
                    <a:pt x="12695" y="31411"/>
                    <a:pt x="4806" y="31273"/>
                    <a:pt x="4172" y="23976"/>
                  </a:cubicBezTo>
                  <a:cubicBezTo>
                    <a:pt x="4172" y="23764"/>
                    <a:pt x="4027" y="23662"/>
                    <a:pt x="3881" y="23662"/>
                  </a:cubicBezTo>
                  <a:cubicBezTo>
                    <a:pt x="3744" y="23662"/>
                    <a:pt x="3605" y="23753"/>
                    <a:pt x="3584" y="23928"/>
                  </a:cubicBezTo>
                  <a:lnTo>
                    <a:pt x="2449" y="23928"/>
                  </a:lnTo>
                  <a:cubicBezTo>
                    <a:pt x="2315" y="23566"/>
                    <a:pt x="2177" y="23250"/>
                    <a:pt x="2133" y="22887"/>
                  </a:cubicBezTo>
                  <a:cubicBezTo>
                    <a:pt x="1952" y="22253"/>
                    <a:pt x="1952" y="21618"/>
                    <a:pt x="1952" y="20936"/>
                  </a:cubicBezTo>
                  <a:cubicBezTo>
                    <a:pt x="1952" y="20861"/>
                    <a:pt x="2140" y="19316"/>
                    <a:pt x="2568" y="19316"/>
                  </a:cubicBezTo>
                  <a:cubicBezTo>
                    <a:pt x="2655" y="19316"/>
                    <a:pt x="2751" y="19379"/>
                    <a:pt x="2859" y="19533"/>
                  </a:cubicBezTo>
                  <a:cubicBezTo>
                    <a:pt x="3221" y="19986"/>
                    <a:pt x="3312" y="20621"/>
                    <a:pt x="3446" y="21208"/>
                  </a:cubicBezTo>
                  <a:cubicBezTo>
                    <a:pt x="3467" y="21270"/>
                    <a:pt x="3525" y="21295"/>
                    <a:pt x="3581" y="21295"/>
                  </a:cubicBezTo>
                  <a:cubicBezTo>
                    <a:pt x="3650" y="21295"/>
                    <a:pt x="3718" y="21258"/>
                    <a:pt x="3718" y="21208"/>
                  </a:cubicBezTo>
                  <a:cubicBezTo>
                    <a:pt x="3856" y="21208"/>
                    <a:pt x="4037" y="21165"/>
                    <a:pt x="4081" y="20983"/>
                  </a:cubicBezTo>
                  <a:cubicBezTo>
                    <a:pt x="4853" y="18488"/>
                    <a:pt x="5397" y="15949"/>
                    <a:pt x="6123" y="13501"/>
                  </a:cubicBezTo>
                  <a:cubicBezTo>
                    <a:pt x="6123" y="13458"/>
                    <a:pt x="6123" y="13411"/>
                    <a:pt x="6166" y="13320"/>
                  </a:cubicBezTo>
                  <a:cubicBezTo>
                    <a:pt x="6202" y="13341"/>
                    <a:pt x="6237" y="13351"/>
                    <a:pt x="6270" y="13351"/>
                  </a:cubicBezTo>
                  <a:cubicBezTo>
                    <a:pt x="6453" y="13351"/>
                    <a:pt x="6585" y="13067"/>
                    <a:pt x="6395" y="12914"/>
                  </a:cubicBezTo>
                  <a:cubicBezTo>
                    <a:pt x="6348" y="12914"/>
                    <a:pt x="6304" y="12867"/>
                    <a:pt x="6304" y="12867"/>
                  </a:cubicBezTo>
                  <a:cubicBezTo>
                    <a:pt x="6576" y="11916"/>
                    <a:pt x="6848" y="10963"/>
                    <a:pt x="6892" y="10012"/>
                  </a:cubicBezTo>
                  <a:close/>
                  <a:moveTo>
                    <a:pt x="11822" y="1"/>
                  </a:moveTo>
                  <a:cubicBezTo>
                    <a:pt x="10445" y="1"/>
                    <a:pt x="9490" y="949"/>
                    <a:pt x="9340" y="2487"/>
                  </a:cubicBezTo>
                  <a:cubicBezTo>
                    <a:pt x="8566" y="1980"/>
                    <a:pt x="7717" y="1626"/>
                    <a:pt x="6811" y="1626"/>
                  </a:cubicBezTo>
                  <a:cubicBezTo>
                    <a:pt x="6497" y="1626"/>
                    <a:pt x="6177" y="1668"/>
                    <a:pt x="5851" y="1761"/>
                  </a:cubicBezTo>
                  <a:cubicBezTo>
                    <a:pt x="5307" y="1943"/>
                    <a:pt x="4806" y="2349"/>
                    <a:pt x="4400" y="2759"/>
                  </a:cubicBezTo>
                  <a:lnTo>
                    <a:pt x="4353" y="2802"/>
                  </a:lnTo>
                  <a:cubicBezTo>
                    <a:pt x="4081" y="3074"/>
                    <a:pt x="3856" y="3346"/>
                    <a:pt x="3675" y="3618"/>
                  </a:cubicBezTo>
                  <a:cubicBezTo>
                    <a:pt x="3446" y="3937"/>
                    <a:pt x="3221" y="4300"/>
                    <a:pt x="2993" y="4663"/>
                  </a:cubicBezTo>
                  <a:cubicBezTo>
                    <a:pt x="2949" y="4644"/>
                    <a:pt x="2906" y="4635"/>
                    <a:pt x="2865" y="4635"/>
                  </a:cubicBezTo>
                  <a:cubicBezTo>
                    <a:pt x="2613" y="4635"/>
                    <a:pt x="2449" y="4960"/>
                    <a:pt x="2721" y="5116"/>
                  </a:cubicBezTo>
                  <a:cubicBezTo>
                    <a:pt x="2449" y="5479"/>
                    <a:pt x="2177" y="5794"/>
                    <a:pt x="1861" y="6023"/>
                  </a:cubicBezTo>
                  <a:cubicBezTo>
                    <a:pt x="1499" y="6248"/>
                    <a:pt x="1136" y="6338"/>
                    <a:pt x="864" y="6701"/>
                  </a:cubicBezTo>
                  <a:cubicBezTo>
                    <a:pt x="683" y="6882"/>
                    <a:pt x="592" y="7064"/>
                    <a:pt x="501" y="7245"/>
                  </a:cubicBezTo>
                  <a:cubicBezTo>
                    <a:pt x="454" y="7292"/>
                    <a:pt x="454" y="7336"/>
                    <a:pt x="454" y="7383"/>
                  </a:cubicBezTo>
                  <a:cubicBezTo>
                    <a:pt x="1" y="9240"/>
                    <a:pt x="3084" y="11235"/>
                    <a:pt x="1045" y="12823"/>
                  </a:cubicBezTo>
                  <a:cubicBezTo>
                    <a:pt x="273" y="13411"/>
                    <a:pt x="273" y="14999"/>
                    <a:pt x="363" y="15859"/>
                  </a:cubicBezTo>
                  <a:cubicBezTo>
                    <a:pt x="501" y="16947"/>
                    <a:pt x="1136" y="17991"/>
                    <a:pt x="1814" y="18851"/>
                  </a:cubicBezTo>
                  <a:cubicBezTo>
                    <a:pt x="1452" y="19395"/>
                    <a:pt x="1408" y="20574"/>
                    <a:pt x="1361" y="20936"/>
                  </a:cubicBezTo>
                  <a:cubicBezTo>
                    <a:pt x="1317" y="21981"/>
                    <a:pt x="1361" y="24200"/>
                    <a:pt x="2449" y="24792"/>
                  </a:cubicBezTo>
                  <a:cubicBezTo>
                    <a:pt x="2784" y="24986"/>
                    <a:pt x="3068" y="25078"/>
                    <a:pt x="3311" y="25078"/>
                  </a:cubicBezTo>
                  <a:cubicBezTo>
                    <a:pt x="3462" y="25078"/>
                    <a:pt x="3597" y="25043"/>
                    <a:pt x="3718" y="24973"/>
                  </a:cubicBezTo>
                  <a:cubicBezTo>
                    <a:pt x="4444" y="28781"/>
                    <a:pt x="7392" y="30685"/>
                    <a:pt x="10928" y="31635"/>
                  </a:cubicBezTo>
                  <a:cubicBezTo>
                    <a:pt x="6257" y="34446"/>
                    <a:pt x="4128" y="41747"/>
                    <a:pt x="4262" y="46777"/>
                  </a:cubicBezTo>
                  <a:cubicBezTo>
                    <a:pt x="4262" y="46913"/>
                    <a:pt x="4391" y="47001"/>
                    <a:pt x="4514" y="47001"/>
                  </a:cubicBezTo>
                  <a:cubicBezTo>
                    <a:pt x="4598" y="47001"/>
                    <a:pt x="4679" y="46960"/>
                    <a:pt x="4716" y="46868"/>
                  </a:cubicBezTo>
                  <a:cubicBezTo>
                    <a:pt x="5260" y="44057"/>
                    <a:pt x="5532" y="41337"/>
                    <a:pt x="6529" y="38664"/>
                  </a:cubicBezTo>
                  <a:cubicBezTo>
                    <a:pt x="7574" y="35763"/>
                    <a:pt x="9340" y="33721"/>
                    <a:pt x="11563" y="31773"/>
                  </a:cubicBezTo>
                  <a:cubicBezTo>
                    <a:pt x="12604" y="31998"/>
                    <a:pt x="13739" y="32136"/>
                    <a:pt x="14827" y="32227"/>
                  </a:cubicBezTo>
                  <a:cubicBezTo>
                    <a:pt x="14417" y="38029"/>
                    <a:pt x="15505" y="43742"/>
                    <a:pt x="14327" y="49497"/>
                  </a:cubicBezTo>
                  <a:cubicBezTo>
                    <a:pt x="14271" y="49722"/>
                    <a:pt x="14457" y="49876"/>
                    <a:pt x="14629" y="49876"/>
                  </a:cubicBezTo>
                  <a:cubicBezTo>
                    <a:pt x="14735" y="49876"/>
                    <a:pt x="14836" y="49817"/>
                    <a:pt x="14871" y="49679"/>
                  </a:cubicBezTo>
                  <a:cubicBezTo>
                    <a:pt x="16187" y="44104"/>
                    <a:pt x="15596" y="37939"/>
                    <a:pt x="15143" y="32270"/>
                  </a:cubicBezTo>
                  <a:cubicBezTo>
                    <a:pt x="15415" y="32270"/>
                    <a:pt x="15734" y="32317"/>
                    <a:pt x="16049" y="32317"/>
                  </a:cubicBezTo>
                  <a:cubicBezTo>
                    <a:pt x="15553" y="35037"/>
                    <a:pt x="16097" y="37982"/>
                    <a:pt x="16278" y="40702"/>
                  </a:cubicBezTo>
                  <a:cubicBezTo>
                    <a:pt x="16503" y="43923"/>
                    <a:pt x="16503" y="47049"/>
                    <a:pt x="15868" y="50223"/>
                  </a:cubicBezTo>
                  <a:cubicBezTo>
                    <a:pt x="15813" y="50473"/>
                    <a:pt x="16012" y="50654"/>
                    <a:pt x="16205" y="50654"/>
                  </a:cubicBezTo>
                  <a:cubicBezTo>
                    <a:pt x="16329" y="50654"/>
                    <a:pt x="16451" y="50581"/>
                    <a:pt x="16503" y="50404"/>
                  </a:cubicBezTo>
                  <a:cubicBezTo>
                    <a:pt x="17228" y="47459"/>
                    <a:pt x="17185" y="44376"/>
                    <a:pt x="16956" y="41337"/>
                  </a:cubicBezTo>
                  <a:cubicBezTo>
                    <a:pt x="16775" y="38392"/>
                    <a:pt x="16684" y="35262"/>
                    <a:pt x="16140" y="32317"/>
                  </a:cubicBezTo>
                  <a:lnTo>
                    <a:pt x="16140" y="32317"/>
                  </a:lnTo>
                  <a:cubicBezTo>
                    <a:pt x="16956" y="32361"/>
                    <a:pt x="17729" y="32361"/>
                    <a:pt x="18498" y="32361"/>
                  </a:cubicBezTo>
                  <a:cubicBezTo>
                    <a:pt x="18792" y="32368"/>
                    <a:pt x="19090" y="32372"/>
                    <a:pt x="19391" y="32372"/>
                  </a:cubicBezTo>
                  <a:cubicBezTo>
                    <a:pt x="20943" y="32372"/>
                    <a:pt x="22571" y="32265"/>
                    <a:pt x="24166" y="31998"/>
                  </a:cubicBezTo>
                  <a:cubicBezTo>
                    <a:pt x="25116" y="34765"/>
                    <a:pt x="25073" y="37667"/>
                    <a:pt x="25345" y="40521"/>
                  </a:cubicBezTo>
                  <a:cubicBezTo>
                    <a:pt x="25570" y="43742"/>
                    <a:pt x="26342" y="46868"/>
                    <a:pt x="26476" y="50089"/>
                  </a:cubicBezTo>
                  <a:cubicBezTo>
                    <a:pt x="26476" y="50276"/>
                    <a:pt x="26610" y="50366"/>
                    <a:pt x="26739" y="50366"/>
                  </a:cubicBezTo>
                  <a:cubicBezTo>
                    <a:pt x="26860" y="50366"/>
                    <a:pt x="26977" y="50287"/>
                    <a:pt x="26977" y="50132"/>
                  </a:cubicBezTo>
                  <a:cubicBezTo>
                    <a:pt x="27202" y="46687"/>
                    <a:pt x="26204" y="43332"/>
                    <a:pt x="25842" y="39934"/>
                  </a:cubicBezTo>
                  <a:cubicBezTo>
                    <a:pt x="25570" y="37213"/>
                    <a:pt x="25526" y="34537"/>
                    <a:pt x="24391" y="31955"/>
                  </a:cubicBezTo>
                  <a:cubicBezTo>
                    <a:pt x="24754" y="31907"/>
                    <a:pt x="25073" y="31864"/>
                    <a:pt x="25436" y="31773"/>
                  </a:cubicBezTo>
                  <a:cubicBezTo>
                    <a:pt x="26342" y="35172"/>
                    <a:pt x="27793" y="38345"/>
                    <a:pt x="27884" y="41972"/>
                  </a:cubicBezTo>
                  <a:cubicBezTo>
                    <a:pt x="27927" y="44014"/>
                    <a:pt x="27383" y="47550"/>
                    <a:pt x="28972" y="49225"/>
                  </a:cubicBezTo>
                  <a:cubicBezTo>
                    <a:pt x="28972" y="49239"/>
                    <a:pt x="28980" y="49245"/>
                    <a:pt x="28990" y="49245"/>
                  </a:cubicBezTo>
                  <a:cubicBezTo>
                    <a:pt x="29013" y="49245"/>
                    <a:pt x="29048" y="49213"/>
                    <a:pt x="29015" y="49182"/>
                  </a:cubicBezTo>
                  <a:cubicBezTo>
                    <a:pt x="28156" y="46505"/>
                    <a:pt x="28337" y="43832"/>
                    <a:pt x="28246" y="41022"/>
                  </a:cubicBezTo>
                  <a:cubicBezTo>
                    <a:pt x="28156" y="37757"/>
                    <a:pt x="26749" y="34765"/>
                    <a:pt x="25932" y="31635"/>
                  </a:cubicBezTo>
                  <a:cubicBezTo>
                    <a:pt x="27249" y="31320"/>
                    <a:pt x="28471" y="30866"/>
                    <a:pt x="29559" y="30232"/>
                  </a:cubicBezTo>
                  <a:cubicBezTo>
                    <a:pt x="32189" y="30413"/>
                    <a:pt x="34093" y="34174"/>
                    <a:pt x="35137" y="36169"/>
                  </a:cubicBezTo>
                  <a:cubicBezTo>
                    <a:pt x="36450" y="38798"/>
                    <a:pt x="37585" y="41747"/>
                    <a:pt x="37901" y="44692"/>
                  </a:cubicBezTo>
                  <a:cubicBezTo>
                    <a:pt x="37925" y="44924"/>
                    <a:pt x="38115" y="45050"/>
                    <a:pt x="38294" y="45050"/>
                  </a:cubicBezTo>
                  <a:cubicBezTo>
                    <a:pt x="38465" y="45050"/>
                    <a:pt x="38626" y="44936"/>
                    <a:pt x="38626" y="44692"/>
                  </a:cubicBezTo>
                  <a:cubicBezTo>
                    <a:pt x="38673" y="41518"/>
                    <a:pt x="36813" y="37848"/>
                    <a:pt x="35319" y="35128"/>
                  </a:cubicBezTo>
                  <a:cubicBezTo>
                    <a:pt x="34231" y="33133"/>
                    <a:pt x="32417" y="30185"/>
                    <a:pt x="29878" y="30003"/>
                  </a:cubicBezTo>
                  <a:cubicBezTo>
                    <a:pt x="31601" y="28872"/>
                    <a:pt x="32823" y="27283"/>
                    <a:pt x="33277" y="24973"/>
                  </a:cubicBezTo>
                  <a:cubicBezTo>
                    <a:pt x="33381" y="25043"/>
                    <a:pt x="33512" y="25078"/>
                    <a:pt x="33665" y="25078"/>
                  </a:cubicBezTo>
                  <a:cubicBezTo>
                    <a:pt x="33910" y="25078"/>
                    <a:pt x="34211" y="24986"/>
                    <a:pt x="34546" y="24792"/>
                  </a:cubicBezTo>
                  <a:cubicBezTo>
                    <a:pt x="35634" y="24200"/>
                    <a:pt x="35681" y="21981"/>
                    <a:pt x="35634" y="20936"/>
                  </a:cubicBezTo>
                  <a:cubicBezTo>
                    <a:pt x="35591" y="20755"/>
                    <a:pt x="35591" y="20483"/>
                    <a:pt x="35544" y="20120"/>
                  </a:cubicBezTo>
                  <a:cubicBezTo>
                    <a:pt x="37266" y="18263"/>
                    <a:pt x="36225" y="15677"/>
                    <a:pt x="37676" y="13820"/>
                  </a:cubicBezTo>
                  <a:cubicBezTo>
                    <a:pt x="38039" y="13320"/>
                    <a:pt x="38311" y="12551"/>
                    <a:pt x="37992" y="11916"/>
                  </a:cubicBezTo>
                  <a:cubicBezTo>
                    <a:pt x="37810" y="11507"/>
                    <a:pt x="37538" y="11235"/>
                    <a:pt x="37223" y="10919"/>
                  </a:cubicBezTo>
                  <a:cubicBezTo>
                    <a:pt x="36316" y="9965"/>
                    <a:pt x="36497" y="8924"/>
                    <a:pt x="36813" y="7836"/>
                  </a:cubicBezTo>
                  <a:cubicBezTo>
                    <a:pt x="37404" y="5885"/>
                    <a:pt x="37585" y="4300"/>
                    <a:pt x="35997" y="2802"/>
                  </a:cubicBezTo>
                  <a:cubicBezTo>
                    <a:pt x="35374" y="2215"/>
                    <a:pt x="34593" y="1891"/>
                    <a:pt x="33835" y="1891"/>
                  </a:cubicBezTo>
                  <a:cubicBezTo>
                    <a:pt x="33600" y="1891"/>
                    <a:pt x="33368" y="1922"/>
                    <a:pt x="33143" y="1986"/>
                  </a:cubicBezTo>
                  <a:cubicBezTo>
                    <a:pt x="33095" y="1896"/>
                    <a:pt x="33052" y="1805"/>
                    <a:pt x="33005" y="1761"/>
                  </a:cubicBezTo>
                  <a:cubicBezTo>
                    <a:pt x="32992" y="1735"/>
                    <a:pt x="32967" y="1724"/>
                    <a:pt x="32941" y="1724"/>
                  </a:cubicBezTo>
                  <a:cubicBezTo>
                    <a:pt x="32878" y="1724"/>
                    <a:pt x="32806" y="1788"/>
                    <a:pt x="32871" y="1852"/>
                  </a:cubicBezTo>
                  <a:cubicBezTo>
                    <a:pt x="32871" y="1896"/>
                    <a:pt x="32914" y="1943"/>
                    <a:pt x="32961" y="2033"/>
                  </a:cubicBezTo>
                  <a:cubicBezTo>
                    <a:pt x="32551" y="2124"/>
                    <a:pt x="32236" y="2305"/>
                    <a:pt x="31873" y="2577"/>
                  </a:cubicBezTo>
                  <a:cubicBezTo>
                    <a:pt x="31029" y="1633"/>
                    <a:pt x="29935" y="964"/>
                    <a:pt x="28702" y="964"/>
                  </a:cubicBezTo>
                  <a:cubicBezTo>
                    <a:pt x="28277" y="964"/>
                    <a:pt x="27836" y="1043"/>
                    <a:pt x="27383" y="1217"/>
                  </a:cubicBezTo>
                  <a:cubicBezTo>
                    <a:pt x="26977" y="1399"/>
                    <a:pt x="26614" y="1533"/>
                    <a:pt x="26295" y="1580"/>
                  </a:cubicBezTo>
                  <a:lnTo>
                    <a:pt x="26161" y="1442"/>
                  </a:lnTo>
                  <a:cubicBezTo>
                    <a:pt x="26125" y="1395"/>
                    <a:pt x="26081" y="1376"/>
                    <a:pt x="26036" y="1376"/>
                  </a:cubicBezTo>
                  <a:cubicBezTo>
                    <a:pt x="25907" y="1376"/>
                    <a:pt x="25775" y="1536"/>
                    <a:pt x="25842" y="1671"/>
                  </a:cubicBezTo>
                  <a:cubicBezTo>
                    <a:pt x="25687" y="1691"/>
                    <a:pt x="25537" y="1701"/>
                    <a:pt x="25390" y="1701"/>
                  </a:cubicBezTo>
                  <a:cubicBezTo>
                    <a:pt x="24550" y="1701"/>
                    <a:pt x="23809" y="1374"/>
                    <a:pt x="22806" y="717"/>
                  </a:cubicBezTo>
                  <a:cubicBezTo>
                    <a:pt x="22350" y="429"/>
                    <a:pt x="21895" y="319"/>
                    <a:pt x="21434" y="319"/>
                  </a:cubicBezTo>
                  <a:cubicBezTo>
                    <a:pt x="21022" y="319"/>
                    <a:pt x="20604" y="407"/>
                    <a:pt x="20177" y="535"/>
                  </a:cubicBezTo>
                  <a:cubicBezTo>
                    <a:pt x="19137" y="907"/>
                    <a:pt x="18066" y="2039"/>
                    <a:pt x="16942" y="2039"/>
                  </a:cubicBezTo>
                  <a:cubicBezTo>
                    <a:pt x="16693" y="2039"/>
                    <a:pt x="16442" y="1983"/>
                    <a:pt x="16187" y="1852"/>
                  </a:cubicBezTo>
                  <a:cubicBezTo>
                    <a:pt x="15009" y="1261"/>
                    <a:pt x="14011" y="445"/>
                    <a:pt x="12742" y="129"/>
                  </a:cubicBezTo>
                  <a:cubicBezTo>
                    <a:pt x="12419" y="42"/>
                    <a:pt x="12111" y="1"/>
                    <a:pt x="11822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33"/>
            <p:cNvSpPr/>
            <p:nvPr/>
          </p:nvSpPr>
          <p:spPr>
            <a:xfrm>
              <a:off x="1103602" y="2149472"/>
              <a:ext cx="45717" cy="133332"/>
            </a:xfrm>
            <a:custGeom>
              <a:rect b="b" l="l" r="r" t="t"/>
              <a:pathLst>
                <a:path extrusionOk="0" h="4888" w="1676">
                  <a:moveTo>
                    <a:pt x="1077" y="0"/>
                  </a:moveTo>
                  <a:cubicBezTo>
                    <a:pt x="999" y="0"/>
                    <a:pt x="918" y="37"/>
                    <a:pt x="860" y="113"/>
                  </a:cubicBezTo>
                  <a:cubicBezTo>
                    <a:pt x="769" y="294"/>
                    <a:pt x="679" y="428"/>
                    <a:pt x="635" y="610"/>
                  </a:cubicBezTo>
                  <a:cubicBezTo>
                    <a:pt x="588" y="610"/>
                    <a:pt x="544" y="657"/>
                    <a:pt x="497" y="700"/>
                  </a:cubicBezTo>
                  <a:lnTo>
                    <a:pt x="497" y="929"/>
                  </a:lnTo>
                  <a:cubicBezTo>
                    <a:pt x="363" y="1245"/>
                    <a:pt x="316" y="1607"/>
                    <a:pt x="272" y="1926"/>
                  </a:cubicBezTo>
                  <a:cubicBezTo>
                    <a:pt x="135" y="2605"/>
                    <a:pt x="0" y="3286"/>
                    <a:pt x="135" y="3965"/>
                  </a:cubicBezTo>
                  <a:cubicBezTo>
                    <a:pt x="172" y="4287"/>
                    <a:pt x="487" y="4887"/>
                    <a:pt x="863" y="4887"/>
                  </a:cubicBezTo>
                  <a:cubicBezTo>
                    <a:pt x="966" y="4887"/>
                    <a:pt x="1072" y="4843"/>
                    <a:pt x="1179" y="4737"/>
                  </a:cubicBezTo>
                  <a:cubicBezTo>
                    <a:pt x="1676" y="4237"/>
                    <a:pt x="1585" y="3239"/>
                    <a:pt x="1585" y="2652"/>
                  </a:cubicBezTo>
                  <a:cubicBezTo>
                    <a:pt x="1585" y="1836"/>
                    <a:pt x="1585" y="929"/>
                    <a:pt x="1313" y="204"/>
                  </a:cubicBezTo>
                  <a:cubicBezTo>
                    <a:pt x="1288" y="71"/>
                    <a:pt x="1185" y="0"/>
                    <a:pt x="1077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33"/>
            <p:cNvSpPr/>
            <p:nvPr/>
          </p:nvSpPr>
          <p:spPr>
            <a:xfrm>
              <a:off x="1491883" y="2149472"/>
              <a:ext cx="47026" cy="133332"/>
            </a:xfrm>
            <a:custGeom>
              <a:rect b="b" l="l" r="r" t="t"/>
              <a:pathLst>
                <a:path extrusionOk="0" h="4888" w="1724">
                  <a:moveTo>
                    <a:pt x="1090" y="0"/>
                  </a:moveTo>
                  <a:cubicBezTo>
                    <a:pt x="1015" y="0"/>
                    <a:pt x="945" y="37"/>
                    <a:pt x="907" y="113"/>
                  </a:cubicBezTo>
                  <a:cubicBezTo>
                    <a:pt x="769" y="294"/>
                    <a:pt x="726" y="428"/>
                    <a:pt x="635" y="610"/>
                  </a:cubicBezTo>
                  <a:cubicBezTo>
                    <a:pt x="588" y="610"/>
                    <a:pt x="545" y="657"/>
                    <a:pt x="545" y="700"/>
                  </a:cubicBezTo>
                  <a:cubicBezTo>
                    <a:pt x="545" y="791"/>
                    <a:pt x="497" y="882"/>
                    <a:pt x="497" y="929"/>
                  </a:cubicBezTo>
                  <a:cubicBezTo>
                    <a:pt x="407" y="1245"/>
                    <a:pt x="316" y="1607"/>
                    <a:pt x="316" y="1926"/>
                  </a:cubicBezTo>
                  <a:cubicBezTo>
                    <a:pt x="135" y="2605"/>
                    <a:pt x="1" y="3286"/>
                    <a:pt x="135" y="3965"/>
                  </a:cubicBezTo>
                  <a:cubicBezTo>
                    <a:pt x="206" y="4287"/>
                    <a:pt x="502" y="4887"/>
                    <a:pt x="889" y="4887"/>
                  </a:cubicBezTo>
                  <a:cubicBezTo>
                    <a:pt x="995" y="4887"/>
                    <a:pt x="1107" y="4843"/>
                    <a:pt x="1223" y="4737"/>
                  </a:cubicBezTo>
                  <a:cubicBezTo>
                    <a:pt x="1723" y="4237"/>
                    <a:pt x="1633" y="3239"/>
                    <a:pt x="1633" y="2652"/>
                  </a:cubicBezTo>
                  <a:cubicBezTo>
                    <a:pt x="1633" y="1836"/>
                    <a:pt x="1585" y="929"/>
                    <a:pt x="1361" y="204"/>
                  </a:cubicBezTo>
                  <a:cubicBezTo>
                    <a:pt x="1308" y="71"/>
                    <a:pt x="1194" y="0"/>
                    <a:pt x="1090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3"/>
            <p:cNvSpPr/>
            <p:nvPr/>
          </p:nvSpPr>
          <p:spPr>
            <a:xfrm>
              <a:off x="1303921" y="2153891"/>
              <a:ext cx="56928" cy="152672"/>
            </a:xfrm>
            <a:custGeom>
              <a:rect b="b" l="l" r="r" t="t"/>
              <a:pathLst>
                <a:path extrusionOk="0" h="5597" w="2087">
                  <a:moveTo>
                    <a:pt x="329" y="0"/>
                  </a:moveTo>
                  <a:cubicBezTo>
                    <a:pt x="280" y="0"/>
                    <a:pt x="225" y="36"/>
                    <a:pt x="225" y="85"/>
                  </a:cubicBezTo>
                  <a:cubicBezTo>
                    <a:pt x="91" y="1764"/>
                    <a:pt x="1" y="3578"/>
                    <a:pt x="225" y="5253"/>
                  </a:cubicBezTo>
                  <a:cubicBezTo>
                    <a:pt x="225" y="5344"/>
                    <a:pt x="316" y="5435"/>
                    <a:pt x="407" y="5482"/>
                  </a:cubicBezTo>
                  <a:cubicBezTo>
                    <a:pt x="722" y="5539"/>
                    <a:pt x="1019" y="5596"/>
                    <a:pt x="1308" y="5596"/>
                  </a:cubicBezTo>
                  <a:cubicBezTo>
                    <a:pt x="1479" y="5596"/>
                    <a:pt x="1646" y="5576"/>
                    <a:pt x="1814" y="5525"/>
                  </a:cubicBezTo>
                  <a:cubicBezTo>
                    <a:pt x="2086" y="5435"/>
                    <a:pt x="2039" y="5028"/>
                    <a:pt x="1767" y="4981"/>
                  </a:cubicBezTo>
                  <a:cubicBezTo>
                    <a:pt x="1642" y="4981"/>
                    <a:pt x="1510" y="4992"/>
                    <a:pt x="1384" y="4992"/>
                  </a:cubicBezTo>
                  <a:cubicBezTo>
                    <a:pt x="1052" y="4992"/>
                    <a:pt x="758" y="4919"/>
                    <a:pt x="726" y="4394"/>
                  </a:cubicBezTo>
                  <a:cubicBezTo>
                    <a:pt x="679" y="3893"/>
                    <a:pt x="635" y="3349"/>
                    <a:pt x="635" y="2852"/>
                  </a:cubicBezTo>
                  <a:cubicBezTo>
                    <a:pt x="635" y="1899"/>
                    <a:pt x="679" y="992"/>
                    <a:pt x="407" y="85"/>
                  </a:cubicBezTo>
                  <a:cubicBezTo>
                    <a:pt x="407" y="24"/>
                    <a:pt x="370" y="0"/>
                    <a:pt x="329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33"/>
            <p:cNvSpPr/>
            <p:nvPr/>
          </p:nvSpPr>
          <p:spPr>
            <a:xfrm>
              <a:off x="1229729" y="2367547"/>
              <a:ext cx="254499" cy="115220"/>
            </a:xfrm>
            <a:custGeom>
              <a:rect b="b" l="l" r="r" t="t"/>
              <a:pathLst>
                <a:path extrusionOk="0" h="4224" w="9330">
                  <a:moveTo>
                    <a:pt x="998" y="594"/>
                  </a:moveTo>
                  <a:lnTo>
                    <a:pt x="998" y="594"/>
                  </a:lnTo>
                  <a:cubicBezTo>
                    <a:pt x="2790" y="727"/>
                    <a:pt x="4631" y="811"/>
                    <a:pt x="6449" y="811"/>
                  </a:cubicBezTo>
                  <a:cubicBezTo>
                    <a:pt x="7114" y="811"/>
                    <a:pt x="7777" y="799"/>
                    <a:pt x="8433" y="775"/>
                  </a:cubicBezTo>
                  <a:lnTo>
                    <a:pt x="8433" y="775"/>
                  </a:lnTo>
                  <a:cubicBezTo>
                    <a:pt x="8204" y="1820"/>
                    <a:pt x="7751" y="2636"/>
                    <a:pt x="7073" y="3133"/>
                  </a:cubicBezTo>
                  <a:cubicBezTo>
                    <a:pt x="6438" y="2364"/>
                    <a:pt x="5622" y="1910"/>
                    <a:pt x="4625" y="1820"/>
                  </a:cubicBezTo>
                  <a:cubicBezTo>
                    <a:pt x="4552" y="1812"/>
                    <a:pt x="4480" y="1808"/>
                    <a:pt x="4407" y="1808"/>
                  </a:cubicBezTo>
                  <a:cubicBezTo>
                    <a:pt x="3614" y="1808"/>
                    <a:pt x="2840" y="2258"/>
                    <a:pt x="2673" y="3089"/>
                  </a:cubicBezTo>
                  <a:cubicBezTo>
                    <a:pt x="1814" y="2545"/>
                    <a:pt x="1223" y="1638"/>
                    <a:pt x="998" y="594"/>
                  </a:cubicBezTo>
                  <a:close/>
                  <a:moveTo>
                    <a:pt x="4364" y="2211"/>
                  </a:moveTo>
                  <a:cubicBezTo>
                    <a:pt x="4447" y="2211"/>
                    <a:pt x="4534" y="2216"/>
                    <a:pt x="4625" y="2226"/>
                  </a:cubicBezTo>
                  <a:cubicBezTo>
                    <a:pt x="5303" y="2273"/>
                    <a:pt x="6300" y="2679"/>
                    <a:pt x="6619" y="3361"/>
                  </a:cubicBezTo>
                  <a:cubicBezTo>
                    <a:pt x="6166" y="3586"/>
                    <a:pt x="5666" y="3677"/>
                    <a:pt x="5031" y="3677"/>
                  </a:cubicBezTo>
                  <a:cubicBezTo>
                    <a:pt x="4946" y="3682"/>
                    <a:pt x="4862" y="3684"/>
                    <a:pt x="4779" y="3684"/>
                  </a:cubicBezTo>
                  <a:cubicBezTo>
                    <a:pt x="4065" y="3684"/>
                    <a:pt x="3423" y="3505"/>
                    <a:pt x="2855" y="3180"/>
                  </a:cubicBezTo>
                  <a:cubicBezTo>
                    <a:pt x="3219" y="2535"/>
                    <a:pt x="3690" y="2211"/>
                    <a:pt x="4364" y="2211"/>
                  </a:cubicBezTo>
                  <a:close/>
                  <a:moveTo>
                    <a:pt x="654" y="0"/>
                  </a:moveTo>
                  <a:cubicBezTo>
                    <a:pt x="488" y="0"/>
                    <a:pt x="316" y="118"/>
                    <a:pt x="316" y="322"/>
                  </a:cubicBezTo>
                  <a:lnTo>
                    <a:pt x="316" y="412"/>
                  </a:lnTo>
                  <a:lnTo>
                    <a:pt x="44" y="412"/>
                  </a:lnTo>
                  <a:cubicBezTo>
                    <a:pt x="1" y="412"/>
                    <a:pt x="1" y="503"/>
                    <a:pt x="44" y="503"/>
                  </a:cubicBezTo>
                  <a:lnTo>
                    <a:pt x="316" y="503"/>
                  </a:lnTo>
                  <a:cubicBezTo>
                    <a:pt x="428" y="3071"/>
                    <a:pt x="2712" y="4223"/>
                    <a:pt x="4888" y="4223"/>
                  </a:cubicBezTo>
                  <a:cubicBezTo>
                    <a:pt x="7168" y="4223"/>
                    <a:pt x="9329" y="2958"/>
                    <a:pt x="8748" y="732"/>
                  </a:cubicBezTo>
                  <a:cubicBezTo>
                    <a:pt x="9020" y="641"/>
                    <a:pt x="8977" y="188"/>
                    <a:pt x="8614" y="140"/>
                  </a:cubicBezTo>
                  <a:cubicBezTo>
                    <a:pt x="7970" y="117"/>
                    <a:pt x="7318" y="106"/>
                    <a:pt x="6660" y="106"/>
                  </a:cubicBezTo>
                  <a:cubicBezTo>
                    <a:pt x="4768" y="106"/>
                    <a:pt x="2835" y="199"/>
                    <a:pt x="951" y="369"/>
                  </a:cubicBezTo>
                  <a:lnTo>
                    <a:pt x="951" y="231"/>
                  </a:lnTo>
                  <a:cubicBezTo>
                    <a:pt x="911" y="72"/>
                    <a:pt x="784" y="0"/>
                    <a:pt x="65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33"/>
            <p:cNvSpPr/>
            <p:nvPr/>
          </p:nvSpPr>
          <p:spPr>
            <a:xfrm>
              <a:off x="1059087" y="2337815"/>
              <a:ext cx="49263" cy="55864"/>
            </a:xfrm>
            <a:custGeom>
              <a:rect b="b" l="l" r="r" t="t"/>
              <a:pathLst>
                <a:path extrusionOk="0" h="2048" w="1806">
                  <a:moveTo>
                    <a:pt x="1246" y="0"/>
                  </a:moveTo>
                  <a:cubicBezTo>
                    <a:pt x="1145" y="0"/>
                    <a:pt x="1041" y="77"/>
                    <a:pt x="1041" y="190"/>
                  </a:cubicBezTo>
                  <a:cubicBezTo>
                    <a:pt x="1041" y="552"/>
                    <a:pt x="1088" y="868"/>
                    <a:pt x="998" y="1187"/>
                  </a:cubicBezTo>
                  <a:cubicBezTo>
                    <a:pt x="907" y="1550"/>
                    <a:pt x="544" y="1774"/>
                    <a:pt x="182" y="1774"/>
                  </a:cubicBezTo>
                  <a:cubicBezTo>
                    <a:pt x="0" y="1822"/>
                    <a:pt x="0" y="2046"/>
                    <a:pt x="182" y="2046"/>
                  </a:cubicBezTo>
                  <a:cubicBezTo>
                    <a:pt x="203" y="2047"/>
                    <a:pt x="223" y="2048"/>
                    <a:pt x="244" y="2048"/>
                  </a:cubicBezTo>
                  <a:cubicBezTo>
                    <a:pt x="1205" y="2048"/>
                    <a:pt x="1805" y="987"/>
                    <a:pt x="1404" y="99"/>
                  </a:cubicBezTo>
                  <a:cubicBezTo>
                    <a:pt x="1369" y="30"/>
                    <a:pt x="1308" y="0"/>
                    <a:pt x="1246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33"/>
            <p:cNvSpPr/>
            <p:nvPr/>
          </p:nvSpPr>
          <p:spPr>
            <a:xfrm>
              <a:off x="1573767" y="2330996"/>
              <a:ext cx="55346" cy="35461"/>
            </a:xfrm>
            <a:custGeom>
              <a:rect b="b" l="l" r="r" t="t"/>
              <a:pathLst>
                <a:path extrusionOk="0" h="1300" w="2029">
                  <a:moveTo>
                    <a:pt x="173" y="1"/>
                  </a:moveTo>
                  <a:cubicBezTo>
                    <a:pt x="74" y="1"/>
                    <a:pt x="0" y="107"/>
                    <a:pt x="34" y="211"/>
                  </a:cubicBezTo>
                  <a:cubicBezTo>
                    <a:pt x="306" y="893"/>
                    <a:pt x="1079" y="1165"/>
                    <a:pt x="1757" y="1299"/>
                  </a:cubicBezTo>
                  <a:cubicBezTo>
                    <a:pt x="2029" y="1299"/>
                    <a:pt x="2029" y="846"/>
                    <a:pt x="1757" y="802"/>
                  </a:cubicBezTo>
                  <a:cubicBezTo>
                    <a:pt x="1122" y="755"/>
                    <a:pt x="716" y="440"/>
                    <a:pt x="263" y="30"/>
                  </a:cubicBezTo>
                  <a:cubicBezTo>
                    <a:pt x="232" y="9"/>
                    <a:pt x="201" y="1"/>
                    <a:pt x="173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3"/>
            <p:cNvSpPr/>
            <p:nvPr/>
          </p:nvSpPr>
          <p:spPr>
            <a:xfrm>
              <a:off x="1375658" y="2904292"/>
              <a:ext cx="29705" cy="24850"/>
            </a:xfrm>
            <a:custGeom>
              <a:rect b="b" l="l" r="r" t="t"/>
              <a:pathLst>
                <a:path extrusionOk="0" h="911" w="1089">
                  <a:moveTo>
                    <a:pt x="565" y="1"/>
                  </a:moveTo>
                  <a:cubicBezTo>
                    <a:pt x="496" y="1"/>
                    <a:pt x="427" y="15"/>
                    <a:pt x="363" y="47"/>
                  </a:cubicBezTo>
                  <a:lnTo>
                    <a:pt x="316" y="94"/>
                  </a:lnTo>
                  <a:cubicBezTo>
                    <a:pt x="44" y="276"/>
                    <a:pt x="0" y="638"/>
                    <a:pt x="316" y="820"/>
                  </a:cubicBezTo>
                  <a:lnTo>
                    <a:pt x="363" y="863"/>
                  </a:lnTo>
                  <a:cubicBezTo>
                    <a:pt x="411" y="896"/>
                    <a:pt x="476" y="911"/>
                    <a:pt x="547" y="911"/>
                  </a:cubicBezTo>
                  <a:cubicBezTo>
                    <a:pt x="674" y="911"/>
                    <a:pt x="818" y="861"/>
                    <a:pt x="907" y="773"/>
                  </a:cubicBezTo>
                  <a:lnTo>
                    <a:pt x="950" y="773"/>
                  </a:lnTo>
                  <a:cubicBezTo>
                    <a:pt x="1088" y="591"/>
                    <a:pt x="1088" y="319"/>
                    <a:pt x="950" y="185"/>
                  </a:cubicBezTo>
                  <a:cubicBezTo>
                    <a:pt x="950" y="138"/>
                    <a:pt x="907" y="138"/>
                    <a:pt x="907" y="138"/>
                  </a:cubicBezTo>
                  <a:cubicBezTo>
                    <a:pt x="817" y="51"/>
                    <a:pt x="692" y="1"/>
                    <a:pt x="56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33"/>
            <p:cNvSpPr/>
            <p:nvPr/>
          </p:nvSpPr>
          <p:spPr>
            <a:xfrm>
              <a:off x="1379313" y="2801732"/>
              <a:ext cx="31915" cy="30060"/>
            </a:xfrm>
            <a:custGeom>
              <a:rect b="b" l="l" r="r" t="t"/>
              <a:pathLst>
                <a:path extrusionOk="0" h="1102" w="1170">
                  <a:moveTo>
                    <a:pt x="590" y="1"/>
                  </a:moveTo>
                  <a:cubicBezTo>
                    <a:pt x="476" y="1"/>
                    <a:pt x="363" y="46"/>
                    <a:pt x="272" y="137"/>
                  </a:cubicBezTo>
                  <a:cubicBezTo>
                    <a:pt x="229" y="180"/>
                    <a:pt x="138" y="228"/>
                    <a:pt x="138" y="271"/>
                  </a:cubicBezTo>
                  <a:cubicBezTo>
                    <a:pt x="0" y="590"/>
                    <a:pt x="91" y="953"/>
                    <a:pt x="410" y="1087"/>
                  </a:cubicBezTo>
                  <a:cubicBezTo>
                    <a:pt x="453" y="1097"/>
                    <a:pt x="495" y="1101"/>
                    <a:pt x="536" y="1101"/>
                  </a:cubicBezTo>
                  <a:cubicBezTo>
                    <a:pt x="887" y="1101"/>
                    <a:pt x="1169" y="772"/>
                    <a:pt x="1088" y="409"/>
                  </a:cubicBezTo>
                  <a:cubicBezTo>
                    <a:pt x="1045" y="318"/>
                    <a:pt x="998" y="180"/>
                    <a:pt x="907" y="137"/>
                  </a:cubicBezTo>
                  <a:cubicBezTo>
                    <a:pt x="816" y="46"/>
                    <a:pt x="703" y="1"/>
                    <a:pt x="59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33"/>
            <p:cNvSpPr/>
            <p:nvPr/>
          </p:nvSpPr>
          <p:spPr>
            <a:xfrm>
              <a:off x="1388014" y="2711202"/>
              <a:ext cx="24768" cy="23950"/>
            </a:xfrm>
            <a:custGeom>
              <a:rect b="b" l="l" r="r" t="t"/>
              <a:pathLst>
                <a:path extrusionOk="0" h="878" w="908">
                  <a:moveTo>
                    <a:pt x="407" y="1"/>
                  </a:moveTo>
                  <a:cubicBezTo>
                    <a:pt x="378" y="1"/>
                    <a:pt x="347" y="4"/>
                    <a:pt x="316" y="10"/>
                  </a:cubicBezTo>
                  <a:cubicBezTo>
                    <a:pt x="135" y="54"/>
                    <a:pt x="0" y="235"/>
                    <a:pt x="0" y="464"/>
                  </a:cubicBezTo>
                  <a:cubicBezTo>
                    <a:pt x="0" y="736"/>
                    <a:pt x="213" y="878"/>
                    <a:pt x="432" y="878"/>
                  </a:cubicBezTo>
                  <a:cubicBezTo>
                    <a:pt x="577" y="878"/>
                    <a:pt x="725" y="816"/>
                    <a:pt x="816" y="689"/>
                  </a:cubicBezTo>
                  <a:lnTo>
                    <a:pt x="816" y="645"/>
                  </a:lnTo>
                  <a:cubicBezTo>
                    <a:pt x="907" y="554"/>
                    <a:pt x="907" y="373"/>
                    <a:pt x="816" y="235"/>
                  </a:cubicBezTo>
                  <a:cubicBezTo>
                    <a:pt x="738" y="119"/>
                    <a:pt x="592" y="1"/>
                    <a:pt x="40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33"/>
            <p:cNvSpPr/>
            <p:nvPr/>
          </p:nvSpPr>
          <p:spPr>
            <a:xfrm>
              <a:off x="1375658" y="2624900"/>
              <a:ext cx="38298" cy="28423"/>
            </a:xfrm>
            <a:custGeom>
              <a:rect b="b" l="l" r="r" t="t"/>
              <a:pathLst>
                <a:path extrusionOk="0" h="1042" w="1404">
                  <a:moveTo>
                    <a:pt x="725" y="1"/>
                  </a:moveTo>
                  <a:cubicBezTo>
                    <a:pt x="44" y="1"/>
                    <a:pt x="0" y="1042"/>
                    <a:pt x="725" y="1042"/>
                  </a:cubicBezTo>
                  <a:cubicBezTo>
                    <a:pt x="1404" y="1042"/>
                    <a:pt x="1404" y="1"/>
                    <a:pt x="72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33"/>
            <p:cNvSpPr/>
            <p:nvPr/>
          </p:nvSpPr>
          <p:spPr>
            <a:xfrm>
              <a:off x="842621" y="1696166"/>
              <a:ext cx="998056" cy="536739"/>
            </a:xfrm>
            <a:custGeom>
              <a:rect b="b" l="l" r="r" t="t"/>
              <a:pathLst>
                <a:path extrusionOk="0" h="19677" w="36589">
                  <a:moveTo>
                    <a:pt x="15052" y="1906"/>
                  </a:moveTo>
                  <a:cubicBezTo>
                    <a:pt x="15068" y="1919"/>
                    <a:pt x="15083" y="1932"/>
                    <a:pt x="15099" y="1945"/>
                  </a:cubicBezTo>
                  <a:lnTo>
                    <a:pt x="15099" y="1945"/>
                  </a:lnTo>
                  <a:cubicBezTo>
                    <a:pt x="15096" y="1932"/>
                    <a:pt x="15088" y="1906"/>
                    <a:pt x="15052" y="1906"/>
                  </a:cubicBezTo>
                  <a:close/>
                  <a:moveTo>
                    <a:pt x="15099" y="1945"/>
                  </a:moveTo>
                  <a:cubicBezTo>
                    <a:pt x="15099" y="1950"/>
                    <a:pt x="15099" y="1953"/>
                    <a:pt x="15099" y="1953"/>
                  </a:cubicBezTo>
                  <a:cubicBezTo>
                    <a:pt x="15106" y="1956"/>
                    <a:pt x="15112" y="1960"/>
                    <a:pt x="15119" y="1963"/>
                  </a:cubicBezTo>
                  <a:lnTo>
                    <a:pt x="15119" y="1963"/>
                  </a:lnTo>
                  <a:cubicBezTo>
                    <a:pt x="15112" y="1957"/>
                    <a:pt x="15105" y="1951"/>
                    <a:pt x="15099" y="1945"/>
                  </a:cubicBezTo>
                  <a:close/>
                  <a:moveTo>
                    <a:pt x="32911" y="1828"/>
                  </a:moveTo>
                  <a:cubicBezTo>
                    <a:pt x="32778" y="1828"/>
                    <a:pt x="32644" y="1839"/>
                    <a:pt x="32508" y="1862"/>
                  </a:cubicBezTo>
                  <a:cubicBezTo>
                    <a:pt x="33415" y="3403"/>
                    <a:pt x="34231" y="5307"/>
                    <a:pt x="35725" y="6305"/>
                  </a:cubicBezTo>
                  <a:lnTo>
                    <a:pt x="35725" y="6258"/>
                  </a:lnTo>
                  <a:cubicBezTo>
                    <a:pt x="36319" y="4221"/>
                    <a:pt x="34847" y="1828"/>
                    <a:pt x="32911" y="1828"/>
                  </a:cubicBezTo>
                  <a:close/>
                  <a:moveTo>
                    <a:pt x="32327" y="1862"/>
                  </a:moveTo>
                  <a:cubicBezTo>
                    <a:pt x="31964" y="1953"/>
                    <a:pt x="31645" y="2087"/>
                    <a:pt x="31282" y="2359"/>
                  </a:cubicBezTo>
                  <a:cubicBezTo>
                    <a:pt x="31735" y="2859"/>
                    <a:pt x="32098" y="3447"/>
                    <a:pt x="32370" y="4038"/>
                  </a:cubicBezTo>
                  <a:cubicBezTo>
                    <a:pt x="32370" y="4082"/>
                    <a:pt x="32417" y="4129"/>
                    <a:pt x="32417" y="4172"/>
                  </a:cubicBezTo>
                  <a:cubicBezTo>
                    <a:pt x="32780" y="4898"/>
                    <a:pt x="33143" y="5623"/>
                    <a:pt x="33687" y="6348"/>
                  </a:cubicBezTo>
                  <a:cubicBezTo>
                    <a:pt x="34140" y="6983"/>
                    <a:pt x="34728" y="7618"/>
                    <a:pt x="35181" y="8300"/>
                  </a:cubicBezTo>
                  <a:cubicBezTo>
                    <a:pt x="35272" y="7665"/>
                    <a:pt x="35500" y="7074"/>
                    <a:pt x="35681" y="6396"/>
                  </a:cubicBezTo>
                  <a:cubicBezTo>
                    <a:pt x="34049" y="5579"/>
                    <a:pt x="33143" y="3494"/>
                    <a:pt x="32327" y="1862"/>
                  </a:cubicBezTo>
                  <a:close/>
                  <a:moveTo>
                    <a:pt x="4128" y="2678"/>
                  </a:moveTo>
                  <a:lnTo>
                    <a:pt x="3675" y="3131"/>
                  </a:lnTo>
                  <a:cubicBezTo>
                    <a:pt x="3356" y="3585"/>
                    <a:pt x="3040" y="4038"/>
                    <a:pt x="2768" y="4491"/>
                  </a:cubicBezTo>
                  <a:cubicBezTo>
                    <a:pt x="4944" y="5670"/>
                    <a:pt x="6620" y="7665"/>
                    <a:pt x="8705" y="9025"/>
                  </a:cubicBezTo>
                  <a:cubicBezTo>
                    <a:pt x="9703" y="8978"/>
                    <a:pt x="10747" y="8978"/>
                    <a:pt x="11788" y="8978"/>
                  </a:cubicBezTo>
                  <a:cubicBezTo>
                    <a:pt x="8614" y="7708"/>
                    <a:pt x="7345" y="3947"/>
                    <a:pt x="4128" y="2678"/>
                  </a:cubicBezTo>
                  <a:close/>
                  <a:moveTo>
                    <a:pt x="6047" y="1866"/>
                  </a:moveTo>
                  <a:cubicBezTo>
                    <a:pt x="5464" y="1866"/>
                    <a:pt x="4880" y="2051"/>
                    <a:pt x="4309" y="2497"/>
                  </a:cubicBezTo>
                  <a:cubicBezTo>
                    <a:pt x="7664" y="3494"/>
                    <a:pt x="8934" y="7527"/>
                    <a:pt x="12198" y="8706"/>
                  </a:cubicBezTo>
                  <a:cubicBezTo>
                    <a:pt x="12332" y="8753"/>
                    <a:pt x="12379" y="8844"/>
                    <a:pt x="12332" y="8978"/>
                  </a:cubicBezTo>
                  <a:cubicBezTo>
                    <a:pt x="13601" y="8978"/>
                    <a:pt x="14871" y="8978"/>
                    <a:pt x="16140" y="9025"/>
                  </a:cubicBezTo>
                  <a:cubicBezTo>
                    <a:pt x="13739" y="7799"/>
                    <a:pt x="11607" y="5714"/>
                    <a:pt x="9884" y="3857"/>
                  </a:cubicBezTo>
                  <a:lnTo>
                    <a:pt x="9840" y="3810"/>
                  </a:lnTo>
                  <a:cubicBezTo>
                    <a:pt x="8677" y="2805"/>
                    <a:pt x="7363" y="1866"/>
                    <a:pt x="6047" y="1866"/>
                  </a:cubicBezTo>
                  <a:close/>
                  <a:moveTo>
                    <a:pt x="9521" y="364"/>
                  </a:moveTo>
                  <a:cubicBezTo>
                    <a:pt x="9159" y="683"/>
                    <a:pt x="8887" y="1227"/>
                    <a:pt x="8752" y="2087"/>
                  </a:cubicBezTo>
                  <a:lnTo>
                    <a:pt x="8752" y="2134"/>
                  </a:lnTo>
                  <a:cubicBezTo>
                    <a:pt x="9478" y="2631"/>
                    <a:pt x="10203" y="3266"/>
                    <a:pt x="10838" y="3810"/>
                  </a:cubicBezTo>
                  <a:cubicBezTo>
                    <a:pt x="10972" y="3947"/>
                    <a:pt x="10928" y="4082"/>
                    <a:pt x="10838" y="4172"/>
                  </a:cubicBezTo>
                  <a:cubicBezTo>
                    <a:pt x="13057" y="6167"/>
                    <a:pt x="15281" y="7484"/>
                    <a:pt x="18001" y="8887"/>
                  </a:cubicBezTo>
                  <a:lnTo>
                    <a:pt x="18044" y="8887"/>
                  </a:lnTo>
                  <a:cubicBezTo>
                    <a:pt x="18635" y="8887"/>
                    <a:pt x="19223" y="9025"/>
                    <a:pt x="19858" y="9025"/>
                  </a:cubicBezTo>
                  <a:cubicBezTo>
                    <a:pt x="16684" y="5761"/>
                    <a:pt x="12151" y="4129"/>
                    <a:pt x="9521" y="364"/>
                  </a:cubicBezTo>
                  <a:close/>
                  <a:moveTo>
                    <a:pt x="15119" y="1963"/>
                  </a:moveTo>
                  <a:lnTo>
                    <a:pt x="15119" y="1963"/>
                  </a:lnTo>
                  <a:cubicBezTo>
                    <a:pt x="17624" y="4132"/>
                    <a:pt x="19518" y="6958"/>
                    <a:pt x="22124" y="9068"/>
                  </a:cubicBezTo>
                  <a:lnTo>
                    <a:pt x="23756" y="9068"/>
                  </a:lnTo>
                  <a:cubicBezTo>
                    <a:pt x="21446" y="6802"/>
                    <a:pt x="18770" y="4763"/>
                    <a:pt x="16956" y="2087"/>
                  </a:cubicBezTo>
                  <a:cubicBezTo>
                    <a:pt x="16686" y="2170"/>
                    <a:pt x="16416" y="2225"/>
                    <a:pt x="16136" y="2225"/>
                  </a:cubicBezTo>
                  <a:cubicBezTo>
                    <a:pt x="15813" y="2225"/>
                    <a:pt x="15478" y="2152"/>
                    <a:pt x="15119" y="1963"/>
                  </a:cubicBezTo>
                  <a:close/>
                  <a:moveTo>
                    <a:pt x="17910" y="1590"/>
                  </a:moveTo>
                  <a:cubicBezTo>
                    <a:pt x="17638" y="1771"/>
                    <a:pt x="17366" y="1906"/>
                    <a:pt x="17094" y="2043"/>
                  </a:cubicBezTo>
                  <a:cubicBezTo>
                    <a:pt x="19132" y="4673"/>
                    <a:pt x="21899" y="6620"/>
                    <a:pt x="24166" y="9068"/>
                  </a:cubicBezTo>
                  <a:cubicBezTo>
                    <a:pt x="24777" y="9047"/>
                    <a:pt x="25389" y="9036"/>
                    <a:pt x="26001" y="9036"/>
                  </a:cubicBezTo>
                  <a:cubicBezTo>
                    <a:pt x="26613" y="9036"/>
                    <a:pt x="27225" y="9047"/>
                    <a:pt x="27837" y="9068"/>
                  </a:cubicBezTo>
                  <a:cubicBezTo>
                    <a:pt x="24257" y="7030"/>
                    <a:pt x="22081" y="2994"/>
                    <a:pt x="18044" y="1681"/>
                  </a:cubicBezTo>
                  <a:cubicBezTo>
                    <a:pt x="17954" y="1681"/>
                    <a:pt x="17910" y="1634"/>
                    <a:pt x="17910" y="1590"/>
                  </a:cubicBezTo>
                  <a:close/>
                  <a:moveTo>
                    <a:pt x="10646" y="1"/>
                  </a:moveTo>
                  <a:cubicBezTo>
                    <a:pt x="10259" y="1"/>
                    <a:pt x="9906" y="95"/>
                    <a:pt x="9612" y="321"/>
                  </a:cubicBezTo>
                  <a:cubicBezTo>
                    <a:pt x="12742" y="3719"/>
                    <a:pt x="17137" y="5670"/>
                    <a:pt x="20220" y="9116"/>
                  </a:cubicBezTo>
                  <a:lnTo>
                    <a:pt x="21580" y="9116"/>
                  </a:lnTo>
                  <a:cubicBezTo>
                    <a:pt x="18860" y="6940"/>
                    <a:pt x="17047" y="3810"/>
                    <a:pt x="14417" y="1499"/>
                  </a:cubicBezTo>
                  <a:cubicBezTo>
                    <a:pt x="13296" y="851"/>
                    <a:pt x="11814" y="1"/>
                    <a:pt x="10646" y="1"/>
                  </a:cubicBezTo>
                  <a:close/>
                  <a:moveTo>
                    <a:pt x="2405" y="4988"/>
                  </a:moveTo>
                  <a:cubicBezTo>
                    <a:pt x="2177" y="5307"/>
                    <a:pt x="1952" y="5623"/>
                    <a:pt x="1680" y="5895"/>
                  </a:cubicBezTo>
                  <a:lnTo>
                    <a:pt x="1633" y="5942"/>
                  </a:lnTo>
                  <a:cubicBezTo>
                    <a:pt x="2768" y="7393"/>
                    <a:pt x="3900" y="8796"/>
                    <a:pt x="5078" y="10247"/>
                  </a:cubicBezTo>
                  <a:lnTo>
                    <a:pt x="5035" y="10247"/>
                  </a:lnTo>
                  <a:cubicBezTo>
                    <a:pt x="3718" y="8934"/>
                    <a:pt x="2587" y="7574"/>
                    <a:pt x="1408" y="6124"/>
                  </a:cubicBezTo>
                  <a:cubicBezTo>
                    <a:pt x="955" y="6439"/>
                    <a:pt x="454" y="6620"/>
                    <a:pt x="273" y="7030"/>
                  </a:cubicBezTo>
                  <a:cubicBezTo>
                    <a:pt x="2268" y="8252"/>
                    <a:pt x="3174" y="10566"/>
                    <a:pt x="4944" y="12017"/>
                  </a:cubicBezTo>
                  <a:cubicBezTo>
                    <a:pt x="5216" y="11154"/>
                    <a:pt x="5398" y="10294"/>
                    <a:pt x="5760" y="9431"/>
                  </a:cubicBezTo>
                  <a:cubicBezTo>
                    <a:pt x="5760" y="9340"/>
                    <a:pt x="5851" y="9297"/>
                    <a:pt x="5942" y="9297"/>
                  </a:cubicBezTo>
                  <a:cubicBezTo>
                    <a:pt x="5942" y="9250"/>
                    <a:pt x="6032" y="9250"/>
                    <a:pt x="6076" y="9206"/>
                  </a:cubicBezTo>
                  <a:lnTo>
                    <a:pt x="7846" y="9068"/>
                  </a:lnTo>
                  <a:cubicBezTo>
                    <a:pt x="5894" y="8071"/>
                    <a:pt x="4309" y="6167"/>
                    <a:pt x="2405" y="4988"/>
                  </a:cubicBezTo>
                  <a:close/>
                  <a:moveTo>
                    <a:pt x="28109" y="1046"/>
                  </a:moveTo>
                  <a:cubicBezTo>
                    <a:pt x="29559" y="2722"/>
                    <a:pt x="30647" y="4763"/>
                    <a:pt x="31735" y="6620"/>
                  </a:cubicBezTo>
                  <a:cubicBezTo>
                    <a:pt x="32461" y="7846"/>
                    <a:pt x="33186" y="9116"/>
                    <a:pt x="34140" y="10204"/>
                  </a:cubicBezTo>
                  <a:cubicBezTo>
                    <a:pt x="34865" y="11063"/>
                    <a:pt x="35725" y="11517"/>
                    <a:pt x="36588" y="12151"/>
                  </a:cubicBezTo>
                  <a:cubicBezTo>
                    <a:pt x="36588" y="11836"/>
                    <a:pt x="36497" y="11564"/>
                    <a:pt x="36225" y="11245"/>
                  </a:cubicBezTo>
                  <a:cubicBezTo>
                    <a:pt x="35953" y="10929"/>
                    <a:pt x="35500" y="10566"/>
                    <a:pt x="35362" y="10157"/>
                  </a:cubicBezTo>
                  <a:cubicBezTo>
                    <a:pt x="35228" y="9885"/>
                    <a:pt x="35181" y="9569"/>
                    <a:pt x="35137" y="9297"/>
                  </a:cubicBezTo>
                  <a:cubicBezTo>
                    <a:pt x="35090" y="9250"/>
                    <a:pt x="35047" y="9250"/>
                    <a:pt x="35000" y="9206"/>
                  </a:cubicBezTo>
                  <a:cubicBezTo>
                    <a:pt x="34274" y="8343"/>
                    <a:pt x="33549" y="7346"/>
                    <a:pt x="32914" y="6396"/>
                  </a:cubicBezTo>
                  <a:cubicBezTo>
                    <a:pt x="32461" y="5670"/>
                    <a:pt x="32007" y="4945"/>
                    <a:pt x="31783" y="4129"/>
                  </a:cubicBezTo>
                  <a:cubicBezTo>
                    <a:pt x="30967" y="2903"/>
                    <a:pt x="29741" y="1089"/>
                    <a:pt x="28109" y="1046"/>
                  </a:cubicBezTo>
                  <a:close/>
                  <a:moveTo>
                    <a:pt x="27837" y="1089"/>
                  </a:moveTo>
                  <a:cubicBezTo>
                    <a:pt x="27612" y="1089"/>
                    <a:pt x="27430" y="1137"/>
                    <a:pt x="27202" y="1227"/>
                  </a:cubicBezTo>
                  <a:cubicBezTo>
                    <a:pt x="26796" y="1409"/>
                    <a:pt x="26433" y="1590"/>
                    <a:pt x="26023" y="1724"/>
                  </a:cubicBezTo>
                  <a:cubicBezTo>
                    <a:pt x="27884" y="3719"/>
                    <a:pt x="29878" y="5579"/>
                    <a:pt x="31239" y="7937"/>
                  </a:cubicBezTo>
                  <a:cubicBezTo>
                    <a:pt x="32508" y="10157"/>
                    <a:pt x="33415" y="12561"/>
                    <a:pt x="35906" y="13602"/>
                  </a:cubicBezTo>
                  <a:cubicBezTo>
                    <a:pt x="36135" y="13196"/>
                    <a:pt x="36450" y="12786"/>
                    <a:pt x="36541" y="12333"/>
                  </a:cubicBezTo>
                  <a:cubicBezTo>
                    <a:pt x="34775" y="12333"/>
                    <a:pt x="33143" y="9613"/>
                    <a:pt x="32370" y="8343"/>
                  </a:cubicBezTo>
                  <a:cubicBezTo>
                    <a:pt x="30829" y="5942"/>
                    <a:pt x="29741" y="3222"/>
                    <a:pt x="27837" y="1089"/>
                  </a:cubicBezTo>
                  <a:close/>
                  <a:moveTo>
                    <a:pt x="229" y="7393"/>
                  </a:moveTo>
                  <a:cubicBezTo>
                    <a:pt x="229" y="7574"/>
                    <a:pt x="273" y="7799"/>
                    <a:pt x="364" y="8118"/>
                  </a:cubicBezTo>
                  <a:cubicBezTo>
                    <a:pt x="864" y="9431"/>
                    <a:pt x="2358" y="10791"/>
                    <a:pt x="1408" y="12242"/>
                  </a:cubicBezTo>
                  <a:cubicBezTo>
                    <a:pt x="1317" y="12423"/>
                    <a:pt x="1180" y="12561"/>
                    <a:pt x="1045" y="12742"/>
                  </a:cubicBezTo>
                  <a:cubicBezTo>
                    <a:pt x="1542" y="14055"/>
                    <a:pt x="2449" y="15281"/>
                    <a:pt x="3718" y="15869"/>
                  </a:cubicBezTo>
                  <a:cubicBezTo>
                    <a:pt x="4037" y="14871"/>
                    <a:pt x="4353" y="13874"/>
                    <a:pt x="4716" y="12877"/>
                  </a:cubicBezTo>
                  <a:cubicBezTo>
                    <a:pt x="4716" y="12742"/>
                    <a:pt x="4763" y="12652"/>
                    <a:pt x="4806" y="12514"/>
                  </a:cubicBezTo>
                  <a:cubicBezTo>
                    <a:pt x="2993" y="11110"/>
                    <a:pt x="2086" y="8796"/>
                    <a:pt x="229" y="7393"/>
                  </a:cubicBezTo>
                  <a:close/>
                  <a:moveTo>
                    <a:pt x="25570" y="1906"/>
                  </a:moveTo>
                  <a:cubicBezTo>
                    <a:pt x="25254" y="1996"/>
                    <a:pt x="24892" y="2087"/>
                    <a:pt x="24529" y="2087"/>
                  </a:cubicBezTo>
                  <a:cubicBezTo>
                    <a:pt x="24257" y="2087"/>
                    <a:pt x="23985" y="2043"/>
                    <a:pt x="23756" y="1953"/>
                  </a:cubicBezTo>
                  <a:lnTo>
                    <a:pt x="23756" y="1953"/>
                  </a:lnTo>
                  <a:cubicBezTo>
                    <a:pt x="26386" y="4082"/>
                    <a:pt x="29062" y="6802"/>
                    <a:pt x="30513" y="9885"/>
                  </a:cubicBezTo>
                  <a:cubicBezTo>
                    <a:pt x="31735" y="12380"/>
                    <a:pt x="32599" y="15869"/>
                    <a:pt x="35181" y="17319"/>
                  </a:cubicBezTo>
                  <a:cubicBezTo>
                    <a:pt x="35228" y="16957"/>
                    <a:pt x="35319" y="16641"/>
                    <a:pt x="35319" y="16279"/>
                  </a:cubicBezTo>
                  <a:cubicBezTo>
                    <a:pt x="35362" y="15597"/>
                    <a:pt x="35362" y="14781"/>
                    <a:pt x="35634" y="14146"/>
                  </a:cubicBezTo>
                  <a:cubicBezTo>
                    <a:pt x="35634" y="14102"/>
                    <a:pt x="35681" y="14012"/>
                    <a:pt x="35681" y="13965"/>
                  </a:cubicBezTo>
                  <a:cubicBezTo>
                    <a:pt x="33505" y="13421"/>
                    <a:pt x="32370" y="11154"/>
                    <a:pt x="31420" y="9297"/>
                  </a:cubicBezTo>
                  <a:cubicBezTo>
                    <a:pt x="29878" y="6439"/>
                    <a:pt x="27612" y="4310"/>
                    <a:pt x="25570" y="1906"/>
                  </a:cubicBezTo>
                  <a:close/>
                  <a:moveTo>
                    <a:pt x="864" y="12967"/>
                  </a:moveTo>
                  <a:cubicBezTo>
                    <a:pt x="364" y="13511"/>
                    <a:pt x="1" y="14012"/>
                    <a:pt x="48" y="14962"/>
                  </a:cubicBezTo>
                  <a:cubicBezTo>
                    <a:pt x="182" y="16188"/>
                    <a:pt x="726" y="17185"/>
                    <a:pt x="1270" y="18226"/>
                  </a:cubicBezTo>
                  <a:cubicBezTo>
                    <a:pt x="1367" y="18196"/>
                    <a:pt x="1441" y="18163"/>
                    <a:pt x="1523" y="18163"/>
                  </a:cubicBezTo>
                  <a:cubicBezTo>
                    <a:pt x="1557" y="18163"/>
                    <a:pt x="1593" y="18169"/>
                    <a:pt x="1633" y="18183"/>
                  </a:cubicBezTo>
                  <a:cubicBezTo>
                    <a:pt x="2268" y="18273"/>
                    <a:pt x="2630" y="18952"/>
                    <a:pt x="2812" y="19677"/>
                  </a:cubicBezTo>
                  <a:cubicBezTo>
                    <a:pt x="2993" y="18545"/>
                    <a:pt x="3265" y="17410"/>
                    <a:pt x="3584" y="16322"/>
                  </a:cubicBezTo>
                  <a:cubicBezTo>
                    <a:pt x="2268" y="15687"/>
                    <a:pt x="1317" y="14375"/>
                    <a:pt x="864" y="12967"/>
                  </a:cubicBezTo>
                  <a:close/>
                  <a:moveTo>
                    <a:pt x="20525" y="585"/>
                  </a:moveTo>
                  <a:cubicBezTo>
                    <a:pt x="19931" y="585"/>
                    <a:pt x="19321" y="802"/>
                    <a:pt x="18588" y="1180"/>
                  </a:cubicBezTo>
                  <a:cubicBezTo>
                    <a:pt x="22716" y="2722"/>
                    <a:pt x="24754" y="6983"/>
                    <a:pt x="28518" y="9068"/>
                  </a:cubicBezTo>
                  <a:cubicBezTo>
                    <a:pt x="28790" y="9068"/>
                    <a:pt x="29015" y="9068"/>
                    <a:pt x="29287" y="9116"/>
                  </a:cubicBezTo>
                  <a:cubicBezTo>
                    <a:pt x="29516" y="9116"/>
                    <a:pt x="29606" y="9206"/>
                    <a:pt x="29606" y="9388"/>
                  </a:cubicBezTo>
                  <a:cubicBezTo>
                    <a:pt x="29650" y="9388"/>
                    <a:pt x="29650" y="9431"/>
                    <a:pt x="29697" y="9431"/>
                  </a:cubicBezTo>
                  <a:cubicBezTo>
                    <a:pt x="30150" y="10566"/>
                    <a:pt x="30332" y="11745"/>
                    <a:pt x="30738" y="12877"/>
                  </a:cubicBezTo>
                  <a:cubicBezTo>
                    <a:pt x="31511" y="15053"/>
                    <a:pt x="32189" y="17367"/>
                    <a:pt x="32642" y="19677"/>
                  </a:cubicBezTo>
                  <a:cubicBezTo>
                    <a:pt x="32823" y="18952"/>
                    <a:pt x="33143" y="18273"/>
                    <a:pt x="33777" y="18183"/>
                  </a:cubicBezTo>
                  <a:cubicBezTo>
                    <a:pt x="33825" y="18172"/>
                    <a:pt x="33870" y="18167"/>
                    <a:pt x="33913" y="18167"/>
                  </a:cubicBezTo>
                  <a:cubicBezTo>
                    <a:pt x="34236" y="18167"/>
                    <a:pt x="34433" y="18455"/>
                    <a:pt x="34593" y="18817"/>
                  </a:cubicBezTo>
                  <a:cubicBezTo>
                    <a:pt x="34775" y="18455"/>
                    <a:pt x="34956" y="18045"/>
                    <a:pt x="35090" y="17682"/>
                  </a:cubicBezTo>
                  <a:cubicBezTo>
                    <a:pt x="32642" y="16685"/>
                    <a:pt x="31645" y="13377"/>
                    <a:pt x="30738" y="11201"/>
                  </a:cubicBezTo>
                  <a:cubicBezTo>
                    <a:pt x="29153" y="7618"/>
                    <a:pt x="26524" y="4491"/>
                    <a:pt x="23575" y="1906"/>
                  </a:cubicBezTo>
                  <a:cubicBezTo>
                    <a:pt x="23078" y="1724"/>
                    <a:pt x="22625" y="1409"/>
                    <a:pt x="22215" y="1180"/>
                  </a:cubicBezTo>
                  <a:cubicBezTo>
                    <a:pt x="21607" y="768"/>
                    <a:pt x="21072" y="585"/>
                    <a:pt x="20525" y="585"/>
                  </a:cubicBezTo>
                  <a:close/>
                </a:path>
              </a:pathLst>
            </a:custGeom>
            <a:solidFill>
              <a:srgbClr val="D66D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1" name="Google Shape;2201;p33"/>
          <p:cNvGrpSpPr/>
          <p:nvPr/>
        </p:nvGrpSpPr>
        <p:grpSpPr>
          <a:xfrm>
            <a:off x="6752797" y="3286491"/>
            <a:ext cx="1891200" cy="1183208"/>
            <a:chOff x="6752797" y="3286491"/>
            <a:chExt cx="1891200" cy="1183208"/>
          </a:xfrm>
        </p:grpSpPr>
        <p:sp>
          <p:nvSpPr>
            <p:cNvPr id="2202" name="Google Shape;2202;p33"/>
            <p:cNvSpPr txBox="1"/>
            <p:nvPr/>
          </p:nvSpPr>
          <p:spPr>
            <a:xfrm>
              <a:off x="6752797" y="3286491"/>
              <a:ext cx="1891200" cy="33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Interests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203" name="Google Shape;2203;p33"/>
            <p:cNvSpPr/>
            <p:nvPr/>
          </p:nvSpPr>
          <p:spPr>
            <a:xfrm>
              <a:off x="7195190" y="3823713"/>
              <a:ext cx="126699" cy="122354"/>
            </a:xfrm>
            <a:custGeom>
              <a:rect b="b" l="l" r="r" t="t"/>
              <a:pathLst>
                <a:path extrusionOk="0" h="2337" w="2420">
                  <a:moveTo>
                    <a:pt x="1239" y="0"/>
                  </a:moveTo>
                  <a:cubicBezTo>
                    <a:pt x="1135" y="0"/>
                    <a:pt x="1028" y="35"/>
                    <a:pt x="926" y="117"/>
                  </a:cubicBezTo>
                  <a:cubicBezTo>
                    <a:pt x="807" y="177"/>
                    <a:pt x="747" y="237"/>
                    <a:pt x="613" y="356"/>
                  </a:cubicBezTo>
                  <a:cubicBezTo>
                    <a:pt x="493" y="491"/>
                    <a:pt x="374" y="610"/>
                    <a:pt x="239" y="730"/>
                  </a:cubicBezTo>
                  <a:lnTo>
                    <a:pt x="179" y="804"/>
                  </a:lnTo>
                  <a:cubicBezTo>
                    <a:pt x="179" y="804"/>
                    <a:pt x="179" y="864"/>
                    <a:pt x="120" y="924"/>
                  </a:cubicBezTo>
                  <a:cubicBezTo>
                    <a:pt x="0" y="1043"/>
                    <a:pt x="60" y="1357"/>
                    <a:pt x="239" y="1477"/>
                  </a:cubicBezTo>
                  <a:cubicBezTo>
                    <a:pt x="239" y="1611"/>
                    <a:pt x="374" y="1671"/>
                    <a:pt x="433" y="1730"/>
                  </a:cubicBezTo>
                  <a:cubicBezTo>
                    <a:pt x="488" y="2018"/>
                    <a:pt x="806" y="2305"/>
                    <a:pt x="1101" y="2305"/>
                  </a:cubicBezTo>
                  <a:cubicBezTo>
                    <a:pt x="1127" y="2305"/>
                    <a:pt x="1154" y="2303"/>
                    <a:pt x="1180" y="2298"/>
                  </a:cubicBezTo>
                  <a:cubicBezTo>
                    <a:pt x="1252" y="2322"/>
                    <a:pt x="1326" y="2336"/>
                    <a:pt x="1397" y="2336"/>
                  </a:cubicBezTo>
                  <a:cubicBezTo>
                    <a:pt x="1503" y="2336"/>
                    <a:pt x="1601" y="2304"/>
                    <a:pt x="1673" y="2223"/>
                  </a:cubicBezTo>
                  <a:cubicBezTo>
                    <a:pt x="1733" y="2164"/>
                    <a:pt x="1733" y="2104"/>
                    <a:pt x="1807" y="2104"/>
                  </a:cubicBezTo>
                  <a:cubicBezTo>
                    <a:pt x="1987" y="1925"/>
                    <a:pt x="2106" y="1790"/>
                    <a:pt x="2241" y="1611"/>
                  </a:cubicBezTo>
                  <a:cubicBezTo>
                    <a:pt x="2300" y="1477"/>
                    <a:pt x="2360" y="1297"/>
                    <a:pt x="2360" y="1178"/>
                  </a:cubicBezTo>
                  <a:cubicBezTo>
                    <a:pt x="2420" y="984"/>
                    <a:pt x="2420" y="730"/>
                    <a:pt x="2241" y="551"/>
                  </a:cubicBezTo>
                  <a:cubicBezTo>
                    <a:pt x="2106" y="431"/>
                    <a:pt x="1927" y="356"/>
                    <a:pt x="1733" y="356"/>
                  </a:cubicBezTo>
                  <a:cubicBezTo>
                    <a:pt x="1652" y="154"/>
                    <a:pt x="1455" y="0"/>
                    <a:pt x="12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3"/>
            <p:cNvSpPr/>
            <p:nvPr/>
          </p:nvSpPr>
          <p:spPr>
            <a:xfrm>
              <a:off x="7387542" y="3818111"/>
              <a:ext cx="129840" cy="115757"/>
            </a:xfrm>
            <a:custGeom>
              <a:rect b="b" l="l" r="r" t="t"/>
              <a:pathLst>
                <a:path extrusionOk="0" h="2211" w="2480">
                  <a:moveTo>
                    <a:pt x="1165" y="0"/>
                  </a:moveTo>
                  <a:cubicBezTo>
                    <a:pt x="1065" y="0"/>
                    <a:pt x="956" y="30"/>
                    <a:pt x="867" y="90"/>
                  </a:cubicBezTo>
                  <a:cubicBezTo>
                    <a:pt x="613" y="344"/>
                    <a:pt x="374" y="538"/>
                    <a:pt x="180" y="777"/>
                  </a:cubicBezTo>
                  <a:cubicBezTo>
                    <a:pt x="0" y="1031"/>
                    <a:pt x="0" y="1345"/>
                    <a:pt x="180" y="1524"/>
                  </a:cubicBezTo>
                  <a:cubicBezTo>
                    <a:pt x="239" y="1584"/>
                    <a:pt x="374" y="1584"/>
                    <a:pt x="434" y="1658"/>
                  </a:cubicBezTo>
                  <a:cubicBezTo>
                    <a:pt x="434" y="1897"/>
                    <a:pt x="747" y="2211"/>
                    <a:pt x="986" y="2211"/>
                  </a:cubicBezTo>
                  <a:cubicBezTo>
                    <a:pt x="1121" y="2211"/>
                    <a:pt x="1240" y="2211"/>
                    <a:pt x="1360" y="2151"/>
                  </a:cubicBezTo>
                  <a:cubicBezTo>
                    <a:pt x="1425" y="2176"/>
                    <a:pt x="1490" y="2188"/>
                    <a:pt x="1553" y="2188"/>
                  </a:cubicBezTo>
                  <a:cubicBezTo>
                    <a:pt x="1795" y="2188"/>
                    <a:pt x="2012" y="2014"/>
                    <a:pt x="2106" y="1718"/>
                  </a:cubicBezTo>
                  <a:cubicBezTo>
                    <a:pt x="2106" y="1658"/>
                    <a:pt x="2166" y="1524"/>
                    <a:pt x="2241" y="1464"/>
                  </a:cubicBezTo>
                  <a:cubicBezTo>
                    <a:pt x="2480" y="1150"/>
                    <a:pt x="2360" y="837"/>
                    <a:pt x="2106" y="658"/>
                  </a:cubicBezTo>
                  <a:cubicBezTo>
                    <a:pt x="2106" y="370"/>
                    <a:pt x="1793" y="83"/>
                    <a:pt x="1499" y="83"/>
                  </a:cubicBezTo>
                  <a:cubicBezTo>
                    <a:pt x="1472" y="83"/>
                    <a:pt x="1446" y="85"/>
                    <a:pt x="1419" y="90"/>
                  </a:cubicBezTo>
                  <a:cubicBezTo>
                    <a:pt x="1360" y="30"/>
                    <a:pt x="1266" y="0"/>
                    <a:pt x="11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3"/>
            <p:cNvSpPr/>
            <p:nvPr/>
          </p:nvSpPr>
          <p:spPr>
            <a:xfrm>
              <a:off x="7579110" y="3817168"/>
              <a:ext cx="130626" cy="125966"/>
            </a:xfrm>
            <a:custGeom>
              <a:rect b="b" l="l" r="r" t="t"/>
              <a:pathLst>
                <a:path extrusionOk="0" h="2406" w="2495">
                  <a:moveTo>
                    <a:pt x="1567" y="0"/>
                  </a:moveTo>
                  <a:cubicBezTo>
                    <a:pt x="1458" y="0"/>
                    <a:pt x="1349" y="33"/>
                    <a:pt x="1255" y="108"/>
                  </a:cubicBezTo>
                  <a:cubicBezTo>
                    <a:pt x="1196" y="108"/>
                    <a:pt x="1121" y="183"/>
                    <a:pt x="1061" y="242"/>
                  </a:cubicBezTo>
                  <a:cubicBezTo>
                    <a:pt x="822" y="242"/>
                    <a:pt x="628" y="362"/>
                    <a:pt x="568" y="616"/>
                  </a:cubicBezTo>
                  <a:cubicBezTo>
                    <a:pt x="509" y="735"/>
                    <a:pt x="449" y="795"/>
                    <a:pt x="449" y="929"/>
                  </a:cubicBezTo>
                  <a:cubicBezTo>
                    <a:pt x="374" y="989"/>
                    <a:pt x="374" y="1049"/>
                    <a:pt x="314" y="1049"/>
                  </a:cubicBezTo>
                  <a:cubicBezTo>
                    <a:pt x="1" y="1422"/>
                    <a:pt x="255" y="1855"/>
                    <a:pt x="628" y="1915"/>
                  </a:cubicBezTo>
                  <a:cubicBezTo>
                    <a:pt x="628" y="1975"/>
                    <a:pt x="688" y="1975"/>
                    <a:pt x="747" y="2050"/>
                  </a:cubicBezTo>
                  <a:cubicBezTo>
                    <a:pt x="838" y="2252"/>
                    <a:pt x="1066" y="2406"/>
                    <a:pt x="1301" y="2406"/>
                  </a:cubicBezTo>
                  <a:cubicBezTo>
                    <a:pt x="1413" y="2406"/>
                    <a:pt x="1527" y="2371"/>
                    <a:pt x="1629" y="2289"/>
                  </a:cubicBezTo>
                  <a:cubicBezTo>
                    <a:pt x="1942" y="2050"/>
                    <a:pt x="2181" y="1796"/>
                    <a:pt x="2241" y="1422"/>
                  </a:cubicBezTo>
                  <a:cubicBezTo>
                    <a:pt x="2495" y="1168"/>
                    <a:pt x="2435" y="795"/>
                    <a:pt x="2181" y="616"/>
                  </a:cubicBezTo>
                  <a:cubicBezTo>
                    <a:pt x="2226" y="291"/>
                    <a:pt x="1894" y="0"/>
                    <a:pt x="15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3"/>
            <p:cNvSpPr/>
            <p:nvPr/>
          </p:nvSpPr>
          <p:spPr>
            <a:xfrm>
              <a:off x="7778531" y="3827168"/>
              <a:ext cx="120469" cy="128584"/>
            </a:xfrm>
            <a:custGeom>
              <a:rect b="b" l="l" r="r" t="t"/>
              <a:pathLst>
                <a:path extrusionOk="0" h="2456" w="2301">
                  <a:moveTo>
                    <a:pt x="1200" y="0"/>
                  </a:moveTo>
                  <a:cubicBezTo>
                    <a:pt x="1083" y="0"/>
                    <a:pt x="966" y="35"/>
                    <a:pt x="867" y="111"/>
                  </a:cubicBezTo>
                  <a:cubicBezTo>
                    <a:pt x="672" y="231"/>
                    <a:pt x="553" y="290"/>
                    <a:pt x="374" y="425"/>
                  </a:cubicBezTo>
                  <a:cubicBezTo>
                    <a:pt x="60" y="604"/>
                    <a:pt x="60" y="977"/>
                    <a:pt x="239" y="1172"/>
                  </a:cubicBezTo>
                  <a:lnTo>
                    <a:pt x="239" y="1231"/>
                  </a:lnTo>
                  <a:cubicBezTo>
                    <a:pt x="60" y="1411"/>
                    <a:pt x="0" y="1664"/>
                    <a:pt x="180" y="1859"/>
                  </a:cubicBezTo>
                  <a:cubicBezTo>
                    <a:pt x="277" y="1956"/>
                    <a:pt x="464" y="2054"/>
                    <a:pt x="635" y="2054"/>
                  </a:cubicBezTo>
                  <a:cubicBezTo>
                    <a:pt x="674" y="2054"/>
                    <a:pt x="711" y="2049"/>
                    <a:pt x="747" y="2038"/>
                  </a:cubicBezTo>
                  <a:cubicBezTo>
                    <a:pt x="790" y="2262"/>
                    <a:pt x="1023" y="2455"/>
                    <a:pt x="1288" y="2455"/>
                  </a:cubicBezTo>
                  <a:cubicBezTo>
                    <a:pt x="1395" y="2455"/>
                    <a:pt x="1507" y="2424"/>
                    <a:pt x="1613" y="2352"/>
                  </a:cubicBezTo>
                  <a:cubicBezTo>
                    <a:pt x="1793" y="2232"/>
                    <a:pt x="1987" y="2038"/>
                    <a:pt x="2106" y="1859"/>
                  </a:cubicBezTo>
                  <a:cubicBezTo>
                    <a:pt x="2166" y="1664"/>
                    <a:pt x="2241" y="1545"/>
                    <a:pt x="2166" y="1411"/>
                  </a:cubicBezTo>
                  <a:cubicBezTo>
                    <a:pt x="2300" y="1112"/>
                    <a:pt x="2241" y="798"/>
                    <a:pt x="1927" y="604"/>
                  </a:cubicBezTo>
                  <a:cubicBezTo>
                    <a:pt x="1927" y="485"/>
                    <a:pt x="1793" y="290"/>
                    <a:pt x="1673" y="231"/>
                  </a:cubicBezTo>
                  <a:cubicBezTo>
                    <a:pt x="1564" y="85"/>
                    <a:pt x="1383" y="0"/>
                    <a:pt x="1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33"/>
            <p:cNvSpPr/>
            <p:nvPr/>
          </p:nvSpPr>
          <p:spPr>
            <a:xfrm>
              <a:off x="7188122" y="3810886"/>
              <a:ext cx="160363" cy="148898"/>
            </a:xfrm>
            <a:custGeom>
              <a:rect b="b" l="l" r="r" t="t"/>
              <a:pathLst>
                <a:path extrusionOk="0" h="2844" w="3063">
                  <a:moveTo>
                    <a:pt x="1447" y="352"/>
                  </a:moveTo>
                  <a:cubicBezTo>
                    <a:pt x="1615" y="352"/>
                    <a:pt x="1785" y="393"/>
                    <a:pt x="1942" y="482"/>
                  </a:cubicBezTo>
                  <a:cubicBezTo>
                    <a:pt x="2435" y="796"/>
                    <a:pt x="2615" y="1348"/>
                    <a:pt x="2376" y="1856"/>
                  </a:cubicBezTo>
                  <a:cubicBezTo>
                    <a:pt x="2157" y="2281"/>
                    <a:pt x="1760" y="2484"/>
                    <a:pt x="1330" y="2484"/>
                  </a:cubicBezTo>
                  <a:cubicBezTo>
                    <a:pt x="1261" y="2484"/>
                    <a:pt x="1191" y="2479"/>
                    <a:pt x="1121" y="2468"/>
                  </a:cubicBezTo>
                  <a:cubicBezTo>
                    <a:pt x="688" y="2349"/>
                    <a:pt x="449" y="2035"/>
                    <a:pt x="374" y="1602"/>
                  </a:cubicBezTo>
                  <a:cubicBezTo>
                    <a:pt x="374" y="1348"/>
                    <a:pt x="449" y="975"/>
                    <a:pt x="628" y="736"/>
                  </a:cubicBezTo>
                  <a:cubicBezTo>
                    <a:pt x="832" y="493"/>
                    <a:pt x="1136" y="352"/>
                    <a:pt x="1447" y="352"/>
                  </a:cubicBezTo>
                  <a:close/>
                  <a:moveTo>
                    <a:pt x="1497" y="0"/>
                  </a:moveTo>
                  <a:cubicBezTo>
                    <a:pt x="1011" y="0"/>
                    <a:pt x="522" y="227"/>
                    <a:pt x="255" y="676"/>
                  </a:cubicBezTo>
                  <a:cubicBezTo>
                    <a:pt x="75" y="975"/>
                    <a:pt x="1" y="1348"/>
                    <a:pt x="75" y="1662"/>
                  </a:cubicBezTo>
                  <a:cubicBezTo>
                    <a:pt x="175" y="2336"/>
                    <a:pt x="839" y="2843"/>
                    <a:pt x="1490" y="2843"/>
                  </a:cubicBezTo>
                  <a:cubicBezTo>
                    <a:pt x="1618" y="2843"/>
                    <a:pt x="1745" y="2824"/>
                    <a:pt x="1868" y="2782"/>
                  </a:cubicBezTo>
                  <a:cubicBezTo>
                    <a:pt x="2241" y="2603"/>
                    <a:pt x="2555" y="2349"/>
                    <a:pt x="2749" y="1975"/>
                  </a:cubicBezTo>
                  <a:cubicBezTo>
                    <a:pt x="3063" y="1288"/>
                    <a:pt x="2749" y="422"/>
                    <a:pt x="2062" y="109"/>
                  </a:cubicBezTo>
                  <a:cubicBezTo>
                    <a:pt x="1883" y="36"/>
                    <a:pt x="1690" y="0"/>
                    <a:pt x="14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33"/>
            <p:cNvSpPr/>
            <p:nvPr/>
          </p:nvSpPr>
          <p:spPr>
            <a:xfrm>
              <a:off x="7380475" y="3810886"/>
              <a:ext cx="159578" cy="148898"/>
            </a:xfrm>
            <a:custGeom>
              <a:rect b="b" l="l" r="r" t="t"/>
              <a:pathLst>
                <a:path extrusionOk="0" h="2844" w="3048">
                  <a:moveTo>
                    <a:pt x="1444" y="352"/>
                  </a:moveTo>
                  <a:cubicBezTo>
                    <a:pt x="1609" y="352"/>
                    <a:pt x="1776" y="393"/>
                    <a:pt x="1928" y="482"/>
                  </a:cubicBezTo>
                  <a:cubicBezTo>
                    <a:pt x="2436" y="796"/>
                    <a:pt x="2615" y="1348"/>
                    <a:pt x="2376" y="1856"/>
                  </a:cubicBezTo>
                  <a:cubicBezTo>
                    <a:pt x="2157" y="2281"/>
                    <a:pt x="1760" y="2484"/>
                    <a:pt x="1330" y="2484"/>
                  </a:cubicBezTo>
                  <a:cubicBezTo>
                    <a:pt x="1261" y="2484"/>
                    <a:pt x="1191" y="2479"/>
                    <a:pt x="1121" y="2468"/>
                  </a:cubicBezTo>
                  <a:cubicBezTo>
                    <a:pt x="688" y="2349"/>
                    <a:pt x="434" y="2035"/>
                    <a:pt x="374" y="1602"/>
                  </a:cubicBezTo>
                  <a:cubicBezTo>
                    <a:pt x="374" y="1348"/>
                    <a:pt x="434" y="975"/>
                    <a:pt x="628" y="736"/>
                  </a:cubicBezTo>
                  <a:cubicBezTo>
                    <a:pt x="832" y="493"/>
                    <a:pt x="1136" y="352"/>
                    <a:pt x="1444" y="352"/>
                  </a:cubicBezTo>
                  <a:close/>
                  <a:moveTo>
                    <a:pt x="1497" y="0"/>
                  </a:moveTo>
                  <a:cubicBezTo>
                    <a:pt x="1011" y="0"/>
                    <a:pt x="522" y="227"/>
                    <a:pt x="255" y="676"/>
                  </a:cubicBezTo>
                  <a:cubicBezTo>
                    <a:pt x="61" y="975"/>
                    <a:pt x="1" y="1348"/>
                    <a:pt x="61" y="1662"/>
                  </a:cubicBezTo>
                  <a:cubicBezTo>
                    <a:pt x="123" y="2336"/>
                    <a:pt x="822" y="2843"/>
                    <a:pt x="1486" y="2843"/>
                  </a:cubicBezTo>
                  <a:cubicBezTo>
                    <a:pt x="1616" y="2843"/>
                    <a:pt x="1745" y="2824"/>
                    <a:pt x="1868" y="2782"/>
                  </a:cubicBezTo>
                  <a:cubicBezTo>
                    <a:pt x="2241" y="2603"/>
                    <a:pt x="2555" y="2349"/>
                    <a:pt x="2749" y="1975"/>
                  </a:cubicBezTo>
                  <a:cubicBezTo>
                    <a:pt x="3048" y="1288"/>
                    <a:pt x="2749" y="422"/>
                    <a:pt x="2062" y="109"/>
                  </a:cubicBezTo>
                  <a:cubicBezTo>
                    <a:pt x="1884" y="36"/>
                    <a:pt x="1690" y="0"/>
                    <a:pt x="14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33"/>
            <p:cNvSpPr/>
            <p:nvPr/>
          </p:nvSpPr>
          <p:spPr>
            <a:xfrm>
              <a:off x="7572880" y="3810886"/>
              <a:ext cx="159578" cy="148898"/>
            </a:xfrm>
            <a:custGeom>
              <a:rect b="b" l="l" r="r" t="t"/>
              <a:pathLst>
                <a:path extrusionOk="0" h="2844" w="3048">
                  <a:moveTo>
                    <a:pt x="1443" y="352"/>
                  </a:moveTo>
                  <a:cubicBezTo>
                    <a:pt x="1609" y="352"/>
                    <a:pt x="1775" y="393"/>
                    <a:pt x="1927" y="482"/>
                  </a:cubicBezTo>
                  <a:cubicBezTo>
                    <a:pt x="2435" y="796"/>
                    <a:pt x="2614" y="1348"/>
                    <a:pt x="2360" y="1856"/>
                  </a:cubicBezTo>
                  <a:cubicBezTo>
                    <a:pt x="2154" y="2281"/>
                    <a:pt x="1748" y="2484"/>
                    <a:pt x="1324" y="2484"/>
                  </a:cubicBezTo>
                  <a:cubicBezTo>
                    <a:pt x="1257" y="2484"/>
                    <a:pt x="1188" y="2479"/>
                    <a:pt x="1120" y="2468"/>
                  </a:cubicBezTo>
                  <a:cubicBezTo>
                    <a:pt x="687" y="2349"/>
                    <a:pt x="433" y="2035"/>
                    <a:pt x="374" y="1602"/>
                  </a:cubicBezTo>
                  <a:cubicBezTo>
                    <a:pt x="374" y="1348"/>
                    <a:pt x="433" y="975"/>
                    <a:pt x="628" y="736"/>
                  </a:cubicBezTo>
                  <a:cubicBezTo>
                    <a:pt x="831" y="493"/>
                    <a:pt x="1136" y="352"/>
                    <a:pt x="1443" y="352"/>
                  </a:cubicBezTo>
                  <a:close/>
                  <a:moveTo>
                    <a:pt x="1496" y="0"/>
                  </a:moveTo>
                  <a:cubicBezTo>
                    <a:pt x="1010" y="0"/>
                    <a:pt x="521" y="227"/>
                    <a:pt x="254" y="676"/>
                  </a:cubicBezTo>
                  <a:cubicBezTo>
                    <a:pt x="60" y="975"/>
                    <a:pt x="0" y="1348"/>
                    <a:pt x="0" y="1662"/>
                  </a:cubicBezTo>
                  <a:cubicBezTo>
                    <a:pt x="100" y="2336"/>
                    <a:pt x="816" y="2843"/>
                    <a:pt x="1484" y="2843"/>
                  </a:cubicBezTo>
                  <a:cubicBezTo>
                    <a:pt x="1615" y="2843"/>
                    <a:pt x="1745" y="2824"/>
                    <a:pt x="1867" y="2782"/>
                  </a:cubicBezTo>
                  <a:cubicBezTo>
                    <a:pt x="2241" y="2603"/>
                    <a:pt x="2554" y="2349"/>
                    <a:pt x="2733" y="1975"/>
                  </a:cubicBezTo>
                  <a:cubicBezTo>
                    <a:pt x="3047" y="1288"/>
                    <a:pt x="2733" y="422"/>
                    <a:pt x="2061" y="109"/>
                  </a:cubicBezTo>
                  <a:cubicBezTo>
                    <a:pt x="1883" y="36"/>
                    <a:pt x="1690" y="0"/>
                    <a:pt x="14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33"/>
            <p:cNvSpPr/>
            <p:nvPr/>
          </p:nvSpPr>
          <p:spPr>
            <a:xfrm>
              <a:off x="7765232" y="3810886"/>
              <a:ext cx="159578" cy="148898"/>
            </a:xfrm>
            <a:custGeom>
              <a:rect b="b" l="l" r="r" t="t"/>
              <a:pathLst>
                <a:path extrusionOk="0" h="2844" w="3048">
                  <a:moveTo>
                    <a:pt x="1439" y="352"/>
                  </a:moveTo>
                  <a:cubicBezTo>
                    <a:pt x="1607" y="352"/>
                    <a:pt x="1775" y="393"/>
                    <a:pt x="1927" y="482"/>
                  </a:cubicBezTo>
                  <a:cubicBezTo>
                    <a:pt x="2420" y="796"/>
                    <a:pt x="2614" y="1348"/>
                    <a:pt x="2360" y="1856"/>
                  </a:cubicBezTo>
                  <a:cubicBezTo>
                    <a:pt x="2154" y="2281"/>
                    <a:pt x="1748" y="2484"/>
                    <a:pt x="1325" y="2484"/>
                  </a:cubicBezTo>
                  <a:cubicBezTo>
                    <a:pt x="1257" y="2484"/>
                    <a:pt x="1189" y="2479"/>
                    <a:pt x="1121" y="2468"/>
                  </a:cubicBezTo>
                  <a:cubicBezTo>
                    <a:pt x="687" y="2349"/>
                    <a:pt x="434" y="2035"/>
                    <a:pt x="374" y="1602"/>
                  </a:cubicBezTo>
                  <a:cubicBezTo>
                    <a:pt x="374" y="1348"/>
                    <a:pt x="434" y="975"/>
                    <a:pt x="628" y="736"/>
                  </a:cubicBezTo>
                  <a:cubicBezTo>
                    <a:pt x="822" y="493"/>
                    <a:pt x="1129" y="352"/>
                    <a:pt x="1439" y="352"/>
                  </a:cubicBezTo>
                  <a:close/>
                  <a:moveTo>
                    <a:pt x="1443" y="0"/>
                  </a:moveTo>
                  <a:cubicBezTo>
                    <a:pt x="980" y="0"/>
                    <a:pt x="521" y="227"/>
                    <a:pt x="254" y="676"/>
                  </a:cubicBezTo>
                  <a:cubicBezTo>
                    <a:pt x="60" y="975"/>
                    <a:pt x="0" y="1348"/>
                    <a:pt x="0" y="1662"/>
                  </a:cubicBezTo>
                  <a:cubicBezTo>
                    <a:pt x="100" y="2336"/>
                    <a:pt x="816" y="2843"/>
                    <a:pt x="1484" y="2843"/>
                  </a:cubicBezTo>
                  <a:cubicBezTo>
                    <a:pt x="1615" y="2843"/>
                    <a:pt x="1745" y="2824"/>
                    <a:pt x="1867" y="2782"/>
                  </a:cubicBezTo>
                  <a:cubicBezTo>
                    <a:pt x="2241" y="2603"/>
                    <a:pt x="2554" y="2349"/>
                    <a:pt x="2734" y="1975"/>
                  </a:cubicBezTo>
                  <a:cubicBezTo>
                    <a:pt x="3047" y="1288"/>
                    <a:pt x="2734" y="422"/>
                    <a:pt x="1987" y="109"/>
                  </a:cubicBezTo>
                  <a:cubicBezTo>
                    <a:pt x="1813" y="36"/>
                    <a:pt x="1627" y="0"/>
                    <a:pt x="14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33"/>
            <p:cNvSpPr/>
            <p:nvPr/>
          </p:nvSpPr>
          <p:spPr>
            <a:xfrm>
              <a:off x="7954444" y="3810886"/>
              <a:ext cx="162719" cy="148898"/>
            </a:xfrm>
            <a:custGeom>
              <a:rect b="b" l="l" r="r" t="t"/>
              <a:pathLst>
                <a:path extrusionOk="0" h="2844" w="3108">
                  <a:moveTo>
                    <a:pt x="1499" y="352"/>
                  </a:moveTo>
                  <a:cubicBezTo>
                    <a:pt x="1667" y="352"/>
                    <a:pt x="1836" y="393"/>
                    <a:pt x="1987" y="482"/>
                  </a:cubicBezTo>
                  <a:cubicBezTo>
                    <a:pt x="2480" y="796"/>
                    <a:pt x="2674" y="1348"/>
                    <a:pt x="2420" y="1856"/>
                  </a:cubicBezTo>
                  <a:cubicBezTo>
                    <a:pt x="2202" y="2281"/>
                    <a:pt x="1805" y="2484"/>
                    <a:pt x="1384" y="2484"/>
                  </a:cubicBezTo>
                  <a:cubicBezTo>
                    <a:pt x="1317" y="2484"/>
                    <a:pt x="1249" y="2479"/>
                    <a:pt x="1181" y="2468"/>
                  </a:cubicBezTo>
                  <a:cubicBezTo>
                    <a:pt x="748" y="2349"/>
                    <a:pt x="494" y="2035"/>
                    <a:pt x="434" y="1602"/>
                  </a:cubicBezTo>
                  <a:cubicBezTo>
                    <a:pt x="434" y="1348"/>
                    <a:pt x="494" y="975"/>
                    <a:pt x="673" y="736"/>
                  </a:cubicBezTo>
                  <a:cubicBezTo>
                    <a:pt x="877" y="493"/>
                    <a:pt x="1187" y="352"/>
                    <a:pt x="1499" y="352"/>
                  </a:cubicBezTo>
                  <a:close/>
                  <a:moveTo>
                    <a:pt x="1494" y="0"/>
                  </a:moveTo>
                  <a:cubicBezTo>
                    <a:pt x="1025" y="0"/>
                    <a:pt x="567" y="227"/>
                    <a:pt x="300" y="676"/>
                  </a:cubicBezTo>
                  <a:cubicBezTo>
                    <a:pt x="120" y="975"/>
                    <a:pt x="1" y="1348"/>
                    <a:pt x="61" y="1662"/>
                  </a:cubicBezTo>
                  <a:cubicBezTo>
                    <a:pt x="161" y="2336"/>
                    <a:pt x="876" y="2843"/>
                    <a:pt x="1544" y="2843"/>
                  </a:cubicBezTo>
                  <a:cubicBezTo>
                    <a:pt x="1676" y="2843"/>
                    <a:pt x="1805" y="2824"/>
                    <a:pt x="1928" y="2782"/>
                  </a:cubicBezTo>
                  <a:cubicBezTo>
                    <a:pt x="2241" y="2603"/>
                    <a:pt x="2615" y="2349"/>
                    <a:pt x="2794" y="1975"/>
                  </a:cubicBezTo>
                  <a:cubicBezTo>
                    <a:pt x="3108" y="1288"/>
                    <a:pt x="2794" y="422"/>
                    <a:pt x="2047" y="109"/>
                  </a:cubicBezTo>
                  <a:cubicBezTo>
                    <a:pt x="1869" y="36"/>
                    <a:pt x="1680" y="0"/>
                    <a:pt x="14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33"/>
            <p:cNvSpPr/>
            <p:nvPr/>
          </p:nvSpPr>
          <p:spPr>
            <a:xfrm>
              <a:off x="7207703" y="4287099"/>
              <a:ext cx="121254" cy="128532"/>
            </a:xfrm>
            <a:custGeom>
              <a:rect b="b" l="l" r="r" t="t"/>
              <a:pathLst>
                <a:path extrusionOk="0" h="2455" w="2316">
                  <a:moveTo>
                    <a:pt x="1354" y="1"/>
                  </a:moveTo>
                  <a:cubicBezTo>
                    <a:pt x="1321" y="1"/>
                    <a:pt x="1288" y="6"/>
                    <a:pt x="1255" y="17"/>
                  </a:cubicBezTo>
                  <a:cubicBezTo>
                    <a:pt x="1120" y="17"/>
                    <a:pt x="1001" y="76"/>
                    <a:pt x="881" y="196"/>
                  </a:cubicBezTo>
                  <a:cubicBezTo>
                    <a:pt x="687" y="330"/>
                    <a:pt x="508" y="450"/>
                    <a:pt x="374" y="629"/>
                  </a:cubicBezTo>
                  <a:cubicBezTo>
                    <a:pt x="314" y="763"/>
                    <a:pt x="314" y="883"/>
                    <a:pt x="254" y="943"/>
                  </a:cubicBezTo>
                  <a:cubicBezTo>
                    <a:pt x="194" y="1077"/>
                    <a:pt x="135" y="1256"/>
                    <a:pt x="75" y="1376"/>
                  </a:cubicBezTo>
                  <a:cubicBezTo>
                    <a:pt x="0" y="1689"/>
                    <a:pt x="194" y="1884"/>
                    <a:pt x="448" y="1943"/>
                  </a:cubicBezTo>
                  <a:cubicBezTo>
                    <a:pt x="508" y="2003"/>
                    <a:pt x="627" y="2063"/>
                    <a:pt x="687" y="2123"/>
                  </a:cubicBezTo>
                  <a:cubicBezTo>
                    <a:pt x="798" y="2283"/>
                    <a:pt x="980" y="2392"/>
                    <a:pt x="1149" y="2392"/>
                  </a:cubicBezTo>
                  <a:cubicBezTo>
                    <a:pt x="1185" y="2392"/>
                    <a:pt x="1221" y="2387"/>
                    <a:pt x="1255" y="2376"/>
                  </a:cubicBezTo>
                  <a:cubicBezTo>
                    <a:pt x="1354" y="2426"/>
                    <a:pt x="1476" y="2455"/>
                    <a:pt x="1594" y="2455"/>
                  </a:cubicBezTo>
                  <a:cubicBezTo>
                    <a:pt x="1762" y="2455"/>
                    <a:pt x="1923" y="2397"/>
                    <a:pt x="2002" y="2257"/>
                  </a:cubicBezTo>
                  <a:cubicBezTo>
                    <a:pt x="2121" y="2063"/>
                    <a:pt x="2181" y="2003"/>
                    <a:pt x="2181" y="1824"/>
                  </a:cubicBezTo>
                  <a:cubicBezTo>
                    <a:pt x="2315" y="1570"/>
                    <a:pt x="2315" y="1316"/>
                    <a:pt x="2241" y="1077"/>
                  </a:cubicBezTo>
                  <a:cubicBezTo>
                    <a:pt x="2181" y="883"/>
                    <a:pt x="2061" y="704"/>
                    <a:pt x="1942" y="629"/>
                  </a:cubicBezTo>
                  <a:cubicBezTo>
                    <a:pt x="1942" y="450"/>
                    <a:pt x="1867" y="330"/>
                    <a:pt x="1748" y="196"/>
                  </a:cubicBezTo>
                  <a:cubicBezTo>
                    <a:pt x="1650" y="98"/>
                    <a:pt x="1503" y="1"/>
                    <a:pt x="13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3"/>
            <p:cNvSpPr/>
            <p:nvPr/>
          </p:nvSpPr>
          <p:spPr>
            <a:xfrm>
              <a:off x="7396914" y="4277990"/>
              <a:ext cx="130626" cy="140259"/>
            </a:xfrm>
            <a:custGeom>
              <a:rect b="b" l="l" r="r" t="t"/>
              <a:pathLst>
                <a:path extrusionOk="0" h="2679" w="2495">
                  <a:moveTo>
                    <a:pt x="1179" y="0"/>
                  </a:moveTo>
                  <a:cubicBezTo>
                    <a:pt x="1031" y="0"/>
                    <a:pt x="874" y="64"/>
                    <a:pt x="747" y="191"/>
                  </a:cubicBezTo>
                  <a:cubicBezTo>
                    <a:pt x="494" y="504"/>
                    <a:pt x="314" y="743"/>
                    <a:pt x="120" y="997"/>
                  </a:cubicBezTo>
                  <a:cubicBezTo>
                    <a:pt x="1" y="1176"/>
                    <a:pt x="60" y="1370"/>
                    <a:pt x="120" y="1490"/>
                  </a:cubicBezTo>
                  <a:cubicBezTo>
                    <a:pt x="120" y="1624"/>
                    <a:pt x="195" y="1744"/>
                    <a:pt x="255" y="1804"/>
                  </a:cubicBezTo>
                  <a:cubicBezTo>
                    <a:pt x="48" y="2266"/>
                    <a:pt x="386" y="2679"/>
                    <a:pt x="753" y="2679"/>
                  </a:cubicBezTo>
                  <a:cubicBezTo>
                    <a:pt x="836" y="2679"/>
                    <a:pt x="921" y="2657"/>
                    <a:pt x="1001" y="2610"/>
                  </a:cubicBezTo>
                  <a:lnTo>
                    <a:pt x="1240" y="2610"/>
                  </a:lnTo>
                  <a:cubicBezTo>
                    <a:pt x="1614" y="2371"/>
                    <a:pt x="2181" y="2177"/>
                    <a:pt x="2361" y="1804"/>
                  </a:cubicBezTo>
                  <a:cubicBezTo>
                    <a:pt x="2495" y="1490"/>
                    <a:pt x="2361" y="1176"/>
                    <a:pt x="2062" y="1057"/>
                  </a:cubicBezTo>
                  <a:lnTo>
                    <a:pt x="2122" y="997"/>
                  </a:lnTo>
                  <a:cubicBezTo>
                    <a:pt x="2301" y="564"/>
                    <a:pt x="1927" y="191"/>
                    <a:pt x="1554" y="191"/>
                  </a:cubicBezTo>
                  <a:cubicBezTo>
                    <a:pt x="1464" y="64"/>
                    <a:pt x="1326" y="0"/>
                    <a:pt x="1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3"/>
            <p:cNvSpPr/>
            <p:nvPr/>
          </p:nvSpPr>
          <p:spPr>
            <a:xfrm>
              <a:off x="7586178" y="4299298"/>
              <a:ext cx="133767" cy="120783"/>
            </a:xfrm>
            <a:custGeom>
              <a:rect b="b" l="l" r="r" t="t"/>
              <a:pathLst>
                <a:path extrusionOk="0" h="2307" w="2555">
                  <a:moveTo>
                    <a:pt x="1307" y="0"/>
                  </a:moveTo>
                  <a:cubicBezTo>
                    <a:pt x="1119" y="0"/>
                    <a:pt x="942" y="70"/>
                    <a:pt x="807" y="217"/>
                  </a:cubicBezTo>
                  <a:cubicBezTo>
                    <a:pt x="687" y="217"/>
                    <a:pt x="493" y="336"/>
                    <a:pt x="433" y="530"/>
                  </a:cubicBezTo>
                  <a:cubicBezTo>
                    <a:pt x="314" y="650"/>
                    <a:pt x="239" y="769"/>
                    <a:pt x="179" y="963"/>
                  </a:cubicBezTo>
                  <a:cubicBezTo>
                    <a:pt x="0" y="1143"/>
                    <a:pt x="179" y="1516"/>
                    <a:pt x="374" y="1651"/>
                  </a:cubicBezTo>
                  <a:cubicBezTo>
                    <a:pt x="433" y="1710"/>
                    <a:pt x="433" y="1710"/>
                    <a:pt x="493" y="1710"/>
                  </a:cubicBezTo>
                  <a:cubicBezTo>
                    <a:pt x="493" y="1830"/>
                    <a:pt x="553" y="1964"/>
                    <a:pt x="612" y="2084"/>
                  </a:cubicBezTo>
                  <a:cubicBezTo>
                    <a:pt x="738" y="2248"/>
                    <a:pt x="914" y="2306"/>
                    <a:pt x="1072" y="2306"/>
                  </a:cubicBezTo>
                  <a:cubicBezTo>
                    <a:pt x="1157" y="2306"/>
                    <a:pt x="1237" y="2289"/>
                    <a:pt x="1300" y="2263"/>
                  </a:cubicBezTo>
                  <a:lnTo>
                    <a:pt x="1733" y="2263"/>
                  </a:lnTo>
                  <a:cubicBezTo>
                    <a:pt x="2106" y="2143"/>
                    <a:pt x="2554" y="1710"/>
                    <a:pt x="2479" y="1277"/>
                  </a:cubicBezTo>
                  <a:cubicBezTo>
                    <a:pt x="2479" y="1083"/>
                    <a:pt x="2420" y="1023"/>
                    <a:pt x="2300" y="904"/>
                  </a:cubicBezTo>
                  <a:cubicBezTo>
                    <a:pt x="2300" y="769"/>
                    <a:pt x="2240" y="650"/>
                    <a:pt x="2106" y="590"/>
                  </a:cubicBezTo>
                  <a:cubicBezTo>
                    <a:pt x="2175" y="303"/>
                    <a:pt x="1867" y="15"/>
                    <a:pt x="1573" y="15"/>
                  </a:cubicBezTo>
                  <a:cubicBezTo>
                    <a:pt x="1546" y="15"/>
                    <a:pt x="1520" y="18"/>
                    <a:pt x="1494" y="23"/>
                  </a:cubicBezTo>
                  <a:cubicBezTo>
                    <a:pt x="1431" y="8"/>
                    <a:pt x="1369" y="0"/>
                    <a:pt x="13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3"/>
            <p:cNvSpPr/>
            <p:nvPr/>
          </p:nvSpPr>
          <p:spPr>
            <a:xfrm>
              <a:off x="7188122" y="4280817"/>
              <a:ext cx="160363" cy="148636"/>
            </a:xfrm>
            <a:custGeom>
              <a:rect b="b" l="l" r="r" t="t"/>
              <a:pathLst>
                <a:path extrusionOk="0" h="2839" w="3063">
                  <a:moveTo>
                    <a:pt x="1433" y="375"/>
                  </a:moveTo>
                  <a:cubicBezTo>
                    <a:pt x="1605" y="375"/>
                    <a:pt x="1781" y="418"/>
                    <a:pt x="1942" y="510"/>
                  </a:cubicBezTo>
                  <a:cubicBezTo>
                    <a:pt x="2435" y="749"/>
                    <a:pt x="2615" y="1376"/>
                    <a:pt x="2376" y="1869"/>
                  </a:cubicBezTo>
                  <a:cubicBezTo>
                    <a:pt x="2153" y="2262"/>
                    <a:pt x="1747" y="2448"/>
                    <a:pt x="1309" y="2448"/>
                  </a:cubicBezTo>
                  <a:cubicBezTo>
                    <a:pt x="1247" y="2448"/>
                    <a:pt x="1184" y="2444"/>
                    <a:pt x="1121" y="2437"/>
                  </a:cubicBezTo>
                  <a:cubicBezTo>
                    <a:pt x="688" y="2377"/>
                    <a:pt x="449" y="2063"/>
                    <a:pt x="374" y="1630"/>
                  </a:cubicBezTo>
                  <a:cubicBezTo>
                    <a:pt x="374" y="1316"/>
                    <a:pt x="449" y="1003"/>
                    <a:pt x="628" y="749"/>
                  </a:cubicBezTo>
                  <a:cubicBezTo>
                    <a:pt x="829" y="510"/>
                    <a:pt x="1127" y="375"/>
                    <a:pt x="1433" y="375"/>
                  </a:cubicBezTo>
                  <a:close/>
                  <a:moveTo>
                    <a:pt x="1471" y="0"/>
                  </a:moveTo>
                  <a:cubicBezTo>
                    <a:pt x="993" y="0"/>
                    <a:pt x="517" y="241"/>
                    <a:pt x="255" y="629"/>
                  </a:cubicBezTo>
                  <a:cubicBezTo>
                    <a:pt x="75" y="943"/>
                    <a:pt x="1" y="1316"/>
                    <a:pt x="75" y="1690"/>
                  </a:cubicBezTo>
                  <a:cubicBezTo>
                    <a:pt x="172" y="2342"/>
                    <a:pt x="796" y="2838"/>
                    <a:pt x="1426" y="2838"/>
                  </a:cubicBezTo>
                  <a:cubicBezTo>
                    <a:pt x="1575" y="2838"/>
                    <a:pt x="1725" y="2810"/>
                    <a:pt x="1868" y="2750"/>
                  </a:cubicBezTo>
                  <a:cubicBezTo>
                    <a:pt x="2241" y="2616"/>
                    <a:pt x="2555" y="2377"/>
                    <a:pt x="2749" y="2004"/>
                  </a:cubicBezTo>
                  <a:cubicBezTo>
                    <a:pt x="3063" y="1316"/>
                    <a:pt x="2749" y="450"/>
                    <a:pt x="2062" y="137"/>
                  </a:cubicBezTo>
                  <a:cubicBezTo>
                    <a:pt x="1875" y="43"/>
                    <a:pt x="1673" y="0"/>
                    <a:pt x="14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3"/>
            <p:cNvSpPr/>
            <p:nvPr/>
          </p:nvSpPr>
          <p:spPr>
            <a:xfrm>
              <a:off x="7380475" y="4280817"/>
              <a:ext cx="159578" cy="148636"/>
            </a:xfrm>
            <a:custGeom>
              <a:rect b="b" l="l" r="r" t="t"/>
              <a:pathLst>
                <a:path extrusionOk="0" h="2839" w="3048">
                  <a:moveTo>
                    <a:pt x="1429" y="375"/>
                  </a:moveTo>
                  <a:cubicBezTo>
                    <a:pt x="1600" y="375"/>
                    <a:pt x="1771" y="418"/>
                    <a:pt x="1928" y="510"/>
                  </a:cubicBezTo>
                  <a:cubicBezTo>
                    <a:pt x="2436" y="749"/>
                    <a:pt x="2615" y="1376"/>
                    <a:pt x="2376" y="1869"/>
                  </a:cubicBezTo>
                  <a:cubicBezTo>
                    <a:pt x="2153" y="2262"/>
                    <a:pt x="1748" y="2448"/>
                    <a:pt x="1309" y="2448"/>
                  </a:cubicBezTo>
                  <a:cubicBezTo>
                    <a:pt x="1247" y="2448"/>
                    <a:pt x="1184" y="2444"/>
                    <a:pt x="1121" y="2437"/>
                  </a:cubicBezTo>
                  <a:cubicBezTo>
                    <a:pt x="688" y="2377"/>
                    <a:pt x="434" y="2063"/>
                    <a:pt x="374" y="1630"/>
                  </a:cubicBezTo>
                  <a:cubicBezTo>
                    <a:pt x="374" y="1316"/>
                    <a:pt x="434" y="1003"/>
                    <a:pt x="628" y="749"/>
                  </a:cubicBezTo>
                  <a:cubicBezTo>
                    <a:pt x="829" y="510"/>
                    <a:pt x="1127" y="375"/>
                    <a:pt x="1429" y="375"/>
                  </a:cubicBezTo>
                  <a:close/>
                  <a:moveTo>
                    <a:pt x="1471" y="0"/>
                  </a:moveTo>
                  <a:cubicBezTo>
                    <a:pt x="994" y="0"/>
                    <a:pt x="517" y="241"/>
                    <a:pt x="255" y="629"/>
                  </a:cubicBezTo>
                  <a:cubicBezTo>
                    <a:pt x="61" y="943"/>
                    <a:pt x="1" y="1316"/>
                    <a:pt x="61" y="1690"/>
                  </a:cubicBezTo>
                  <a:cubicBezTo>
                    <a:pt x="121" y="2342"/>
                    <a:pt x="777" y="2838"/>
                    <a:pt x="1421" y="2838"/>
                  </a:cubicBezTo>
                  <a:cubicBezTo>
                    <a:pt x="1573" y="2838"/>
                    <a:pt x="1725" y="2810"/>
                    <a:pt x="1868" y="2750"/>
                  </a:cubicBezTo>
                  <a:cubicBezTo>
                    <a:pt x="2241" y="2616"/>
                    <a:pt x="2555" y="2377"/>
                    <a:pt x="2749" y="2004"/>
                  </a:cubicBezTo>
                  <a:cubicBezTo>
                    <a:pt x="3048" y="1316"/>
                    <a:pt x="2749" y="450"/>
                    <a:pt x="2062" y="137"/>
                  </a:cubicBezTo>
                  <a:cubicBezTo>
                    <a:pt x="1876" y="43"/>
                    <a:pt x="1673" y="0"/>
                    <a:pt x="14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33"/>
            <p:cNvSpPr/>
            <p:nvPr/>
          </p:nvSpPr>
          <p:spPr>
            <a:xfrm>
              <a:off x="7572880" y="4280817"/>
              <a:ext cx="159578" cy="148636"/>
            </a:xfrm>
            <a:custGeom>
              <a:rect b="b" l="l" r="r" t="t"/>
              <a:pathLst>
                <a:path extrusionOk="0" h="2839" w="3048">
                  <a:moveTo>
                    <a:pt x="1428" y="375"/>
                  </a:moveTo>
                  <a:cubicBezTo>
                    <a:pt x="1599" y="375"/>
                    <a:pt x="1771" y="418"/>
                    <a:pt x="1927" y="510"/>
                  </a:cubicBezTo>
                  <a:cubicBezTo>
                    <a:pt x="2435" y="749"/>
                    <a:pt x="2614" y="1376"/>
                    <a:pt x="2360" y="1869"/>
                  </a:cubicBezTo>
                  <a:cubicBezTo>
                    <a:pt x="2151" y="2262"/>
                    <a:pt x="1735" y="2448"/>
                    <a:pt x="1304" y="2448"/>
                  </a:cubicBezTo>
                  <a:cubicBezTo>
                    <a:pt x="1243" y="2448"/>
                    <a:pt x="1182" y="2444"/>
                    <a:pt x="1120" y="2437"/>
                  </a:cubicBezTo>
                  <a:cubicBezTo>
                    <a:pt x="687" y="2377"/>
                    <a:pt x="433" y="2063"/>
                    <a:pt x="374" y="1630"/>
                  </a:cubicBezTo>
                  <a:cubicBezTo>
                    <a:pt x="374" y="1316"/>
                    <a:pt x="433" y="1003"/>
                    <a:pt x="628" y="749"/>
                  </a:cubicBezTo>
                  <a:cubicBezTo>
                    <a:pt x="828" y="510"/>
                    <a:pt x="1126" y="375"/>
                    <a:pt x="1428" y="375"/>
                  </a:cubicBezTo>
                  <a:close/>
                  <a:moveTo>
                    <a:pt x="1471" y="0"/>
                  </a:moveTo>
                  <a:cubicBezTo>
                    <a:pt x="993" y="0"/>
                    <a:pt x="517" y="241"/>
                    <a:pt x="254" y="629"/>
                  </a:cubicBezTo>
                  <a:cubicBezTo>
                    <a:pt x="60" y="943"/>
                    <a:pt x="0" y="1316"/>
                    <a:pt x="0" y="1690"/>
                  </a:cubicBezTo>
                  <a:cubicBezTo>
                    <a:pt x="97" y="2342"/>
                    <a:pt x="770" y="2838"/>
                    <a:pt x="1419" y="2838"/>
                  </a:cubicBezTo>
                  <a:cubicBezTo>
                    <a:pt x="1572" y="2838"/>
                    <a:pt x="1724" y="2810"/>
                    <a:pt x="1867" y="2750"/>
                  </a:cubicBezTo>
                  <a:cubicBezTo>
                    <a:pt x="2241" y="2616"/>
                    <a:pt x="2554" y="2377"/>
                    <a:pt x="2733" y="2004"/>
                  </a:cubicBezTo>
                  <a:cubicBezTo>
                    <a:pt x="3047" y="1316"/>
                    <a:pt x="2733" y="450"/>
                    <a:pt x="2061" y="137"/>
                  </a:cubicBezTo>
                  <a:cubicBezTo>
                    <a:pt x="1875" y="43"/>
                    <a:pt x="1673" y="0"/>
                    <a:pt x="14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33"/>
            <p:cNvSpPr/>
            <p:nvPr/>
          </p:nvSpPr>
          <p:spPr>
            <a:xfrm>
              <a:off x="7765232" y="4280817"/>
              <a:ext cx="159578" cy="148636"/>
            </a:xfrm>
            <a:custGeom>
              <a:rect b="b" l="l" r="r" t="t"/>
              <a:pathLst>
                <a:path extrusionOk="0" h="2839" w="3048">
                  <a:moveTo>
                    <a:pt x="1425" y="375"/>
                  </a:moveTo>
                  <a:cubicBezTo>
                    <a:pt x="1597" y="375"/>
                    <a:pt x="1771" y="418"/>
                    <a:pt x="1927" y="510"/>
                  </a:cubicBezTo>
                  <a:cubicBezTo>
                    <a:pt x="2420" y="749"/>
                    <a:pt x="2614" y="1376"/>
                    <a:pt x="2360" y="1869"/>
                  </a:cubicBezTo>
                  <a:cubicBezTo>
                    <a:pt x="2151" y="2262"/>
                    <a:pt x="1735" y="2448"/>
                    <a:pt x="1304" y="2448"/>
                  </a:cubicBezTo>
                  <a:cubicBezTo>
                    <a:pt x="1243" y="2448"/>
                    <a:pt x="1182" y="2444"/>
                    <a:pt x="1121" y="2437"/>
                  </a:cubicBezTo>
                  <a:cubicBezTo>
                    <a:pt x="687" y="2377"/>
                    <a:pt x="434" y="2063"/>
                    <a:pt x="374" y="1630"/>
                  </a:cubicBezTo>
                  <a:cubicBezTo>
                    <a:pt x="374" y="1316"/>
                    <a:pt x="434" y="1003"/>
                    <a:pt x="628" y="749"/>
                  </a:cubicBezTo>
                  <a:cubicBezTo>
                    <a:pt x="819" y="510"/>
                    <a:pt x="1119" y="375"/>
                    <a:pt x="1425" y="375"/>
                  </a:cubicBezTo>
                  <a:close/>
                  <a:moveTo>
                    <a:pt x="1419" y="0"/>
                  </a:moveTo>
                  <a:cubicBezTo>
                    <a:pt x="964" y="0"/>
                    <a:pt x="517" y="241"/>
                    <a:pt x="254" y="629"/>
                  </a:cubicBezTo>
                  <a:cubicBezTo>
                    <a:pt x="60" y="943"/>
                    <a:pt x="0" y="1316"/>
                    <a:pt x="0" y="1690"/>
                  </a:cubicBezTo>
                  <a:cubicBezTo>
                    <a:pt x="97" y="2342"/>
                    <a:pt x="770" y="2838"/>
                    <a:pt x="1419" y="2838"/>
                  </a:cubicBezTo>
                  <a:cubicBezTo>
                    <a:pt x="1572" y="2838"/>
                    <a:pt x="1725" y="2810"/>
                    <a:pt x="1867" y="2750"/>
                  </a:cubicBezTo>
                  <a:cubicBezTo>
                    <a:pt x="2241" y="2616"/>
                    <a:pt x="2554" y="2377"/>
                    <a:pt x="2734" y="2004"/>
                  </a:cubicBezTo>
                  <a:cubicBezTo>
                    <a:pt x="3047" y="1316"/>
                    <a:pt x="2734" y="450"/>
                    <a:pt x="1987" y="137"/>
                  </a:cubicBezTo>
                  <a:cubicBezTo>
                    <a:pt x="1805" y="43"/>
                    <a:pt x="1611" y="0"/>
                    <a:pt x="14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33"/>
            <p:cNvSpPr/>
            <p:nvPr/>
          </p:nvSpPr>
          <p:spPr>
            <a:xfrm>
              <a:off x="7954444" y="4280817"/>
              <a:ext cx="162719" cy="148636"/>
            </a:xfrm>
            <a:custGeom>
              <a:rect b="b" l="l" r="r" t="t"/>
              <a:pathLst>
                <a:path extrusionOk="0" h="2839" w="3108">
                  <a:moveTo>
                    <a:pt x="1484" y="375"/>
                  </a:moveTo>
                  <a:cubicBezTo>
                    <a:pt x="1657" y="375"/>
                    <a:pt x="1831" y="418"/>
                    <a:pt x="1987" y="510"/>
                  </a:cubicBezTo>
                  <a:cubicBezTo>
                    <a:pt x="2480" y="749"/>
                    <a:pt x="2674" y="1376"/>
                    <a:pt x="2420" y="1869"/>
                  </a:cubicBezTo>
                  <a:cubicBezTo>
                    <a:pt x="2198" y="2262"/>
                    <a:pt x="1792" y="2448"/>
                    <a:pt x="1364" y="2448"/>
                  </a:cubicBezTo>
                  <a:cubicBezTo>
                    <a:pt x="1303" y="2448"/>
                    <a:pt x="1242" y="2444"/>
                    <a:pt x="1181" y="2437"/>
                  </a:cubicBezTo>
                  <a:cubicBezTo>
                    <a:pt x="748" y="2377"/>
                    <a:pt x="494" y="2063"/>
                    <a:pt x="434" y="1630"/>
                  </a:cubicBezTo>
                  <a:cubicBezTo>
                    <a:pt x="434" y="1316"/>
                    <a:pt x="494" y="1003"/>
                    <a:pt x="673" y="749"/>
                  </a:cubicBezTo>
                  <a:cubicBezTo>
                    <a:pt x="873" y="510"/>
                    <a:pt x="1178" y="375"/>
                    <a:pt x="1484" y="375"/>
                  </a:cubicBezTo>
                  <a:close/>
                  <a:moveTo>
                    <a:pt x="1469" y="0"/>
                  </a:moveTo>
                  <a:cubicBezTo>
                    <a:pt x="1009" y="0"/>
                    <a:pt x="562" y="241"/>
                    <a:pt x="300" y="629"/>
                  </a:cubicBezTo>
                  <a:cubicBezTo>
                    <a:pt x="120" y="943"/>
                    <a:pt x="1" y="1316"/>
                    <a:pt x="61" y="1690"/>
                  </a:cubicBezTo>
                  <a:cubicBezTo>
                    <a:pt x="157" y="2342"/>
                    <a:pt x="830" y="2838"/>
                    <a:pt x="1479" y="2838"/>
                  </a:cubicBezTo>
                  <a:cubicBezTo>
                    <a:pt x="1633" y="2838"/>
                    <a:pt x="1785" y="2810"/>
                    <a:pt x="1928" y="2750"/>
                  </a:cubicBezTo>
                  <a:cubicBezTo>
                    <a:pt x="2241" y="2616"/>
                    <a:pt x="2615" y="2377"/>
                    <a:pt x="2794" y="2004"/>
                  </a:cubicBezTo>
                  <a:cubicBezTo>
                    <a:pt x="3108" y="1316"/>
                    <a:pt x="2794" y="450"/>
                    <a:pt x="2047" y="137"/>
                  </a:cubicBezTo>
                  <a:cubicBezTo>
                    <a:pt x="1861" y="43"/>
                    <a:pt x="1664" y="0"/>
                    <a:pt x="14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20" name="Google Shape;2220;p33"/>
            <p:cNvGrpSpPr/>
            <p:nvPr/>
          </p:nvGrpSpPr>
          <p:grpSpPr>
            <a:xfrm>
              <a:off x="6857011" y="3717745"/>
              <a:ext cx="212187" cy="334311"/>
              <a:chOff x="1535017" y="5343259"/>
              <a:chExt cx="258450" cy="407200"/>
            </a:xfrm>
          </p:grpSpPr>
          <p:sp>
            <p:nvSpPr>
              <p:cNvPr id="2221" name="Google Shape;2221;p33"/>
              <p:cNvSpPr/>
              <p:nvPr/>
            </p:nvSpPr>
            <p:spPr>
              <a:xfrm>
                <a:off x="1535017" y="5343259"/>
                <a:ext cx="258450" cy="407200"/>
              </a:xfrm>
              <a:custGeom>
                <a:rect b="b" l="l" r="r" t="t"/>
                <a:pathLst>
                  <a:path extrusionOk="0" h="16288" w="10338">
                    <a:moveTo>
                      <a:pt x="5239" y="418"/>
                    </a:moveTo>
                    <a:cubicBezTo>
                      <a:pt x="6743" y="418"/>
                      <a:pt x="8129" y="1193"/>
                      <a:pt x="8910" y="2469"/>
                    </a:cubicBezTo>
                    <a:cubicBezTo>
                      <a:pt x="9772" y="3944"/>
                      <a:pt x="9456" y="5659"/>
                      <a:pt x="8852" y="7163"/>
                    </a:cubicBezTo>
                    <a:cubicBezTo>
                      <a:pt x="8239" y="8696"/>
                      <a:pt x="7367" y="10152"/>
                      <a:pt x="6601" y="11608"/>
                    </a:cubicBezTo>
                    <a:cubicBezTo>
                      <a:pt x="5854" y="13026"/>
                      <a:pt x="5106" y="14444"/>
                      <a:pt x="4359" y="15872"/>
                    </a:cubicBezTo>
                    <a:cubicBezTo>
                      <a:pt x="3238" y="13045"/>
                      <a:pt x="1629" y="10296"/>
                      <a:pt x="939" y="7336"/>
                    </a:cubicBezTo>
                    <a:cubicBezTo>
                      <a:pt x="556" y="5716"/>
                      <a:pt x="565" y="3944"/>
                      <a:pt x="1514" y="2526"/>
                    </a:cubicBezTo>
                    <a:cubicBezTo>
                      <a:pt x="2328" y="1300"/>
                      <a:pt x="3736" y="447"/>
                      <a:pt x="5212" y="419"/>
                    </a:cubicBezTo>
                    <a:cubicBezTo>
                      <a:pt x="5221" y="419"/>
                      <a:pt x="5230" y="418"/>
                      <a:pt x="5239" y="418"/>
                    </a:cubicBezTo>
                    <a:close/>
                    <a:moveTo>
                      <a:pt x="5267" y="1"/>
                    </a:moveTo>
                    <a:cubicBezTo>
                      <a:pt x="4413" y="1"/>
                      <a:pt x="3554" y="232"/>
                      <a:pt x="2788" y="706"/>
                    </a:cubicBezTo>
                    <a:cubicBezTo>
                      <a:pt x="719" y="1980"/>
                      <a:pt x="0" y="4337"/>
                      <a:pt x="364" y="6655"/>
                    </a:cubicBezTo>
                    <a:cubicBezTo>
                      <a:pt x="604" y="8246"/>
                      <a:pt x="1246" y="9740"/>
                      <a:pt x="1897" y="11206"/>
                    </a:cubicBezTo>
                    <a:cubicBezTo>
                      <a:pt x="2625" y="12854"/>
                      <a:pt x="3363" y="14511"/>
                      <a:pt x="4177" y="16130"/>
                    </a:cubicBezTo>
                    <a:cubicBezTo>
                      <a:pt x="4199" y="16173"/>
                      <a:pt x="4236" y="16195"/>
                      <a:pt x="4278" y="16195"/>
                    </a:cubicBezTo>
                    <a:cubicBezTo>
                      <a:pt x="4292" y="16195"/>
                      <a:pt x="4306" y="16193"/>
                      <a:pt x="4321" y="16188"/>
                    </a:cubicBezTo>
                    <a:cubicBezTo>
                      <a:pt x="4363" y="16254"/>
                      <a:pt x="4433" y="16287"/>
                      <a:pt x="4503" y="16287"/>
                    </a:cubicBezTo>
                    <a:cubicBezTo>
                      <a:pt x="4575" y="16287"/>
                      <a:pt x="4646" y="16251"/>
                      <a:pt x="4685" y="16178"/>
                    </a:cubicBezTo>
                    <a:cubicBezTo>
                      <a:pt x="6170" y="13352"/>
                      <a:pt x="7856" y="10555"/>
                      <a:pt x="9130" y="7623"/>
                    </a:cubicBezTo>
                    <a:cubicBezTo>
                      <a:pt x="10040" y="5525"/>
                      <a:pt x="10337" y="3034"/>
                      <a:pt x="8527" y="1310"/>
                    </a:cubicBezTo>
                    <a:cubicBezTo>
                      <a:pt x="7625" y="447"/>
                      <a:pt x="6451" y="1"/>
                      <a:pt x="5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33"/>
              <p:cNvSpPr/>
              <p:nvPr/>
            </p:nvSpPr>
            <p:spPr>
              <a:xfrm>
                <a:off x="1604942" y="5386384"/>
                <a:ext cx="130075" cy="114575"/>
              </a:xfrm>
              <a:custGeom>
                <a:rect b="b" l="l" r="r" t="t"/>
                <a:pathLst>
                  <a:path extrusionOk="0" h="4583" w="5203">
                    <a:moveTo>
                      <a:pt x="2376" y="341"/>
                    </a:moveTo>
                    <a:cubicBezTo>
                      <a:pt x="3095" y="389"/>
                      <a:pt x="3794" y="705"/>
                      <a:pt x="4187" y="1328"/>
                    </a:cubicBezTo>
                    <a:cubicBezTo>
                      <a:pt x="4781" y="2257"/>
                      <a:pt x="4350" y="3484"/>
                      <a:pt x="3392" y="3963"/>
                    </a:cubicBezTo>
                    <a:cubicBezTo>
                      <a:pt x="3129" y="4095"/>
                      <a:pt x="2856" y="4157"/>
                      <a:pt x="2589" y="4157"/>
                    </a:cubicBezTo>
                    <a:cubicBezTo>
                      <a:pt x="1870" y="4157"/>
                      <a:pt x="1193" y="3715"/>
                      <a:pt x="872" y="3024"/>
                    </a:cubicBezTo>
                    <a:cubicBezTo>
                      <a:pt x="345" y="1893"/>
                      <a:pt x="1121" y="705"/>
                      <a:pt x="2261" y="428"/>
                    </a:cubicBezTo>
                    <a:cubicBezTo>
                      <a:pt x="2309" y="418"/>
                      <a:pt x="2348" y="389"/>
                      <a:pt x="2376" y="341"/>
                    </a:cubicBezTo>
                    <a:close/>
                    <a:moveTo>
                      <a:pt x="2202" y="0"/>
                    </a:moveTo>
                    <a:cubicBezTo>
                      <a:pt x="2183" y="0"/>
                      <a:pt x="2164" y="3"/>
                      <a:pt x="2147" y="6"/>
                    </a:cubicBezTo>
                    <a:cubicBezTo>
                      <a:pt x="2041" y="35"/>
                      <a:pt x="1945" y="64"/>
                      <a:pt x="1850" y="102"/>
                    </a:cubicBezTo>
                    <a:lnTo>
                      <a:pt x="1811" y="111"/>
                    </a:lnTo>
                    <a:cubicBezTo>
                      <a:pt x="1792" y="121"/>
                      <a:pt x="1773" y="131"/>
                      <a:pt x="1763" y="140"/>
                    </a:cubicBezTo>
                    <a:cubicBezTo>
                      <a:pt x="681" y="600"/>
                      <a:pt x="1" y="1759"/>
                      <a:pt x="365" y="2947"/>
                    </a:cubicBezTo>
                    <a:cubicBezTo>
                      <a:pt x="669" y="3946"/>
                      <a:pt x="1583" y="4582"/>
                      <a:pt x="2575" y="4582"/>
                    </a:cubicBezTo>
                    <a:cubicBezTo>
                      <a:pt x="2800" y="4582"/>
                      <a:pt x="3030" y="4549"/>
                      <a:pt x="3258" y="4480"/>
                    </a:cubicBezTo>
                    <a:cubicBezTo>
                      <a:pt x="4465" y="4097"/>
                      <a:pt x="5203" y="2784"/>
                      <a:pt x="4762" y="1568"/>
                    </a:cubicBezTo>
                    <a:cubicBezTo>
                      <a:pt x="4417" y="596"/>
                      <a:pt x="3443" y="20"/>
                      <a:pt x="2461" y="20"/>
                    </a:cubicBezTo>
                    <a:cubicBezTo>
                      <a:pt x="2407" y="20"/>
                      <a:pt x="2354" y="22"/>
                      <a:pt x="2300" y="25"/>
                    </a:cubicBezTo>
                    <a:cubicBezTo>
                      <a:pt x="2269" y="7"/>
                      <a:pt x="2235" y="0"/>
                      <a:pt x="2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23" name="Google Shape;2223;p33"/>
            <p:cNvSpPr/>
            <p:nvPr/>
          </p:nvSpPr>
          <p:spPr>
            <a:xfrm>
              <a:off x="6843913" y="4249688"/>
              <a:ext cx="238385" cy="220011"/>
            </a:xfrm>
            <a:custGeom>
              <a:rect b="b" l="l" r="r" t="t"/>
              <a:pathLst>
                <a:path extrusionOk="0" h="10920" w="11832">
                  <a:moveTo>
                    <a:pt x="8647" y="564"/>
                  </a:moveTo>
                  <a:cubicBezTo>
                    <a:pt x="9470" y="564"/>
                    <a:pt x="10295" y="582"/>
                    <a:pt x="11123" y="634"/>
                  </a:cubicBezTo>
                  <a:cubicBezTo>
                    <a:pt x="11123" y="1037"/>
                    <a:pt x="11123" y="1439"/>
                    <a:pt x="11132" y="1851"/>
                  </a:cubicBezTo>
                  <a:cubicBezTo>
                    <a:pt x="8756" y="2081"/>
                    <a:pt x="6361" y="2110"/>
                    <a:pt x="3976" y="2320"/>
                  </a:cubicBezTo>
                  <a:cubicBezTo>
                    <a:pt x="3957" y="1765"/>
                    <a:pt x="3918" y="1199"/>
                    <a:pt x="3861" y="644"/>
                  </a:cubicBezTo>
                  <a:cubicBezTo>
                    <a:pt x="5460" y="631"/>
                    <a:pt x="7051" y="564"/>
                    <a:pt x="8647" y="564"/>
                  </a:cubicBezTo>
                  <a:close/>
                  <a:moveTo>
                    <a:pt x="1928" y="8073"/>
                  </a:moveTo>
                  <a:cubicBezTo>
                    <a:pt x="1994" y="8073"/>
                    <a:pt x="2064" y="8078"/>
                    <a:pt x="2137" y="8088"/>
                  </a:cubicBezTo>
                  <a:cubicBezTo>
                    <a:pt x="2903" y="8193"/>
                    <a:pt x="3162" y="9017"/>
                    <a:pt x="3171" y="9697"/>
                  </a:cubicBezTo>
                  <a:cubicBezTo>
                    <a:pt x="2948" y="9927"/>
                    <a:pt x="2630" y="10012"/>
                    <a:pt x="2296" y="10012"/>
                  </a:cubicBezTo>
                  <a:cubicBezTo>
                    <a:pt x="2129" y="10012"/>
                    <a:pt x="1958" y="9991"/>
                    <a:pt x="1792" y="9956"/>
                  </a:cubicBezTo>
                  <a:cubicBezTo>
                    <a:pt x="536" y="9701"/>
                    <a:pt x="680" y="8073"/>
                    <a:pt x="1928" y="8073"/>
                  </a:cubicBezTo>
                  <a:close/>
                  <a:moveTo>
                    <a:pt x="9560" y="8796"/>
                  </a:moveTo>
                  <a:cubicBezTo>
                    <a:pt x="9638" y="8796"/>
                    <a:pt x="9718" y="8805"/>
                    <a:pt x="9801" y="8825"/>
                  </a:cubicBezTo>
                  <a:cubicBezTo>
                    <a:pt x="10328" y="8950"/>
                    <a:pt x="10663" y="9429"/>
                    <a:pt x="10979" y="9831"/>
                  </a:cubicBezTo>
                  <a:cubicBezTo>
                    <a:pt x="11017" y="9879"/>
                    <a:pt x="11075" y="9908"/>
                    <a:pt x="11142" y="9908"/>
                  </a:cubicBezTo>
                  <a:cubicBezTo>
                    <a:pt x="11142" y="9975"/>
                    <a:pt x="11142" y="10042"/>
                    <a:pt x="11132" y="10109"/>
                  </a:cubicBezTo>
                  <a:cubicBezTo>
                    <a:pt x="10843" y="10337"/>
                    <a:pt x="10470" y="10463"/>
                    <a:pt x="10104" y="10463"/>
                  </a:cubicBezTo>
                  <a:cubicBezTo>
                    <a:pt x="9671" y="10463"/>
                    <a:pt x="9247" y="10288"/>
                    <a:pt x="8977" y="9898"/>
                  </a:cubicBezTo>
                  <a:cubicBezTo>
                    <a:pt x="8571" y="9332"/>
                    <a:pt x="8978" y="8796"/>
                    <a:pt x="9560" y="8796"/>
                  </a:cubicBezTo>
                  <a:close/>
                  <a:moveTo>
                    <a:pt x="8184" y="0"/>
                  </a:moveTo>
                  <a:cubicBezTo>
                    <a:pt x="6708" y="0"/>
                    <a:pt x="5229" y="97"/>
                    <a:pt x="3794" y="376"/>
                  </a:cubicBezTo>
                  <a:cubicBezTo>
                    <a:pt x="3771" y="360"/>
                    <a:pt x="3745" y="353"/>
                    <a:pt x="3720" y="353"/>
                  </a:cubicBezTo>
                  <a:cubicBezTo>
                    <a:pt x="3654" y="353"/>
                    <a:pt x="3593" y="404"/>
                    <a:pt x="3593" y="481"/>
                  </a:cubicBezTo>
                  <a:cubicBezTo>
                    <a:pt x="3420" y="2828"/>
                    <a:pt x="3487" y="5194"/>
                    <a:pt x="3449" y="7542"/>
                  </a:cubicBezTo>
                  <a:cubicBezTo>
                    <a:pt x="3439" y="7906"/>
                    <a:pt x="3497" y="8375"/>
                    <a:pt x="3478" y="8787"/>
                  </a:cubicBezTo>
                  <a:cubicBezTo>
                    <a:pt x="3221" y="8094"/>
                    <a:pt x="2647" y="7546"/>
                    <a:pt x="1890" y="7546"/>
                  </a:cubicBezTo>
                  <a:cubicBezTo>
                    <a:pt x="1716" y="7546"/>
                    <a:pt x="1533" y="7575"/>
                    <a:pt x="1341" y="7637"/>
                  </a:cubicBezTo>
                  <a:cubicBezTo>
                    <a:pt x="86" y="8049"/>
                    <a:pt x="0" y="9783"/>
                    <a:pt x="1188" y="10320"/>
                  </a:cubicBezTo>
                  <a:cubicBezTo>
                    <a:pt x="1500" y="10461"/>
                    <a:pt x="1924" y="10538"/>
                    <a:pt x="2342" y="10538"/>
                  </a:cubicBezTo>
                  <a:cubicBezTo>
                    <a:pt x="2719" y="10538"/>
                    <a:pt x="3091" y="10475"/>
                    <a:pt x="3372" y="10339"/>
                  </a:cubicBezTo>
                  <a:cubicBezTo>
                    <a:pt x="4014" y="10032"/>
                    <a:pt x="3928" y="9295"/>
                    <a:pt x="3947" y="8691"/>
                  </a:cubicBezTo>
                  <a:cubicBezTo>
                    <a:pt x="3995" y="6679"/>
                    <a:pt x="4062" y="4648"/>
                    <a:pt x="3995" y="2627"/>
                  </a:cubicBezTo>
                  <a:lnTo>
                    <a:pt x="3995" y="2627"/>
                  </a:lnTo>
                  <a:cubicBezTo>
                    <a:pt x="4719" y="2695"/>
                    <a:pt x="5450" y="2723"/>
                    <a:pt x="6183" y="2723"/>
                  </a:cubicBezTo>
                  <a:cubicBezTo>
                    <a:pt x="7730" y="2723"/>
                    <a:pt x="9289" y="2597"/>
                    <a:pt x="10816" y="2454"/>
                  </a:cubicBezTo>
                  <a:cubicBezTo>
                    <a:pt x="10871" y="2503"/>
                    <a:pt x="10942" y="2533"/>
                    <a:pt x="11013" y="2533"/>
                  </a:cubicBezTo>
                  <a:cubicBezTo>
                    <a:pt x="11053" y="2533"/>
                    <a:pt x="11094" y="2523"/>
                    <a:pt x="11132" y="2502"/>
                  </a:cubicBezTo>
                  <a:lnTo>
                    <a:pt x="11152" y="2493"/>
                  </a:lnTo>
                  <a:cubicBezTo>
                    <a:pt x="11190" y="4773"/>
                    <a:pt x="11247" y="7034"/>
                    <a:pt x="11171" y="9324"/>
                  </a:cubicBezTo>
                  <a:cubicBezTo>
                    <a:pt x="10766" y="8793"/>
                    <a:pt x="10226" y="8321"/>
                    <a:pt x="9543" y="8321"/>
                  </a:cubicBezTo>
                  <a:cubicBezTo>
                    <a:pt x="9498" y="8321"/>
                    <a:pt x="9454" y="8323"/>
                    <a:pt x="9408" y="8327"/>
                  </a:cubicBezTo>
                  <a:cubicBezTo>
                    <a:pt x="8661" y="8394"/>
                    <a:pt x="8134" y="9036"/>
                    <a:pt x="8364" y="9774"/>
                  </a:cubicBezTo>
                  <a:cubicBezTo>
                    <a:pt x="8591" y="10540"/>
                    <a:pt x="9314" y="10920"/>
                    <a:pt x="10034" y="10920"/>
                  </a:cubicBezTo>
                  <a:cubicBezTo>
                    <a:pt x="10557" y="10920"/>
                    <a:pt x="11080" y="10719"/>
                    <a:pt x="11410" y="10320"/>
                  </a:cubicBezTo>
                  <a:cubicBezTo>
                    <a:pt x="11496" y="10301"/>
                    <a:pt x="11564" y="10215"/>
                    <a:pt x="11573" y="10119"/>
                  </a:cubicBezTo>
                  <a:lnTo>
                    <a:pt x="11573" y="10080"/>
                  </a:lnTo>
                  <a:cubicBezTo>
                    <a:pt x="11621" y="9975"/>
                    <a:pt x="11669" y="9870"/>
                    <a:pt x="11698" y="9755"/>
                  </a:cubicBezTo>
                  <a:cubicBezTo>
                    <a:pt x="11716" y="9692"/>
                    <a:pt x="11666" y="9629"/>
                    <a:pt x="11605" y="9629"/>
                  </a:cubicBezTo>
                  <a:cubicBezTo>
                    <a:pt x="11601" y="9629"/>
                    <a:pt x="11597" y="9629"/>
                    <a:pt x="11592" y="9630"/>
                  </a:cubicBezTo>
                  <a:cubicBezTo>
                    <a:pt x="11765" y="6612"/>
                    <a:pt x="11832" y="3527"/>
                    <a:pt x="11401" y="529"/>
                  </a:cubicBezTo>
                  <a:cubicBezTo>
                    <a:pt x="11516" y="356"/>
                    <a:pt x="11401" y="117"/>
                    <a:pt x="11190" y="107"/>
                  </a:cubicBezTo>
                  <a:cubicBezTo>
                    <a:pt x="10199" y="45"/>
                    <a:pt x="9192" y="0"/>
                    <a:pt x="8184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34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2229" name="Google Shape;2229;p34"/>
          <p:cNvGrpSpPr/>
          <p:nvPr/>
        </p:nvGrpSpPr>
        <p:grpSpPr>
          <a:xfrm>
            <a:off x="694562" y="3326100"/>
            <a:ext cx="2238786" cy="1047753"/>
            <a:chOff x="694562" y="3326100"/>
            <a:chExt cx="2238786" cy="1047753"/>
          </a:xfrm>
        </p:grpSpPr>
        <p:sp>
          <p:nvSpPr>
            <p:cNvPr id="2230" name="Google Shape;2230;p34"/>
            <p:cNvSpPr/>
            <p:nvPr/>
          </p:nvSpPr>
          <p:spPr>
            <a:xfrm>
              <a:off x="744502" y="3407108"/>
              <a:ext cx="2188846" cy="966745"/>
            </a:xfrm>
            <a:custGeom>
              <a:rect b="b" l="l" r="r" t="t"/>
              <a:pathLst>
                <a:path extrusionOk="0" h="36631" w="87033">
                  <a:moveTo>
                    <a:pt x="18729" y="1653"/>
                  </a:moveTo>
                  <a:lnTo>
                    <a:pt x="0" y="6335"/>
                  </a:lnTo>
                  <a:lnTo>
                    <a:pt x="4407" y="28093"/>
                  </a:lnTo>
                  <a:lnTo>
                    <a:pt x="3030" y="33877"/>
                  </a:lnTo>
                  <a:lnTo>
                    <a:pt x="87033" y="36631"/>
                  </a:lnTo>
                  <a:lnTo>
                    <a:pt x="85932" y="7436"/>
                  </a:lnTo>
                  <a:lnTo>
                    <a:pt x="826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231" name="Google Shape;2231;p34"/>
            <p:cNvSpPr/>
            <p:nvPr/>
          </p:nvSpPr>
          <p:spPr>
            <a:xfrm>
              <a:off x="694562" y="3326100"/>
              <a:ext cx="2188846" cy="966745"/>
            </a:xfrm>
            <a:custGeom>
              <a:rect b="b" l="l" r="r" t="t"/>
              <a:pathLst>
                <a:path extrusionOk="0" h="36631" w="87033">
                  <a:moveTo>
                    <a:pt x="18729" y="1653"/>
                  </a:moveTo>
                  <a:lnTo>
                    <a:pt x="0" y="6335"/>
                  </a:lnTo>
                  <a:lnTo>
                    <a:pt x="4407" y="28093"/>
                  </a:lnTo>
                  <a:lnTo>
                    <a:pt x="3030" y="33877"/>
                  </a:lnTo>
                  <a:lnTo>
                    <a:pt x="87033" y="36631"/>
                  </a:lnTo>
                  <a:lnTo>
                    <a:pt x="85932" y="7436"/>
                  </a:lnTo>
                  <a:lnTo>
                    <a:pt x="82627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32" name="Google Shape;2232;p34"/>
            <p:cNvSpPr/>
            <p:nvPr/>
          </p:nvSpPr>
          <p:spPr>
            <a:xfrm>
              <a:off x="921913" y="3766675"/>
              <a:ext cx="17010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270000" spcFirstLastPara="1" rIns="27430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33" name="Google Shape;2233;p34"/>
            <p:cNvSpPr txBox="1"/>
            <p:nvPr/>
          </p:nvSpPr>
          <p:spPr>
            <a:xfrm>
              <a:off x="921910" y="3428950"/>
              <a:ext cx="17010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Goals</a:t>
              </a:r>
              <a:endParaRPr sz="18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234" name="Google Shape;2234;p34"/>
          <p:cNvGrpSpPr/>
          <p:nvPr/>
        </p:nvGrpSpPr>
        <p:grpSpPr>
          <a:xfrm>
            <a:off x="3452588" y="3326075"/>
            <a:ext cx="2238895" cy="1047807"/>
            <a:chOff x="3452588" y="3326075"/>
            <a:chExt cx="2238895" cy="1047807"/>
          </a:xfrm>
        </p:grpSpPr>
        <p:sp>
          <p:nvSpPr>
            <p:cNvPr id="2235" name="Google Shape;2235;p34"/>
            <p:cNvSpPr/>
            <p:nvPr/>
          </p:nvSpPr>
          <p:spPr>
            <a:xfrm>
              <a:off x="3503471" y="3407083"/>
              <a:ext cx="2188012" cy="966800"/>
            </a:xfrm>
            <a:custGeom>
              <a:rect b="b" l="l" r="r" t="t"/>
              <a:pathLst>
                <a:path extrusionOk="0" h="34428" w="85381">
                  <a:moveTo>
                    <a:pt x="0" y="17627"/>
                  </a:moveTo>
                  <a:lnTo>
                    <a:pt x="2754" y="2479"/>
                  </a:lnTo>
                  <a:lnTo>
                    <a:pt x="75190" y="0"/>
                  </a:lnTo>
                  <a:lnTo>
                    <a:pt x="83453" y="3305"/>
                  </a:lnTo>
                  <a:lnTo>
                    <a:pt x="85381" y="32775"/>
                  </a:lnTo>
                  <a:lnTo>
                    <a:pt x="1928" y="3442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236" name="Google Shape;2236;p34"/>
            <p:cNvSpPr/>
            <p:nvPr/>
          </p:nvSpPr>
          <p:spPr>
            <a:xfrm>
              <a:off x="3452588" y="3326075"/>
              <a:ext cx="2188012" cy="966800"/>
            </a:xfrm>
            <a:custGeom>
              <a:rect b="b" l="l" r="r" t="t"/>
              <a:pathLst>
                <a:path extrusionOk="0" h="34428" w="85381">
                  <a:moveTo>
                    <a:pt x="0" y="17627"/>
                  </a:moveTo>
                  <a:lnTo>
                    <a:pt x="2754" y="2479"/>
                  </a:lnTo>
                  <a:lnTo>
                    <a:pt x="75190" y="0"/>
                  </a:lnTo>
                  <a:lnTo>
                    <a:pt x="83453" y="3305"/>
                  </a:lnTo>
                  <a:lnTo>
                    <a:pt x="85381" y="32775"/>
                  </a:lnTo>
                  <a:lnTo>
                    <a:pt x="1928" y="34428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37" name="Google Shape;2237;p34"/>
            <p:cNvSpPr/>
            <p:nvPr/>
          </p:nvSpPr>
          <p:spPr>
            <a:xfrm>
              <a:off x="3654688" y="3715275"/>
              <a:ext cx="17010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270000" spcFirstLastPara="1" rIns="27430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38" name="Google Shape;2238;p34"/>
            <p:cNvSpPr txBox="1"/>
            <p:nvPr/>
          </p:nvSpPr>
          <p:spPr>
            <a:xfrm>
              <a:off x="3654685" y="3377550"/>
              <a:ext cx="17010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Affinities</a:t>
              </a:r>
              <a:endParaRPr sz="18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239" name="Google Shape;2239;p34"/>
          <p:cNvGrpSpPr/>
          <p:nvPr/>
        </p:nvGrpSpPr>
        <p:grpSpPr>
          <a:xfrm>
            <a:off x="5894768" y="3291162"/>
            <a:ext cx="2554684" cy="1082739"/>
            <a:chOff x="5894768" y="3291162"/>
            <a:chExt cx="2554684" cy="1082739"/>
          </a:xfrm>
        </p:grpSpPr>
        <p:sp>
          <p:nvSpPr>
            <p:cNvPr id="2240" name="Google Shape;2240;p34"/>
            <p:cNvSpPr/>
            <p:nvPr/>
          </p:nvSpPr>
          <p:spPr>
            <a:xfrm>
              <a:off x="5894775" y="3628888"/>
              <a:ext cx="17010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270000" spcFirstLastPara="1" rIns="27430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1" name="Google Shape;2241;p34"/>
            <p:cNvSpPr txBox="1"/>
            <p:nvPr/>
          </p:nvSpPr>
          <p:spPr>
            <a:xfrm>
              <a:off x="5894768" y="3291162"/>
              <a:ext cx="23994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Motivations</a:t>
              </a:r>
              <a:endParaRPr sz="18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242" name="Google Shape;2242;p34"/>
            <p:cNvSpPr/>
            <p:nvPr/>
          </p:nvSpPr>
          <p:spPr>
            <a:xfrm>
              <a:off x="6260976" y="3407058"/>
              <a:ext cx="2188476" cy="966843"/>
            </a:xfrm>
            <a:custGeom>
              <a:rect b="b" l="l" r="r" t="t"/>
              <a:pathLst>
                <a:path extrusionOk="0" h="36906" w="86482">
                  <a:moveTo>
                    <a:pt x="2754" y="551"/>
                  </a:moveTo>
                  <a:lnTo>
                    <a:pt x="55359" y="0"/>
                  </a:lnTo>
                  <a:lnTo>
                    <a:pt x="85656" y="3580"/>
                  </a:lnTo>
                  <a:lnTo>
                    <a:pt x="86482" y="36906"/>
                  </a:lnTo>
                  <a:lnTo>
                    <a:pt x="17351" y="34703"/>
                  </a:lnTo>
                  <a:lnTo>
                    <a:pt x="0" y="2809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2243" name="Google Shape;2243;p34"/>
            <p:cNvSpPr/>
            <p:nvPr/>
          </p:nvSpPr>
          <p:spPr>
            <a:xfrm>
              <a:off x="6210726" y="3326050"/>
              <a:ext cx="2188476" cy="966843"/>
            </a:xfrm>
            <a:custGeom>
              <a:rect b="b" l="l" r="r" t="t"/>
              <a:pathLst>
                <a:path extrusionOk="0" h="36906" w="86482">
                  <a:moveTo>
                    <a:pt x="2754" y="551"/>
                  </a:moveTo>
                  <a:lnTo>
                    <a:pt x="55359" y="0"/>
                  </a:lnTo>
                  <a:lnTo>
                    <a:pt x="85656" y="3580"/>
                  </a:lnTo>
                  <a:lnTo>
                    <a:pt x="86482" y="36906"/>
                  </a:lnTo>
                  <a:lnTo>
                    <a:pt x="17351" y="34703"/>
                  </a:lnTo>
                  <a:lnTo>
                    <a:pt x="0" y="28093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44" name="Google Shape;2244;p34"/>
            <p:cNvSpPr/>
            <p:nvPr/>
          </p:nvSpPr>
          <p:spPr>
            <a:xfrm>
              <a:off x="6429325" y="3706313"/>
              <a:ext cx="17010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270000" spcFirstLastPara="1" rIns="27430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5" name="Google Shape;2245;p34"/>
            <p:cNvSpPr txBox="1"/>
            <p:nvPr/>
          </p:nvSpPr>
          <p:spPr>
            <a:xfrm>
              <a:off x="6429323" y="3368575"/>
              <a:ext cx="17010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Motivations</a:t>
              </a:r>
              <a:endParaRPr sz="18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246" name="Google Shape;2246;p34"/>
          <p:cNvGrpSpPr/>
          <p:nvPr/>
        </p:nvGrpSpPr>
        <p:grpSpPr>
          <a:xfrm>
            <a:off x="702932" y="1628088"/>
            <a:ext cx="2281965" cy="1233354"/>
            <a:chOff x="702932" y="1628088"/>
            <a:chExt cx="2281965" cy="1233354"/>
          </a:xfrm>
        </p:grpSpPr>
        <p:sp>
          <p:nvSpPr>
            <p:cNvPr id="2247" name="Google Shape;2247;p34"/>
            <p:cNvSpPr/>
            <p:nvPr/>
          </p:nvSpPr>
          <p:spPr>
            <a:xfrm rot="10800000">
              <a:off x="796016" y="1689158"/>
              <a:ext cx="2188880" cy="1172284"/>
            </a:xfrm>
            <a:custGeom>
              <a:rect b="b" l="l" r="r" t="t"/>
              <a:pathLst>
                <a:path extrusionOk="0" h="36631" w="87033">
                  <a:moveTo>
                    <a:pt x="18729" y="1653"/>
                  </a:moveTo>
                  <a:lnTo>
                    <a:pt x="0" y="6335"/>
                  </a:lnTo>
                  <a:lnTo>
                    <a:pt x="4407" y="28093"/>
                  </a:lnTo>
                  <a:lnTo>
                    <a:pt x="3030" y="33877"/>
                  </a:lnTo>
                  <a:lnTo>
                    <a:pt x="87033" y="36631"/>
                  </a:lnTo>
                  <a:lnTo>
                    <a:pt x="85932" y="7436"/>
                  </a:lnTo>
                  <a:lnTo>
                    <a:pt x="826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248" name="Google Shape;2248;p34"/>
            <p:cNvSpPr/>
            <p:nvPr/>
          </p:nvSpPr>
          <p:spPr>
            <a:xfrm rot="10800000">
              <a:off x="702932" y="1628088"/>
              <a:ext cx="2188880" cy="1172284"/>
            </a:xfrm>
            <a:custGeom>
              <a:rect b="b" l="l" r="r" t="t"/>
              <a:pathLst>
                <a:path extrusionOk="0" h="36631" w="87033">
                  <a:moveTo>
                    <a:pt x="18729" y="1653"/>
                  </a:moveTo>
                  <a:lnTo>
                    <a:pt x="0" y="6335"/>
                  </a:lnTo>
                  <a:lnTo>
                    <a:pt x="4407" y="28093"/>
                  </a:lnTo>
                  <a:lnTo>
                    <a:pt x="3030" y="33877"/>
                  </a:lnTo>
                  <a:lnTo>
                    <a:pt x="87033" y="36631"/>
                  </a:lnTo>
                  <a:lnTo>
                    <a:pt x="85932" y="7436"/>
                  </a:lnTo>
                  <a:lnTo>
                    <a:pt x="82627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49" name="Google Shape;2249;p34"/>
            <p:cNvSpPr/>
            <p:nvPr/>
          </p:nvSpPr>
          <p:spPr>
            <a:xfrm>
              <a:off x="880400" y="2021954"/>
              <a:ext cx="1701000" cy="62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270000" spcFirstLastPara="1" rIns="274300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mostly of hydrogen and helium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50" name="Google Shape;2250;p34"/>
            <p:cNvSpPr txBox="1"/>
            <p:nvPr/>
          </p:nvSpPr>
          <p:spPr>
            <a:xfrm>
              <a:off x="880385" y="1684213"/>
              <a:ext cx="17010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Chloe Taylor</a:t>
              </a:r>
              <a:endParaRPr sz="18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251" name="Google Shape;2251;p34"/>
          <p:cNvGrpSpPr/>
          <p:nvPr/>
        </p:nvGrpSpPr>
        <p:grpSpPr>
          <a:xfrm>
            <a:off x="3569525" y="1236700"/>
            <a:ext cx="4710950" cy="1780075"/>
            <a:chOff x="3569525" y="1236700"/>
            <a:chExt cx="4710950" cy="1780075"/>
          </a:xfrm>
        </p:grpSpPr>
        <p:sp>
          <p:nvSpPr>
            <p:cNvPr id="2252" name="Google Shape;2252;p34"/>
            <p:cNvSpPr/>
            <p:nvPr/>
          </p:nvSpPr>
          <p:spPr>
            <a:xfrm>
              <a:off x="3569525" y="1236700"/>
              <a:ext cx="4710950" cy="1780075"/>
            </a:xfrm>
            <a:custGeom>
              <a:rect b="b" l="l" r="r" t="t"/>
              <a:pathLst>
                <a:path extrusionOk="0" h="71203" w="188438">
                  <a:moveTo>
                    <a:pt x="0" y="64457"/>
                  </a:moveTo>
                  <a:lnTo>
                    <a:pt x="1552" y="4146"/>
                  </a:lnTo>
                  <a:lnTo>
                    <a:pt x="118797" y="0"/>
                  </a:lnTo>
                  <a:lnTo>
                    <a:pt x="184077" y="5845"/>
                  </a:lnTo>
                  <a:lnTo>
                    <a:pt x="188438" y="66453"/>
                  </a:lnTo>
                  <a:lnTo>
                    <a:pt x="29981" y="71203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53" name="Google Shape;2253;p34"/>
            <p:cNvSpPr/>
            <p:nvPr/>
          </p:nvSpPr>
          <p:spPr>
            <a:xfrm>
              <a:off x="3967225" y="1351000"/>
              <a:ext cx="1232515" cy="1510484"/>
            </a:xfrm>
            <a:custGeom>
              <a:rect b="b" l="l" r="r" t="t"/>
              <a:pathLst>
                <a:path extrusionOk="0" h="65016" w="51264">
                  <a:moveTo>
                    <a:pt x="2643" y="56806"/>
                  </a:moveTo>
                  <a:cubicBezTo>
                    <a:pt x="832" y="54089"/>
                    <a:pt x="-449" y="51154"/>
                    <a:pt x="207" y="47063"/>
                  </a:cubicBezTo>
                  <a:cubicBezTo>
                    <a:pt x="863" y="42972"/>
                    <a:pt x="5922" y="37444"/>
                    <a:pt x="6578" y="32260"/>
                  </a:cubicBezTo>
                  <a:cubicBezTo>
                    <a:pt x="7234" y="27076"/>
                    <a:pt x="3767" y="20580"/>
                    <a:pt x="4142" y="15958"/>
                  </a:cubicBezTo>
                  <a:cubicBezTo>
                    <a:pt x="4517" y="11336"/>
                    <a:pt x="5766" y="7183"/>
                    <a:pt x="8826" y="4528"/>
                  </a:cubicBezTo>
                  <a:cubicBezTo>
                    <a:pt x="11887" y="1874"/>
                    <a:pt x="17415" y="156"/>
                    <a:pt x="22505" y="31"/>
                  </a:cubicBezTo>
                  <a:cubicBezTo>
                    <a:pt x="27596" y="-94"/>
                    <a:pt x="35715" y="718"/>
                    <a:pt x="39369" y="3778"/>
                  </a:cubicBezTo>
                  <a:cubicBezTo>
                    <a:pt x="43023" y="6839"/>
                    <a:pt x="43710" y="13772"/>
                    <a:pt x="44428" y="18394"/>
                  </a:cubicBezTo>
                  <a:cubicBezTo>
                    <a:pt x="45146" y="23016"/>
                    <a:pt x="42772" y="27076"/>
                    <a:pt x="43678" y="31510"/>
                  </a:cubicBezTo>
                  <a:cubicBezTo>
                    <a:pt x="44584" y="35945"/>
                    <a:pt x="48894" y="40504"/>
                    <a:pt x="49862" y="45001"/>
                  </a:cubicBezTo>
                  <a:cubicBezTo>
                    <a:pt x="50830" y="49498"/>
                    <a:pt x="52610" y="55214"/>
                    <a:pt x="49487" y="58493"/>
                  </a:cubicBezTo>
                  <a:cubicBezTo>
                    <a:pt x="46364" y="61772"/>
                    <a:pt x="37526" y="63864"/>
                    <a:pt x="31124" y="64676"/>
                  </a:cubicBezTo>
                  <a:cubicBezTo>
                    <a:pt x="24722" y="65488"/>
                    <a:pt x="15822" y="64676"/>
                    <a:pt x="11075" y="63364"/>
                  </a:cubicBezTo>
                  <a:cubicBezTo>
                    <a:pt x="6328" y="62052"/>
                    <a:pt x="4454" y="59523"/>
                    <a:pt x="2643" y="568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254" name="Google Shape;2254;p34"/>
            <p:cNvSpPr txBox="1"/>
            <p:nvPr/>
          </p:nvSpPr>
          <p:spPr>
            <a:xfrm>
              <a:off x="5847013" y="1425200"/>
              <a:ext cx="853800" cy="2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Age:</a:t>
              </a:r>
              <a:endParaRPr sz="1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255" name="Google Shape;2255;p34"/>
            <p:cNvSpPr/>
            <p:nvPr/>
          </p:nvSpPr>
          <p:spPr>
            <a:xfrm>
              <a:off x="4010813" y="1410100"/>
              <a:ext cx="1122386" cy="1390267"/>
            </a:xfrm>
            <a:custGeom>
              <a:rect b="b" l="l" r="r" t="t"/>
              <a:pathLst>
                <a:path extrusionOk="0" h="21512" w="17367">
                  <a:moveTo>
                    <a:pt x="14425" y="6904"/>
                  </a:moveTo>
                  <a:cubicBezTo>
                    <a:pt x="14789" y="6904"/>
                    <a:pt x="14985" y="7053"/>
                    <a:pt x="15034" y="7375"/>
                  </a:cubicBezTo>
                  <a:cubicBezTo>
                    <a:pt x="15076" y="7624"/>
                    <a:pt x="15080" y="7881"/>
                    <a:pt x="15045" y="8119"/>
                  </a:cubicBezTo>
                  <a:cubicBezTo>
                    <a:pt x="14988" y="8547"/>
                    <a:pt x="14847" y="8674"/>
                    <a:pt x="14417" y="8674"/>
                  </a:cubicBezTo>
                  <a:cubicBezTo>
                    <a:pt x="14375" y="8674"/>
                    <a:pt x="14333" y="8674"/>
                    <a:pt x="14287" y="8670"/>
                  </a:cubicBezTo>
                  <a:cubicBezTo>
                    <a:pt x="14287" y="8483"/>
                    <a:pt x="14417" y="8402"/>
                    <a:pt x="14563" y="8314"/>
                  </a:cubicBezTo>
                  <a:cubicBezTo>
                    <a:pt x="14723" y="8214"/>
                    <a:pt x="14907" y="8107"/>
                    <a:pt x="14912" y="7835"/>
                  </a:cubicBezTo>
                  <a:lnTo>
                    <a:pt x="14912" y="7827"/>
                  </a:lnTo>
                  <a:lnTo>
                    <a:pt x="14907" y="7820"/>
                  </a:lnTo>
                  <a:cubicBezTo>
                    <a:pt x="14858" y="7670"/>
                    <a:pt x="14720" y="7414"/>
                    <a:pt x="14364" y="7291"/>
                  </a:cubicBezTo>
                  <a:lnTo>
                    <a:pt x="14391" y="6908"/>
                  </a:lnTo>
                  <a:cubicBezTo>
                    <a:pt x="14402" y="6904"/>
                    <a:pt x="14414" y="6904"/>
                    <a:pt x="14425" y="6904"/>
                  </a:cubicBezTo>
                  <a:close/>
                  <a:moveTo>
                    <a:pt x="4338" y="7095"/>
                  </a:moveTo>
                  <a:cubicBezTo>
                    <a:pt x="4407" y="7095"/>
                    <a:pt x="4468" y="7104"/>
                    <a:pt x="4529" y="7122"/>
                  </a:cubicBezTo>
                  <a:cubicBezTo>
                    <a:pt x="4740" y="7184"/>
                    <a:pt x="4759" y="7329"/>
                    <a:pt x="4778" y="7509"/>
                  </a:cubicBezTo>
                  <a:cubicBezTo>
                    <a:pt x="4782" y="7555"/>
                    <a:pt x="4789" y="7605"/>
                    <a:pt x="4798" y="7651"/>
                  </a:cubicBezTo>
                  <a:cubicBezTo>
                    <a:pt x="4184" y="7789"/>
                    <a:pt x="3962" y="7985"/>
                    <a:pt x="3985" y="8363"/>
                  </a:cubicBezTo>
                  <a:cubicBezTo>
                    <a:pt x="4008" y="8747"/>
                    <a:pt x="4276" y="8908"/>
                    <a:pt x="4973" y="8938"/>
                  </a:cubicBezTo>
                  <a:cubicBezTo>
                    <a:pt x="4977" y="8973"/>
                    <a:pt x="4982" y="9007"/>
                    <a:pt x="4989" y="9042"/>
                  </a:cubicBezTo>
                  <a:cubicBezTo>
                    <a:pt x="5005" y="9150"/>
                    <a:pt x="5023" y="9256"/>
                    <a:pt x="4989" y="9337"/>
                  </a:cubicBezTo>
                  <a:cubicBezTo>
                    <a:pt x="4943" y="9452"/>
                    <a:pt x="4828" y="9505"/>
                    <a:pt x="4644" y="9505"/>
                  </a:cubicBezTo>
                  <a:cubicBezTo>
                    <a:pt x="4614" y="9505"/>
                    <a:pt x="4579" y="9505"/>
                    <a:pt x="4549" y="9502"/>
                  </a:cubicBezTo>
                  <a:cubicBezTo>
                    <a:pt x="4177" y="9467"/>
                    <a:pt x="3916" y="9287"/>
                    <a:pt x="3767" y="8969"/>
                  </a:cubicBezTo>
                  <a:cubicBezTo>
                    <a:pt x="3591" y="8590"/>
                    <a:pt x="3529" y="8176"/>
                    <a:pt x="3579" y="7747"/>
                  </a:cubicBezTo>
                  <a:cubicBezTo>
                    <a:pt x="3594" y="7632"/>
                    <a:pt x="3648" y="7498"/>
                    <a:pt x="3732" y="7380"/>
                  </a:cubicBezTo>
                  <a:cubicBezTo>
                    <a:pt x="3851" y="7210"/>
                    <a:pt x="4093" y="7095"/>
                    <a:pt x="4338" y="7095"/>
                  </a:cubicBezTo>
                  <a:close/>
                  <a:moveTo>
                    <a:pt x="9560" y="265"/>
                  </a:moveTo>
                  <a:cubicBezTo>
                    <a:pt x="9993" y="265"/>
                    <a:pt x="10387" y="291"/>
                    <a:pt x="10759" y="337"/>
                  </a:cubicBezTo>
                  <a:cubicBezTo>
                    <a:pt x="12046" y="502"/>
                    <a:pt x="12850" y="1012"/>
                    <a:pt x="13295" y="1935"/>
                  </a:cubicBezTo>
                  <a:cubicBezTo>
                    <a:pt x="13341" y="2038"/>
                    <a:pt x="13372" y="2150"/>
                    <a:pt x="13406" y="2284"/>
                  </a:cubicBezTo>
                  <a:cubicBezTo>
                    <a:pt x="13418" y="2326"/>
                    <a:pt x="13429" y="2372"/>
                    <a:pt x="13444" y="2418"/>
                  </a:cubicBezTo>
                  <a:lnTo>
                    <a:pt x="12854" y="2238"/>
                  </a:lnTo>
                  <a:cubicBezTo>
                    <a:pt x="12762" y="2081"/>
                    <a:pt x="12705" y="1912"/>
                    <a:pt x="12640" y="1732"/>
                  </a:cubicBezTo>
                  <a:cubicBezTo>
                    <a:pt x="12517" y="1387"/>
                    <a:pt x="12391" y="1027"/>
                    <a:pt x="12034" y="755"/>
                  </a:cubicBezTo>
                  <a:lnTo>
                    <a:pt x="11965" y="701"/>
                  </a:lnTo>
                  <a:lnTo>
                    <a:pt x="11954" y="790"/>
                  </a:lnTo>
                  <a:cubicBezTo>
                    <a:pt x="11924" y="1031"/>
                    <a:pt x="12027" y="1192"/>
                    <a:pt x="12119" y="1329"/>
                  </a:cubicBezTo>
                  <a:cubicBezTo>
                    <a:pt x="12172" y="1410"/>
                    <a:pt x="12222" y="1483"/>
                    <a:pt x="12241" y="1564"/>
                  </a:cubicBezTo>
                  <a:cubicBezTo>
                    <a:pt x="12283" y="1743"/>
                    <a:pt x="12322" y="1920"/>
                    <a:pt x="12368" y="2116"/>
                  </a:cubicBezTo>
                  <a:lnTo>
                    <a:pt x="12421" y="2334"/>
                  </a:lnTo>
                  <a:lnTo>
                    <a:pt x="11594" y="2464"/>
                  </a:lnTo>
                  <a:cubicBezTo>
                    <a:pt x="11494" y="2406"/>
                    <a:pt x="11452" y="2311"/>
                    <a:pt x="11410" y="2211"/>
                  </a:cubicBezTo>
                  <a:cubicBezTo>
                    <a:pt x="11349" y="2065"/>
                    <a:pt x="11275" y="1900"/>
                    <a:pt x="11000" y="1900"/>
                  </a:cubicBezTo>
                  <a:lnTo>
                    <a:pt x="10939" y="1900"/>
                  </a:lnTo>
                  <a:lnTo>
                    <a:pt x="11077" y="2537"/>
                  </a:lnTo>
                  <a:lnTo>
                    <a:pt x="10670" y="2659"/>
                  </a:lnTo>
                  <a:cubicBezTo>
                    <a:pt x="10617" y="2575"/>
                    <a:pt x="10578" y="2479"/>
                    <a:pt x="10540" y="2376"/>
                  </a:cubicBezTo>
                  <a:cubicBezTo>
                    <a:pt x="10448" y="2150"/>
                    <a:pt x="10356" y="1912"/>
                    <a:pt x="10027" y="1794"/>
                  </a:cubicBezTo>
                  <a:lnTo>
                    <a:pt x="9931" y="1755"/>
                  </a:lnTo>
                  <a:lnTo>
                    <a:pt x="10230" y="2728"/>
                  </a:lnTo>
                  <a:lnTo>
                    <a:pt x="9625" y="2828"/>
                  </a:lnTo>
                  <a:cubicBezTo>
                    <a:pt x="9563" y="2705"/>
                    <a:pt x="9505" y="2590"/>
                    <a:pt x="9448" y="2475"/>
                  </a:cubicBezTo>
                  <a:cubicBezTo>
                    <a:pt x="9299" y="2185"/>
                    <a:pt x="9161" y="1909"/>
                    <a:pt x="9000" y="1648"/>
                  </a:cubicBezTo>
                  <a:cubicBezTo>
                    <a:pt x="8885" y="1460"/>
                    <a:pt x="8709" y="1315"/>
                    <a:pt x="8540" y="1169"/>
                  </a:cubicBezTo>
                  <a:lnTo>
                    <a:pt x="8490" y="1127"/>
                  </a:lnTo>
                  <a:cubicBezTo>
                    <a:pt x="8418" y="1066"/>
                    <a:pt x="8310" y="1058"/>
                    <a:pt x="8207" y="1058"/>
                  </a:cubicBezTo>
                  <a:lnTo>
                    <a:pt x="8034" y="1058"/>
                  </a:lnTo>
                  <a:lnTo>
                    <a:pt x="8246" y="1276"/>
                  </a:lnTo>
                  <a:cubicBezTo>
                    <a:pt x="8655" y="1694"/>
                    <a:pt x="9046" y="2088"/>
                    <a:pt x="9069" y="2717"/>
                  </a:cubicBezTo>
                  <a:cubicBezTo>
                    <a:pt x="8992" y="2744"/>
                    <a:pt x="8912" y="2759"/>
                    <a:pt x="8828" y="2759"/>
                  </a:cubicBezTo>
                  <a:cubicBezTo>
                    <a:pt x="8706" y="2759"/>
                    <a:pt x="8579" y="2728"/>
                    <a:pt x="8456" y="2701"/>
                  </a:cubicBezTo>
                  <a:cubicBezTo>
                    <a:pt x="8338" y="2675"/>
                    <a:pt x="8215" y="2648"/>
                    <a:pt x="8092" y="2648"/>
                  </a:cubicBezTo>
                  <a:cubicBezTo>
                    <a:pt x="7924" y="2644"/>
                    <a:pt x="7843" y="2521"/>
                    <a:pt x="7751" y="2379"/>
                  </a:cubicBezTo>
                  <a:cubicBezTo>
                    <a:pt x="7655" y="2234"/>
                    <a:pt x="7552" y="2070"/>
                    <a:pt x="7330" y="2015"/>
                  </a:cubicBezTo>
                  <a:lnTo>
                    <a:pt x="7238" y="1992"/>
                  </a:lnTo>
                  <a:lnTo>
                    <a:pt x="7445" y="2625"/>
                  </a:lnTo>
                  <a:lnTo>
                    <a:pt x="7169" y="2755"/>
                  </a:lnTo>
                  <a:cubicBezTo>
                    <a:pt x="6617" y="2234"/>
                    <a:pt x="6280" y="1989"/>
                    <a:pt x="5878" y="1989"/>
                  </a:cubicBezTo>
                  <a:cubicBezTo>
                    <a:pt x="5751" y="1989"/>
                    <a:pt x="5613" y="2012"/>
                    <a:pt x="5441" y="2061"/>
                  </a:cubicBezTo>
                  <a:lnTo>
                    <a:pt x="5445" y="2162"/>
                  </a:lnTo>
                  <a:lnTo>
                    <a:pt x="5579" y="2188"/>
                  </a:lnTo>
                  <a:cubicBezTo>
                    <a:pt x="6066" y="2288"/>
                    <a:pt x="6522" y="2379"/>
                    <a:pt x="6701" y="2931"/>
                  </a:cubicBezTo>
                  <a:lnTo>
                    <a:pt x="6399" y="3122"/>
                  </a:lnTo>
                  <a:cubicBezTo>
                    <a:pt x="5970" y="2763"/>
                    <a:pt x="5541" y="2586"/>
                    <a:pt x="5077" y="2586"/>
                  </a:cubicBezTo>
                  <a:cubicBezTo>
                    <a:pt x="4798" y="2586"/>
                    <a:pt x="4503" y="2655"/>
                    <a:pt x="4204" y="2790"/>
                  </a:cubicBezTo>
                  <a:lnTo>
                    <a:pt x="4142" y="2820"/>
                  </a:lnTo>
                  <a:lnTo>
                    <a:pt x="4184" y="2870"/>
                  </a:lnTo>
                  <a:cubicBezTo>
                    <a:pt x="4264" y="2966"/>
                    <a:pt x="4349" y="3012"/>
                    <a:pt x="4448" y="3012"/>
                  </a:cubicBezTo>
                  <a:cubicBezTo>
                    <a:pt x="4522" y="3012"/>
                    <a:pt x="4591" y="2984"/>
                    <a:pt x="4655" y="2962"/>
                  </a:cubicBezTo>
                  <a:lnTo>
                    <a:pt x="4698" y="2943"/>
                  </a:lnTo>
                  <a:cubicBezTo>
                    <a:pt x="4824" y="2901"/>
                    <a:pt x="4950" y="2878"/>
                    <a:pt x="5085" y="2878"/>
                  </a:cubicBezTo>
                  <a:cubicBezTo>
                    <a:pt x="5246" y="2878"/>
                    <a:pt x="5410" y="2908"/>
                    <a:pt x="5598" y="2973"/>
                  </a:cubicBezTo>
                  <a:cubicBezTo>
                    <a:pt x="5859" y="3058"/>
                    <a:pt x="5997" y="3191"/>
                    <a:pt x="6054" y="3421"/>
                  </a:cubicBezTo>
                  <a:lnTo>
                    <a:pt x="5981" y="3495"/>
                  </a:lnTo>
                  <a:cubicBezTo>
                    <a:pt x="5908" y="3567"/>
                    <a:pt x="5832" y="3644"/>
                    <a:pt x="5759" y="3725"/>
                  </a:cubicBezTo>
                  <a:cubicBezTo>
                    <a:pt x="5659" y="3835"/>
                    <a:pt x="5552" y="3886"/>
                    <a:pt x="5422" y="3886"/>
                  </a:cubicBezTo>
                  <a:cubicBezTo>
                    <a:pt x="5372" y="3886"/>
                    <a:pt x="5315" y="3877"/>
                    <a:pt x="5253" y="3863"/>
                  </a:cubicBezTo>
                  <a:cubicBezTo>
                    <a:pt x="4970" y="3789"/>
                    <a:pt x="4675" y="3759"/>
                    <a:pt x="4399" y="3736"/>
                  </a:cubicBezTo>
                  <a:lnTo>
                    <a:pt x="4379" y="3736"/>
                  </a:lnTo>
                  <a:cubicBezTo>
                    <a:pt x="4315" y="3736"/>
                    <a:pt x="4246" y="3762"/>
                    <a:pt x="4169" y="3794"/>
                  </a:cubicBezTo>
                  <a:cubicBezTo>
                    <a:pt x="4127" y="3808"/>
                    <a:pt x="4081" y="3828"/>
                    <a:pt x="4027" y="3847"/>
                  </a:cubicBezTo>
                  <a:lnTo>
                    <a:pt x="3924" y="3881"/>
                  </a:lnTo>
                  <a:lnTo>
                    <a:pt x="4016" y="3939"/>
                  </a:lnTo>
                  <a:cubicBezTo>
                    <a:pt x="4196" y="4054"/>
                    <a:pt x="4384" y="4069"/>
                    <a:pt x="4556" y="4069"/>
                  </a:cubicBezTo>
                  <a:cubicBezTo>
                    <a:pt x="4591" y="4069"/>
                    <a:pt x="4755" y="4065"/>
                    <a:pt x="4755" y="4065"/>
                  </a:cubicBezTo>
                  <a:cubicBezTo>
                    <a:pt x="4920" y="4065"/>
                    <a:pt x="5046" y="4081"/>
                    <a:pt x="5161" y="4161"/>
                  </a:cubicBezTo>
                  <a:cubicBezTo>
                    <a:pt x="5000" y="4460"/>
                    <a:pt x="4717" y="4506"/>
                    <a:pt x="4388" y="4563"/>
                  </a:cubicBezTo>
                  <a:cubicBezTo>
                    <a:pt x="4273" y="4583"/>
                    <a:pt x="4150" y="4606"/>
                    <a:pt x="4031" y="4636"/>
                  </a:cubicBezTo>
                  <a:lnTo>
                    <a:pt x="3901" y="4674"/>
                  </a:lnTo>
                  <a:lnTo>
                    <a:pt x="4020" y="4731"/>
                  </a:lnTo>
                  <a:cubicBezTo>
                    <a:pt x="4081" y="4763"/>
                    <a:pt x="4131" y="4786"/>
                    <a:pt x="4173" y="4805"/>
                  </a:cubicBezTo>
                  <a:cubicBezTo>
                    <a:pt x="4241" y="4839"/>
                    <a:pt x="4292" y="4862"/>
                    <a:pt x="4326" y="4892"/>
                  </a:cubicBezTo>
                  <a:lnTo>
                    <a:pt x="4368" y="4927"/>
                  </a:lnTo>
                  <a:cubicBezTo>
                    <a:pt x="4445" y="4989"/>
                    <a:pt x="4529" y="5058"/>
                    <a:pt x="4540" y="5122"/>
                  </a:cubicBezTo>
                  <a:cubicBezTo>
                    <a:pt x="4632" y="5640"/>
                    <a:pt x="4740" y="6222"/>
                    <a:pt x="4644" y="6843"/>
                  </a:cubicBezTo>
                  <a:cubicBezTo>
                    <a:pt x="4609" y="6843"/>
                    <a:pt x="4572" y="6843"/>
                    <a:pt x="4533" y="6839"/>
                  </a:cubicBezTo>
                  <a:lnTo>
                    <a:pt x="4388" y="6839"/>
                  </a:lnTo>
                  <a:cubicBezTo>
                    <a:pt x="4326" y="6839"/>
                    <a:pt x="4264" y="6839"/>
                    <a:pt x="4207" y="6846"/>
                  </a:cubicBezTo>
                  <a:cubicBezTo>
                    <a:pt x="3598" y="6920"/>
                    <a:pt x="3196" y="7348"/>
                    <a:pt x="3189" y="7942"/>
                  </a:cubicBezTo>
                  <a:cubicBezTo>
                    <a:pt x="3184" y="8521"/>
                    <a:pt x="3292" y="8950"/>
                    <a:pt x="3529" y="9295"/>
                  </a:cubicBezTo>
                  <a:cubicBezTo>
                    <a:pt x="3732" y="9582"/>
                    <a:pt x="4173" y="9877"/>
                    <a:pt x="4710" y="9877"/>
                  </a:cubicBezTo>
                  <a:cubicBezTo>
                    <a:pt x="4870" y="9877"/>
                    <a:pt x="5031" y="9847"/>
                    <a:pt x="5189" y="9793"/>
                  </a:cubicBezTo>
                  <a:cubicBezTo>
                    <a:pt x="5189" y="9793"/>
                    <a:pt x="5364" y="10087"/>
                    <a:pt x="5429" y="10191"/>
                  </a:cubicBezTo>
                  <a:cubicBezTo>
                    <a:pt x="5483" y="10287"/>
                    <a:pt x="5541" y="10379"/>
                    <a:pt x="5602" y="10486"/>
                  </a:cubicBezTo>
                  <a:lnTo>
                    <a:pt x="5663" y="10589"/>
                  </a:lnTo>
                  <a:cubicBezTo>
                    <a:pt x="5514" y="10667"/>
                    <a:pt x="5368" y="10739"/>
                    <a:pt x="5219" y="10812"/>
                  </a:cubicBezTo>
                  <a:cubicBezTo>
                    <a:pt x="4844" y="11000"/>
                    <a:pt x="4487" y="11176"/>
                    <a:pt x="4142" y="11383"/>
                  </a:cubicBezTo>
                  <a:cubicBezTo>
                    <a:pt x="3805" y="11582"/>
                    <a:pt x="3483" y="11808"/>
                    <a:pt x="3143" y="12046"/>
                  </a:cubicBezTo>
                  <a:cubicBezTo>
                    <a:pt x="3008" y="12138"/>
                    <a:pt x="2874" y="12233"/>
                    <a:pt x="2733" y="12329"/>
                  </a:cubicBezTo>
                  <a:cubicBezTo>
                    <a:pt x="2721" y="12210"/>
                    <a:pt x="2710" y="12092"/>
                    <a:pt x="2698" y="11981"/>
                  </a:cubicBezTo>
                  <a:cubicBezTo>
                    <a:pt x="2667" y="11689"/>
                    <a:pt x="2637" y="11417"/>
                    <a:pt x="2621" y="11149"/>
                  </a:cubicBezTo>
                  <a:cubicBezTo>
                    <a:pt x="2598" y="10759"/>
                    <a:pt x="2583" y="10372"/>
                    <a:pt x="2563" y="9981"/>
                  </a:cubicBezTo>
                  <a:cubicBezTo>
                    <a:pt x="2540" y="9459"/>
                    <a:pt x="2514" y="8920"/>
                    <a:pt x="2480" y="8386"/>
                  </a:cubicBezTo>
                  <a:cubicBezTo>
                    <a:pt x="2357" y="6674"/>
                    <a:pt x="2346" y="4846"/>
                    <a:pt x="3062" y="3111"/>
                  </a:cubicBezTo>
                  <a:cubicBezTo>
                    <a:pt x="3552" y="1932"/>
                    <a:pt x="4372" y="1158"/>
                    <a:pt x="5506" y="816"/>
                  </a:cubicBezTo>
                  <a:cubicBezTo>
                    <a:pt x="6376" y="556"/>
                    <a:pt x="7288" y="395"/>
                    <a:pt x="8299" y="318"/>
                  </a:cubicBezTo>
                  <a:cubicBezTo>
                    <a:pt x="8789" y="284"/>
                    <a:pt x="9188" y="265"/>
                    <a:pt x="9560" y="265"/>
                  </a:cubicBezTo>
                  <a:close/>
                  <a:moveTo>
                    <a:pt x="12751" y="2667"/>
                  </a:moveTo>
                  <a:cubicBezTo>
                    <a:pt x="13330" y="2667"/>
                    <a:pt x="13636" y="3104"/>
                    <a:pt x="13720" y="3479"/>
                  </a:cubicBezTo>
                  <a:cubicBezTo>
                    <a:pt x="13781" y="3759"/>
                    <a:pt x="13816" y="4001"/>
                    <a:pt x="13816" y="4222"/>
                  </a:cubicBezTo>
                  <a:cubicBezTo>
                    <a:pt x="13820" y="4636"/>
                    <a:pt x="13866" y="5050"/>
                    <a:pt x="13912" y="5449"/>
                  </a:cubicBezTo>
                  <a:cubicBezTo>
                    <a:pt x="13938" y="5697"/>
                    <a:pt x="13965" y="5950"/>
                    <a:pt x="13984" y="6203"/>
                  </a:cubicBezTo>
                  <a:cubicBezTo>
                    <a:pt x="14038" y="6966"/>
                    <a:pt x="14069" y="7866"/>
                    <a:pt x="13885" y="8750"/>
                  </a:cubicBezTo>
                  <a:cubicBezTo>
                    <a:pt x="13774" y="9310"/>
                    <a:pt x="13655" y="9889"/>
                    <a:pt x="13501" y="10463"/>
                  </a:cubicBezTo>
                  <a:cubicBezTo>
                    <a:pt x="13307" y="11199"/>
                    <a:pt x="12870" y="11827"/>
                    <a:pt x="12234" y="12276"/>
                  </a:cubicBezTo>
                  <a:cubicBezTo>
                    <a:pt x="11390" y="12877"/>
                    <a:pt x="10659" y="13157"/>
                    <a:pt x="9931" y="13157"/>
                  </a:cubicBezTo>
                  <a:cubicBezTo>
                    <a:pt x="9678" y="13157"/>
                    <a:pt x="9418" y="13122"/>
                    <a:pt x="9165" y="13049"/>
                  </a:cubicBezTo>
                  <a:cubicBezTo>
                    <a:pt x="8874" y="12969"/>
                    <a:pt x="8579" y="12831"/>
                    <a:pt x="8326" y="12651"/>
                  </a:cubicBezTo>
                  <a:cubicBezTo>
                    <a:pt x="8230" y="12582"/>
                    <a:pt x="8135" y="12517"/>
                    <a:pt x="8034" y="12448"/>
                  </a:cubicBezTo>
                  <a:cubicBezTo>
                    <a:pt x="7560" y="12119"/>
                    <a:pt x="7065" y="11777"/>
                    <a:pt x="6674" y="11318"/>
                  </a:cubicBezTo>
                  <a:cubicBezTo>
                    <a:pt x="5709" y="10172"/>
                    <a:pt x="5230" y="9084"/>
                    <a:pt x="5173" y="7893"/>
                  </a:cubicBezTo>
                  <a:cubicBezTo>
                    <a:pt x="5138" y="7187"/>
                    <a:pt x="5062" y="6478"/>
                    <a:pt x="4982" y="5793"/>
                  </a:cubicBezTo>
                  <a:cubicBezTo>
                    <a:pt x="4950" y="5498"/>
                    <a:pt x="4916" y="5200"/>
                    <a:pt x="4885" y="4904"/>
                  </a:cubicBezTo>
                  <a:cubicBezTo>
                    <a:pt x="5035" y="4777"/>
                    <a:pt x="5180" y="4655"/>
                    <a:pt x="5322" y="4537"/>
                  </a:cubicBezTo>
                  <a:cubicBezTo>
                    <a:pt x="5675" y="4234"/>
                    <a:pt x="6008" y="3950"/>
                    <a:pt x="6338" y="3656"/>
                  </a:cubicBezTo>
                  <a:cubicBezTo>
                    <a:pt x="6637" y="3384"/>
                    <a:pt x="7000" y="3184"/>
                    <a:pt x="7521" y="3012"/>
                  </a:cubicBezTo>
                  <a:cubicBezTo>
                    <a:pt x="7587" y="2989"/>
                    <a:pt x="7659" y="2981"/>
                    <a:pt x="7747" y="2981"/>
                  </a:cubicBezTo>
                  <a:cubicBezTo>
                    <a:pt x="7809" y="2981"/>
                    <a:pt x="7878" y="2984"/>
                    <a:pt x="7965" y="2996"/>
                  </a:cubicBezTo>
                  <a:cubicBezTo>
                    <a:pt x="8149" y="3016"/>
                    <a:pt x="8333" y="3046"/>
                    <a:pt x="8517" y="3073"/>
                  </a:cubicBezTo>
                  <a:cubicBezTo>
                    <a:pt x="8740" y="3108"/>
                    <a:pt x="8966" y="3142"/>
                    <a:pt x="9192" y="3168"/>
                  </a:cubicBezTo>
                  <a:cubicBezTo>
                    <a:pt x="9245" y="3173"/>
                    <a:pt x="9303" y="3177"/>
                    <a:pt x="9356" y="3177"/>
                  </a:cubicBezTo>
                  <a:cubicBezTo>
                    <a:pt x="9491" y="3177"/>
                    <a:pt x="9625" y="3161"/>
                    <a:pt x="9755" y="3150"/>
                  </a:cubicBezTo>
                  <a:lnTo>
                    <a:pt x="9816" y="3142"/>
                  </a:lnTo>
                  <a:cubicBezTo>
                    <a:pt x="10766" y="3046"/>
                    <a:pt x="11625" y="2905"/>
                    <a:pt x="12448" y="2705"/>
                  </a:cubicBezTo>
                  <a:cubicBezTo>
                    <a:pt x="12552" y="2678"/>
                    <a:pt x="12651" y="2667"/>
                    <a:pt x="12751" y="2667"/>
                  </a:cubicBezTo>
                  <a:close/>
                  <a:moveTo>
                    <a:pt x="5859" y="10927"/>
                  </a:moveTo>
                  <a:lnTo>
                    <a:pt x="6195" y="11337"/>
                  </a:lnTo>
                  <a:cubicBezTo>
                    <a:pt x="6847" y="12122"/>
                    <a:pt x="7655" y="12754"/>
                    <a:pt x="8602" y="13214"/>
                  </a:cubicBezTo>
                  <a:cubicBezTo>
                    <a:pt x="8992" y="13406"/>
                    <a:pt x="9410" y="13501"/>
                    <a:pt x="9843" y="13501"/>
                  </a:cubicBezTo>
                  <a:cubicBezTo>
                    <a:pt x="10318" y="13501"/>
                    <a:pt x="10812" y="13386"/>
                    <a:pt x="11318" y="13157"/>
                  </a:cubicBezTo>
                  <a:cubicBezTo>
                    <a:pt x="11344" y="13145"/>
                    <a:pt x="11376" y="13126"/>
                    <a:pt x="11402" y="13107"/>
                  </a:cubicBezTo>
                  <a:cubicBezTo>
                    <a:pt x="11429" y="13088"/>
                    <a:pt x="11452" y="13072"/>
                    <a:pt x="11479" y="13061"/>
                  </a:cubicBezTo>
                  <a:cubicBezTo>
                    <a:pt x="12226" y="12785"/>
                    <a:pt x="12858" y="12276"/>
                    <a:pt x="13471" y="11452"/>
                  </a:cubicBezTo>
                  <a:cubicBezTo>
                    <a:pt x="13482" y="11436"/>
                    <a:pt x="13505" y="11421"/>
                    <a:pt x="13544" y="11394"/>
                  </a:cubicBezTo>
                  <a:cubicBezTo>
                    <a:pt x="13551" y="11390"/>
                    <a:pt x="13559" y="11383"/>
                    <a:pt x="13567" y="11375"/>
                  </a:cubicBezTo>
                  <a:lnTo>
                    <a:pt x="13567" y="11375"/>
                  </a:lnTo>
                  <a:cubicBezTo>
                    <a:pt x="13563" y="11471"/>
                    <a:pt x="13563" y="11563"/>
                    <a:pt x="13563" y="11655"/>
                  </a:cubicBezTo>
                  <a:cubicBezTo>
                    <a:pt x="13547" y="12612"/>
                    <a:pt x="13536" y="13517"/>
                    <a:pt x="13249" y="14391"/>
                  </a:cubicBezTo>
                  <a:cubicBezTo>
                    <a:pt x="13015" y="15110"/>
                    <a:pt x="12563" y="15593"/>
                    <a:pt x="11901" y="15834"/>
                  </a:cubicBezTo>
                  <a:cubicBezTo>
                    <a:pt x="11349" y="16034"/>
                    <a:pt x="10785" y="16179"/>
                    <a:pt x="10361" y="16286"/>
                  </a:cubicBezTo>
                  <a:cubicBezTo>
                    <a:pt x="10214" y="16321"/>
                    <a:pt x="10057" y="16340"/>
                    <a:pt x="9896" y="16340"/>
                  </a:cubicBezTo>
                  <a:cubicBezTo>
                    <a:pt x="9640" y="16340"/>
                    <a:pt x="9368" y="16298"/>
                    <a:pt x="9069" y="16206"/>
                  </a:cubicBezTo>
                  <a:cubicBezTo>
                    <a:pt x="7763" y="15819"/>
                    <a:pt x="6839" y="15363"/>
                    <a:pt x="6080" y="14739"/>
                  </a:cubicBezTo>
                  <a:cubicBezTo>
                    <a:pt x="5694" y="14417"/>
                    <a:pt x="5449" y="14003"/>
                    <a:pt x="5295" y="13394"/>
                  </a:cubicBezTo>
                  <a:cubicBezTo>
                    <a:pt x="5177" y="12934"/>
                    <a:pt x="5100" y="12524"/>
                    <a:pt x="5058" y="12138"/>
                  </a:cubicBezTo>
                  <a:cubicBezTo>
                    <a:pt x="5028" y="11873"/>
                    <a:pt x="5062" y="11605"/>
                    <a:pt x="5108" y="11302"/>
                  </a:cubicBezTo>
                  <a:cubicBezTo>
                    <a:pt x="5115" y="11249"/>
                    <a:pt x="5200" y="11168"/>
                    <a:pt x="5292" y="11126"/>
                  </a:cubicBezTo>
                  <a:cubicBezTo>
                    <a:pt x="5418" y="11068"/>
                    <a:pt x="5556" y="11023"/>
                    <a:pt x="5702" y="10977"/>
                  </a:cubicBezTo>
                  <a:cubicBezTo>
                    <a:pt x="5751" y="10961"/>
                    <a:pt x="5805" y="10946"/>
                    <a:pt x="5859" y="10927"/>
                  </a:cubicBezTo>
                  <a:close/>
                  <a:moveTo>
                    <a:pt x="14088" y="10946"/>
                  </a:moveTo>
                  <a:cubicBezTo>
                    <a:pt x="14141" y="10992"/>
                    <a:pt x="14199" y="11038"/>
                    <a:pt x="14253" y="11084"/>
                  </a:cubicBezTo>
                  <a:cubicBezTo>
                    <a:pt x="14391" y="11203"/>
                    <a:pt x="14528" y="11318"/>
                    <a:pt x="14663" y="11440"/>
                  </a:cubicBezTo>
                  <a:cubicBezTo>
                    <a:pt x="15823" y="12490"/>
                    <a:pt x="16574" y="13754"/>
                    <a:pt x="16900" y="15195"/>
                  </a:cubicBezTo>
                  <a:cubicBezTo>
                    <a:pt x="17091" y="16030"/>
                    <a:pt x="17107" y="16815"/>
                    <a:pt x="16946" y="17535"/>
                  </a:cubicBezTo>
                  <a:cubicBezTo>
                    <a:pt x="16815" y="18145"/>
                    <a:pt x="16505" y="18712"/>
                    <a:pt x="15946" y="19382"/>
                  </a:cubicBezTo>
                  <a:cubicBezTo>
                    <a:pt x="15176" y="20305"/>
                    <a:pt x="14168" y="20891"/>
                    <a:pt x="12953" y="21126"/>
                  </a:cubicBezTo>
                  <a:cubicBezTo>
                    <a:pt x="12755" y="21163"/>
                    <a:pt x="12536" y="21183"/>
                    <a:pt x="12264" y="21183"/>
                  </a:cubicBezTo>
                  <a:cubicBezTo>
                    <a:pt x="12096" y="21183"/>
                    <a:pt x="11927" y="21175"/>
                    <a:pt x="11758" y="21172"/>
                  </a:cubicBezTo>
                  <a:cubicBezTo>
                    <a:pt x="11590" y="21163"/>
                    <a:pt x="11422" y="21156"/>
                    <a:pt x="11257" y="21156"/>
                  </a:cubicBezTo>
                  <a:cubicBezTo>
                    <a:pt x="10402" y="21156"/>
                    <a:pt x="9548" y="21152"/>
                    <a:pt x="8694" y="21144"/>
                  </a:cubicBezTo>
                  <a:cubicBezTo>
                    <a:pt x="8522" y="21140"/>
                    <a:pt x="8345" y="21137"/>
                    <a:pt x="8172" y="21133"/>
                  </a:cubicBezTo>
                  <a:cubicBezTo>
                    <a:pt x="7981" y="21126"/>
                    <a:pt x="7793" y="21121"/>
                    <a:pt x="7602" y="21121"/>
                  </a:cubicBezTo>
                  <a:lnTo>
                    <a:pt x="7372" y="21117"/>
                  </a:lnTo>
                  <a:cubicBezTo>
                    <a:pt x="7211" y="21117"/>
                    <a:pt x="7023" y="21121"/>
                    <a:pt x="6835" y="21144"/>
                  </a:cubicBezTo>
                  <a:cubicBezTo>
                    <a:pt x="6437" y="21190"/>
                    <a:pt x="6043" y="21218"/>
                    <a:pt x="5667" y="21218"/>
                  </a:cubicBezTo>
                  <a:cubicBezTo>
                    <a:pt x="4414" y="21218"/>
                    <a:pt x="3292" y="20960"/>
                    <a:pt x="2234" y="20436"/>
                  </a:cubicBezTo>
                  <a:cubicBezTo>
                    <a:pt x="1610" y="20122"/>
                    <a:pt x="1108" y="19635"/>
                    <a:pt x="748" y="18980"/>
                  </a:cubicBezTo>
                  <a:cubicBezTo>
                    <a:pt x="545" y="18612"/>
                    <a:pt x="495" y="18137"/>
                    <a:pt x="449" y="17715"/>
                  </a:cubicBezTo>
                  <a:cubicBezTo>
                    <a:pt x="395" y="17233"/>
                    <a:pt x="422" y="16731"/>
                    <a:pt x="449" y="16344"/>
                  </a:cubicBezTo>
                  <a:cubicBezTo>
                    <a:pt x="499" y="15685"/>
                    <a:pt x="752" y="15045"/>
                    <a:pt x="1273" y="14267"/>
                  </a:cubicBezTo>
                  <a:cubicBezTo>
                    <a:pt x="2096" y="13034"/>
                    <a:pt x="3272" y="12218"/>
                    <a:pt x="4418" y="11517"/>
                  </a:cubicBezTo>
                  <a:cubicBezTo>
                    <a:pt x="4471" y="11482"/>
                    <a:pt x="4537" y="11463"/>
                    <a:pt x="4609" y="11440"/>
                  </a:cubicBezTo>
                  <a:cubicBezTo>
                    <a:pt x="4632" y="11436"/>
                    <a:pt x="4655" y="11429"/>
                    <a:pt x="4678" y="11421"/>
                  </a:cubicBezTo>
                  <a:cubicBezTo>
                    <a:pt x="4683" y="11433"/>
                    <a:pt x="4690" y="11448"/>
                    <a:pt x="4694" y="11459"/>
                  </a:cubicBezTo>
                  <a:cubicBezTo>
                    <a:pt x="4710" y="11498"/>
                    <a:pt x="4721" y="11528"/>
                    <a:pt x="4721" y="11551"/>
                  </a:cubicBezTo>
                  <a:cubicBezTo>
                    <a:pt x="4609" y="12513"/>
                    <a:pt x="4939" y="13429"/>
                    <a:pt x="5203" y="14164"/>
                  </a:cubicBezTo>
                  <a:cubicBezTo>
                    <a:pt x="5349" y="14555"/>
                    <a:pt x="5663" y="14815"/>
                    <a:pt x="5965" y="15068"/>
                  </a:cubicBezTo>
                  <a:lnTo>
                    <a:pt x="6057" y="15141"/>
                  </a:lnTo>
                  <a:cubicBezTo>
                    <a:pt x="6617" y="15609"/>
                    <a:pt x="7265" y="15888"/>
                    <a:pt x="7993" y="16179"/>
                  </a:cubicBezTo>
                  <a:cubicBezTo>
                    <a:pt x="8073" y="16210"/>
                    <a:pt x="8154" y="16248"/>
                    <a:pt x="8234" y="16286"/>
                  </a:cubicBezTo>
                  <a:cubicBezTo>
                    <a:pt x="8352" y="16344"/>
                    <a:pt x="8479" y="16405"/>
                    <a:pt x="8609" y="16444"/>
                  </a:cubicBezTo>
                  <a:cubicBezTo>
                    <a:pt x="9031" y="16570"/>
                    <a:pt x="9459" y="16631"/>
                    <a:pt x="9882" y="16631"/>
                  </a:cubicBezTo>
                  <a:cubicBezTo>
                    <a:pt x="10732" y="16631"/>
                    <a:pt x="11586" y="16386"/>
                    <a:pt x="12494" y="15888"/>
                  </a:cubicBezTo>
                  <a:cubicBezTo>
                    <a:pt x="13119" y="15540"/>
                    <a:pt x="13501" y="14976"/>
                    <a:pt x="13735" y="14057"/>
                  </a:cubicBezTo>
                  <a:cubicBezTo>
                    <a:pt x="13935" y="13287"/>
                    <a:pt x="13954" y="12486"/>
                    <a:pt x="13977" y="11716"/>
                  </a:cubicBezTo>
                  <a:lnTo>
                    <a:pt x="13984" y="11444"/>
                  </a:lnTo>
                  <a:cubicBezTo>
                    <a:pt x="13988" y="11333"/>
                    <a:pt x="13996" y="11218"/>
                    <a:pt x="14007" y="11103"/>
                  </a:cubicBezTo>
                  <a:cubicBezTo>
                    <a:pt x="14011" y="11061"/>
                    <a:pt x="14015" y="11019"/>
                    <a:pt x="14019" y="10977"/>
                  </a:cubicBezTo>
                  <a:lnTo>
                    <a:pt x="14088" y="10946"/>
                  </a:lnTo>
                  <a:close/>
                  <a:moveTo>
                    <a:pt x="10165" y="1"/>
                  </a:moveTo>
                  <a:cubicBezTo>
                    <a:pt x="10111" y="1"/>
                    <a:pt x="10057" y="4"/>
                    <a:pt x="10000" y="4"/>
                  </a:cubicBezTo>
                  <a:cubicBezTo>
                    <a:pt x="9705" y="16"/>
                    <a:pt x="9406" y="31"/>
                    <a:pt x="9107" y="47"/>
                  </a:cubicBezTo>
                  <a:cubicBezTo>
                    <a:pt x="8598" y="73"/>
                    <a:pt x="8073" y="100"/>
                    <a:pt x="7556" y="100"/>
                  </a:cubicBezTo>
                  <a:lnTo>
                    <a:pt x="7341" y="100"/>
                  </a:lnTo>
                  <a:lnTo>
                    <a:pt x="7276" y="96"/>
                  </a:lnTo>
                  <a:cubicBezTo>
                    <a:pt x="6464" y="96"/>
                    <a:pt x="5702" y="330"/>
                    <a:pt x="4966" y="556"/>
                  </a:cubicBezTo>
                  <a:lnTo>
                    <a:pt x="4778" y="617"/>
                  </a:lnTo>
                  <a:cubicBezTo>
                    <a:pt x="4219" y="786"/>
                    <a:pt x="3786" y="1081"/>
                    <a:pt x="3407" y="1541"/>
                  </a:cubicBezTo>
                  <a:cubicBezTo>
                    <a:pt x="3005" y="2035"/>
                    <a:pt x="2675" y="2606"/>
                    <a:pt x="2438" y="3237"/>
                  </a:cubicBezTo>
                  <a:cubicBezTo>
                    <a:pt x="2215" y="3817"/>
                    <a:pt x="2093" y="4498"/>
                    <a:pt x="2089" y="5161"/>
                  </a:cubicBezTo>
                  <a:cubicBezTo>
                    <a:pt x="2077" y="6391"/>
                    <a:pt x="2112" y="7640"/>
                    <a:pt x="2146" y="8846"/>
                  </a:cubicBezTo>
                  <a:cubicBezTo>
                    <a:pt x="2162" y="9310"/>
                    <a:pt x="2173" y="9774"/>
                    <a:pt x="2185" y="10241"/>
                  </a:cubicBezTo>
                  <a:cubicBezTo>
                    <a:pt x="2192" y="10483"/>
                    <a:pt x="2200" y="10724"/>
                    <a:pt x="2204" y="10965"/>
                  </a:cubicBezTo>
                  <a:cubicBezTo>
                    <a:pt x="2219" y="11505"/>
                    <a:pt x="2234" y="12061"/>
                    <a:pt x="2238" y="12609"/>
                  </a:cubicBezTo>
                  <a:cubicBezTo>
                    <a:pt x="2238" y="12712"/>
                    <a:pt x="2150" y="12846"/>
                    <a:pt x="2066" y="12915"/>
                  </a:cubicBezTo>
                  <a:cubicBezTo>
                    <a:pt x="1353" y="13494"/>
                    <a:pt x="816" y="14237"/>
                    <a:pt x="422" y="15187"/>
                  </a:cubicBezTo>
                  <a:cubicBezTo>
                    <a:pt x="1" y="16195"/>
                    <a:pt x="63" y="17252"/>
                    <a:pt x="154" y="18252"/>
                  </a:cubicBezTo>
                  <a:cubicBezTo>
                    <a:pt x="227" y="18995"/>
                    <a:pt x="606" y="19620"/>
                    <a:pt x="1345" y="20225"/>
                  </a:cubicBezTo>
                  <a:cubicBezTo>
                    <a:pt x="2265" y="20976"/>
                    <a:pt x="3419" y="21386"/>
                    <a:pt x="4770" y="21439"/>
                  </a:cubicBezTo>
                  <a:cubicBezTo>
                    <a:pt x="4839" y="21443"/>
                    <a:pt x="4913" y="21443"/>
                    <a:pt x="4982" y="21443"/>
                  </a:cubicBezTo>
                  <a:cubicBezTo>
                    <a:pt x="5280" y="21443"/>
                    <a:pt x="5579" y="21420"/>
                    <a:pt x="5870" y="21397"/>
                  </a:cubicBezTo>
                  <a:cubicBezTo>
                    <a:pt x="6119" y="21379"/>
                    <a:pt x="6376" y="21359"/>
                    <a:pt x="6625" y="21356"/>
                  </a:cubicBezTo>
                  <a:cubicBezTo>
                    <a:pt x="7245" y="21344"/>
                    <a:pt x="7717" y="21336"/>
                    <a:pt x="8161" y="21336"/>
                  </a:cubicBezTo>
                  <a:cubicBezTo>
                    <a:pt x="8545" y="21336"/>
                    <a:pt x="8897" y="21340"/>
                    <a:pt x="9238" y="21351"/>
                  </a:cubicBezTo>
                  <a:cubicBezTo>
                    <a:pt x="9648" y="21363"/>
                    <a:pt x="10069" y="21393"/>
                    <a:pt x="10471" y="21424"/>
                  </a:cubicBezTo>
                  <a:cubicBezTo>
                    <a:pt x="10782" y="21447"/>
                    <a:pt x="11103" y="21470"/>
                    <a:pt x="11422" y="21485"/>
                  </a:cubicBezTo>
                  <a:lnTo>
                    <a:pt x="11533" y="21493"/>
                  </a:lnTo>
                  <a:cubicBezTo>
                    <a:pt x="11747" y="21504"/>
                    <a:pt x="11973" y="21512"/>
                    <a:pt x="12191" y="21512"/>
                  </a:cubicBezTo>
                  <a:cubicBezTo>
                    <a:pt x="12402" y="21512"/>
                    <a:pt x="12590" y="21504"/>
                    <a:pt x="12759" y="21481"/>
                  </a:cubicBezTo>
                  <a:cubicBezTo>
                    <a:pt x="14149" y="21310"/>
                    <a:pt x="15344" y="20631"/>
                    <a:pt x="16309" y="19471"/>
                  </a:cubicBezTo>
                  <a:cubicBezTo>
                    <a:pt x="16781" y="18900"/>
                    <a:pt x="17329" y="18118"/>
                    <a:pt x="17356" y="17133"/>
                  </a:cubicBezTo>
                  <a:cubicBezTo>
                    <a:pt x="17367" y="16750"/>
                    <a:pt x="17356" y="16332"/>
                    <a:pt x="17326" y="15850"/>
                  </a:cubicBezTo>
                  <a:cubicBezTo>
                    <a:pt x="17218" y="14214"/>
                    <a:pt x="16352" y="12942"/>
                    <a:pt x="15613" y="12015"/>
                  </a:cubicBezTo>
                  <a:cubicBezTo>
                    <a:pt x="15352" y="11685"/>
                    <a:pt x="15042" y="11387"/>
                    <a:pt x="14743" y="11099"/>
                  </a:cubicBezTo>
                  <a:cubicBezTo>
                    <a:pt x="14559" y="10920"/>
                    <a:pt x="14368" y="10736"/>
                    <a:pt x="14187" y="10543"/>
                  </a:cubicBezTo>
                  <a:cubicBezTo>
                    <a:pt x="14088" y="10437"/>
                    <a:pt x="13988" y="10260"/>
                    <a:pt x="14003" y="10138"/>
                  </a:cubicBezTo>
                  <a:cubicBezTo>
                    <a:pt x="14038" y="9877"/>
                    <a:pt x="14103" y="9613"/>
                    <a:pt x="14172" y="9356"/>
                  </a:cubicBezTo>
                  <a:cubicBezTo>
                    <a:pt x="14195" y="9264"/>
                    <a:pt x="14218" y="9168"/>
                    <a:pt x="14241" y="9076"/>
                  </a:cubicBezTo>
                  <a:cubicBezTo>
                    <a:pt x="15310" y="8816"/>
                    <a:pt x="15482" y="8621"/>
                    <a:pt x="15475" y="7739"/>
                  </a:cubicBezTo>
                  <a:cubicBezTo>
                    <a:pt x="15471" y="6996"/>
                    <a:pt x="15206" y="6671"/>
                    <a:pt x="14433" y="6460"/>
                  </a:cubicBezTo>
                  <a:cubicBezTo>
                    <a:pt x="14417" y="6230"/>
                    <a:pt x="14398" y="6004"/>
                    <a:pt x="14375" y="5778"/>
                  </a:cubicBezTo>
                  <a:cubicBezTo>
                    <a:pt x="14329" y="5245"/>
                    <a:pt x="14287" y="4743"/>
                    <a:pt x="14268" y="4234"/>
                  </a:cubicBezTo>
                  <a:cubicBezTo>
                    <a:pt x="14233" y="3292"/>
                    <a:pt x="13858" y="2429"/>
                    <a:pt x="13528" y="1671"/>
                  </a:cubicBezTo>
                  <a:cubicBezTo>
                    <a:pt x="13337" y="1226"/>
                    <a:pt x="12996" y="862"/>
                    <a:pt x="12544" y="621"/>
                  </a:cubicBezTo>
                  <a:cubicBezTo>
                    <a:pt x="11770" y="211"/>
                    <a:pt x="10969" y="1"/>
                    <a:pt x="10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4"/>
            <p:cNvSpPr/>
            <p:nvPr/>
          </p:nvSpPr>
          <p:spPr>
            <a:xfrm>
              <a:off x="4571376" y="2065729"/>
              <a:ext cx="199893" cy="119626"/>
            </a:xfrm>
            <a:custGeom>
              <a:rect b="b" l="l" r="r" t="t"/>
              <a:pathLst>
                <a:path extrusionOk="0" h="1851" w="3093">
                  <a:moveTo>
                    <a:pt x="2200" y="295"/>
                  </a:moveTo>
                  <a:cubicBezTo>
                    <a:pt x="2295" y="295"/>
                    <a:pt x="2399" y="387"/>
                    <a:pt x="2548" y="556"/>
                  </a:cubicBezTo>
                  <a:cubicBezTo>
                    <a:pt x="2238" y="683"/>
                    <a:pt x="1912" y="743"/>
                    <a:pt x="1529" y="743"/>
                  </a:cubicBezTo>
                  <a:cubicBezTo>
                    <a:pt x="1322" y="743"/>
                    <a:pt x="1112" y="729"/>
                    <a:pt x="916" y="706"/>
                  </a:cubicBezTo>
                  <a:cubicBezTo>
                    <a:pt x="1024" y="506"/>
                    <a:pt x="1104" y="425"/>
                    <a:pt x="1204" y="425"/>
                  </a:cubicBezTo>
                  <a:cubicBezTo>
                    <a:pt x="1257" y="425"/>
                    <a:pt x="1326" y="453"/>
                    <a:pt x="1414" y="502"/>
                  </a:cubicBezTo>
                  <a:cubicBezTo>
                    <a:pt x="1498" y="552"/>
                    <a:pt x="1572" y="571"/>
                    <a:pt x="1641" y="571"/>
                  </a:cubicBezTo>
                  <a:cubicBezTo>
                    <a:pt x="1751" y="571"/>
                    <a:pt x="1843" y="510"/>
                    <a:pt x="1927" y="441"/>
                  </a:cubicBezTo>
                  <a:cubicBezTo>
                    <a:pt x="2054" y="338"/>
                    <a:pt x="2131" y="295"/>
                    <a:pt x="2200" y="295"/>
                  </a:cubicBezTo>
                  <a:close/>
                  <a:moveTo>
                    <a:pt x="2502" y="985"/>
                  </a:moveTo>
                  <a:lnTo>
                    <a:pt x="2502" y="985"/>
                  </a:lnTo>
                  <a:cubicBezTo>
                    <a:pt x="2242" y="1318"/>
                    <a:pt x="1931" y="1502"/>
                    <a:pt x="1629" y="1502"/>
                  </a:cubicBezTo>
                  <a:cubicBezTo>
                    <a:pt x="1353" y="1502"/>
                    <a:pt x="1084" y="1345"/>
                    <a:pt x="874" y="1054"/>
                  </a:cubicBezTo>
                  <a:lnTo>
                    <a:pt x="874" y="1054"/>
                  </a:lnTo>
                  <a:cubicBezTo>
                    <a:pt x="932" y="1058"/>
                    <a:pt x="992" y="1058"/>
                    <a:pt x="1054" y="1058"/>
                  </a:cubicBezTo>
                  <a:lnTo>
                    <a:pt x="1314" y="1058"/>
                  </a:lnTo>
                  <a:cubicBezTo>
                    <a:pt x="1429" y="1058"/>
                    <a:pt x="1544" y="1058"/>
                    <a:pt x="1655" y="1054"/>
                  </a:cubicBezTo>
                  <a:cubicBezTo>
                    <a:pt x="1862" y="1042"/>
                    <a:pt x="2062" y="1023"/>
                    <a:pt x="2292" y="1004"/>
                  </a:cubicBezTo>
                  <a:cubicBezTo>
                    <a:pt x="2361" y="996"/>
                    <a:pt x="2429" y="989"/>
                    <a:pt x="2502" y="985"/>
                  </a:cubicBezTo>
                  <a:close/>
                  <a:moveTo>
                    <a:pt x="2192" y="0"/>
                  </a:moveTo>
                  <a:cubicBezTo>
                    <a:pt x="2016" y="0"/>
                    <a:pt x="1839" y="50"/>
                    <a:pt x="1667" y="146"/>
                  </a:cubicBezTo>
                  <a:cubicBezTo>
                    <a:pt x="1598" y="142"/>
                    <a:pt x="1529" y="131"/>
                    <a:pt x="1464" y="119"/>
                  </a:cubicBezTo>
                  <a:cubicBezTo>
                    <a:pt x="1379" y="108"/>
                    <a:pt x="1303" y="92"/>
                    <a:pt x="1230" y="92"/>
                  </a:cubicBezTo>
                  <a:cubicBezTo>
                    <a:pt x="1165" y="92"/>
                    <a:pt x="1112" y="103"/>
                    <a:pt x="1066" y="123"/>
                  </a:cubicBezTo>
                  <a:cubicBezTo>
                    <a:pt x="836" y="223"/>
                    <a:pt x="625" y="356"/>
                    <a:pt x="384" y="506"/>
                  </a:cubicBezTo>
                  <a:cubicBezTo>
                    <a:pt x="280" y="571"/>
                    <a:pt x="173" y="640"/>
                    <a:pt x="54" y="709"/>
                  </a:cubicBezTo>
                  <a:lnTo>
                    <a:pt x="0" y="743"/>
                  </a:lnTo>
                  <a:lnTo>
                    <a:pt x="46" y="789"/>
                  </a:lnTo>
                  <a:cubicBezTo>
                    <a:pt x="138" y="881"/>
                    <a:pt x="223" y="977"/>
                    <a:pt x="307" y="1065"/>
                  </a:cubicBezTo>
                  <a:cubicBezTo>
                    <a:pt x="487" y="1261"/>
                    <a:pt x="656" y="1445"/>
                    <a:pt x="854" y="1590"/>
                  </a:cubicBezTo>
                  <a:cubicBezTo>
                    <a:pt x="1084" y="1758"/>
                    <a:pt x="1365" y="1850"/>
                    <a:pt x="1659" y="1850"/>
                  </a:cubicBezTo>
                  <a:cubicBezTo>
                    <a:pt x="2334" y="1850"/>
                    <a:pt x="2923" y="1410"/>
                    <a:pt x="3066" y="801"/>
                  </a:cubicBezTo>
                  <a:cubicBezTo>
                    <a:pt x="3092" y="694"/>
                    <a:pt x="3080" y="545"/>
                    <a:pt x="3015" y="456"/>
                  </a:cubicBezTo>
                  <a:cubicBezTo>
                    <a:pt x="2797" y="161"/>
                    <a:pt x="2502" y="0"/>
                    <a:pt x="2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4"/>
            <p:cNvSpPr/>
            <p:nvPr/>
          </p:nvSpPr>
          <p:spPr>
            <a:xfrm>
              <a:off x="4596839" y="1854984"/>
              <a:ext cx="131582" cy="134037"/>
            </a:xfrm>
            <a:custGeom>
              <a:rect b="b" l="l" r="r" t="t"/>
              <a:pathLst>
                <a:path extrusionOk="0" h="2074" w="2036">
                  <a:moveTo>
                    <a:pt x="407" y="1"/>
                  </a:moveTo>
                  <a:lnTo>
                    <a:pt x="331" y="43"/>
                  </a:lnTo>
                  <a:cubicBezTo>
                    <a:pt x="285" y="74"/>
                    <a:pt x="243" y="93"/>
                    <a:pt x="208" y="112"/>
                  </a:cubicBezTo>
                  <a:cubicBezTo>
                    <a:pt x="135" y="146"/>
                    <a:pt x="93" y="169"/>
                    <a:pt x="85" y="220"/>
                  </a:cubicBezTo>
                  <a:cubicBezTo>
                    <a:pt x="1" y="897"/>
                    <a:pt x="147" y="1433"/>
                    <a:pt x="526" y="1859"/>
                  </a:cubicBezTo>
                  <a:cubicBezTo>
                    <a:pt x="653" y="1997"/>
                    <a:pt x="817" y="2073"/>
                    <a:pt x="1005" y="2073"/>
                  </a:cubicBezTo>
                  <a:cubicBezTo>
                    <a:pt x="1127" y="2073"/>
                    <a:pt x="1250" y="2043"/>
                    <a:pt x="1373" y="1981"/>
                  </a:cubicBezTo>
                  <a:cubicBezTo>
                    <a:pt x="1625" y="1855"/>
                    <a:pt x="1829" y="1599"/>
                    <a:pt x="1932" y="1284"/>
                  </a:cubicBezTo>
                  <a:cubicBezTo>
                    <a:pt x="2035" y="951"/>
                    <a:pt x="2016" y="606"/>
                    <a:pt x="1875" y="338"/>
                  </a:cubicBezTo>
                  <a:cubicBezTo>
                    <a:pt x="1855" y="300"/>
                    <a:pt x="1813" y="289"/>
                    <a:pt x="1756" y="273"/>
                  </a:cubicBezTo>
                  <a:cubicBezTo>
                    <a:pt x="1725" y="266"/>
                    <a:pt x="1691" y="254"/>
                    <a:pt x="1648" y="238"/>
                  </a:cubicBezTo>
                  <a:lnTo>
                    <a:pt x="1572" y="211"/>
                  </a:lnTo>
                  <a:lnTo>
                    <a:pt x="1572" y="211"/>
                  </a:lnTo>
                  <a:cubicBezTo>
                    <a:pt x="1572" y="211"/>
                    <a:pt x="1591" y="418"/>
                    <a:pt x="1595" y="476"/>
                  </a:cubicBezTo>
                  <a:cubicBezTo>
                    <a:pt x="1602" y="599"/>
                    <a:pt x="1610" y="713"/>
                    <a:pt x="1629" y="825"/>
                  </a:cubicBezTo>
                  <a:cubicBezTo>
                    <a:pt x="1671" y="1127"/>
                    <a:pt x="1572" y="1387"/>
                    <a:pt x="1316" y="1629"/>
                  </a:cubicBezTo>
                  <a:cubicBezTo>
                    <a:pt x="1208" y="1732"/>
                    <a:pt x="1116" y="1783"/>
                    <a:pt x="1031" y="1783"/>
                  </a:cubicBezTo>
                  <a:cubicBezTo>
                    <a:pt x="939" y="1783"/>
                    <a:pt x="848" y="1721"/>
                    <a:pt x="756" y="1591"/>
                  </a:cubicBezTo>
                  <a:cubicBezTo>
                    <a:pt x="515" y="1250"/>
                    <a:pt x="411" y="959"/>
                    <a:pt x="426" y="652"/>
                  </a:cubicBezTo>
                  <a:cubicBezTo>
                    <a:pt x="430" y="542"/>
                    <a:pt x="426" y="430"/>
                    <a:pt x="419" y="300"/>
                  </a:cubicBezTo>
                  <a:cubicBezTo>
                    <a:pt x="414" y="234"/>
                    <a:pt x="411" y="165"/>
                    <a:pt x="411" y="89"/>
                  </a:cubicBezTo>
                  <a:lnTo>
                    <a:pt x="4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4"/>
            <p:cNvSpPr/>
            <p:nvPr/>
          </p:nvSpPr>
          <p:spPr>
            <a:xfrm>
              <a:off x="4427778" y="1799794"/>
              <a:ext cx="50603" cy="43171"/>
            </a:xfrm>
            <a:custGeom>
              <a:rect b="b" l="l" r="r" t="t"/>
              <a:pathLst>
                <a:path extrusionOk="0" h="668" w="783">
                  <a:moveTo>
                    <a:pt x="226" y="1"/>
                  </a:moveTo>
                  <a:cubicBezTo>
                    <a:pt x="127" y="1"/>
                    <a:pt x="4" y="62"/>
                    <a:pt x="1" y="342"/>
                  </a:cubicBezTo>
                  <a:cubicBezTo>
                    <a:pt x="1" y="425"/>
                    <a:pt x="35" y="514"/>
                    <a:pt x="100" y="575"/>
                  </a:cubicBezTo>
                  <a:cubicBezTo>
                    <a:pt x="157" y="632"/>
                    <a:pt x="231" y="667"/>
                    <a:pt x="307" y="667"/>
                  </a:cubicBezTo>
                  <a:cubicBezTo>
                    <a:pt x="334" y="667"/>
                    <a:pt x="357" y="664"/>
                    <a:pt x="380" y="655"/>
                  </a:cubicBezTo>
                  <a:cubicBezTo>
                    <a:pt x="456" y="637"/>
                    <a:pt x="518" y="579"/>
                    <a:pt x="594" y="503"/>
                  </a:cubicBezTo>
                  <a:cubicBezTo>
                    <a:pt x="632" y="468"/>
                    <a:pt x="678" y="425"/>
                    <a:pt x="728" y="384"/>
                  </a:cubicBezTo>
                  <a:lnTo>
                    <a:pt x="782" y="338"/>
                  </a:lnTo>
                  <a:lnTo>
                    <a:pt x="724" y="300"/>
                  </a:lnTo>
                  <a:cubicBezTo>
                    <a:pt x="663" y="257"/>
                    <a:pt x="613" y="215"/>
                    <a:pt x="564" y="177"/>
                  </a:cubicBezTo>
                  <a:cubicBezTo>
                    <a:pt x="464" y="93"/>
                    <a:pt x="387" y="27"/>
                    <a:pt x="291" y="8"/>
                  </a:cubicBezTo>
                  <a:cubicBezTo>
                    <a:pt x="268" y="4"/>
                    <a:pt x="245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4"/>
            <p:cNvSpPr/>
            <p:nvPr/>
          </p:nvSpPr>
          <p:spPr>
            <a:xfrm>
              <a:off x="4824644" y="1770777"/>
              <a:ext cx="45886" cy="40521"/>
            </a:xfrm>
            <a:custGeom>
              <a:rect b="b" l="l" r="r" t="t"/>
              <a:pathLst>
                <a:path extrusionOk="0" h="627" w="710">
                  <a:moveTo>
                    <a:pt x="406" y="1"/>
                  </a:moveTo>
                  <a:cubicBezTo>
                    <a:pt x="74" y="1"/>
                    <a:pt x="1" y="185"/>
                    <a:pt x="1" y="342"/>
                  </a:cubicBezTo>
                  <a:cubicBezTo>
                    <a:pt x="1" y="442"/>
                    <a:pt x="89" y="576"/>
                    <a:pt x="177" y="607"/>
                  </a:cubicBezTo>
                  <a:cubicBezTo>
                    <a:pt x="211" y="618"/>
                    <a:pt x="261" y="626"/>
                    <a:pt x="307" y="626"/>
                  </a:cubicBezTo>
                  <a:cubicBezTo>
                    <a:pt x="353" y="626"/>
                    <a:pt x="468" y="618"/>
                    <a:pt x="526" y="557"/>
                  </a:cubicBezTo>
                  <a:cubicBezTo>
                    <a:pt x="710" y="354"/>
                    <a:pt x="556" y="162"/>
                    <a:pt x="445" y="20"/>
                  </a:cubicBezTo>
                  <a:lnTo>
                    <a:pt x="4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34"/>
            <p:cNvSpPr txBox="1"/>
            <p:nvPr/>
          </p:nvSpPr>
          <p:spPr>
            <a:xfrm>
              <a:off x="6738625" y="1425200"/>
              <a:ext cx="1350900" cy="2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25 years old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1" name="Google Shape;2261;p34"/>
            <p:cNvSpPr txBox="1"/>
            <p:nvPr/>
          </p:nvSpPr>
          <p:spPr>
            <a:xfrm>
              <a:off x="6738625" y="1691727"/>
              <a:ext cx="1350900" cy="2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California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2" name="Google Shape;2262;p34"/>
            <p:cNvSpPr txBox="1"/>
            <p:nvPr/>
          </p:nvSpPr>
          <p:spPr>
            <a:xfrm>
              <a:off x="6738625" y="1958256"/>
              <a:ext cx="13509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Art Director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3" name="Google Shape;2263;p34"/>
            <p:cNvSpPr txBox="1"/>
            <p:nvPr/>
          </p:nvSpPr>
          <p:spPr>
            <a:xfrm>
              <a:off x="5847013" y="1691725"/>
              <a:ext cx="853800" cy="2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Location:</a:t>
              </a:r>
              <a:endParaRPr sz="1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264" name="Google Shape;2264;p34"/>
            <p:cNvSpPr txBox="1"/>
            <p:nvPr/>
          </p:nvSpPr>
          <p:spPr>
            <a:xfrm>
              <a:off x="5847013" y="1962365"/>
              <a:ext cx="853800" cy="2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Job</a:t>
              </a:r>
              <a:r>
                <a:rPr lang="en-GB" sz="1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:</a:t>
              </a:r>
              <a:endParaRPr sz="1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265" name="Google Shape;2265;p34"/>
            <p:cNvSpPr txBox="1"/>
            <p:nvPr/>
          </p:nvSpPr>
          <p:spPr>
            <a:xfrm>
              <a:off x="6738625" y="2233184"/>
              <a:ext cx="13509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Designer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6" name="Google Shape;2266;p34"/>
            <p:cNvSpPr txBox="1"/>
            <p:nvPr/>
          </p:nvSpPr>
          <p:spPr>
            <a:xfrm>
              <a:off x="5847013" y="2237290"/>
              <a:ext cx="853800" cy="2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Studies</a:t>
              </a:r>
              <a:r>
                <a:rPr lang="en-GB" sz="1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:</a:t>
              </a:r>
              <a:endParaRPr sz="1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267" name="Google Shape;2267;p34"/>
            <p:cNvSpPr txBox="1"/>
            <p:nvPr/>
          </p:nvSpPr>
          <p:spPr>
            <a:xfrm>
              <a:off x="6738625" y="2506998"/>
              <a:ext cx="1350900" cy="2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$2,000-$2,500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8" name="Google Shape;2268;p34"/>
            <p:cNvSpPr txBox="1"/>
            <p:nvPr/>
          </p:nvSpPr>
          <p:spPr>
            <a:xfrm>
              <a:off x="5847013" y="2511103"/>
              <a:ext cx="853800" cy="2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Salary</a:t>
              </a:r>
              <a:r>
                <a:rPr lang="en-GB" sz="1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:</a:t>
              </a:r>
              <a:endParaRPr sz="1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p35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sp>
        <p:nvSpPr>
          <p:cNvPr id="2274" name="Google Shape;2274;p35"/>
          <p:cNvSpPr txBox="1"/>
          <p:nvPr/>
        </p:nvSpPr>
        <p:spPr>
          <a:xfrm>
            <a:off x="731300" y="1241250"/>
            <a:ext cx="21684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Mike Smith</a:t>
            </a:r>
            <a:endParaRPr b="1" sz="20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275" name="Google Shape;2275;p35"/>
          <p:cNvGrpSpPr/>
          <p:nvPr/>
        </p:nvGrpSpPr>
        <p:grpSpPr>
          <a:xfrm>
            <a:off x="674325" y="3955075"/>
            <a:ext cx="2281295" cy="719370"/>
            <a:chOff x="674325" y="3955075"/>
            <a:chExt cx="2281295" cy="719370"/>
          </a:xfrm>
        </p:grpSpPr>
        <p:sp>
          <p:nvSpPr>
            <p:cNvPr id="2276" name="Google Shape;2276;p35"/>
            <p:cNvSpPr/>
            <p:nvPr/>
          </p:nvSpPr>
          <p:spPr>
            <a:xfrm>
              <a:off x="674325" y="3955075"/>
              <a:ext cx="2281295" cy="719370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35"/>
            <p:cNvSpPr txBox="1"/>
            <p:nvPr/>
          </p:nvSpPr>
          <p:spPr>
            <a:xfrm>
              <a:off x="731299" y="4135950"/>
              <a:ext cx="21684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the fifth planet from the </a:t>
              </a:r>
              <a:r>
                <a:rPr lang="en-GB" sz="11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1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un and the largest </a:t>
              </a:r>
              <a:r>
                <a:rPr lang="en-GB" sz="1100">
                  <a:latin typeface="Roboto"/>
                  <a:ea typeface="Roboto"/>
                  <a:cs typeface="Roboto"/>
                  <a:sym typeface="Roboto"/>
                </a:rPr>
                <a:t>of them all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78" name="Google Shape;2278;p35"/>
          <p:cNvGrpSpPr/>
          <p:nvPr/>
        </p:nvGrpSpPr>
        <p:grpSpPr>
          <a:xfrm>
            <a:off x="3269325" y="1318988"/>
            <a:ext cx="2517075" cy="940531"/>
            <a:chOff x="3269325" y="1318988"/>
            <a:chExt cx="2517075" cy="940531"/>
          </a:xfrm>
        </p:grpSpPr>
        <p:sp>
          <p:nvSpPr>
            <p:cNvPr id="2279" name="Google Shape;2279;p35"/>
            <p:cNvSpPr/>
            <p:nvPr/>
          </p:nvSpPr>
          <p:spPr>
            <a:xfrm>
              <a:off x="3269325" y="1686787"/>
              <a:ext cx="2472650" cy="572732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35"/>
            <p:cNvSpPr/>
            <p:nvPr/>
          </p:nvSpPr>
          <p:spPr>
            <a:xfrm>
              <a:off x="3414296" y="1318988"/>
              <a:ext cx="2031161" cy="248899"/>
            </a:xfrm>
            <a:custGeom>
              <a:rect b="b" l="l" r="r" t="t"/>
              <a:pathLst>
                <a:path extrusionOk="0" fill="none" h="8267" w="167277">
                  <a:moveTo>
                    <a:pt x="1" y="0"/>
                  </a:moveTo>
                  <a:lnTo>
                    <a:pt x="167277" y="0"/>
                  </a:lnTo>
                  <a:lnTo>
                    <a:pt x="167277" y="8266"/>
                  </a:lnTo>
                  <a:lnTo>
                    <a:pt x="1" y="8266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Frustrations</a:t>
              </a:r>
              <a:endParaRPr b="1" sz="18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81" name="Google Shape;2281;p35"/>
            <p:cNvSpPr txBox="1"/>
            <p:nvPr/>
          </p:nvSpPr>
          <p:spPr>
            <a:xfrm>
              <a:off x="3414300" y="1711788"/>
              <a:ext cx="2372100" cy="4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 is the smallest planet in the Solar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82" name="Google Shape;2282;p35"/>
          <p:cNvGrpSpPr/>
          <p:nvPr/>
        </p:nvGrpSpPr>
        <p:grpSpPr>
          <a:xfrm>
            <a:off x="5911950" y="3495847"/>
            <a:ext cx="2674200" cy="1280332"/>
            <a:chOff x="5911950" y="3495847"/>
            <a:chExt cx="2674200" cy="1280332"/>
          </a:xfrm>
        </p:grpSpPr>
        <p:sp>
          <p:nvSpPr>
            <p:cNvPr id="2283" name="Google Shape;2283;p35"/>
            <p:cNvSpPr/>
            <p:nvPr/>
          </p:nvSpPr>
          <p:spPr>
            <a:xfrm>
              <a:off x="5911950" y="3811748"/>
              <a:ext cx="2522170" cy="964432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284" name="Google Shape;2284;p35"/>
            <p:cNvSpPr/>
            <p:nvPr/>
          </p:nvSpPr>
          <p:spPr>
            <a:xfrm>
              <a:off x="6063956" y="3495847"/>
              <a:ext cx="2522194" cy="247956"/>
            </a:xfrm>
            <a:custGeom>
              <a:rect b="b" l="l" r="r" t="t"/>
              <a:pathLst>
                <a:path extrusionOk="0" fill="none" h="8235" w="83766">
                  <a:moveTo>
                    <a:pt x="1" y="1"/>
                  </a:moveTo>
                  <a:lnTo>
                    <a:pt x="83766" y="1"/>
                  </a:lnTo>
                  <a:lnTo>
                    <a:pt x="83766" y="8235"/>
                  </a:lnTo>
                  <a:lnTo>
                    <a:pt x="1" y="8235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Percentages</a:t>
              </a:r>
              <a:endParaRPr b="1" sz="18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85" name="Google Shape;2285;p35"/>
            <p:cNvSpPr/>
            <p:nvPr/>
          </p:nvSpPr>
          <p:spPr>
            <a:xfrm>
              <a:off x="6202782" y="3975065"/>
              <a:ext cx="478500" cy="4785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35"/>
            <p:cNvSpPr/>
            <p:nvPr/>
          </p:nvSpPr>
          <p:spPr>
            <a:xfrm>
              <a:off x="6933879" y="3975065"/>
              <a:ext cx="478500" cy="478500"/>
            </a:xfrm>
            <a:prstGeom prst="pie">
              <a:avLst>
                <a:gd fmla="val 2800177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35"/>
            <p:cNvSpPr/>
            <p:nvPr/>
          </p:nvSpPr>
          <p:spPr>
            <a:xfrm>
              <a:off x="7684047" y="3975065"/>
              <a:ext cx="478500" cy="478500"/>
            </a:xfrm>
            <a:prstGeom prst="pie">
              <a:avLst>
                <a:gd fmla="val 19334257" name="adj1"/>
                <a:gd fmla="val 1620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35"/>
            <p:cNvSpPr/>
            <p:nvPr/>
          </p:nvSpPr>
          <p:spPr>
            <a:xfrm>
              <a:off x="6146187" y="3975065"/>
              <a:ext cx="553436" cy="496846"/>
            </a:xfrm>
            <a:custGeom>
              <a:rect b="b" l="l" r="r" t="t"/>
              <a:pathLst>
                <a:path extrusionOk="0" h="9925" w="11056">
                  <a:moveTo>
                    <a:pt x="1040" y="3270"/>
                  </a:moveTo>
                  <a:lnTo>
                    <a:pt x="1109" y="3287"/>
                  </a:lnTo>
                  <a:lnTo>
                    <a:pt x="1092" y="3287"/>
                  </a:lnTo>
                  <a:cubicBezTo>
                    <a:pt x="1040" y="3669"/>
                    <a:pt x="988" y="4067"/>
                    <a:pt x="919" y="4448"/>
                  </a:cubicBezTo>
                  <a:cubicBezTo>
                    <a:pt x="901" y="4535"/>
                    <a:pt x="780" y="4604"/>
                    <a:pt x="711" y="4691"/>
                  </a:cubicBezTo>
                  <a:lnTo>
                    <a:pt x="624" y="4639"/>
                  </a:lnTo>
                  <a:cubicBezTo>
                    <a:pt x="763" y="4189"/>
                    <a:pt x="901" y="3738"/>
                    <a:pt x="1040" y="3270"/>
                  </a:cubicBezTo>
                  <a:close/>
                  <a:moveTo>
                    <a:pt x="901" y="4916"/>
                  </a:moveTo>
                  <a:cubicBezTo>
                    <a:pt x="988" y="5176"/>
                    <a:pt x="971" y="5402"/>
                    <a:pt x="659" y="5540"/>
                  </a:cubicBezTo>
                  <a:cubicBezTo>
                    <a:pt x="555" y="5107"/>
                    <a:pt x="572" y="5072"/>
                    <a:pt x="901" y="4916"/>
                  </a:cubicBezTo>
                  <a:close/>
                  <a:moveTo>
                    <a:pt x="1005" y="5679"/>
                  </a:moveTo>
                  <a:lnTo>
                    <a:pt x="1005" y="5679"/>
                  </a:lnTo>
                  <a:cubicBezTo>
                    <a:pt x="1196" y="6216"/>
                    <a:pt x="1196" y="6216"/>
                    <a:pt x="849" y="6476"/>
                  </a:cubicBezTo>
                  <a:cubicBezTo>
                    <a:pt x="624" y="6043"/>
                    <a:pt x="641" y="5921"/>
                    <a:pt x="1005" y="5679"/>
                  </a:cubicBezTo>
                  <a:close/>
                  <a:moveTo>
                    <a:pt x="1265" y="6528"/>
                  </a:moveTo>
                  <a:lnTo>
                    <a:pt x="1265" y="6528"/>
                  </a:lnTo>
                  <a:cubicBezTo>
                    <a:pt x="1508" y="6892"/>
                    <a:pt x="1508" y="6892"/>
                    <a:pt x="1161" y="7204"/>
                  </a:cubicBezTo>
                  <a:cubicBezTo>
                    <a:pt x="884" y="6892"/>
                    <a:pt x="884" y="6840"/>
                    <a:pt x="1265" y="6528"/>
                  </a:cubicBezTo>
                  <a:close/>
                  <a:moveTo>
                    <a:pt x="1612" y="7186"/>
                  </a:moveTo>
                  <a:lnTo>
                    <a:pt x="1612" y="7186"/>
                  </a:lnTo>
                  <a:cubicBezTo>
                    <a:pt x="1906" y="7516"/>
                    <a:pt x="1906" y="7516"/>
                    <a:pt x="1560" y="7879"/>
                  </a:cubicBezTo>
                  <a:cubicBezTo>
                    <a:pt x="1231" y="7533"/>
                    <a:pt x="1248" y="7481"/>
                    <a:pt x="1612" y="7186"/>
                  </a:cubicBezTo>
                  <a:close/>
                  <a:moveTo>
                    <a:pt x="2028" y="7758"/>
                  </a:moveTo>
                  <a:cubicBezTo>
                    <a:pt x="2426" y="8070"/>
                    <a:pt x="2426" y="8122"/>
                    <a:pt x="2114" y="8469"/>
                  </a:cubicBezTo>
                  <a:cubicBezTo>
                    <a:pt x="1698" y="8226"/>
                    <a:pt x="1681" y="8191"/>
                    <a:pt x="2028" y="7758"/>
                  </a:cubicBezTo>
                  <a:close/>
                  <a:moveTo>
                    <a:pt x="2599" y="8278"/>
                  </a:moveTo>
                  <a:lnTo>
                    <a:pt x="2946" y="8538"/>
                  </a:lnTo>
                  <a:lnTo>
                    <a:pt x="2617" y="8884"/>
                  </a:lnTo>
                  <a:lnTo>
                    <a:pt x="2340" y="8694"/>
                  </a:lnTo>
                  <a:lnTo>
                    <a:pt x="2599" y="8278"/>
                  </a:lnTo>
                  <a:close/>
                  <a:moveTo>
                    <a:pt x="5723" y="255"/>
                  </a:moveTo>
                  <a:cubicBezTo>
                    <a:pt x="5733" y="255"/>
                    <a:pt x="5743" y="255"/>
                    <a:pt x="5753" y="255"/>
                  </a:cubicBezTo>
                  <a:cubicBezTo>
                    <a:pt x="8335" y="272"/>
                    <a:pt x="10276" y="2144"/>
                    <a:pt x="10363" y="4691"/>
                  </a:cubicBezTo>
                  <a:cubicBezTo>
                    <a:pt x="10276" y="7273"/>
                    <a:pt x="8370" y="9144"/>
                    <a:pt x="5753" y="9144"/>
                  </a:cubicBezTo>
                  <a:cubicBezTo>
                    <a:pt x="3085" y="9144"/>
                    <a:pt x="1231" y="7169"/>
                    <a:pt x="1179" y="4708"/>
                  </a:cubicBezTo>
                  <a:cubicBezTo>
                    <a:pt x="1127" y="2138"/>
                    <a:pt x="3496" y="255"/>
                    <a:pt x="5723" y="255"/>
                  </a:cubicBezTo>
                  <a:close/>
                  <a:moveTo>
                    <a:pt x="3154" y="8694"/>
                  </a:moveTo>
                  <a:cubicBezTo>
                    <a:pt x="3622" y="8919"/>
                    <a:pt x="3639" y="8936"/>
                    <a:pt x="3362" y="9283"/>
                  </a:cubicBezTo>
                  <a:lnTo>
                    <a:pt x="2963" y="9075"/>
                  </a:lnTo>
                  <a:lnTo>
                    <a:pt x="3154" y="8694"/>
                  </a:lnTo>
                  <a:close/>
                  <a:moveTo>
                    <a:pt x="3847" y="9040"/>
                  </a:moveTo>
                  <a:lnTo>
                    <a:pt x="4471" y="9248"/>
                  </a:lnTo>
                  <a:cubicBezTo>
                    <a:pt x="4436" y="9370"/>
                    <a:pt x="4402" y="9456"/>
                    <a:pt x="4350" y="9578"/>
                  </a:cubicBezTo>
                  <a:lnTo>
                    <a:pt x="3674" y="9387"/>
                  </a:lnTo>
                  <a:cubicBezTo>
                    <a:pt x="3743" y="9248"/>
                    <a:pt x="3795" y="9162"/>
                    <a:pt x="3847" y="9040"/>
                  </a:cubicBezTo>
                  <a:close/>
                  <a:moveTo>
                    <a:pt x="6810" y="9387"/>
                  </a:moveTo>
                  <a:lnTo>
                    <a:pt x="5996" y="9595"/>
                  </a:lnTo>
                  <a:cubicBezTo>
                    <a:pt x="5996" y="9404"/>
                    <a:pt x="6117" y="9387"/>
                    <a:pt x="6810" y="9387"/>
                  </a:cubicBezTo>
                  <a:close/>
                  <a:moveTo>
                    <a:pt x="4766" y="9318"/>
                  </a:moveTo>
                  <a:lnTo>
                    <a:pt x="5129" y="9387"/>
                  </a:lnTo>
                  <a:cubicBezTo>
                    <a:pt x="5085" y="9585"/>
                    <a:pt x="5062" y="9657"/>
                    <a:pt x="4954" y="9657"/>
                  </a:cubicBezTo>
                  <a:cubicBezTo>
                    <a:pt x="4892" y="9657"/>
                    <a:pt x="4801" y="9633"/>
                    <a:pt x="4662" y="9595"/>
                  </a:cubicBezTo>
                  <a:lnTo>
                    <a:pt x="4766" y="9318"/>
                  </a:lnTo>
                  <a:close/>
                  <a:moveTo>
                    <a:pt x="5782" y="0"/>
                  </a:moveTo>
                  <a:cubicBezTo>
                    <a:pt x="4702" y="0"/>
                    <a:pt x="3620" y="352"/>
                    <a:pt x="2721" y="1069"/>
                  </a:cubicBezTo>
                  <a:cubicBezTo>
                    <a:pt x="2374" y="1329"/>
                    <a:pt x="2062" y="1607"/>
                    <a:pt x="1768" y="1901"/>
                  </a:cubicBezTo>
                  <a:cubicBezTo>
                    <a:pt x="381" y="3339"/>
                    <a:pt x="0" y="5038"/>
                    <a:pt x="676" y="6892"/>
                  </a:cubicBezTo>
                  <a:cubicBezTo>
                    <a:pt x="1347" y="8733"/>
                    <a:pt x="3197" y="9924"/>
                    <a:pt x="5580" y="9924"/>
                  </a:cubicBezTo>
                  <a:cubicBezTo>
                    <a:pt x="5597" y="9924"/>
                    <a:pt x="5615" y="9924"/>
                    <a:pt x="5632" y="9924"/>
                  </a:cubicBezTo>
                  <a:cubicBezTo>
                    <a:pt x="6498" y="9855"/>
                    <a:pt x="7330" y="9560"/>
                    <a:pt x="8023" y="9040"/>
                  </a:cubicBezTo>
                  <a:cubicBezTo>
                    <a:pt x="8474" y="8694"/>
                    <a:pt x="8924" y="8330"/>
                    <a:pt x="9323" y="7914"/>
                  </a:cubicBezTo>
                  <a:cubicBezTo>
                    <a:pt x="11056" y="6129"/>
                    <a:pt x="11056" y="3270"/>
                    <a:pt x="9323" y="1485"/>
                  </a:cubicBezTo>
                  <a:cubicBezTo>
                    <a:pt x="8360" y="504"/>
                    <a:pt x="7073" y="0"/>
                    <a:pt x="5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35"/>
            <p:cNvSpPr/>
            <p:nvPr/>
          </p:nvSpPr>
          <p:spPr>
            <a:xfrm>
              <a:off x="6896371" y="3975065"/>
              <a:ext cx="553436" cy="496821"/>
            </a:xfrm>
            <a:custGeom>
              <a:rect b="b" l="l" r="r" t="t"/>
              <a:pathLst>
                <a:path extrusionOk="0" h="9925" w="11056">
                  <a:moveTo>
                    <a:pt x="1040" y="3270"/>
                  </a:moveTo>
                  <a:lnTo>
                    <a:pt x="1109" y="3287"/>
                  </a:lnTo>
                  <a:lnTo>
                    <a:pt x="1092" y="3287"/>
                  </a:lnTo>
                  <a:cubicBezTo>
                    <a:pt x="1040" y="3669"/>
                    <a:pt x="988" y="4067"/>
                    <a:pt x="919" y="4448"/>
                  </a:cubicBezTo>
                  <a:cubicBezTo>
                    <a:pt x="901" y="4535"/>
                    <a:pt x="780" y="4604"/>
                    <a:pt x="711" y="4691"/>
                  </a:cubicBezTo>
                  <a:lnTo>
                    <a:pt x="624" y="4639"/>
                  </a:lnTo>
                  <a:cubicBezTo>
                    <a:pt x="763" y="4189"/>
                    <a:pt x="901" y="3738"/>
                    <a:pt x="1040" y="3270"/>
                  </a:cubicBezTo>
                  <a:close/>
                  <a:moveTo>
                    <a:pt x="901" y="4916"/>
                  </a:moveTo>
                  <a:cubicBezTo>
                    <a:pt x="988" y="5176"/>
                    <a:pt x="971" y="5402"/>
                    <a:pt x="659" y="5540"/>
                  </a:cubicBezTo>
                  <a:cubicBezTo>
                    <a:pt x="555" y="5107"/>
                    <a:pt x="572" y="5072"/>
                    <a:pt x="901" y="4916"/>
                  </a:cubicBezTo>
                  <a:close/>
                  <a:moveTo>
                    <a:pt x="1005" y="5679"/>
                  </a:moveTo>
                  <a:lnTo>
                    <a:pt x="1005" y="5679"/>
                  </a:lnTo>
                  <a:cubicBezTo>
                    <a:pt x="1196" y="6216"/>
                    <a:pt x="1196" y="6216"/>
                    <a:pt x="849" y="6476"/>
                  </a:cubicBezTo>
                  <a:cubicBezTo>
                    <a:pt x="624" y="6043"/>
                    <a:pt x="641" y="5921"/>
                    <a:pt x="1005" y="5679"/>
                  </a:cubicBezTo>
                  <a:close/>
                  <a:moveTo>
                    <a:pt x="1265" y="6528"/>
                  </a:moveTo>
                  <a:lnTo>
                    <a:pt x="1265" y="6528"/>
                  </a:lnTo>
                  <a:cubicBezTo>
                    <a:pt x="1508" y="6892"/>
                    <a:pt x="1508" y="6892"/>
                    <a:pt x="1161" y="7204"/>
                  </a:cubicBezTo>
                  <a:cubicBezTo>
                    <a:pt x="884" y="6892"/>
                    <a:pt x="884" y="6840"/>
                    <a:pt x="1265" y="6528"/>
                  </a:cubicBezTo>
                  <a:close/>
                  <a:moveTo>
                    <a:pt x="1612" y="7186"/>
                  </a:moveTo>
                  <a:lnTo>
                    <a:pt x="1612" y="7186"/>
                  </a:lnTo>
                  <a:cubicBezTo>
                    <a:pt x="1906" y="7516"/>
                    <a:pt x="1906" y="7516"/>
                    <a:pt x="1560" y="7879"/>
                  </a:cubicBezTo>
                  <a:cubicBezTo>
                    <a:pt x="1231" y="7533"/>
                    <a:pt x="1248" y="7481"/>
                    <a:pt x="1612" y="7186"/>
                  </a:cubicBezTo>
                  <a:close/>
                  <a:moveTo>
                    <a:pt x="2028" y="7758"/>
                  </a:moveTo>
                  <a:cubicBezTo>
                    <a:pt x="2426" y="8070"/>
                    <a:pt x="2426" y="8122"/>
                    <a:pt x="2114" y="8469"/>
                  </a:cubicBezTo>
                  <a:cubicBezTo>
                    <a:pt x="1698" y="8226"/>
                    <a:pt x="1681" y="8191"/>
                    <a:pt x="2028" y="7758"/>
                  </a:cubicBezTo>
                  <a:close/>
                  <a:moveTo>
                    <a:pt x="2599" y="8278"/>
                  </a:moveTo>
                  <a:lnTo>
                    <a:pt x="2946" y="8538"/>
                  </a:lnTo>
                  <a:lnTo>
                    <a:pt x="2617" y="8884"/>
                  </a:lnTo>
                  <a:lnTo>
                    <a:pt x="2340" y="8694"/>
                  </a:lnTo>
                  <a:lnTo>
                    <a:pt x="2599" y="8278"/>
                  </a:lnTo>
                  <a:close/>
                  <a:moveTo>
                    <a:pt x="5723" y="255"/>
                  </a:moveTo>
                  <a:cubicBezTo>
                    <a:pt x="5733" y="255"/>
                    <a:pt x="5743" y="255"/>
                    <a:pt x="5753" y="255"/>
                  </a:cubicBezTo>
                  <a:cubicBezTo>
                    <a:pt x="8335" y="272"/>
                    <a:pt x="10276" y="2144"/>
                    <a:pt x="10363" y="4691"/>
                  </a:cubicBezTo>
                  <a:cubicBezTo>
                    <a:pt x="10276" y="7273"/>
                    <a:pt x="8370" y="9144"/>
                    <a:pt x="5753" y="9144"/>
                  </a:cubicBezTo>
                  <a:cubicBezTo>
                    <a:pt x="3085" y="9144"/>
                    <a:pt x="1231" y="7169"/>
                    <a:pt x="1179" y="4708"/>
                  </a:cubicBezTo>
                  <a:cubicBezTo>
                    <a:pt x="1127" y="2138"/>
                    <a:pt x="3496" y="255"/>
                    <a:pt x="5723" y="255"/>
                  </a:cubicBezTo>
                  <a:close/>
                  <a:moveTo>
                    <a:pt x="3154" y="8694"/>
                  </a:moveTo>
                  <a:cubicBezTo>
                    <a:pt x="3622" y="8919"/>
                    <a:pt x="3639" y="8936"/>
                    <a:pt x="3362" y="9283"/>
                  </a:cubicBezTo>
                  <a:lnTo>
                    <a:pt x="2963" y="9075"/>
                  </a:lnTo>
                  <a:lnTo>
                    <a:pt x="3154" y="8694"/>
                  </a:lnTo>
                  <a:close/>
                  <a:moveTo>
                    <a:pt x="3847" y="9040"/>
                  </a:moveTo>
                  <a:lnTo>
                    <a:pt x="4471" y="9248"/>
                  </a:lnTo>
                  <a:cubicBezTo>
                    <a:pt x="4436" y="9370"/>
                    <a:pt x="4402" y="9456"/>
                    <a:pt x="4350" y="9578"/>
                  </a:cubicBezTo>
                  <a:lnTo>
                    <a:pt x="3674" y="9387"/>
                  </a:lnTo>
                  <a:cubicBezTo>
                    <a:pt x="3743" y="9248"/>
                    <a:pt x="3795" y="9162"/>
                    <a:pt x="3847" y="9040"/>
                  </a:cubicBezTo>
                  <a:close/>
                  <a:moveTo>
                    <a:pt x="6810" y="9387"/>
                  </a:moveTo>
                  <a:lnTo>
                    <a:pt x="5996" y="9595"/>
                  </a:lnTo>
                  <a:cubicBezTo>
                    <a:pt x="5996" y="9404"/>
                    <a:pt x="6117" y="9387"/>
                    <a:pt x="6810" y="9387"/>
                  </a:cubicBezTo>
                  <a:close/>
                  <a:moveTo>
                    <a:pt x="4766" y="9318"/>
                  </a:moveTo>
                  <a:lnTo>
                    <a:pt x="5129" y="9387"/>
                  </a:lnTo>
                  <a:cubicBezTo>
                    <a:pt x="5085" y="9585"/>
                    <a:pt x="5062" y="9657"/>
                    <a:pt x="4954" y="9657"/>
                  </a:cubicBezTo>
                  <a:cubicBezTo>
                    <a:pt x="4892" y="9657"/>
                    <a:pt x="4801" y="9633"/>
                    <a:pt x="4662" y="9595"/>
                  </a:cubicBezTo>
                  <a:lnTo>
                    <a:pt x="4766" y="9318"/>
                  </a:lnTo>
                  <a:close/>
                  <a:moveTo>
                    <a:pt x="5782" y="0"/>
                  </a:moveTo>
                  <a:cubicBezTo>
                    <a:pt x="4702" y="0"/>
                    <a:pt x="3620" y="352"/>
                    <a:pt x="2721" y="1069"/>
                  </a:cubicBezTo>
                  <a:cubicBezTo>
                    <a:pt x="2374" y="1329"/>
                    <a:pt x="2062" y="1607"/>
                    <a:pt x="1768" y="1901"/>
                  </a:cubicBezTo>
                  <a:cubicBezTo>
                    <a:pt x="381" y="3339"/>
                    <a:pt x="0" y="5038"/>
                    <a:pt x="676" y="6892"/>
                  </a:cubicBezTo>
                  <a:cubicBezTo>
                    <a:pt x="1347" y="8733"/>
                    <a:pt x="3197" y="9924"/>
                    <a:pt x="5580" y="9924"/>
                  </a:cubicBezTo>
                  <a:cubicBezTo>
                    <a:pt x="5597" y="9924"/>
                    <a:pt x="5615" y="9924"/>
                    <a:pt x="5632" y="9924"/>
                  </a:cubicBezTo>
                  <a:cubicBezTo>
                    <a:pt x="6498" y="9855"/>
                    <a:pt x="7330" y="9560"/>
                    <a:pt x="8023" y="9040"/>
                  </a:cubicBezTo>
                  <a:cubicBezTo>
                    <a:pt x="8474" y="8694"/>
                    <a:pt x="8924" y="8330"/>
                    <a:pt x="9323" y="7914"/>
                  </a:cubicBezTo>
                  <a:cubicBezTo>
                    <a:pt x="11056" y="6129"/>
                    <a:pt x="11056" y="3270"/>
                    <a:pt x="9323" y="1485"/>
                  </a:cubicBezTo>
                  <a:cubicBezTo>
                    <a:pt x="8360" y="504"/>
                    <a:pt x="7073" y="0"/>
                    <a:pt x="5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35"/>
            <p:cNvSpPr/>
            <p:nvPr/>
          </p:nvSpPr>
          <p:spPr>
            <a:xfrm>
              <a:off x="7646538" y="3975065"/>
              <a:ext cx="553436" cy="496821"/>
            </a:xfrm>
            <a:custGeom>
              <a:rect b="b" l="l" r="r" t="t"/>
              <a:pathLst>
                <a:path extrusionOk="0" h="9925" w="11056">
                  <a:moveTo>
                    <a:pt x="1040" y="3270"/>
                  </a:moveTo>
                  <a:lnTo>
                    <a:pt x="1109" y="3287"/>
                  </a:lnTo>
                  <a:lnTo>
                    <a:pt x="1092" y="3287"/>
                  </a:lnTo>
                  <a:cubicBezTo>
                    <a:pt x="1040" y="3669"/>
                    <a:pt x="988" y="4067"/>
                    <a:pt x="919" y="4448"/>
                  </a:cubicBezTo>
                  <a:cubicBezTo>
                    <a:pt x="901" y="4535"/>
                    <a:pt x="780" y="4604"/>
                    <a:pt x="711" y="4691"/>
                  </a:cubicBezTo>
                  <a:lnTo>
                    <a:pt x="624" y="4639"/>
                  </a:lnTo>
                  <a:cubicBezTo>
                    <a:pt x="763" y="4189"/>
                    <a:pt x="901" y="3738"/>
                    <a:pt x="1040" y="3270"/>
                  </a:cubicBezTo>
                  <a:close/>
                  <a:moveTo>
                    <a:pt x="901" y="4916"/>
                  </a:moveTo>
                  <a:cubicBezTo>
                    <a:pt x="988" y="5176"/>
                    <a:pt x="971" y="5402"/>
                    <a:pt x="659" y="5540"/>
                  </a:cubicBezTo>
                  <a:cubicBezTo>
                    <a:pt x="555" y="5107"/>
                    <a:pt x="572" y="5072"/>
                    <a:pt x="901" y="4916"/>
                  </a:cubicBezTo>
                  <a:close/>
                  <a:moveTo>
                    <a:pt x="1005" y="5679"/>
                  </a:moveTo>
                  <a:lnTo>
                    <a:pt x="1005" y="5679"/>
                  </a:lnTo>
                  <a:cubicBezTo>
                    <a:pt x="1196" y="6216"/>
                    <a:pt x="1196" y="6216"/>
                    <a:pt x="849" y="6476"/>
                  </a:cubicBezTo>
                  <a:cubicBezTo>
                    <a:pt x="624" y="6043"/>
                    <a:pt x="641" y="5921"/>
                    <a:pt x="1005" y="5679"/>
                  </a:cubicBezTo>
                  <a:close/>
                  <a:moveTo>
                    <a:pt x="1265" y="6528"/>
                  </a:moveTo>
                  <a:lnTo>
                    <a:pt x="1265" y="6528"/>
                  </a:lnTo>
                  <a:cubicBezTo>
                    <a:pt x="1508" y="6892"/>
                    <a:pt x="1508" y="6892"/>
                    <a:pt x="1161" y="7204"/>
                  </a:cubicBezTo>
                  <a:cubicBezTo>
                    <a:pt x="884" y="6892"/>
                    <a:pt x="884" y="6840"/>
                    <a:pt x="1265" y="6528"/>
                  </a:cubicBezTo>
                  <a:close/>
                  <a:moveTo>
                    <a:pt x="1612" y="7186"/>
                  </a:moveTo>
                  <a:lnTo>
                    <a:pt x="1612" y="7186"/>
                  </a:lnTo>
                  <a:cubicBezTo>
                    <a:pt x="1906" y="7516"/>
                    <a:pt x="1906" y="7516"/>
                    <a:pt x="1560" y="7879"/>
                  </a:cubicBezTo>
                  <a:cubicBezTo>
                    <a:pt x="1231" y="7533"/>
                    <a:pt x="1248" y="7481"/>
                    <a:pt x="1612" y="7186"/>
                  </a:cubicBezTo>
                  <a:close/>
                  <a:moveTo>
                    <a:pt x="2028" y="7758"/>
                  </a:moveTo>
                  <a:cubicBezTo>
                    <a:pt x="2426" y="8070"/>
                    <a:pt x="2426" y="8122"/>
                    <a:pt x="2114" y="8469"/>
                  </a:cubicBezTo>
                  <a:cubicBezTo>
                    <a:pt x="1698" y="8226"/>
                    <a:pt x="1681" y="8191"/>
                    <a:pt x="2028" y="7758"/>
                  </a:cubicBezTo>
                  <a:close/>
                  <a:moveTo>
                    <a:pt x="2599" y="8278"/>
                  </a:moveTo>
                  <a:lnTo>
                    <a:pt x="2946" y="8538"/>
                  </a:lnTo>
                  <a:lnTo>
                    <a:pt x="2617" y="8884"/>
                  </a:lnTo>
                  <a:lnTo>
                    <a:pt x="2340" y="8694"/>
                  </a:lnTo>
                  <a:lnTo>
                    <a:pt x="2599" y="8278"/>
                  </a:lnTo>
                  <a:close/>
                  <a:moveTo>
                    <a:pt x="5723" y="255"/>
                  </a:moveTo>
                  <a:cubicBezTo>
                    <a:pt x="5733" y="255"/>
                    <a:pt x="5743" y="255"/>
                    <a:pt x="5753" y="255"/>
                  </a:cubicBezTo>
                  <a:cubicBezTo>
                    <a:pt x="8335" y="272"/>
                    <a:pt x="10276" y="2144"/>
                    <a:pt x="10363" y="4691"/>
                  </a:cubicBezTo>
                  <a:cubicBezTo>
                    <a:pt x="10276" y="7273"/>
                    <a:pt x="8370" y="9144"/>
                    <a:pt x="5753" y="9144"/>
                  </a:cubicBezTo>
                  <a:cubicBezTo>
                    <a:pt x="3085" y="9144"/>
                    <a:pt x="1231" y="7169"/>
                    <a:pt x="1179" y="4708"/>
                  </a:cubicBezTo>
                  <a:cubicBezTo>
                    <a:pt x="1127" y="2138"/>
                    <a:pt x="3496" y="255"/>
                    <a:pt x="5723" y="255"/>
                  </a:cubicBezTo>
                  <a:close/>
                  <a:moveTo>
                    <a:pt x="3154" y="8694"/>
                  </a:moveTo>
                  <a:cubicBezTo>
                    <a:pt x="3622" y="8919"/>
                    <a:pt x="3639" y="8936"/>
                    <a:pt x="3362" y="9283"/>
                  </a:cubicBezTo>
                  <a:lnTo>
                    <a:pt x="2963" y="9075"/>
                  </a:lnTo>
                  <a:lnTo>
                    <a:pt x="3154" y="8694"/>
                  </a:lnTo>
                  <a:close/>
                  <a:moveTo>
                    <a:pt x="3847" y="9040"/>
                  </a:moveTo>
                  <a:lnTo>
                    <a:pt x="4471" y="9248"/>
                  </a:lnTo>
                  <a:cubicBezTo>
                    <a:pt x="4436" y="9370"/>
                    <a:pt x="4402" y="9456"/>
                    <a:pt x="4350" y="9578"/>
                  </a:cubicBezTo>
                  <a:lnTo>
                    <a:pt x="3674" y="9387"/>
                  </a:lnTo>
                  <a:cubicBezTo>
                    <a:pt x="3743" y="9248"/>
                    <a:pt x="3795" y="9162"/>
                    <a:pt x="3847" y="9040"/>
                  </a:cubicBezTo>
                  <a:close/>
                  <a:moveTo>
                    <a:pt x="6810" y="9387"/>
                  </a:moveTo>
                  <a:lnTo>
                    <a:pt x="5996" y="9595"/>
                  </a:lnTo>
                  <a:cubicBezTo>
                    <a:pt x="5996" y="9404"/>
                    <a:pt x="6117" y="9387"/>
                    <a:pt x="6810" y="9387"/>
                  </a:cubicBezTo>
                  <a:close/>
                  <a:moveTo>
                    <a:pt x="4766" y="9318"/>
                  </a:moveTo>
                  <a:lnTo>
                    <a:pt x="5129" y="9387"/>
                  </a:lnTo>
                  <a:cubicBezTo>
                    <a:pt x="5085" y="9585"/>
                    <a:pt x="5062" y="9657"/>
                    <a:pt x="4954" y="9657"/>
                  </a:cubicBezTo>
                  <a:cubicBezTo>
                    <a:pt x="4892" y="9657"/>
                    <a:pt x="4801" y="9633"/>
                    <a:pt x="4662" y="9595"/>
                  </a:cubicBezTo>
                  <a:lnTo>
                    <a:pt x="4766" y="9318"/>
                  </a:lnTo>
                  <a:close/>
                  <a:moveTo>
                    <a:pt x="5782" y="0"/>
                  </a:moveTo>
                  <a:cubicBezTo>
                    <a:pt x="4702" y="0"/>
                    <a:pt x="3620" y="352"/>
                    <a:pt x="2721" y="1069"/>
                  </a:cubicBezTo>
                  <a:cubicBezTo>
                    <a:pt x="2374" y="1329"/>
                    <a:pt x="2062" y="1607"/>
                    <a:pt x="1768" y="1901"/>
                  </a:cubicBezTo>
                  <a:cubicBezTo>
                    <a:pt x="381" y="3339"/>
                    <a:pt x="0" y="5038"/>
                    <a:pt x="676" y="6892"/>
                  </a:cubicBezTo>
                  <a:cubicBezTo>
                    <a:pt x="1347" y="8733"/>
                    <a:pt x="3197" y="9924"/>
                    <a:pt x="5580" y="9924"/>
                  </a:cubicBezTo>
                  <a:cubicBezTo>
                    <a:pt x="5597" y="9924"/>
                    <a:pt x="5615" y="9924"/>
                    <a:pt x="5632" y="9924"/>
                  </a:cubicBezTo>
                  <a:cubicBezTo>
                    <a:pt x="6498" y="9855"/>
                    <a:pt x="7330" y="9560"/>
                    <a:pt x="8023" y="9040"/>
                  </a:cubicBezTo>
                  <a:cubicBezTo>
                    <a:pt x="8474" y="8694"/>
                    <a:pt x="8924" y="8330"/>
                    <a:pt x="9323" y="7914"/>
                  </a:cubicBezTo>
                  <a:cubicBezTo>
                    <a:pt x="11056" y="6129"/>
                    <a:pt x="11056" y="3270"/>
                    <a:pt x="9323" y="1485"/>
                  </a:cubicBezTo>
                  <a:cubicBezTo>
                    <a:pt x="8360" y="504"/>
                    <a:pt x="7073" y="0"/>
                    <a:pt x="5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35"/>
            <p:cNvSpPr txBox="1"/>
            <p:nvPr/>
          </p:nvSpPr>
          <p:spPr>
            <a:xfrm>
              <a:off x="6032425" y="4480685"/>
              <a:ext cx="780900" cy="2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2" name="Google Shape;2292;p35"/>
            <p:cNvSpPr txBox="1"/>
            <p:nvPr/>
          </p:nvSpPr>
          <p:spPr>
            <a:xfrm>
              <a:off x="6782591" y="4480692"/>
              <a:ext cx="780900" cy="2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3" name="Google Shape;2293;p35"/>
            <p:cNvSpPr txBox="1"/>
            <p:nvPr/>
          </p:nvSpPr>
          <p:spPr>
            <a:xfrm>
              <a:off x="7532757" y="4480692"/>
              <a:ext cx="780900" cy="2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94" name="Google Shape;2294;p35"/>
          <p:cNvGrpSpPr/>
          <p:nvPr/>
        </p:nvGrpSpPr>
        <p:grpSpPr>
          <a:xfrm>
            <a:off x="3269325" y="3495847"/>
            <a:ext cx="2472650" cy="1280332"/>
            <a:chOff x="3269325" y="3495847"/>
            <a:chExt cx="2472650" cy="1280332"/>
          </a:xfrm>
        </p:grpSpPr>
        <p:sp>
          <p:nvSpPr>
            <p:cNvPr id="2295" name="Google Shape;2295;p35"/>
            <p:cNvSpPr/>
            <p:nvPr/>
          </p:nvSpPr>
          <p:spPr>
            <a:xfrm>
              <a:off x="3269325" y="3811748"/>
              <a:ext cx="2472650" cy="964432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35"/>
            <p:cNvSpPr/>
            <p:nvPr/>
          </p:nvSpPr>
          <p:spPr>
            <a:xfrm>
              <a:off x="3397143" y="3495847"/>
              <a:ext cx="2344816" cy="247956"/>
            </a:xfrm>
            <a:custGeom>
              <a:rect b="b" l="l" r="r" t="t"/>
              <a:pathLst>
                <a:path extrusionOk="0" fill="none" h="8235" w="77875">
                  <a:moveTo>
                    <a:pt x="1" y="1"/>
                  </a:moveTo>
                  <a:lnTo>
                    <a:pt x="77875" y="1"/>
                  </a:lnTo>
                  <a:lnTo>
                    <a:pt x="77875" y="8235"/>
                  </a:lnTo>
                  <a:lnTo>
                    <a:pt x="1" y="8235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Goals</a:t>
              </a:r>
              <a:endParaRPr b="1" sz="18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97" name="Google Shape;2297;p35"/>
            <p:cNvSpPr txBox="1"/>
            <p:nvPr/>
          </p:nvSpPr>
          <p:spPr>
            <a:xfrm>
              <a:off x="3675600" y="3925813"/>
              <a:ext cx="76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Neptune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8" name="Google Shape;2298;p35"/>
            <p:cNvSpPr txBox="1"/>
            <p:nvPr/>
          </p:nvSpPr>
          <p:spPr>
            <a:xfrm>
              <a:off x="3675600" y="4214645"/>
              <a:ext cx="76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9" name="Google Shape;2299;p35"/>
            <p:cNvSpPr txBox="1"/>
            <p:nvPr/>
          </p:nvSpPr>
          <p:spPr>
            <a:xfrm>
              <a:off x="3675600" y="4503478"/>
              <a:ext cx="76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0" name="Google Shape;2300;p35"/>
            <p:cNvSpPr txBox="1"/>
            <p:nvPr/>
          </p:nvSpPr>
          <p:spPr>
            <a:xfrm>
              <a:off x="4793775" y="3925813"/>
              <a:ext cx="76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1" name="Google Shape;2301;p35"/>
            <p:cNvSpPr txBox="1"/>
            <p:nvPr/>
          </p:nvSpPr>
          <p:spPr>
            <a:xfrm>
              <a:off x="4793775" y="4214645"/>
              <a:ext cx="76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2" name="Google Shape;2302;p35"/>
            <p:cNvSpPr txBox="1"/>
            <p:nvPr/>
          </p:nvSpPr>
          <p:spPr>
            <a:xfrm>
              <a:off x="4793775" y="4503478"/>
              <a:ext cx="763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303" name="Google Shape;2303;p35"/>
            <p:cNvGrpSpPr/>
            <p:nvPr/>
          </p:nvGrpSpPr>
          <p:grpSpPr>
            <a:xfrm>
              <a:off x="3503208" y="3898101"/>
              <a:ext cx="172392" cy="227915"/>
              <a:chOff x="-5596489" y="1297421"/>
              <a:chExt cx="342456" cy="452751"/>
            </a:xfrm>
          </p:grpSpPr>
          <p:sp>
            <p:nvSpPr>
              <p:cNvPr id="2304" name="Google Shape;2304;p35"/>
              <p:cNvSpPr/>
              <p:nvPr/>
            </p:nvSpPr>
            <p:spPr>
              <a:xfrm>
                <a:off x="-5596489" y="1297421"/>
                <a:ext cx="342456" cy="452751"/>
              </a:xfrm>
              <a:custGeom>
                <a:rect b="b" l="l" r="r" t="t"/>
                <a:pathLst>
                  <a:path extrusionOk="0" h="13148" w="9945">
                    <a:moveTo>
                      <a:pt x="7446" y="448"/>
                    </a:moveTo>
                    <a:cubicBezTo>
                      <a:pt x="8097" y="448"/>
                      <a:pt x="8970" y="758"/>
                      <a:pt x="9506" y="900"/>
                    </a:cubicBezTo>
                    <a:cubicBezTo>
                      <a:pt x="7922" y="4072"/>
                      <a:pt x="6804" y="7570"/>
                      <a:pt x="5877" y="10980"/>
                    </a:cubicBezTo>
                    <a:cubicBezTo>
                      <a:pt x="5785" y="11321"/>
                      <a:pt x="5759" y="11862"/>
                      <a:pt x="5567" y="12163"/>
                    </a:cubicBezTo>
                    <a:cubicBezTo>
                      <a:pt x="5215" y="12719"/>
                      <a:pt x="4734" y="12648"/>
                      <a:pt x="4180" y="12718"/>
                    </a:cubicBezTo>
                    <a:cubicBezTo>
                      <a:pt x="3913" y="12753"/>
                      <a:pt x="3646" y="12823"/>
                      <a:pt x="3391" y="12823"/>
                    </a:cubicBezTo>
                    <a:cubicBezTo>
                      <a:pt x="3138" y="12823"/>
                      <a:pt x="2899" y="12753"/>
                      <a:pt x="2688" y="12507"/>
                    </a:cubicBezTo>
                    <a:cubicBezTo>
                      <a:pt x="2652" y="12463"/>
                      <a:pt x="2617" y="12398"/>
                      <a:pt x="2582" y="12326"/>
                    </a:cubicBezTo>
                    <a:lnTo>
                      <a:pt x="2582" y="12326"/>
                    </a:lnTo>
                    <a:cubicBezTo>
                      <a:pt x="2978" y="12397"/>
                      <a:pt x="3380" y="12456"/>
                      <a:pt x="3780" y="12510"/>
                    </a:cubicBezTo>
                    <a:cubicBezTo>
                      <a:pt x="3782" y="12510"/>
                      <a:pt x="3783" y="12510"/>
                      <a:pt x="3784" y="12510"/>
                    </a:cubicBezTo>
                    <a:cubicBezTo>
                      <a:pt x="3824" y="12510"/>
                      <a:pt x="3832" y="12441"/>
                      <a:pt x="3791" y="12434"/>
                    </a:cubicBezTo>
                    <a:cubicBezTo>
                      <a:pt x="3379" y="12365"/>
                      <a:pt x="2964" y="12302"/>
                      <a:pt x="2549" y="12252"/>
                    </a:cubicBezTo>
                    <a:cubicBezTo>
                      <a:pt x="2479" y="12085"/>
                      <a:pt x="2416" y="11874"/>
                      <a:pt x="2359" y="11672"/>
                    </a:cubicBezTo>
                    <a:lnTo>
                      <a:pt x="2359" y="11672"/>
                    </a:lnTo>
                    <a:cubicBezTo>
                      <a:pt x="2771" y="11729"/>
                      <a:pt x="3189" y="11774"/>
                      <a:pt x="3603" y="11810"/>
                    </a:cubicBezTo>
                    <a:cubicBezTo>
                      <a:pt x="3605" y="11810"/>
                      <a:pt x="3607" y="11810"/>
                      <a:pt x="3608" y="11810"/>
                    </a:cubicBezTo>
                    <a:cubicBezTo>
                      <a:pt x="3665" y="11810"/>
                      <a:pt x="3661" y="11722"/>
                      <a:pt x="3603" y="11715"/>
                    </a:cubicBezTo>
                    <a:cubicBezTo>
                      <a:pt x="3183" y="11662"/>
                      <a:pt x="2757" y="11614"/>
                      <a:pt x="2334" y="11583"/>
                    </a:cubicBezTo>
                    <a:cubicBezTo>
                      <a:pt x="2277" y="11380"/>
                      <a:pt x="2229" y="11192"/>
                      <a:pt x="2188" y="11078"/>
                    </a:cubicBezTo>
                    <a:lnTo>
                      <a:pt x="2095" y="10812"/>
                    </a:lnTo>
                    <a:lnTo>
                      <a:pt x="2095" y="10812"/>
                    </a:lnTo>
                    <a:cubicBezTo>
                      <a:pt x="2435" y="10847"/>
                      <a:pt x="2776" y="10892"/>
                      <a:pt x="3117" y="10909"/>
                    </a:cubicBezTo>
                    <a:cubicBezTo>
                      <a:pt x="3118" y="10909"/>
                      <a:pt x="3118" y="10909"/>
                      <a:pt x="3119" y="10909"/>
                    </a:cubicBezTo>
                    <a:cubicBezTo>
                      <a:pt x="3162" y="10909"/>
                      <a:pt x="3160" y="10845"/>
                      <a:pt x="3117" y="10840"/>
                    </a:cubicBezTo>
                    <a:cubicBezTo>
                      <a:pt x="2772" y="10798"/>
                      <a:pt x="2423" y="10783"/>
                      <a:pt x="2076" y="10759"/>
                    </a:cubicBezTo>
                    <a:lnTo>
                      <a:pt x="1799" y="9965"/>
                    </a:lnTo>
                    <a:lnTo>
                      <a:pt x="1799" y="9965"/>
                    </a:lnTo>
                    <a:cubicBezTo>
                      <a:pt x="2059" y="9978"/>
                      <a:pt x="2318" y="10015"/>
                      <a:pt x="2573" y="10074"/>
                    </a:cubicBezTo>
                    <a:cubicBezTo>
                      <a:pt x="2577" y="10075"/>
                      <a:pt x="2580" y="10075"/>
                      <a:pt x="2584" y="10075"/>
                    </a:cubicBezTo>
                    <a:cubicBezTo>
                      <a:pt x="2627" y="10075"/>
                      <a:pt x="2642" y="10009"/>
                      <a:pt x="2595" y="9996"/>
                    </a:cubicBezTo>
                    <a:cubicBezTo>
                      <a:pt x="2325" y="9926"/>
                      <a:pt x="2047" y="9887"/>
                      <a:pt x="1767" y="9881"/>
                    </a:cubicBezTo>
                    <a:cubicBezTo>
                      <a:pt x="1685" y="9646"/>
                      <a:pt x="1601" y="9412"/>
                      <a:pt x="1519" y="9179"/>
                    </a:cubicBezTo>
                    <a:lnTo>
                      <a:pt x="1519" y="9179"/>
                    </a:lnTo>
                    <a:cubicBezTo>
                      <a:pt x="1860" y="9232"/>
                      <a:pt x="2199" y="9291"/>
                      <a:pt x="2542" y="9322"/>
                    </a:cubicBezTo>
                    <a:cubicBezTo>
                      <a:pt x="2543" y="9322"/>
                      <a:pt x="2544" y="9323"/>
                      <a:pt x="2545" y="9323"/>
                    </a:cubicBezTo>
                    <a:cubicBezTo>
                      <a:pt x="2590" y="9323"/>
                      <a:pt x="2599" y="9248"/>
                      <a:pt x="2552" y="9238"/>
                    </a:cubicBezTo>
                    <a:cubicBezTo>
                      <a:pt x="2199" y="9165"/>
                      <a:pt x="1838" y="9120"/>
                      <a:pt x="1481" y="9071"/>
                    </a:cubicBezTo>
                    <a:cubicBezTo>
                      <a:pt x="1387" y="8804"/>
                      <a:pt x="1292" y="8539"/>
                      <a:pt x="1197" y="8272"/>
                    </a:cubicBezTo>
                    <a:lnTo>
                      <a:pt x="1197" y="8272"/>
                    </a:lnTo>
                    <a:cubicBezTo>
                      <a:pt x="1542" y="8301"/>
                      <a:pt x="1886" y="8330"/>
                      <a:pt x="2232" y="8344"/>
                    </a:cubicBezTo>
                    <a:cubicBezTo>
                      <a:pt x="2232" y="8344"/>
                      <a:pt x="2233" y="8344"/>
                      <a:pt x="2234" y="8344"/>
                    </a:cubicBezTo>
                    <a:cubicBezTo>
                      <a:pt x="2285" y="8344"/>
                      <a:pt x="2282" y="8269"/>
                      <a:pt x="2232" y="8264"/>
                    </a:cubicBezTo>
                    <a:cubicBezTo>
                      <a:pt x="1875" y="8222"/>
                      <a:pt x="1518" y="8197"/>
                      <a:pt x="1160" y="8171"/>
                    </a:cubicBezTo>
                    <a:cubicBezTo>
                      <a:pt x="1066" y="7905"/>
                      <a:pt x="971" y="7641"/>
                      <a:pt x="876" y="7376"/>
                    </a:cubicBezTo>
                    <a:lnTo>
                      <a:pt x="876" y="7376"/>
                    </a:lnTo>
                    <a:cubicBezTo>
                      <a:pt x="1145" y="7431"/>
                      <a:pt x="1428" y="7453"/>
                      <a:pt x="1701" y="7472"/>
                    </a:cubicBezTo>
                    <a:cubicBezTo>
                      <a:pt x="1702" y="7472"/>
                      <a:pt x="1703" y="7472"/>
                      <a:pt x="1704" y="7472"/>
                    </a:cubicBezTo>
                    <a:cubicBezTo>
                      <a:pt x="1761" y="7472"/>
                      <a:pt x="1774" y="7375"/>
                      <a:pt x="1715" y="7367"/>
                    </a:cubicBezTo>
                    <a:cubicBezTo>
                      <a:pt x="1438" y="7328"/>
                      <a:pt x="1150" y="7288"/>
                      <a:pt x="870" y="7288"/>
                    </a:cubicBezTo>
                    <a:cubicBezTo>
                      <a:pt x="866" y="7288"/>
                      <a:pt x="863" y="7288"/>
                      <a:pt x="859" y="7288"/>
                    </a:cubicBezTo>
                    <a:cubicBezTo>
                      <a:pt x="854" y="7288"/>
                      <a:pt x="851" y="7292"/>
                      <a:pt x="846" y="7293"/>
                    </a:cubicBezTo>
                    <a:cubicBezTo>
                      <a:pt x="767" y="7073"/>
                      <a:pt x="685" y="6854"/>
                      <a:pt x="605" y="6635"/>
                    </a:cubicBezTo>
                    <a:lnTo>
                      <a:pt x="605" y="6635"/>
                    </a:lnTo>
                    <a:cubicBezTo>
                      <a:pt x="956" y="6646"/>
                      <a:pt x="1306" y="6679"/>
                      <a:pt x="1656" y="6715"/>
                    </a:cubicBezTo>
                    <a:cubicBezTo>
                      <a:pt x="1658" y="6716"/>
                      <a:pt x="1659" y="6716"/>
                      <a:pt x="1661" y="6716"/>
                    </a:cubicBezTo>
                    <a:cubicBezTo>
                      <a:pt x="1712" y="6716"/>
                      <a:pt x="1723" y="6628"/>
                      <a:pt x="1669" y="6617"/>
                    </a:cubicBezTo>
                    <a:cubicBezTo>
                      <a:pt x="1321" y="6546"/>
                      <a:pt x="970" y="6525"/>
                      <a:pt x="615" y="6525"/>
                    </a:cubicBezTo>
                    <a:cubicBezTo>
                      <a:pt x="598" y="6525"/>
                      <a:pt x="581" y="6525"/>
                      <a:pt x="564" y="6525"/>
                    </a:cubicBezTo>
                    <a:cubicBezTo>
                      <a:pt x="491" y="6324"/>
                      <a:pt x="417" y="6123"/>
                      <a:pt x="343" y="5922"/>
                    </a:cubicBezTo>
                    <a:lnTo>
                      <a:pt x="343" y="5922"/>
                    </a:lnTo>
                    <a:cubicBezTo>
                      <a:pt x="713" y="6022"/>
                      <a:pt x="1097" y="6091"/>
                      <a:pt x="1471" y="6156"/>
                    </a:cubicBezTo>
                    <a:cubicBezTo>
                      <a:pt x="1475" y="6157"/>
                      <a:pt x="1479" y="6157"/>
                      <a:pt x="1482" y="6157"/>
                    </a:cubicBezTo>
                    <a:cubicBezTo>
                      <a:pt x="1537" y="6157"/>
                      <a:pt x="1559" y="6075"/>
                      <a:pt x="1498" y="6059"/>
                    </a:cubicBezTo>
                    <a:cubicBezTo>
                      <a:pt x="1107" y="5961"/>
                      <a:pt x="703" y="5865"/>
                      <a:pt x="301" y="5808"/>
                    </a:cubicBezTo>
                    <a:cubicBezTo>
                      <a:pt x="270" y="5725"/>
                      <a:pt x="241" y="5642"/>
                      <a:pt x="210" y="5559"/>
                    </a:cubicBezTo>
                    <a:lnTo>
                      <a:pt x="210" y="5559"/>
                    </a:lnTo>
                    <a:cubicBezTo>
                      <a:pt x="225" y="5568"/>
                      <a:pt x="242" y="5572"/>
                      <a:pt x="259" y="5572"/>
                    </a:cubicBezTo>
                    <a:cubicBezTo>
                      <a:pt x="261" y="5572"/>
                      <a:pt x="263" y="5572"/>
                      <a:pt x="265" y="5572"/>
                    </a:cubicBezTo>
                    <a:cubicBezTo>
                      <a:pt x="552" y="5557"/>
                      <a:pt x="824" y="5540"/>
                      <a:pt x="1080" y="5540"/>
                    </a:cubicBezTo>
                    <a:cubicBezTo>
                      <a:pt x="1929" y="5540"/>
                      <a:pt x="2590" y="5725"/>
                      <a:pt x="2964" y="6775"/>
                    </a:cubicBezTo>
                    <a:cubicBezTo>
                      <a:pt x="3266" y="7625"/>
                      <a:pt x="3570" y="8474"/>
                      <a:pt x="3873" y="9323"/>
                    </a:cubicBezTo>
                    <a:cubicBezTo>
                      <a:pt x="3897" y="9390"/>
                      <a:pt x="3961" y="9427"/>
                      <a:pt x="4023" y="9427"/>
                    </a:cubicBezTo>
                    <a:cubicBezTo>
                      <a:pt x="4080" y="9427"/>
                      <a:pt x="4136" y="9395"/>
                      <a:pt x="4154" y="9323"/>
                    </a:cubicBezTo>
                    <a:cubicBezTo>
                      <a:pt x="4193" y="9173"/>
                      <a:pt x="4234" y="9024"/>
                      <a:pt x="4273" y="8874"/>
                    </a:cubicBezTo>
                    <a:cubicBezTo>
                      <a:pt x="4370" y="8874"/>
                      <a:pt x="4467" y="8875"/>
                      <a:pt x="4564" y="8875"/>
                    </a:cubicBezTo>
                    <a:cubicBezTo>
                      <a:pt x="4613" y="8875"/>
                      <a:pt x="4662" y="8875"/>
                      <a:pt x="4711" y="8874"/>
                    </a:cubicBezTo>
                    <a:cubicBezTo>
                      <a:pt x="4760" y="8874"/>
                      <a:pt x="4760" y="8798"/>
                      <a:pt x="4711" y="8797"/>
                    </a:cubicBezTo>
                    <a:cubicBezTo>
                      <a:pt x="4652" y="8796"/>
                      <a:pt x="4593" y="8795"/>
                      <a:pt x="4534" y="8795"/>
                    </a:cubicBezTo>
                    <a:cubicBezTo>
                      <a:pt x="4454" y="8795"/>
                      <a:pt x="4374" y="8796"/>
                      <a:pt x="4294" y="8797"/>
                    </a:cubicBezTo>
                    <a:cubicBezTo>
                      <a:pt x="4354" y="8566"/>
                      <a:pt x="4417" y="8336"/>
                      <a:pt x="4479" y="8105"/>
                    </a:cubicBezTo>
                    <a:cubicBezTo>
                      <a:pt x="4689" y="8107"/>
                      <a:pt x="4898" y="8117"/>
                      <a:pt x="5108" y="8124"/>
                    </a:cubicBezTo>
                    <a:cubicBezTo>
                      <a:pt x="5109" y="8124"/>
                      <a:pt x="5110" y="8124"/>
                      <a:pt x="5110" y="8124"/>
                    </a:cubicBezTo>
                    <a:cubicBezTo>
                      <a:pt x="5147" y="8124"/>
                      <a:pt x="5155" y="8063"/>
                      <a:pt x="5118" y="8057"/>
                    </a:cubicBezTo>
                    <a:cubicBezTo>
                      <a:pt x="4955" y="8034"/>
                      <a:pt x="4792" y="8026"/>
                      <a:pt x="4628" y="8026"/>
                    </a:cubicBezTo>
                    <a:cubicBezTo>
                      <a:pt x="4586" y="8026"/>
                      <a:pt x="4543" y="8027"/>
                      <a:pt x="4500" y="8028"/>
                    </a:cubicBezTo>
                    <a:cubicBezTo>
                      <a:pt x="4566" y="7779"/>
                      <a:pt x="4639" y="7533"/>
                      <a:pt x="4708" y="7284"/>
                    </a:cubicBezTo>
                    <a:cubicBezTo>
                      <a:pt x="4852" y="7293"/>
                      <a:pt x="4997" y="7298"/>
                      <a:pt x="5143" y="7298"/>
                    </a:cubicBezTo>
                    <a:cubicBezTo>
                      <a:pt x="5220" y="7298"/>
                      <a:pt x="5298" y="7297"/>
                      <a:pt x="5375" y="7294"/>
                    </a:cubicBezTo>
                    <a:cubicBezTo>
                      <a:pt x="5440" y="7291"/>
                      <a:pt x="5440" y="7194"/>
                      <a:pt x="5375" y="7191"/>
                    </a:cubicBezTo>
                    <a:cubicBezTo>
                      <a:pt x="5303" y="7188"/>
                      <a:pt x="5230" y="7187"/>
                      <a:pt x="5157" y="7187"/>
                    </a:cubicBezTo>
                    <a:cubicBezTo>
                      <a:pt x="5015" y="7187"/>
                      <a:pt x="4872" y="7192"/>
                      <a:pt x="4731" y="7200"/>
                    </a:cubicBezTo>
                    <a:cubicBezTo>
                      <a:pt x="4803" y="6940"/>
                      <a:pt x="4879" y="6680"/>
                      <a:pt x="4952" y="6420"/>
                    </a:cubicBezTo>
                    <a:cubicBezTo>
                      <a:pt x="5240" y="6466"/>
                      <a:pt x="5528" y="6508"/>
                      <a:pt x="5818" y="6531"/>
                    </a:cubicBezTo>
                    <a:cubicBezTo>
                      <a:pt x="5819" y="6531"/>
                      <a:pt x="5821" y="6531"/>
                      <a:pt x="5822" y="6531"/>
                    </a:cubicBezTo>
                    <a:cubicBezTo>
                      <a:pt x="5874" y="6531"/>
                      <a:pt x="5885" y="6444"/>
                      <a:pt x="5832" y="6435"/>
                    </a:cubicBezTo>
                    <a:cubicBezTo>
                      <a:pt x="5549" y="6385"/>
                      <a:pt x="5264" y="6355"/>
                      <a:pt x="4979" y="6326"/>
                    </a:cubicBezTo>
                    <a:cubicBezTo>
                      <a:pt x="5071" y="5997"/>
                      <a:pt x="5168" y="5670"/>
                      <a:pt x="5263" y="5343"/>
                    </a:cubicBezTo>
                    <a:cubicBezTo>
                      <a:pt x="5588" y="5360"/>
                      <a:pt x="5912" y="5383"/>
                      <a:pt x="6238" y="5383"/>
                    </a:cubicBezTo>
                    <a:cubicBezTo>
                      <a:pt x="6245" y="5383"/>
                      <a:pt x="6253" y="5383"/>
                      <a:pt x="6260" y="5383"/>
                    </a:cubicBezTo>
                    <a:cubicBezTo>
                      <a:pt x="6316" y="5383"/>
                      <a:pt x="6314" y="5301"/>
                      <a:pt x="6260" y="5296"/>
                    </a:cubicBezTo>
                    <a:cubicBezTo>
                      <a:pt x="5938" y="5269"/>
                      <a:pt x="5612" y="5262"/>
                      <a:pt x="5288" y="5254"/>
                    </a:cubicBezTo>
                    <a:cubicBezTo>
                      <a:pt x="5365" y="4990"/>
                      <a:pt x="5448" y="4729"/>
                      <a:pt x="5526" y="4466"/>
                    </a:cubicBezTo>
                    <a:cubicBezTo>
                      <a:pt x="5785" y="4486"/>
                      <a:pt x="6044" y="4502"/>
                      <a:pt x="6301" y="4502"/>
                    </a:cubicBezTo>
                    <a:cubicBezTo>
                      <a:pt x="6317" y="4502"/>
                      <a:pt x="6332" y="4502"/>
                      <a:pt x="6348" y="4502"/>
                    </a:cubicBezTo>
                    <a:cubicBezTo>
                      <a:pt x="6407" y="4502"/>
                      <a:pt x="6406" y="4415"/>
                      <a:pt x="6348" y="4412"/>
                    </a:cubicBezTo>
                    <a:cubicBezTo>
                      <a:pt x="6159" y="4398"/>
                      <a:pt x="5970" y="4395"/>
                      <a:pt x="5780" y="4395"/>
                    </a:cubicBezTo>
                    <a:cubicBezTo>
                      <a:pt x="5702" y="4395"/>
                      <a:pt x="5625" y="4395"/>
                      <a:pt x="5547" y="4396"/>
                    </a:cubicBezTo>
                    <a:cubicBezTo>
                      <a:pt x="5620" y="4155"/>
                      <a:pt x="5692" y="3914"/>
                      <a:pt x="5766" y="3674"/>
                    </a:cubicBezTo>
                    <a:cubicBezTo>
                      <a:pt x="6116" y="3700"/>
                      <a:pt x="6468" y="3732"/>
                      <a:pt x="6818" y="3732"/>
                    </a:cubicBezTo>
                    <a:cubicBezTo>
                      <a:pt x="6823" y="3732"/>
                      <a:pt x="6829" y="3732"/>
                      <a:pt x="6834" y="3732"/>
                    </a:cubicBezTo>
                    <a:cubicBezTo>
                      <a:pt x="6908" y="3732"/>
                      <a:pt x="6905" y="3626"/>
                      <a:pt x="6834" y="3619"/>
                    </a:cubicBezTo>
                    <a:cubicBezTo>
                      <a:pt x="6492" y="3581"/>
                      <a:pt x="6145" y="3573"/>
                      <a:pt x="5800" y="3562"/>
                    </a:cubicBezTo>
                    <a:cubicBezTo>
                      <a:pt x="5803" y="3550"/>
                      <a:pt x="5806" y="3538"/>
                      <a:pt x="5811" y="3527"/>
                    </a:cubicBezTo>
                    <a:cubicBezTo>
                      <a:pt x="5874" y="3327"/>
                      <a:pt x="5940" y="3042"/>
                      <a:pt x="6013" y="2727"/>
                    </a:cubicBezTo>
                    <a:cubicBezTo>
                      <a:pt x="6184" y="2755"/>
                      <a:pt x="6355" y="2784"/>
                      <a:pt x="6527" y="2804"/>
                    </a:cubicBezTo>
                    <a:cubicBezTo>
                      <a:pt x="6528" y="2805"/>
                      <a:pt x="6530" y="2805"/>
                      <a:pt x="6531" y="2805"/>
                    </a:cubicBezTo>
                    <a:cubicBezTo>
                      <a:pt x="6576" y="2805"/>
                      <a:pt x="6584" y="2728"/>
                      <a:pt x="6538" y="2720"/>
                    </a:cubicBezTo>
                    <a:cubicBezTo>
                      <a:pt x="6370" y="2690"/>
                      <a:pt x="6201" y="2667"/>
                      <a:pt x="6032" y="2645"/>
                    </a:cubicBezTo>
                    <a:cubicBezTo>
                      <a:pt x="6181" y="2005"/>
                      <a:pt x="6365" y="1263"/>
                      <a:pt x="6630" y="845"/>
                    </a:cubicBezTo>
                    <a:cubicBezTo>
                      <a:pt x="6919" y="879"/>
                      <a:pt x="7203" y="938"/>
                      <a:pt x="7482" y="1020"/>
                    </a:cubicBezTo>
                    <a:cubicBezTo>
                      <a:pt x="7488" y="1022"/>
                      <a:pt x="7495" y="1023"/>
                      <a:pt x="7501" y="1023"/>
                    </a:cubicBezTo>
                    <a:cubicBezTo>
                      <a:pt x="7565" y="1023"/>
                      <a:pt x="7585" y="922"/>
                      <a:pt x="7515" y="899"/>
                    </a:cubicBezTo>
                    <a:cubicBezTo>
                      <a:pt x="7253" y="814"/>
                      <a:pt x="6981" y="761"/>
                      <a:pt x="6706" y="740"/>
                    </a:cubicBezTo>
                    <a:cubicBezTo>
                      <a:pt x="6727" y="716"/>
                      <a:pt x="6744" y="687"/>
                      <a:pt x="6765" y="666"/>
                    </a:cubicBezTo>
                    <a:cubicBezTo>
                      <a:pt x="6918" y="507"/>
                      <a:pt x="7161" y="448"/>
                      <a:pt x="7446" y="448"/>
                    </a:cubicBezTo>
                    <a:close/>
                    <a:moveTo>
                      <a:pt x="6789" y="1"/>
                    </a:moveTo>
                    <a:cubicBezTo>
                      <a:pt x="6722" y="1"/>
                      <a:pt x="6666" y="43"/>
                      <a:pt x="6642" y="110"/>
                    </a:cubicBezTo>
                    <a:cubicBezTo>
                      <a:pt x="5637" y="2967"/>
                      <a:pt x="4754" y="5862"/>
                      <a:pt x="3994" y="8794"/>
                    </a:cubicBezTo>
                    <a:cubicBezTo>
                      <a:pt x="3798" y="8250"/>
                      <a:pt x="3602" y="7705"/>
                      <a:pt x="3408" y="7161"/>
                    </a:cubicBezTo>
                    <a:cubicBezTo>
                      <a:pt x="3250" y="6721"/>
                      <a:pt x="3093" y="5740"/>
                      <a:pt x="2740" y="5393"/>
                    </a:cubicBezTo>
                    <a:cubicBezTo>
                      <a:pt x="2540" y="5196"/>
                      <a:pt x="2241" y="5131"/>
                      <a:pt x="1909" y="5131"/>
                    </a:cubicBezTo>
                    <a:cubicBezTo>
                      <a:pt x="1352" y="5131"/>
                      <a:pt x="702" y="5312"/>
                      <a:pt x="265" y="5353"/>
                    </a:cubicBezTo>
                    <a:cubicBezTo>
                      <a:pt x="217" y="5357"/>
                      <a:pt x="177" y="5392"/>
                      <a:pt x="165" y="5439"/>
                    </a:cubicBezTo>
                    <a:cubicBezTo>
                      <a:pt x="158" y="5418"/>
                      <a:pt x="150" y="5397"/>
                      <a:pt x="142" y="5376"/>
                    </a:cubicBezTo>
                    <a:cubicBezTo>
                      <a:pt x="130" y="5345"/>
                      <a:pt x="104" y="5332"/>
                      <a:pt x="78" y="5332"/>
                    </a:cubicBezTo>
                    <a:cubicBezTo>
                      <a:pt x="39" y="5332"/>
                      <a:pt x="1" y="5362"/>
                      <a:pt x="16" y="5411"/>
                    </a:cubicBezTo>
                    <a:cubicBezTo>
                      <a:pt x="56" y="5538"/>
                      <a:pt x="98" y="5666"/>
                      <a:pt x="138" y="5793"/>
                    </a:cubicBezTo>
                    <a:cubicBezTo>
                      <a:pt x="113" y="5810"/>
                      <a:pt x="114" y="5858"/>
                      <a:pt x="149" y="5868"/>
                    </a:cubicBezTo>
                    <a:lnTo>
                      <a:pt x="163" y="5872"/>
                    </a:lnTo>
                    <a:cubicBezTo>
                      <a:pt x="848" y="8037"/>
                      <a:pt x="1552" y="10217"/>
                      <a:pt x="2356" y="12336"/>
                    </a:cubicBezTo>
                    <a:cubicBezTo>
                      <a:pt x="2593" y="12964"/>
                      <a:pt x="3034" y="13148"/>
                      <a:pt x="3559" y="13148"/>
                    </a:cubicBezTo>
                    <a:cubicBezTo>
                      <a:pt x="4180" y="13148"/>
                      <a:pt x="4918" y="12891"/>
                      <a:pt x="5578" y="12808"/>
                    </a:cubicBezTo>
                    <a:cubicBezTo>
                      <a:pt x="5636" y="12801"/>
                      <a:pt x="5692" y="12771"/>
                      <a:pt x="5708" y="12710"/>
                    </a:cubicBezTo>
                    <a:cubicBezTo>
                      <a:pt x="6727" y="8643"/>
                      <a:pt x="8225" y="4838"/>
                      <a:pt x="9748" y="950"/>
                    </a:cubicBezTo>
                    <a:cubicBezTo>
                      <a:pt x="9752" y="951"/>
                      <a:pt x="9755" y="951"/>
                      <a:pt x="9759" y="951"/>
                    </a:cubicBezTo>
                    <a:cubicBezTo>
                      <a:pt x="9889" y="951"/>
                      <a:pt x="9944" y="781"/>
                      <a:pt x="9841" y="715"/>
                    </a:cubicBezTo>
                    <a:cubicBezTo>
                      <a:pt x="9843" y="709"/>
                      <a:pt x="9845" y="704"/>
                      <a:pt x="9847" y="698"/>
                    </a:cubicBezTo>
                    <a:cubicBezTo>
                      <a:pt x="9878" y="621"/>
                      <a:pt x="9804" y="560"/>
                      <a:pt x="9734" y="560"/>
                    </a:cubicBezTo>
                    <a:cubicBezTo>
                      <a:pt x="9698" y="560"/>
                      <a:pt x="9664" y="576"/>
                      <a:pt x="9644" y="613"/>
                    </a:cubicBezTo>
                    <a:cubicBezTo>
                      <a:pt x="9638" y="626"/>
                      <a:pt x="9633" y="640"/>
                      <a:pt x="9626" y="651"/>
                    </a:cubicBezTo>
                    <a:cubicBezTo>
                      <a:pt x="8700" y="411"/>
                      <a:pt x="7761" y="215"/>
                      <a:pt x="6827" y="5"/>
                    </a:cubicBezTo>
                    <a:cubicBezTo>
                      <a:pt x="6814" y="2"/>
                      <a:pt x="6801" y="1"/>
                      <a:pt x="67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5" name="Google Shape;2305;p35"/>
              <p:cNvSpPr/>
              <p:nvPr/>
            </p:nvSpPr>
            <p:spPr>
              <a:xfrm>
                <a:off x="-5381924" y="1355478"/>
                <a:ext cx="38188" cy="5682"/>
              </a:xfrm>
              <a:custGeom>
                <a:rect b="b" l="l" r="r" t="t"/>
                <a:pathLst>
                  <a:path extrusionOk="0" h="165" w="1109">
                    <a:moveTo>
                      <a:pt x="781" y="1"/>
                    </a:moveTo>
                    <a:cubicBezTo>
                      <a:pt x="540" y="1"/>
                      <a:pt x="301" y="27"/>
                      <a:pt x="61" y="68"/>
                    </a:cubicBezTo>
                    <a:cubicBezTo>
                      <a:pt x="0" y="78"/>
                      <a:pt x="23" y="165"/>
                      <a:pt x="79" y="165"/>
                    </a:cubicBezTo>
                    <a:cubicBezTo>
                      <a:pt x="82" y="165"/>
                      <a:pt x="85" y="165"/>
                      <a:pt x="87" y="164"/>
                    </a:cubicBezTo>
                    <a:cubicBezTo>
                      <a:pt x="406" y="121"/>
                      <a:pt x="726" y="112"/>
                      <a:pt x="1048" y="106"/>
                    </a:cubicBezTo>
                    <a:cubicBezTo>
                      <a:pt x="1109" y="105"/>
                      <a:pt x="1107" y="16"/>
                      <a:pt x="1048" y="12"/>
                    </a:cubicBezTo>
                    <a:cubicBezTo>
                      <a:pt x="958" y="4"/>
                      <a:pt x="869" y="1"/>
                      <a:pt x="7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06" name="Google Shape;2306;p35"/>
            <p:cNvSpPr/>
            <p:nvPr/>
          </p:nvSpPr>
          <p:spPr>
            <a:xfrm>
              <a:off x="4621383" y="3898101"/>
              <a:ext cx="172397" cy="227921"/>
            </a:xfrm>
            <a:custGeom>
              <a:rect b="b" l="l" r="r" t="t"/>
              <a:pathLst>
                <a:path extrusionOk="0" h="13148" w="9945">
                  <a:moveTo>
                    <a:pt x="7446" y="448"/>
                  </a:moveTo>
                  <a:cubicBezTo>
                    <a:pt x="8097" y="448"/>
                    <a:pt x="8970" y="758"/>
                    <a:pt x="9506" y="900"/>
                  </a:cubicBezTo>
                  <a:cubicBezTo>
                    <a:pt x="7922" y="4072"/>
                    <a:pt x="6804" y="7570"/>
                    <a:pt x="5877" y="10980"/>
                  </a:cubicBezTo>
                  <a:cubicBezTo>
                    <a:pt x="5785" y="11321"/>
                    <a:pt x="5759" y="11862"/>
                    <a:pt x="5567" y="12163"/>
                  </a:cubicBezTo>
                  <a:cubicBezTo>
                    <a:pt x="5215" y="12719"/>
                    <a:pt x="4734" y="12648"/>
                    <a:pt x="4180" y="12718"/>
                  </a:cubicBezTo>
                  <a:cubicBezTo>
                    <a:pt x="3913" y="12753"/>
                    <a:pt x="3646" y="12823"/>
                    <a:pt x="3391" y="12823"/>
                  </a:cubicBezTo>
                  <a:cubicBezTo>
                    <a:pt x="3138" y="12823"/>
                    <a:pt x="2899" y="12753"/>
                    <a:pt x="2688" y="12507"/>
                  </a:cubicBezTo>
                  <a:cubicBezTo>
                    <a:pt x="2652" y="12463"/>
                    <a:pt x="2617" y="12398"/>
                    <a:pt x="2582" y="12326"/>
                  </a:cubicBezTo>
                  <a:lnTo>
                    <a:pt x="2582" y="12326"/>
                  </a:lnTo>
                  <a:cubicBezTo>
                    <a:pt x="2978" y="12397"/>
                    <a:pt x="3380" y="12456"/>
                    <a:pt x="3780" y="12510"/>
                  </a:cubicBezTo>
                  <a:cubicBezTo>
                    <a:pt x="3782" y="12510"/>
                    <a:pt x="3783" y="12510"/>
                    <a:pt x="3784" y="12510"/>
                  </a:cubicBezTo>
                  <a:cubicBezTo>
                    <a:pt x="3824" y="12510"/>
                    <a:pt x="3832" y="12441"/>
                    <a:pt x="3791" y="12434"/>
                  </a:cubicBezTo>
                  <a:cubicBezTo>
                    <a:pt x="3379" y="12365"/>
                    <a:pt x="2964" y="12302"/>
                    <a:pt x="2549" y="12252"/>
                  </a:cubicBezTo>
                  <a:cubicBezTo>
                    <a:pt x="2479" y="12085"/>
                    <a:pt x="2416" y="11874"/>
                    <a:pt x="2359" y="11672"/>
                  </a:cubicBezTo>
                  <a:lnTo>
                    <a:pt x="2359" y="11672"/>
                  </a:lnTo>
                  <a:cubicBezTo>
                    <a:pt x="2771" y="11729"/>
                    <a:pt x="3189" y="11774"/>
                    <a:pt x="3603" y="11810"/>
                  </a:cubicBezTo>
                  <a:cubicBezTo>
                    <a:pt x="3605" y="11810"/>
                    <a:pt x="3607" y="11810"/>
                    <a:pt x="3608" y="11810"/>
                  </a:cubicBezTo>
                  <a:cubicBezTo>
                    <a:pt x="3665" y="11810"/>
                    <a:pt x="3661" y="11722"/>
                    <a:pt x="3603" y="11715"/>
                  </a:cubicBezTo>
                  <a:cubicBezTo>
                    <a:pt x="3183" y="11662"/>
                    <a:pt x="2757" y="11614"/>
                    <a:pt x="2334" y="11583"/>
                  </a:cubicBezTo>
                  <a:cubicBezTo>
                    <a:pt x="2277" y="11380"/>
                    <a:pt x="2229" y="11192"/>
                    <a:pt x="2188" y="11078"/>
                  </a:cubicBezTo>
                  <a:lnTo>
                    <a:pt x="2095" y="10812"/>
                  </a:lnTo>
                  <a:lnTo>
                    <a:pt x="2095" y="10812"/>
                  </a:lnTo>
                  <a:cubicBezTo>
                    <a:pt x="2435" y="10847"/>
                    <a:pt x="2776" y="10892"/>
                    <a:pt x="3117" y="10909"/>
                  </a:cubicBezTo>
                  <a:cubicBezTo>
                    <a:pt x="3118" y="10909"/>
                    <a:pt x="3118" y="10909"/>
                    <a:pt x="3119" y="10909"/>
                  </a:cubicBezTo>
                  <a:cubicBezTo>
                    <a:pt x="3162" y="10909"/>
                    <a:pt x="3160" y="10845"/>
                    <a:pt x="3117" y="10840"/>
                  </a:cubicBezTo>
                  <a:cubicBezTo>
                    <a:pt x="2772" y="10798"/>
                    <a:pt x="2423" y="10783"/>
                    <a:pt x="2076" y="10759"/>
                  </a:cubicBezTo>
                  <a:lnTo>
                    <a:pt x="1799" y="9965"/>
                  </a:lnTo>
                  <a:lnTo>
                    <a:pt x="1799" y="9965"/>
                  </a:lnTo>
                  <a:cubicBezTo>
                    <a:pt x="2059" y="9978"/>
                    <a:pt x="2318" y="10015"/>
                    <a:pt x="2573" y="10074"/>
                  </a:cubicBezTo>
                  <a:cubicBezTo>
                    <a:pt x="2577" y="10075"/>
                    <a:pt x="2580" y="10075"/>
                    <a:pt x="2584" y="10075"/>
                  </a:cubicBezTo>
                  <a:cubicBezTo>
                    <a:pt x="2627" y="10075"/>
                    <a:pt x="2642" y="10009"/>
                    <a:pt x="2595" y="9996"/>
                  </a:cubicBezTo>
                  <a:cubicBezTo>
                    <a:pt x="2325" y="9926"/>
                    <a:pt x="2047" y="9887"/>
                    <a:pt x="1767" y="9881"/>
                  </a:cubicBezTo>
                  <a:cubicBezTo>
                    <a:pt x="1685" y="9646"/>
                    <a:pt x="1601" y="9412"/>
                    <a:pt x="1519" y="9179"/>
                  </a:cubicBezTo>
                  <a:lnTo>
                    <a:pt x="1519" y="9179"/>
                  </a:lnTo>
                  <a:cubicBezTo>
                    <a:pt x="1860" y="9232"/>
                    <a:pt x="2199" y="9291"/>
                    <a:pt x="2542" y="9322"/>
                  </a:cubicBezTo>
                  <a:cubicBezTo>
                    <a:pt x="2543" y="9322"/>
                    <a:pt x="2544" y="9323"/>
                    <a:pt x="2545" y="9323"/>
                  </a:cubicBezTo>
                  <a:cubicBezTo>
                    <a:pt x="2590" y="9323"/>
                    <a:pt x="2599" y="9248"/>
                    <a:pt x="2552" y="9238"/>
                  </a:cubicBezTo>
                  <a:cubicBezTo>
                    <a:pt x="2199" y="9165"/>
                    <a:pt x="1838" y="9120"/>
                    <a:pt x="1481" y="9071"/>
                  </a:cubicBezTo>
                  <a:cubicBezTo>
                    <a:pt x="1387" y="8804"/>
                    <a:pt x="1292" y="8539"/>
                    <a:pt x="1197" y="8272"/>
                  </a:cubicBezTo>
                  <a:lnTo>
                    <a:pt x="1197" y="8272"/>
                  </a:lnTo>
                  <a:cubicBezTo>
                    <a:pt x="1542" y="8301"/>
                    <a:pt x="1886" y="8330"/>
                    <a:pt x="2232" y="8344"/>
                  </a:cubicBezTo>
                  <a:cubicBezTo>
                    <a:pt x="2232" y="8344"/>
                    <a:pt x="2233" y="8344"/>
                    <a:pt x="2234" y="8344"/>
                  </a:cubicBezTo>
                  <a:cubicBezTo>
                    <a:pt x="2285" y="8344"/>
                    <a:pt x="2282" y="8269"/>
                    <a:pt x="2232" y="8264"/>
                  </a:cubicBezTo>
                  <a:cubicBezTo>
                    <a:pt x="1875" y="8222"/>
                    <a:pt x="1518" y="8197"/>
                    <a:pt x="1160" y="8171"/>
                  </a:cubicBezTo>
                  <a:cubicBezTo>
                    <a:pt x="1066" y="7905"/>
                    <a:pt x="971" y="7641"/>
                    <a:pt x="876" y="7376"/>
                  </a:cubicBezTo>
                  <a:lnTo>
                    <a:pt x="876" y="7376"/>
                  </a:lnTo>
                  <a:cubicBezTo>
                    <a:pt x="1145" y="7431"/>
                    <a:pt x="1428" y="7453"/>
                    <a:pt x="1701" y="7472"/>
                  </a:cubicBezTo>
                  <a:cubicBezTo>
                    <a:pt x="1702" y="7472"/>
                    <a:pt x="1703" y="7472"/>
                    <a:pt x="1704" y="7472"/>
                  </a:cubicBezTo>
                  <a:cubicBezTo>
                    <a:pt x="1761" y="7472"/>
                    <a:pt x="1774" y="7375"/>
                    <a:pt x="1715" y="7367"/>
                  </a:cubicBezTo>
                  <a:cubicBezTo>
                    <a:pt x="1438" y="7328"/>
                    <a:pt x="1150" y="7288"/>
                    <a:pt x="870" y="7288"/>
                  </a:cubicBezTo>
                  <a:cubicBezTo>
                    <a:pt x="866" y="7288"/>
                    <a:pt x="863" y="7288"/>
                    <a:pt x="859" y="7288"/>
                  </a:cubicBezTo>
                  <a:cubicBezTo>
                    <a:pt x="854" y="7288"/>
                    <a:pt x="851" y="7292"/>
                    <a:pt x="846" y="7293"/>
                  </a:cubicBezTo>
                  <a:cubicBezTo>
                    <a:pt x="767" y="7073"/>
                    <a:pt x="685" y="6854"/>
                    <a:pt x="605" y="6635"/>
                  </a:cubicBezTo>
                  <a:lnTo>
                    <a:pt x="605" y="6635"/>
                  </a:lnTo>
                  <a:cubicBezTo>
                    <a:pt x="956" y="6646"/>
                    <a:pt x="1306" y="6679"/>
                    <a:pt x="1656" y="6715"/>
                  </a:cubicBezTo>
                  <a:cubicBezTo>
                    <a:pt x="1658" y="6716"/>
                    <a:pt x="1659" y="6716"/>
                    <a:pt x="1661" y="6716"/>
                  </a:cubicBezTo>
                  <a:cubicBezTo>
                    <a:pt x="1712" y="6716"/>
                    <a:pt x="1723" y="6628"/>
                    <a:pt x="1669" y="6617"/>
                  </a:cubicBezTo>
                  <a:cubicBezTo>
                    <a:pt x="1321" y="6546"/>
                    <a:pt x="970" y="6525"/>
                    <a:pt x="615" y="6525"/>
                  </a:cubicBezTo>
                  <a:cubicBezTo>
                    <a:pt x="598" y="6525"/>
                    <a:pt x="581" y="6525"/>
                    <a:pt x="564" y="6525"/>
                  </a:cubicBezTo>
                  <a:cubicBezTo>
                    <a:pt x="491" y="6324"/>
                    <a:pt x="417" y="6123"/>
                    <a:pt x="343" y="5922"/>
                  </a:cubicBezTo>
                  <a:lnTo>
                    <a:pt x="343" y="5922"/>
                  </a:lnTo>
                  <a:cubicBezTo>
                    <a:pt x="713" y="6022"/>
                    <a:pt x="1097" y="6091"/>
                    <a:pt x="1471" y="6156"/>
                  </a:cubicBezTo>
                  <a:cubicBezTo>
                    <a:pt x="1475" y="6157"/>
                    <a:pt x="1479" y="6157"/>
                    <a:pt x="1482" y="6157"/>
                  </a:cubicBezTo>
                  <a:cubicBezTo>
                    <a:pt x="1537" y="6157"/>
                    <a:pt x="1559" y="6075"/>
                    <a:pt x="1498" y="6059"/>
                  </a:cubicBezTo>
                  <a:cubicBezTo>
                    <a:pt x="1107" y="5961"/>
                    <a:pt x="703" y="5865"/>
                    <a:pt x="301" y="5808"/>
                  </a:cubicBezTo>
                  <a:cubicBezTo>
                    <a:pt x="270" y="5725"/>
                    <a:pt x="241" y="5642"/>
                    <a:pt x="210" y="5559"/>
                  </a:cubicBezTo>
                  <a:lnTo>
                    <a:pt x="210" y="5559"/>
                  </a:lnTo>
                  <a:cubicBezTo>
                    <a:pt x="225" y="5568"/>
                    <a:pt x="242" y="5572"/>
                    <a:pt x="259" y="5572"/>
                  </a:cubicBezTo>
                  <a:cubicBezTo>
                    <a:pt x="261" y="5572"/>
                    <a:pt x="263" y="5572"/>
                    <a:pt x="265" y="5572"/>
                  </a:cubicBezTo>
                  <a:cubicBezTo>
                    <a:pt x="552" y="5557"/>
                    <a:pt x="824" y="5540"/>
                    <a:pt x="1080" y="5540"/>
                  </a:cubicBezTo>
                  <a:cubicBezTo>
                    <a:pt x="1929" y="5540"/>
                    <a:pt x="2590" y="5725"/>
                    <a:pt x="2964" y="6775"/>
                  </a:cubicBezTo>
                  <a:cubicBezTo>
                    <a:pt x="3266" y="7625"/>
                    <a:pt x="3570" y="8474"/>
                    <a:pt x="3873" y="9323"/>
                  </a:cubicBezTo>
                  <a:cubicBezTo>
                    <a:pt x="3897" y="9390"/>
                    <a:pt x="3961" y="9427"/>
                    <a:pt x="4023" y="9427"/>
                  </a:cubicBezTo>
                  <a:cubicBezTo>
                    <a:pt x="4080" y="9427"/>
                    <a:pt x="4136" y="9395"/>
                    <a:pt x="4154" y="9323"/>
                  </a:cubicBezTo>
                  <a:cubicBezTo>
                    <a:pt x="4193" y="9173"/>
                    <a:pt x="4234" y="9024"/>
                    <a:pt x="4273" y="8874"/>
                  </a:cubicBezTo>
                  <a:cubicBezTo>
                    <a:pt x="4370" y="8874"/>
                    <a:pt x="4467" y="8875"/>
                    <a:pt x="4564" y="8875"/>
                  </a:cubicBezTo>
                  <a:cubicBezTo>
                    <a:pt x="4613" y="8875"/>
                    <a:pt x="4662" y="8875"/>
                    <a:pt x="4711" y="8874"/>
                  </a:cubicBezTo>
                  <a:cubicBezTo>
                    <a:pt x="4760" y="8874"/>
                    <a:pt x="4760" y="8798"/>
                    <a:pt x="4711" y="8797"/>
                  </a:cubicBezTo>
                  <a:cubicBezTo>
                    <a:pt x="4652" y="8796"/>
                    <a:pt x="4593" y="8795"/>
                    <a:pt x="4534" y="8795"/>
                  </a:cubicBezTo>
                  <a:cubicBezTo>
                    <a:pt x="4454" y="8795"/>
                    <a:pt x="4374" y="8796"/>
                    <a:pt x="4294" y="8797"/>
                  </a:cubicBezTo>
                  <a:cubicBezTo>
                    <a:pt x="4354" y="8566"/>
                    <a:pt x="4417" y="8336"/>
                    <a:pt x="4479" y="8105"/>
                  </a:cubicBezTo>
                  <a:cubicBezTo>
                    <a:pt x="4689" y="8107"/>
                    <a:pt x="4898" y="8117"/>
                    <a:pt x="5108" y="8124"/>
                  </a:cubicBezTo>
                  <a:cubicBezTo>
                    <a:pt x="5109" y="8124"/>
                    <a:pt x="5110" y="8124"/>
                    <a:pt x="5110" y="8124"/>
                  </a:cubicBezTo>
                  <a:cubicBezTo>
                    <a:pt x="5147" y="8124"/>
                    <a:pt x="5155" y="8063"/>
                    <a:pt x="5118" y="8057"/>
                  </a:cubicBezTo>
                  <a:cubicBezTo>
                    <a:pt x="4955" y="8034"/>
                    <a:pt x="4792" y="8026"/>
                    <a:pt x="4628" y="8026"/>
                  </a:cubicBezTo>
                  <a:cubicBezTo>
                    <a:pt x="4586" y="8026"/>
                    <a:pt x="4543" y="8027"/>
                    <a:pt x="4500" y="8028"/>
                  </a:cubicBezTo>
                  <a:cubicBezTo>
                    <a:pt x="4566" y="7779"/>
                    <a:pt x="4639" y="7533"/>
                    <a:pt x="4708" y="7284"/>
                  </a:cubicBezTo>
                  <a:cubicBezTo>
                    <a:pt x="4852" y="7293"/>
                    <a:pt x="4997" y="7298"/>
                    <a:pt x="5143" y="7298"/>
                  </a:cubicBezTo>
                  <a:cubicBezTo>
                    <a:pt x="5220" y="7298"/>
                    <a:pt x="5298" y="7297"/>
                    <a:pt x="5375" y="7294"/>
                  </a:cubicBezTo>
                  <a:cubicBezTo>
                    <a:pt x="5440" y="7291"/>
                    <a:pt x="5440" y="7194"/>
                    <a:pt x="5375" y="7191"/>
                  </a:cubicBezTo>
                  <a:cubicBezTo>
                    <a:pt x="5303" y="7188"/>
                    <a:pt x="5230" y="7187"/>
                    <a:pt x="5157" y="7187"/>
                  </a:cubicBezTo>
                  <a:cubicBezTo>
                    <a:pt x="5015" y="7187"/>
                    <a:pt x="4872" y="7192"/>
                    <a:pt x="4731" y="7200"/>
                  </a:cubicBezTo>
                  <a:cubicBezTo>
                    <a:pt x="4803" y="6940"/>
                    <a:pt x="4879" y="6680"/>
                    <a:pt x="4952" y="6420"/>
                  </a:cubicBezTo>
                  <a:cubicBezTo>
                    <a:pt x="5240" y="6466"/>
                    <a:pt x="5528" y="6508"/>
                    <a:pt x="5818" y="6531"/>
                  </a:cubicBezTo>
                  <a:cubicBezTo>
                    <a:pt x="5819" y="6531"/>
                    <a:pt x="5821" y="6531"/>
                    <a:pt x="5822" y="6531"/>
                  </a:cubicBezTo>
                  <a:cubicBezTo>
                    <a:pt x="5874" y="6531"/>
                    <a:pt x="5885" y="6444"/>
                    <a:pt x="5832" y="6435"/>
                  </a:cubicBezTo>
                  <a:cubicBezTo>
                    <a:pt x="5549" y="6385"/>
                    <a:pt x="5264" y="6355"/>
                    <a:pt x="4979" y="6326"/>
                  </a:cubicBezTo>
                  <a:cubicBezTo>
                    <a:pt x="5071" y="5997"/>
                    <a:pt x="5168" y="5670"/>
                    <a:pt x="5263" y="5343"/>
                  </a:cubicBezTo>
                  <a:cubicBezTo>
                    <a:pt x="5588" y="5360"/>
                    <a:pt x="5912" y="5383"/>
                    <a:pt x="6238" y="5383"/>
                  </a:cubicBezTo>
                  <a:cubicBezTo>
                    <a:pt x="6245" y="5383"/>
                    <a:pt x="6253" y="5383"/>
                    <a:pt x="6260" y="5383"/>
                  </a:cubicBezTo>
                  <a:cubicBezTo>
                    <a:pt x="6316" y="5383"/>
                    <a:pt x="6314" y="5301"/>
                    <a:pt x="6260" y="5296"/>
                  </a:cubicBezTo>
                  <a:cubicBezTo>
                    <a:pt x="5938" y="5269"/>
                    <a:pt x="5612" y="5262"/>
                    <a:pt x="5288" y="5254"/>
                  </a:cubicBezTo>
                  <a:cubicBezTo>
                    <a:pt x="5365" y="4990"/>
                    <a:pt x="5448" y="4729"/>
                    <a:pt x="5526" y="4466"/>
                  </a:cubicBezTo>
                  <a:cubicBezTo>
                    <a:pt x="5785" y="4486"/>
                    <a:pt x="6044" y="4502"/>
                    <a:pt x="6301" y="4502"/>
                  </a:cubicBezTo>
                  <a:cubicBezTo>
                    <a:pt x="6317" y="4502"/>
                    <a:pt x="6332" y="4502"/>
                    <a:pt x="6348" y="4502"/>
                  </a:cubicBezTo>
                  <a:cubicBezTo>
                    <a:pt x="6407" y="4502"/>
                    <a:pt x="6406" y="4415"/>
                    <a:pt x="6348" y="4412"/>
                  </a:cubicBezTo>
                  <a:cubicBezTo>
                    <a:pt x="6159" y="4398"/>
                    <a:pt x="5970" y="4395"/>
                    <a:pt x="5780" y="4395"/>
                  </a:cubicBezTo>
                  <a:cubicBezTo>
                    <a:pt x="5702" y="4395"/>
                    <a:pt x="5625" y="4395"/>
                    <a:pt x="5547" y="4396"/>
                  </a:cubicBezTo>
                  <a:cubicBezTo>
                    <a:pt x="5620" y="4155"/>
                    <a:pt x="5692" y="3914"/>
                    <a:pt x="5766" y="3674"/>
                  </a:cubicBezTo>
                  <a:cubicBezTo>
                    <a:pt x="6116" y="3700"/>
                    <a:pt x="6468" y="3732"/>
                    <a:pt x="6818" y="3732"/>
                  </a:cubicBezTo>
                  <a:cubicBezTo>
                    <a:pt x="6823" y="3732"/>
                    <a:pt x="6829" y="3732"/>
                    <a:pt x="6834" y="3732"/>
                  </a:cubicBezTo>
                  <a:cubicBezTo>
                    <a:pt x="6908" y="3732"/>
                    <a:pt x="6905" y="3626"/>
                    <a:pt x="6834" y="3619"/>
                  </a:cubicBezTo>
                  <a:cubicBezTo>
                    <a:pt x="6492" y="3581"/>
                    <a:pt x="6145" y="3573"/>
                    <a:pt x="5800" y="3562"/>
                  </a:cubicBezTo>
                  <a:cubicBezTo>
                    <a:pt x="5803" y="3550"/>
                    <a:pt x="5806" y="3538"/>
                    <a:pt x="5811" y="3527"/>
                  </a:cubicBezTo>
                  <a:cubicBezTo>
                    <a:pt x="5874" y="3327"/>
                    <a:pt x="5940" y="3042"/>
                    <a:pt x="6013" y="2727"/>
                  </a:cubicBezTo>
                  <a:cubicBezTo>
                    <a:pt x="6184" y="2755"/>
                    <a:pt x="6355" y="2784"/>
                    <a:pt x="6527" y="2804"/>
                  </a:cubicBezTo>
                  <a:cubicBezTo>
                    <a:pt x="6528" y="2805"/>
                    <a:pt x="6530" y="2805"/>
                    <a:pt x="6531" y="2805"/>
                  </a:cubicBezTo>
                  <a:cubicBezTo>
                    <a:pt x="6576" y="2805"/>
                    <a:pt x="6584" y="2728"/>
                    <a:pt x="6538" y="2720"/>
                  </a:cubicBezTo>
                  <a:cubicBezTo>
                    <a:pt x="6370" y="2690"/>
                    <a:pt x="6201" y="2667"/>
                    <a:pt x="6032" y="2645"/>
                  </a:cubicBezTo>
                  <a:cubicBezTo>
                    <a:pt x="6181" y="2005"/>
                    <a:pt x="6365" y="1263"/>
                    <a:pt x="6630" y="845"/>
                  </a:cubicBezTo>
                  <a:cubicBezTo>
                    <a:pt x="6919" y="879"/>
                    <a:pt x="7203" y="938"/>
                    <a:pt x="7482" y="1020"/>
                  </a:cubicBezTo>
                  <a:cubicBezTo>
                    <a:pt x="7488" y="1022"/>
                    <a:pt x="7495" y="1023"/>
                    <a:pt x="7501" y="1023"/>
                  </a:cubicBezTo>
                  <a:cubicBezTo>
                    <a:pt x="7565" y="1023"/>
                    <a:pt x="7585" y="922"/>
                    <a:pt x="7515" y="899"/>
                  </a:cubicBezTo>
                  <a:cubicBezTo>
                    <a:pt x="7253" y="814"/>
                    <a:pt x="6981" y="761"/>
                    <a:pt x="6706" y="740"/>
                  </a:cubicBezTo>
                  <a:cubicBezTo>
                    <a:pt x="6727" y="716"/>
                    <a:pt x="6744" y="687"/>
                    <a:pt x="6765" y="666"/>
                  </a:cubicBezTo>
                  <a:cubicBezTo>
                    <a:pt x="6918" y="507"/>
                    <a:pt x="7161" y="448"/>
                    <a:pt x="7446" y="448"/>
                  </a:cubicBezTo>
                  <a:close/>
                  <a:moveTo>
                    <a:pt x="6789" y="1"/>
                  </a:moveTo>
                  <a:cubicBezTo>
                    <a:pt x="6722" y="1"/>
                    <a:pt x="6666" y="43"/>
                    <a:pt x="6642" y="110"/>
                  </a:cubicBezTo>
                  <a:cubicBezTo>
                    <a:pt x="5637" y="2967"/>
                    <a:pt x="4754" y="5862"/>
                    <a:pt x="3994" y="8794"/>
                  </a:cubicBezTo>
                  <a:cubicBezTo>
                    <a:pt x="3798" y="8250"/>
                    <a:pt x="3602" y="7705"/>
                    <a:pt x="3408" y="7161"/>
                  </a:cubicBezTo>
                  <a:cubicBezTo>
                    <a:pt x="3250" y="6721"/>
                    <a:pt x="3093" y="5740"/>
                    <a:pt x="2740" y="5393"/>
                  </a:cubicBezTo>
                  <a:cubicBezTo>
                    <a:pt x="2540" y="5196"/>
                    <a:pt x="2241" y="5131"/>
                    <a:pt x="1909" y="5131"/>
                  </a:cubicBezTo>
                  <a:cubicBezTo>
                    <a:pt x="1352" y="5131"/>
                    <a:pt x="702" y="5312"/>
                    <a:pt x="265" y="5353"/>
                  </a:cubicBezTo>
                  <a:cubicBezTo>
                    <a:pt x="217" y="5357"/>
                    <a:pt x="177" y="5392"/>
                    <a:pt x="165" y="5439"/>
                  </a:cubicBezTo>
                  <a:cubicBezTo>
                    <a:pt x="158" y="5418"/>
                    <a:pt x="150" y="5397"/>
                    <a:pt x="142" y="5376"/>
                  </a:cubicBezTo>
                  <a:cubicBezTo>
                    <a:pt x="130" y="5345"/>
                    <a:pt x="104" y="5332"/>
                    <a:pt x="78" y="5332"/>
                  </a:cubicBezTo>
                  <a:cubicBezTo>
                    <a:pt x="39" y="5332"/>
                    <a:pt x="1" y="5362"/>
                    <a:pt x="16" y="5411"/>
                  </a:cubicBezTo>
                  <a:cubicBezTo>
                    <a:pt x="56" y="5538"/>
                    <a:pt x="98" y="5666"/>
                    <a:pt x="138" y="5793"/>
                  </a:cubicBezTo>
                  <a:cubicBezTo>
                    <a:pt x="113" y="5810"/>
                    <a:pt x="114" y="5858"/>
                    <a:pt x="149" y="5868"/>
                  </a:cubicBezTo>
                  <a:lnTo>
                    <a:pt x="163" y="5872"/>
                  </a:lnTo>
                  <a:cubicBezTo>
                    <a:pt x="848" y="8037"/>
                    <a:pt x="1552" y="10217"/>
                    <a:pt x="2356" y="12336"/>
                  </a:cubicBezTo>
                  <a:cubicBezTo>
                    <a:pt x="2593" y="12964"/>
                    <a:pt x="3034" y="13148"/>
                    <a:pt x="3559" y="13148"/>
                  </a:cubicBezTo>
                  <a:cubicBezTo>
                    <a:pt x="4180" y="13148"/>
                    <a:pt x="4918" y="12891"/>
                    <a:pt x="5578" y="12808"/>
                  </a:cubicBezTo>
                  <a:cubicBezTo>
                    <a:pt x="5636" y="12801"/>
                    <a:pt x="5692" y="12771"/>
                    <a:pt x="5708" y="12710"/>
                  </a:cubicBezTo>
                  <a:cubicBezTo>
                    <a:pt x="6727" y="8643"/>
                    <a:pt x="8225" y="4838"/>
                    <a:pt x="9748" y="950"/>
                  </a:cubicBezTo>
                  <a:cubicBezTo>
                    <a:pt x="9752" y="951"/>
                    <a:pt x="9755" y="951"/>
                    <a:pt x="9759" y="951"/>
                  </a:cubicBezTo>
                  <a:cubicBezTo>
                    <a:pt x="9889" y="951"/>
                    <a:pt x="9944" y="781"/>
                    <a:pt x="9841" y="715"/>
                  </a:cubicBezTo>
                  <a:cubicBezTo>
                    <a:pt x="9843" y="709"/>
                    <a:pt x="9845" y="704"/>
                    <a:pt x="9847" y="698"/>
                  </a:cubicBezTo>
                  <a:cubicBezTo>
                    <a:pt x="9878" y="621"/>
                    <a:pt x="9804" y="560"/>
                    <a:pt x="9734" y="560"/>
                  </a:cubicBezTo>
                  <a:cubicBezTo>
                    <a:pt x="9698" y="560"/>
                    <a:pt x="9664" y="576"/>
                    <a:pt x="9644" y="613"/>
                  </a:cubicBezTo>
                  <a:cubicBezTo>
                    <a:pt x="9638" y="626"/>
                    <a:pt x="9633" y="640"/>
                    <a:pt x="9626" y="651"/>
                  </a:cubicBezTo>
                  <a:cubicBezTo>
                    <a:pt x="8700" y="411"/>
                    <a:pt x="7761" y="215"/>
                    <a:pt x="6827" y="5"/>
                  </a:cubicBezTo>
                  <a:cubicBezTo>
                    <a:pt x="6814" y="2"/>
                    <a:pt x="6801" y="1"/>
                    <a:pt x="6789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07" name="Google Shape;2307;p35"/>
            <p:cNvGrpSpPr/>
            <p:nvPr/>
          </p:nvGrpSpPr>
          <p:grpSpPr>
            <a:xfrm>
              <a:off x="3503208" y="4200788"/>
              <a:ext cx="172392" cy="227915"/>
              <a:chOff x="-5596489" y="1297421"/>
              <a:chExt cx="342456" cy="452751"/>
            </a:xfrm>
          </p:grpSpPr>
          <p:sp>
            <p:nvSpPr>
              <p:cNvPr id="2308" name="Google Shape;2308;p35"/>
              <p:cNvSpPr/>
              <p:nvPr/>
            </p:nvSpPr>
            <p:spPr>
              <a:xfrm>
                <a:off x="-5596489" y="1297421"/>
                <a:ext cx="342456" cy="452751"/>
              </a:xfrm>
              <a:custGeom>
                <a:rect b="b" l="l" r="r" t="t"/>
                <a:pathLst>
                  <a:path extrusionOk="0" h="13148" w="9945">
                    <a:moveTo>
                      <a:pt x="7446" y="448"/>
                    </a:moveTo>
                    <a:cubicBezTo>
                      <a:pt x="8097" y="448"/>
                      <a:pt x="8970" y="758"/>
                      <a:pt x="9506" y="900"/>
                    </a:cubicBezTo>
                    <a:cubicBezTo>
                      <a:pt x="7922" y="4072"/>
                      <a:pt x="6804" y="7570"/>
                      <a:pt x="5877" y="10980"/>
                    </a:cubicBezTo>
                    <a:cubicBezTo>
                      <a:pt x="5785" y="11321"/>
                      <a:pt x="5759" y="11862"/>
                      <a:pt x="5567" y="12163"/>
                    </a:cubicBezTo>
                    <a:cubicBezTo>
                      <a:pt x="5215" y="12719"/>
                      <a:pt x="4734" y="12648"/>
                      <a:pt x="4180" y="12718"/>
                    </a:cubicBezTo>
                    <a:cubicBezTo>
                      <a:pt x="3913" y="12753"/>
                      <a:pt x="3646" y="12823"/>
                      <a:pt x="3391" y="12823"/>
                    </a:cubicBezTo>
                    <a:cubicBezTo>
                      <a:pt x="3138" y="12823"/>
                      <a:pt x="2899" y="12753"/>
                      <a:pt x="2688" y="12507"/>
                    </a:cubicBezTo>
                    <a:cubicBezTo>
                      <a:pt x="2652" y="12463"/>
                      <a:pt x="2617" y="12398"/>
                      <a:pt x="2582" y="12326"/>
                    </a:cubicBezTo>
                    <a:lnTo>
                      <a:pt x="2582" y="12326"/>
                    </a:lnTo>
                    <a:cubicBezTo>
                      <a:pt x="2978" y="12397"/>
                      <a:pt x="3380" y="12456"/>
                      <a:pt x="3780" y="12510"/>
                    </a:cubicBezTo>
                    <a:cubicBezTo>
                      <a:pt x="3782" y="12510"/>
                      <a:pt x="3783" y="12510"/>
                      <a:pt x="3784" y="12510"/>
                    </a:cubicBezTo>
                    <a:cubicBezTo>
                      <a:pt x="3824" y="12510"/>
                      <a:pt x="3832" y="12441"/>
                      <a:pt x="3791" y="12434"/>
                    </a:cubicBezTo>
                    <a:cubicBezTo>
                      <a:pt x="3379" y="12365"/>
                      <a:pt x="2964" y="12302"/>
                      <a:pt x="2549" y="12252"/>
                    </a:cubicBezTo>
                    <a:cubicBezTo>
                      <a:pt x="2479" y="12085"/>
                      <a:pt x="2416" y="11874"/>
                      <a:pt x="2359" y="11672"/>
                    </a:cubicBezTo>
                    <a:lnTo>
                      <a:pt x="2359" y="11672"/>
                    </a:lnTo>
                    <a:cubicBezTo>
                      <a:pt x="2771" y="11729"/>
                      <a:pt x="3189" y="11774"/>
                      <a:pt x="3603" y="11810"/>
                    </a:cubicBezTo>
                    <a:cubicBezTo>
                      <a:pt x="3605" y="11810"/>
                      <a:pt x="3607" y="11810"/>
                      <a:pt x="3608" y="11810"/>
                    </a:cubicBezTo>
                    <a:cubicBezTo>
                      <a:pt x="3665" y="11810"/>
                      <a:pt x="3661" y="11722"/>
                      <a:pt x="3603" y="11715"/>
                    </a:cubicBezTo>
                    <a:cubicBezTo>
                      <a:pt x="3183" y="11662"/>
                      <a:pt x="2757" y="11614"/>
                      <a:pt x="2334" y="11583"/>
                    </a:cubicBezTo>
                    <a:cubicBezTo>
                      <a:pt x="2277" y="11380"/>
                      <a:pt x="2229" y="11192"/>
                      <a:pt x="2188" y="11078"/>
                    </a:cubicBezTo>
                    <a:lnTo>
                      <a:pt x="2095" y="10812"/>
                    </a:lnTo>
                    <a:lnTo>
                      <a:pt x="2095" y="10812"/>
                    </a:lnTo>
                    <a:cubicBezTo>
                      <a:pt x="2435" y="10847"/>
                      <a:pt x="2776" y="10892"/>
                      <a:pt x="3117" y="10909"/>
                    </a:cubicBezTo>
                    <a:cubicBezTo>
                      <a:pt x="3118" y="10909"/>
                      <a:pt x="3118" y="10909"/>
                      <a:pt x="3119" y="10909"/>
                    </a:cubicBezTo>
                    <a:cubicBezTo>
                      <a:pt x="3162" y="10909"/>
                      <a:pt x="3160" y="10845"/>
                      <a:pt x="3117" y="10840"/>
                    </a:cubicBezTo>
                    <a:cubicBezTo>
                      <a:pt x="2772" y="10798"/>
                      <a:pt x="2423" y="10783"/>
                      <a:pt x="2076" y="10759"/>
                    </a:cubicBezTo>
                    <a:lnTo>
                      <a:pt x="1799" y="9965"/>
                    </a:lnTo>
                    <a:lnTo>
                      <a:pt x="1799" y="9965"/>
                    </a:lnTo>
                    <a:cubicBezTo>
                      <a:pt x="2059" y="9978"/>
                      <a:pt x="2318" y="10015"/>
                      <a:pt x="2573" y="10074"/>
                    </a:cubicBezTo>
                    <a:cubicBezTo>
                      <a:pt x="2577" y="10075"/>
                      <a:pt x="2580" y="10075"/>
                      <a:pt x="2584" y="10075"/>
                    </a:cubicBezTo>
                    <a:cubicBezTo>
                      <a:pt x="2627" y="10075"/>
                      <a:pt x="2642" y="10009"/>
                      <a:pt x="2595" y="9996"/>
                    </a:cubicBezTo>
                    <a:cubicBezTo>
                      <a:pt x="2325" y="9926"/>
                      <a:pt x="2047" y="9887"/>
                      <a:pt x="1767" y="9881"/>
                    </a:cubicBezTo>
                    <a:cubicBezTo>
                      <a:pt x="1685" y="9646"/>
                      <a:pt x="1601" y="9412"/>
                      <a:pt x="1519" y="9179"/>
                    </a:cubicBezTo>
                    <a:lnTo>
                      <a:pt x="1519" y="9179"/>
                    </a:lnTo>
                    <a:cubicBezTo>
                      <a:pt x="1860" y="9232"/>
                      <a:pt x="2199" y="9291"/>
                      <a:pt x="2542" y="9322"/>
                    </a:cubicBezTo>
                    <a:cubicBezTo>
                      <a:pt x="2543" y="9322"/>
                      <a:pt x="2544" y="9323"/>
                      <a:pt x="2545" y="9323"/>
                    </a:cubicBezTo>
                    <a:cubicBezTo>
                      <a:pt x="2590" y="9323"/>
                      <a:pt x="2599" y="9248"/>
                      <a:pt x="2552" y="9238"/>
                    </a:cubicBezTo>
                    <a:cubicBezTo>
                      <a:pt x="2199" y="9165"/>
                      <a:pt x="1838" y="9120"/>
                      <a:pt x="1481" y="9071"/>
                    </a:cubicBezTo>
                    <a:cubicBezTo>
                      <a:pt x="1387" y="8804"/>
                      <a:pt x="1292" y="8539"/>
                      <a:pt x="1197" y="8272"/>
                    </a:cubicBezTo>
                    <a:lnTo>
                      <a:pt x="1197" y="8272"/>
                    </a:lnTo>
                    <a:cubicBezTo>
                      <a:pt x="1542" y="8301"/>
                      <a:pt x="1886" y="8330"/>
                      <a:pt x="2232" y="8344"/>
                    </a:cubicBezTo>
                    <a:cubicBezTo>
                      <a:pt x="2232" y="8344"/>
                      <a:pt x="2233" y="8344"/>
                      <a:pt x="2234" y="8344"/>
                    </a:cubicBezTo>
                    <a:cubicBezTo>
                      <a:pt x="2285" y="8344"/>
                      <a:pt x="2282" y="8269"/>
                      <a:pt x="2232" y="8264"/>
                    </a:cubicBezTo>
                    <a:cubicBezTo>
                      <a:pt x="1875" y="8222"/>
                      <a:pt x="1518" y="8197"/>
                      <a:pt x="1160" y="8171"/>
                    </a:cubicBezTo>
                    <a:cubicBezTo>
                      <a:pt x="1066" y="7905"/>
                      <a:pt x="971" y="7641"/>
                      <a:pt x="876" y="7376"/>
                    </a:cubicBezTo>
                    <a:lnTo>
                      <a:pt x="876" y="7376"/>
                    </a:lnTo>
                    <a:cubicBezTo>
                      <a:pt x="1145" y="7431"/>
                      <a:pt x="1428" y="7453"/>
                      <a:pt x="1701" y="7472"/>
                    </a:cubicBezTo>
                    <a:cubicBezTo>
                      <a:pt x="1702" y="7472"/>
                      <a:pt x="1703" y="7472"/>
                      <a:pt x="1704" y="7472"/>
                    </a:cubicBezTo>
                    <a:cubicBezTo>
                      <a:pt x="1761" y="7472"/>
                      <a:pt x="1774" y="7375"/>
                      <a:pt x="1715" y="7367"/>
                    </a:cubicBezTo>
                    <a:cubicBezTo>
                      <a:pt x="1438" y="7328"/>
                      <a:pt x="1150" y="7288"/>
                      <a:pt x="870" y="7288"/>
                    </a:cubicBezTo>
                    <a:cubicBezTo>
                      <a:pt x="866" y="7288"/>
                      <a:pt x="863" y="7288"/>
                      <a:pt x="859" y="7288"/>
                    </a:cubicBezTo>
                    <a:cubicBezTo>
                      <a:pt x="854" y="7288"/>
                      <a:pt x="851" y="7292"/>
                      <a:pt x="846" y="7293"/>
                    </a:cubicBezTo>
                    <a:cubicBezTo>
                      <a:pt x="767" y="7073"/>
                      <a:pt x="685" y="6854"/>
                      <a:pt x="605" y="6635"/>
                    </a:cubicBezTo>
                    <a:lnTo>
                      <a:pt x="605" y="6635"/>
                    </a:lnTo>
                    <a:cubicBezTo>
                      <a:pt x="956" y="6646"/>
                      <a:pt x="1306" y="6679"/>
                      <a:pt x="1656" y="6715"/>
                    </a:cubicBezTo>
                    <a:cubicBezTo>
                      <a:pt x="1658" y="6716"/>
                      <a:pt x="1659" y="6716"/>
                      <a:pt x="1661" y="6716"/>
                    </a:cubicBezTo>
                    <a:cubicBezTo>
                      <a:pt x="1712" y="6716"/>
                      <a:pt x="1723" y="6628"/>
                      <a:pt x="1669" y="6617"/>
                    </a:cubicBezTo>
                    <a:cubicBezTo>
                      <a:pt x="1321" y="6546"/>
                      <a:pt x="970" y="6525"/>
                      <a:pt x="615" y="6525"/>
                    </a:cubicBezTo>
                    <a:cubicBezTo>
                      <a:pt x="598" y="6525"/>
                      <a:pt x="581" y="6525"/>
                      <a:pt x="564" y="6525"/>
                    </a:cubicBezTo>
                    <a:cubicBezTo>
                      <a:pt x="491" y="6324"/>
                      <a:pt x="417" y="6123"/>
                      <a:pt x="343" y="5922"/>
                    </a:cubicBezTo>
                    <a:lnTo>
                      <a:pt x="343" y="5922"/>
                    </a:lnTo>
                    <a:cubicBezTo>
                      <a:pt x="713" y="6022"/>
                      <a:pt x="1097" y="6091"/>
                      <a:pt x="1471" y="6156"/>
                    </a:cubicBezTo>
                    <a:cubicBezTo>
                      <a:pt x="1475" y="6157"/>
                      <a:pt x="1479" y="6157"/>
                      <a:pt x="1482" y="6157"/>
                    </a:cubicBezTo>
                    <a:cubicBezTo>
                      <a:pt x="1537" y="6157"/>
                      <a:pt x="1559" y="6075"/>
                      <a:pt x="1498" y="6059"/>
                    </a:cubicBezTo>
                    <a:cubicBezTo>
                      <a:pt x="1107" y="5961"/>
                      <a:pt x="703" y="5865"/>
                      <a:pt x="301" y="5808"/>
                    </a:cubicBezTo>
                    <a:cubicBezTo>
                      <a:pt x="270" y="5725"/>
                      <a:pt x="241" y="5642"/>
                      <a:pt x="210" y="5559"/>
                    </a:cubicBezTo>
                    <a:lnTo>
                      <a:pt x="210" y="5559"/>
                    </a:lnTo>
                    <a:cubicBezTo>
                      <a:pt x="225" y="5568"/>
                      <a:pt x="242" y="5572"/>
                      <a:pt x="259" y="5572"/>
                    </a:cubicBezTo>
                    <a:cubicBezTo>
                      <a:pt x="261" y="5572"/>
                      <a:pt x="263" y="5572"/>
                      <a:pt x="265" y="5572"/>
                    </a:cubicBezTo>
                    <a:cubicBezTo>
                      <a:pt x="552" y="5557"/>
                      <a:pt x="824" y="5540"/>
                      <a:pt x="1080" y="5540"/>
                    </a:cubicBezTo>
                    <a:cubicBezTo>
                      <a:pt x="1929" y="5540"/>
                      <a:pt x="2590" y="5725"/>
                      <a:pt x="2964" y="6775"/>
                    </a:cubicBezTo>
                    <a:cubicBezTo>
                      <a:pt x="3266" y="7625"/>
                      <a:pt x="3570" y="8474"/>
                      <a:pt x="3873" y="9323"/>
                    </a:cubicBezTo>
                    <a:cubicBezTo>
                      <a:pt x="3897" y="9390"/>
                      <a:pt x="3961" y="9427"/>
                      <a:pt x="4023" y="9427"/>
                    </a:cubicBezTo>
                    <a:cubicBezTo>
                      <a:pt x="4080" y="9427"/>
                      <a:pt x="4136" y="9395"/>
                      <a:pt x="4154" y="9323"/>
                    </a:cubicBezTo>
                    <a:cubicBezTo>
                      <a:pt x="4193" y="9173"/>
                      <a:pt x="4234" y="9024"/>
                      <a:pt x="4273" y="8874"/>
                    </a:cubicBezTo>
                    <a:cubicBezTo>
                      <a:pt x="4370" y="8874"/>
                      <a:pt x="4467" y="8875"/>
                      <a:pt x="4564" y="8875"/>
                    </a:cubicBezTo>
                    <a:cubicBezTo>
                      <a:pt x="4613" y="8875"/>
                      <a:pt x="4662" y="8875"/>
                      <a:pt x="4711" y="8874"/>
                    </a:cubicBezTo>
                    <a:cubicBezTo>
                      <a:pt x="4760" y="8874"/>
                      <a:pt x="4760" y="8798"/>
                      <a:pt x="4711" y="8797"/>
                    </a:cubicBezTo>
                    <a:cubicBezTo>
                      <a:pt x="4652" y="8796"/>
                      <a:pt x="4593" y="8795"/>
                      <a:pt x="4534" y="8795"/>
                    </a:cubicBezTo>
                    <a:cubicBezTo>
                      <a:pt x="4454" y="8795"/>
                      <a:pt x="4374" y="8796"/>
                      <a:pt x="4294" y="8797"/>
                    </a:cubicBezTo>
                    <a:cubicBezTo>
                      <a:pt x="4354" y="8566"/>
                      <a:pt x="4417" y="8336"/>
                      <a:pt x="4479" y="8105"/>
                    </a:cubicBezTo>
                    <a:cubicBezTo>
                      <a:pt x="4689" y="8107"/>
                      <a:pt x="4898" y="8117"/>
                      <a:pt x="5108" y="8124"/>
                    </a:cubicBezTo>
                    <a:cubicBezTo>
                      <a:pt x="5109" y="8124"/>
                      <a:pt x="5110" y="8124"/>
                      <a:pt x="5110" y="8124"/>
                    </a:cubicBezTo>
                    <a:cubicBezTo>
                      <a:pt x="5147" y="8124"/>
                      <a:pt x="5155" y="8063"/>
                      <a:pt x="5118" y="8057"/>
                    </a:cubicBezTo>
                    <a:cubicBezTo>
                      <a:pt x="4955" y="8034"/>
                      <a:pt x="4792" y="8026"/>
                      <a:pt x="4628" y="8026"/>
                    </a:cubicBezTo>
                    <a:cubicBezTo>
                      <a:pt x="4586" y="8026"/>
                      <a:pt x="4543" y="8027"/>
                      <a:pt x="4500" y="8028"/>
                    </a:cubicBezTo>
                    <a:cubicBezTo>
                      <a:pt x="4566" y="7779"/>
                      <a:pt x="4639" y="7533"/>
                      <a:pt x="4708" y="7284"/>
                    </a:cubicBezTo>
                    <a:cubicBezTo>
                      <a:pt x="4852" y="7293"/>
                      <a:pt x="4997" y="7298"/>
                      <a:pt x="5143" y="7298"/>
                    </a:cubicBezTo>
                    <a:cubicBezTo>
                      <a:pt x="5220" y="7298"/>
                      <a:pt x="5298" y="7297"/>
                      <a:pt x="5375" y="7294"/>
                    </a:cubicBezTo>
                    <a:cubicBezTo>
                      <a:pt x="5440" y="7291"/>
                      <a:pt x="5440" y="7194"/>
                      <a:pt x="5375" y="7191"/>
                    </a:cubicBezTo>
                    <a:cubicBezTo>
                      <a:pt x="5303" y="7188"/>
                      <a:pt x="5230" y="7187"/>
                      <a:pt x="5157" y="7187"/>
                    </a:cubicBezTo>
                    <a:cubicBezTo>
                      <a:pt x="5015" y="7187"/>
                      <a:pt x="4872" y="7192"/>
                      <a:pt x="4731" y="7200"/>
                    </a:cubicBezTo>
                    <a:cubicBezTo>
                      <a:pt x="4803" y="6940"/>
                      <a:pt x="4879" y="6680"/>
                      <a:pt x="4952" y="6420"/>
                    </a:cubicBezTo>
                    <a:cubicBezTo>
                      <a:pt x="5240" y="6466"/>
                      <a:pt x="5528" y="6508"/>
                      <a:pt x="5818" y="6531"/>
                    </a:cubicBezTo>
                    <a:cubicBezTo>
                      <a:pt x="5819" y="6531"/>
                      <a:pt x="5821" y="6531"/>
                      <a:pt x="5822" y="6531"/>
                    </a:cubicBezTo>
                    <a:cubicBezTo>
                      <a:pt x="5874" y="6531"/>
                      <a:pt x="5885" y="6444"/>
                      <a:pt x="5832" y="6435"/>
                    </a:cubicBezTo>
                    <a:cubicBezTo>
                      <a:pt x="5549" y="6385"/>
                      <a:pt x="5264" y="6355"/>
                      <a:pt x="4979" y="6326"/>
                    </a:cubicBezTo>
                    <a:cubicBezTo>
                      <a:pt x="5071" y="5997"/>
                      <a:pt x="5168" y="5670"/>
                      <a:pt x="5263" y="5343"/>
                    </a:cubicBezTo>
                    <a:cubicBezTo>
                      <a:pt x="5588" y="5360"/>
                      <a:pt x="5912" y="5383"/>
                      <a:pt x="6238" y="5383"/>
                    </a:cubicBezTo>
                    <a:cubicBezTo>
                      <a:pt x="6245" y="5383"/>
                      <a:pt x="6253" y="5383"/>
                      <a:pt x="6260" y="5383"/>
                    </a:cubicBezTo>
                    <a:cubicBezTo>
                      <a:pt x="6316" y="5383"/>
                      <a:pt x="6314" y="5301"/>
                      <a:pt x="6260" y="5296"/>
                    </a:cubicBezTo>
                    <a:cubicBezTo>
                      <a:pt x="5938" y="5269"/>
                      <a:pt x="5612" y="5262"/>
                      <a:pt x="5288" y="5254"/>
                    </a:cubicBezTo>
                    <a:cubicBezTo>
                      <a:pt x="5365" y="4990"/>
                      <a:pt x="5448" y="4729"/>
                      <a:pt x="5526" y="4466"/>
                    </a:cubicBezTo>
                    <a:cubicBezTo>
                      <a:pt x="5785" y="4486"/>
                      <a:pt x="6044" y="4502"/>
                      <a:pt x="6301" y="4502"/>
                    </a:cubicBezTo>
                    <a:cubicBezTo>
                      <a:pt x="6317" y="4502"/>
                      <a:pt x="6332" y="4502"/>
                      <a:pt x="6348" y="4502"/>
                    </a:cubicBezTo>
                    <a:cubicBezTo>
                      <a:pt x="6407" y="4502"/>
                      <a:pt x="6406" y="4415"/>
                      <a:pt x="6348" y="4412"/>
                    </a:cubicBezTo>
                    <a:cubicBezTo>
                      <a:pt x="6159" y="4398"/>
                      <a:pt x="5970" y="4395"/>
                      <a:pt x="5780" y="4395"/>
                    </a:cubicBezTo>
                    <a:cubicBezTo>
                      <a:pt x="5702" y="4395"/>
                      <a:pt x="5625" y="4395"/>
                      <a:pt x="5547" y="4396"/>
                    </a:cubicBezTo>
                    <a:cubicBezTo>
                      <a:pt x="5620" y="4155"/>
                      <a:pt x="5692" y="3914"/>
                      <a:pt x="5766" y="3674"/>
                    </a:cubicBezTo>
                    <a:cubicBezTo>
                      <a:pt x="6116" y="3700"/>
                      <a:pt x="6468" y="3732"/>
                      <a:pt x="6818" y="3732"/>
                    </a:cubicBezTo>
                    <a:cubicBezTo>
                      <a:pt x="6823" y="3732"/>
                      <a:pt x="6829" y="3732"/>
                      <a:pt x="6834" y="3732"/>
                    </a:cubicBezTo>
                    <a:cubicBezTo>
                      <a:pt x="6908" y="3732"/>
                      <a:pt x="6905" y="3626"/>
                      <a:pt x="6834" y="3619"/>
                    </a:cubicBezTo>
                    <a:cubicBezTo>
                      <a:pt x="6492" y="3581"/>
                      <a:pt x="6145" y="3573"/>
                      <a:pt x="5800" y="3562"/>
                    </a:cubicBezTo>
                    <a:cubicBezTo>
                      <a:pt x="5803" y="3550"/>
                      <a:pt x="5806" y="3538"/>
                      <a:pt x="5811" y="3527"/>
                    </a:cubicBezTo>
                    <a:cubicBezTo>
                      <a:pt x="5874" y="3327"/>
                      <a:pt x="5940" y="3042"/>
                      <a:pt x="6013" y="2727"/>
                    </a:cubicBezTo>
                    <a:cubicBezTo>
                      <a:pt x="6184" y="2755"/>
                      <a:pt x="6355" y="2784"/>
                      <a:pt x="6527" y="2804"/>
                    </a:cubicBezTo>
                    <a:cubicBezTo>
                      <a:pt x="6528" y="2805"/>
                      <a:pt x="6530" y="2805"/>
                      <a:pt x="6531" y="2805"/>
                    </a:cubicBezTo>
                    <a:cubicBezTo>
                      <a:pt x="6576" y="2805"/>
                      <a:pt x="6584" y="2728"/>
                      <a:pt x="6538" y="2720"/>
                    </a:cubicBezTo>
                    <a:cubicBezTo>
                      <a:pt x="6370" y="2690"/>
                      <a:pt x="6201" y="2667"/>
                      <a:pt x="6032" y="2645"/>
                    </a:cubicBezTo>
                    <a:cubicBezTo>
                      <a:pt x="6181" y="2005"/>
                      <a:pt x="6365" y="1263"/>
                      <a:pt x="6630" y="845"/>
                    </a:cubicBezTo>
                    <a:cubicBezTo>
                      <a:pt x="6919" y="879"/>
                      <a:pt x="7203" y="938"/>
                      <a:pt x="7482" y="1020"/>
                    </a:cubicBezTo>
                    <a:cubicBezTo>
                      <a:pt x="7488" y="1022"/>
                      <a:pt x="7495" y="1023"/>
                      <a:pt x="7501" y="1023"/>
                    </a:cubicBezTo>
                    <a:cubicBezTo>
                      <a:pt x="7565" y="1023"/>
                      <a:pt x="7585" y="922"/>
                      <a:pt x="7515" y="899"/>
                    </a:cubicBezTo>
                    <a:cubicBezTo>
                      <a:pt x="7253" y="814"/>
                      <a:pt x="6981" y="761"/>
                      <a:pt x="6706" y="740"/>
                    </a:cubicBezTo>
                    <a:cubicBezTo>
                      <a:pt x="6727" y="716"/>
                      <a:pt x="6744" y="687"/>
                      <a:pt x="6765" y="666"/>
                    </a:cubicBezTo>
                    <a:cubicBezTo>
                      <a:pt x="6918" y="507"/>
                      <a:pt x="7161" y="448"/>
                      <a:pt x="7446" y="448"/>
                    </a:cubicBezTo>
                    <a:close/>
                    <a:moveTo>
                      <a:pt x="6789" y="1"/>
                    </a:moveTo>
                    <a:cubicBezTo>
                      <a:pt x="6722" y="1"/>
                      <a:pt x="6666" y="43"/>
                      <a:pt x="6642" y="110"/>
                    </a:cubicBezTo>
                    <a:cubicBezTo>
                      <a:pt x="5637" y="2967"/>
                      <a:pt x="4754" y="5862"/>
                      <a:pt x="3994" y="8794"/>
                    </a:cubicBezTo>
                    <a:cubicBezTo>
                      <a:pt x="3798" y="8250"/>
                      <a:pt x="3602" y="7705"/>
                      <a:pt x="3408" y="7161"/>
                    </a:cubicBezTo>
                    <a:cubicBezTo>
                      <a:pt x="3250" y="6721"/>
                      <a:pt x="3093" y="5740"/>
                      <a:pt x="2740" y="5393"/>
                    </a:cubicBezTo>
                    <a:cubicBezTo>
                      <a:pt x="2540" y="5196"/>
                      <a:pt x="2241" y="5131"/>
                      <a:pt x="1909" y="5131"/>
                    </a:cubicBezTo>
                    <a:cubicBezTo>
                      <a:pt x="1352" y="5131"/>
                      <a:pt x="702" y="5312"/>
                      <a:pt x="265" y="5353"/>
                    </a:cubicBezTo>
                    <a:cubicBezTo>
                      <a:pt x="217" y="5357"/>
                      <a:pt x="177" y="5392"/>
                      <a:pt x="165" y="5439"/>
                    </a:cubicBezTo>
                    <a:cubicBezTo>
                      <a:pt x="158" y="5418"/>
                      <a:pt x="150" y="5397"/>
                      <a:pt x="142" y="5376"/>
                    </a:cubicBezTo>
                    <a:cubicBezTo>
                      <a:pt x="130" y="5345"/>
                      <a:pt x="104" y="5332"/>
                      <a:pt x="78" y="5332"/>
                    </a:cubicBezTo>
                    <a:cubicBezTo>
                      <a:pt x="39" y="5332"/>
                      <a:pt x="1" y="5362"/>
                      <a:pt x="16" y="5411"/>
                    </a:cubicBezTo>
                    <a:cubicBezTo>
                      <a:pt x="56" y="5538"/>
                      <a:pt x="98" y="5666"/>
                      <a:pt x="138" y="5793"/>
                    </a:cubicBezTo>
                    <a:cubicBezTo>
                      <a:pt x="113" y="5810"/>
                      <a:pt x="114" y="5858"/>
                      <a:pt x="149" y="5868"/>
                    </a:cubicBezTo>
                    <a:lnTo>
                      <a:pt x="163" y="5872"/>
                    </a:lnTo>
                    <a:cubicBezTo>
                      <a:pt x="848" y="8037"/>
                      <a:pt x="1552" y="10217"/>
                      <a:pt x="2356" y="12336"/>
                    </a:cubicBezTo>
                    <a:cubicBezTo>
                      <a:pt x="2593" y="12964"/>
                      <a:pt x="3034" y="13148"/>
                      <a:pt x="3559" y="13148"/>
                    </a:cubicBezTo>
                    <a:cubicBezTo>
                      <a:pt x="4180" y="13148"/>
                      <a:pt x="4918" y="12891"/>
                      <a:pt x="5578" y="12808"/>
                    </a:cubicBezTo>
                    <a:cubicBezTo>
                      <a:pt x="5636" y="12801"/>
                      <a:pt x="5692" y="12771"/>
                      <a:pt x="5708" y="12710"/>
                    </a:cubicBezTo>
                    <a:cubicBezTo>
                      <a:pt x="6727" y="8643"/>
                      <a:pt x="8225" y="4838"/>
                      <a:pt x="9748" y="950"/>
                    </a:cubicBezTo>
                    <a:cubicBezTo>
                      <a:pt x="9752" y="951"/>
                      <a:pt x="9755" y="951"/>
                      <a:pt x="9759" y="951"/>
                    </a:cubicBezTo>
                    <a:cubicBezTo>
                      <a:pt x="9889" y="951"/>
                      <a:pt x="9944" y="781"/>
                      <a:pt x="9841" y="715"/>
                    </a:cubicBezTo>
                    <a:cubicBezTo>
                      <a:pt x="9843" y="709"/>
                      <a:pt x="9845" y="704"/>
                      <a:pt x="9847" y="698"/>
                    </a:cubicBezTo>
                    <a:cubicBezTo>
                      <a:pt x="9878" y="621"/>
                      <a:pt x="9804" y="560"/>
                      <a:pt x="9734" y="560"/>
                    </a:cubicBezTo>
                    <a:cubicBezTo>
                      <a:pt x="9698" y="560"/>
                      <a:pt x="9664" y="576"/>
                      <a:pt x="9644" y="613"/>
                    </a:cubicBezTo>
                    <a:cubicBezTo>
                      <a:pt x="9638" y="626"/>
                      <a:pt x="9633" y="640"/>
                      <a:pt x="9626" y="651"/>
                    </a:cubicBezTo>
                    <a:cubicBezTo>
                      <a:pt x="8700" y="411"/>
                      <a:pt x="7761" y="215"/>
                      <a:pt x="6827" y="5"/>
                    </a:cubicBezTo>
                    <a:cubicBezTo>
                      <a:pt x="6814" y="2"/>
                      <a:pt x="6801" y="1"/>
                      <a:pt x="67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9" name="Google Shape;2309;p35"/>
              <p:cNvSpPr/>
              <p:nvPr/>
            </p:nvSpPr>
            <p:spPr>
              <a:xfrm>
                <a:off x="-5381924" y="1355478"/>
                <a:ext cx="38188" cy="5682"/>
              </a:xfrm>
              <a:custGeom>
                <a:rect b="b" l="l" r="r" t="t"/>
                <a:pathLst>
                  <a:path extrusionOk="0" h="165" w="1109">
                    <a:moveTo>
                      <a:pt x="781" y="1"/>
                    </a:moveTo>
                    <a:cubicBezTo>
                      <a:pt x="540" y="1"/>
                      <a:pt x="301" y="27"/>
                      <a:pt x="61" y="68"/>
                    </a:cubicBezTo>
                    <a:cubicBezTo>
                      <a:pt x="0" y="78"/>
                      <a:pt x="23" y="165"/>
                      <a:pt x="79" y="165"/>
                    </a:cubicBezTo>
                    <a:cubicBezTo>
                      <a:pt x="82" y="165"/>
                      <a:pt x="85" y="165"/>
                      <a:pt x="87" y="164"/>
                    </a:cubicBezTo>
                    <a:cubicBezTo>
                      <a:pt x="406" y="121"/>
                      <a:pt x="726" y="112"/>
                      <a:pt x="1048" y="106"/>
                    </a:cubicBezTo>
                    <a:cubicBezTo>
                      <a:pt x="1109" y="105"/>
                      <a:pt x="1107" y="16"/>
                      <a:pt x="1048" y="12"/>
                    </a:cubicBezTo>
                    <a:cubicBezTo>
                      <a:pt x="958" y="4"/>
                      <a:pt x="869" y="1"/>
                      <a:pt x="7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10" name="Google Shape;2310;p35"/>
            <p:cNvSpPr/>
            <p:nvPr/>
          </p:nvSpPr>
          <p:spPr>
            <a:xfrm>
              <a:off x="4621383" y="4200788"/>
              <a:ext cx="172397" cy="227921"/>
            </a:xfrm>
            <a:custGeom>
              <a:rect b="b" l="l" r="r" t="t"/>
              <a:pathLst>
                <a:path extrusionOk="0" h="13148" w="9945">
                  <a:moveTo>
                    <a:pt x="7446" y="448"/>
                  </a:moveTo>
                  <a:cubicBezTo>
                    <a:pt x="8097" y="448"/>
                    <a:pt x="8970" y="758"/>
                    <a:pt x="9506" y="900"/>
                  </a:cubicBezTo>
                  <a:cubicBezTo>
                    <a:pt x="7922" y="4072"/>
                    <a:pt x="6804" y="7570"/>
                    <a:pt x="5877" y="10980"/>
                  </a:cubicBezTo>
                  <a:cubicBezTo>
                    <a:pt x="5785" y="11321"/>
                    <a:pt x="5759" y="11862"/>
                    <a:pt x="5567" y="12163"/>
                  </a:cubicBezTo>
                  <a:cubicBezTo>
                    <a:pt x="5215" y="12719"/>
                    <a:pt x="4734" y="12648"/>
                    <a:pt x="4180" y="12718"/>
                  </a:cubicBezTo>
                  <a:cubicBezTo>
                    <a:pt x="3913" y="12753"/>
                    <a:pt x="3646" y="12823"/>
                    <a:pt x="3391" y="12823"/>
                  </a:cubicBezTo>
                  <a:cubicBezTo>
                    <a:pt x="3138" y="12823"/>
                    <a:pt x="2899" y="12753"/>
                    <a:pt x="2688" y="12507"/>
                  </a:cubicBezTo>
                  <a:cubicBezTo>
                    <a:pt x="2652" y="12463"/>
                    <a:pt x="2617" y="12398"/>
                    <a:pt x="2582" y="12326"/>
                  </a:cubicBezTo>
                  <a:lnTo>
                    <a:pt x="2582" y="12326"/>
                  </a:lnTo>
                  <a:cubicBezTo>
                    <a:pt x="2978" y="12397"/>
                    <a:pt x="3380" y="12456"/>
                    <a:pt x="3780" y="12510"/>
                  </a:cubicBezTo>
                  <a:cubicBezTo>
                    <a:pt x="3782" y="12510"/>
                    <a:pt x="3783" y="12510"/>
                    <a:pt x="3784" y="12510"/>
                  </a:cubicBezTo>
                  <a:cubicBezTo>
                    <a:pt x="3824" y="12510"/>
                    <a:pt x="3832" y="12441"/>
                    <a:pt x="3791" y="12434"/>
                  </a:cubicBezTo>
                  <a:cubicBezTo>
                    <a:pt x="3379" y="12365"/>
                    <a:pt x="2964" y="12302"/>
                    <a:pt x="2549" y="12252"/>
                  </a:cubicBezTo>
                  <a:cubicBezTo>
                    <a:pt x="2479" y="12085"/>
                    <a:pt x="2416" y="11874"/>
                    <a:pt x="2359" y="11672"/>
                  </a:cubicBezTo>
                  <a:lnTo>
                    <a:pt x="2359" y="11672"/>
                  </a:lnTo>
                  <a:cubicBezTo>
                    <a:pt x="2771" y="11729"/>
                    <a:pt x="3189" y="11774"/>
                    <a:pt x="3603" y="11810"/>
                  </a:cubicBezTo>
                  <a:cubicBezTo>
                    <a:pt x="3605" y="11810"/>
                    <a:pt x="3607" y="11810"/>
                    <a:pt x="3608" y="11810"/>
                  </a:cubicBezTo>
                  <a:cubicBezTo>
                    <a:pt x="3665" y="11810"/>
                    <a:pt x="3661" y="11722"/>
                    <a:pt x="3603" y="11715"/>
                  </a:cubicBezTo>
                  <a:cubicBezTo>
                    <a:pt x="3183" y="11662"/>
                    <a:pt x="2757" y="11614"/>
                    <a:pt x="2334" y="11583"/>
                  </a:cubicBezTo>
                  <a:cubicBezTo>
                    <a:pt x="2277" y="11380"/>
                    <a:pt x="2229" y="11192"/>
                    <a:pt x="2188" y="11078"/>
                  </a:cubicBezTo>
                  <a:lnTo>
                    <a:pt x="2095" y="10812"/>
                  </a:lnTo>
                  <a:lnTo>
                    <a:pt x="2095" y="10812"/>
                  </a:lnTo>
                  <a:cubicBezTo>
                    <a:pt x="2435" y="10847"/>
                    <a:pt x="2776" y="10892"/>
                    <a:pt x="3117" y="10909"/>
                  </a:cubicBezTo>
                  <a:cubicBezTo>
                    <a:pt x="3118" y="10909"/>
                    <a:pt x="3118" y="10909"/>
                    <a:pt x="3119" y="10909"/>
                  </a:cubicBezTo>
                  <a:cubicBezTo>
                    <a:pt x="3162" y="10909"/>
                    <a:pt x="3160" y="10845"/>
                    <a:pt x="3117" y="10840"/>
                  </a:cubicBezTo>
                  <a:cubicBezTo>
                    <a:pt x="2772" y="10798"/>
                    <a:pt x="2423" y="10783"/>
                    <a:pt x="2076" y="10759"/>
                  </a:cubicBezTo>
                  <a:lnTo>
                    <a:pt x="1799" y="9965"/>
                  </a:lnTo>
                  <a:lnTo>
                    <a:pt x="1799" y="9965"/>
                  </a:lnTo>
                  <a:cubicBezTo>
                    <a:pt x="2059" y="9978"/>
                    <a:pt x="2318" y="10015"/>
                    <a:pt x="2573" y="10074"/>
                  </a:cubicBezTo>
                  <a:cubicBezTo>
                    <a:pt x="2577" y="10075"/>
                    <a:pt x="2580" y="10075"/>
                    <a:pt x="2584" y="10075"/>
                  </a:cubicBezTo>
                  <a:cubicBezTo>
                    <a:pt x="2627" y="10075"/>
                    <a:pt x="2642" y="10009"/>
                    <a:pt x="2595" y="9996"/>
                  </a:cubicBezTo>
                  <a:cubicBezTo>
                    <a:pt x="2325" y="9926"/>
                    <a:pt x="2047" y="9887"/>
                    <a:pt x="1767" y="9881"/>
                  </a:cubicBezTo>
                  <a:cubicBezTo>
                    <a:pt x="1685" y="9646"/>
                    <a:pt x="1601" y="9412"/>
                    <a:pt x="1519" y="9179"/>
                  </a:cubicBezTo>
                  <a:lnTo>
                    <a:pt x="1519" y="9179"/>
                  </a:lnTo>
                  <a:cubicBezTo>
                    <a:pt x="1860" y="9232"/>
                    <a:pt x="2199" y="9291"/>
                    <a:pt x="2542" y="9322"/>
                  </a:cubicBezTo>
                  <a:cubicBezTo>
                    <a:pt x="2543" y="9322"/>
                    <a:pt x="2544" y="9323"/>
                    <a:pt x="2545" y="9323"/>
                  </a:cubicBezTo>
                  <a:cubicBezTo>
                    <a:pt x="2590" y="9323"/>
                    <a:pt x="2599" y="9248"/>
                    <a:pt x="2552" y="9238"/>
                  </a:cubicBezTo>
                  <a:cubicBezTo>
                    <a:pt x="2199" y="9165"/>
                    <a:pt x="1838" y="9120"/>
                    <a:pt x="1481" y="9071"/>
                  </a:cubicBezTo>
                  <a:cubicBezTo>
                    <a:pt x="1387" y="8804"/>
                    <a:pt x="1292" y="8539"/>
                    <a:pt x="1197" y="8272"/>
                  </a:cubicBezTo>
                  <a:lnTo>
                    <a:pt x="1197" y="8272"/>
                  </a:lnTo>
                  <a:cubicBezTo>
                    <a:pt x="1542" y="8301"/>
                    <a:pt x="1886" y="8330"/>
                    <a:pt x="2232" y="8344"/>
                  </a:cubicBezTo>
                  <a:cubicBezTo>
                    <a:pt x="2232" y="8344"/>
                    <a:pt x="2233" y="8344"/>
                    <a:pt x="2234" y="8344"/>
                  </a:cubicBezTo>
                  <a:cubicBezTo>
                    <a:pt x="2285" y="8344"/>
                    <a:pt x="2282" y="8269"/>
                    <a:pt x="2232" y="8264"/>
                  </a:cubicBezTo>
                  <a:cubicBezTo>
                    <a:pt x="1875" y="8222"/>
                    <a:pt x="1518" y="8197"/>
                    <a:pt x="1160" y="8171"/>
                  </a:cubicBezTo>
                  <a:cubicBezTo>
                    <a:pt x="1066" y="7905"/>
                    <a:pt x="971" y="7641"/>
                    <a:pt x="876" y="7376"/>
                  </a:cubicBezTo>
                  <a:lnTo>
                    <a:pt x="876" y="7376"/>
                  </a:lnTo>
                  <a:cubicBezTo>
                    <a:pt x="1145" y="7431"/>
                    <a:pt x="1428" y="7453"/>
                    <a:pt x="1701" y="7472"/>
                  </a:cubicBezTo>
                  <a:cubicBezTo>
                    <a:pt x="1702" y="7472"/>
                    <a:pt x="1703" y="7472"/>
                    <a:pt x="1704" y="7472"/>
                  </a:cubicBezTo>
                  <a:cubicBezTo>
                    <a:pt x="1761" y="7472"/>
                    <a:pt x="1774" y="7375"/>
                    <a:pt x="1715" y="7367"/>
                  </a:cubicBezTo>
                  <a:cubicBezTo>
                    <a:pt x="1438" y="7328"/>
                    <a:pt x="1150" y="7288"/>
                    <a:pt x="870" y="7288"/>
                  </a:cubicBezTo>
                  <a:cubicBezTo>
                    <a:pt x="866" y="7288"/>
                    <a:pt x="863" y="7288"/>
                    <a:pt x="859" y="7288"/>
                  </a:cubicBezTo>
                  <a:cubicBezTo>
                    <a:pt x="854" y="7288"/>
                    <a:pt x="851" y="7292"/>
                    <a:pt x="846" y="7293"/>
                  </a:cubicBezTo>
                  <a:cubicBezTo>
                    <a:pt x="767" y="7073"/>
                    <a:pt x="685" y="6854"/>
                    <a:pt x="605" y="6635"/>
                  </a:cubicBezTo>
                  <a:lnTo>
                    <a:pt x="605" y="6635"/>
                  </a:lnTo>
                  <a:cubicBezTo>
                    <a:pt x="956" y="6646"/>
                    <a:pt x="1306" y="6679"/>
                    <a:pt x="1656" y="6715"/>
                  </a:cubicBezTo>
                  <a:cubicBezTo>
                    <a:pt x="1658" y="6716"/>
                    <a:pt x="1659" y="6716"/>
                    <a:pt x="1661" y="6716"/>
                  </a:cubicBezTo>
                  <a:cubicBezTo>
                    <a:pt x="1712" y="6716"/>
                    <a:pt x="1723" y="6628"/>
                    <a:pt x="1669" y="6617"/>
                  </a:cubicBezTo>
                  <a:cubicBezTo>
                    <a:pt x="1321" y="6546"/>
                    <a:pt x="970" y="6525"/>
                    <a:pt x="615" y="6525"/>
                  </a:cubicBezTo>
                  <a:cubicBezTo>
                    <a:pt x="598" y="6525"/>
                    <a:pt x="581" y="6525"/>
                    <a:pt x="564" y="6525"/>
                  </a:cubicBezTo>
                  <a:cubicBezTo>
                    <a:pt x="491" y="6324"/>
                    <a:pt x="417" y="6123"/>
                    <a:pt x="343" y="5922"/>
                  </a:cubicBezTo>
                  <a:lnTo>
                    <a:pt x="343" y="5922"/>
                  </a:lnTo>
                  <a:cubicBezTo>
                    <a:pt x="713" y="6022"/>
                    <a:pt x="1097" y="6091"/>
                    <a:pt x="1471" y="6156"/>
                  </a:cubicBezTo>
                  <a:cubicBezTo>
                    <a:pt x="1475" y="6157"/>
                    <a:pt x="1479" y="6157"/>
                    <a:pt x="1482" y="6157"/>
                  </a:cubicBezTo>
                  <a:cubicBezTo>
                    <a:pt x="1537" y="6157"/>
                    <a:pt x="1559" y="6075"/>
                    <a:pt x="1498" y="6059"/>
                  </a:cubicBezTo>
                  <a:cubicBezTo>
                    <a:pt x="1107" y="5961"/>
                    <a:pt x="703" y="5865"/>
                    <a:pt x="301" y="5808"/>
                  </a:cubicBezTo>
                  <a:cubicBezTo>
                    <a:pt x="270" y="5725"/>
                    <a:pt x="241" y="5642"/>
                    <a:pt x="210" y="5559"/>
                  </a:cubicBezTo>
                  <a:lnTo>
                    <a:pt x="210" y="5559"/>
                  </a:lnTo>
                  <a:cubicBezTo>
                    <a:pt x="225" y="5568"/>
                    <a:pt x="242" y="5572"/>
                    <a:pt x="259" y="5572"/>
                  </a:cubicBezTo>
                  <a:cubicBezTo>
                    <a:pt x="261" y="5572"/>
                    <a:pt x="263" y="5572"/>
                    <a:pt x="265" y="5572"/>
                  </a:cubicBezTo>
                  <a:cubicBezTo>
                    <a:pt x="552" y="5557"/>
                    <a:pt x="824" y="5540"/>
                    <a:pt x="1080" y="5540"/>
                  </a:cubicBezTo>
                  <a:cubicBezTo>
                    <a:pt x="1929" y="5540"/>
                    <a:pt x="2590" y="5725"/>
                    <a:pt x="2964" y="6775"/>
                  </a:cubicBezTo>
                  <a:cubicBezTo>
                    <a:pt x="3266" y="7625"/>
                    <a:pt x="3570" y="8474"/>
                    <a:pt x="3873" y="9323"/>
                  </a:cubicBezTo>
                  <a:cubicBezTo>
                    <a:pt x="3897" y="9390"/>
                    <a:pt x="3961" y="9427"/>
                    <a:pt x="4023" y="9427"/>
                  </a:cubicBezTo>
                  <a:cubicBezTo>
                    <a:pt x="4080" y="9427"/>
                    <a:pt x="4136" y="9395"/>
                    <a:pt x="4154" y="9323"/>
                  </a:cubicBezTo>
                  <a:cubicBezTo>
                    <a:pt x="4193" y="9173"/>
                    <a:pt x="4234" y="9024"/>
                    <a:pt x="4273" y="8874"/>
                  </a:cubicBezTo>
                  <a:cubicBezTo>
                    <a:pt x="4370" y="8874"/>
                    <a:pt x="4467" y="8875"/>
                    <a:pt x="4564" y="8875"/>
                  </a:cubicBezTo>
                  <a:cubicBezTo>
                    <a:pt x="4613" y="8875"/>
                    <a:pt x="4662" y="8875"/>
                    <a:pt x="4711" y="8874"/>
                  </a:cubicBezTo>
                  <a:cubicBezTo>
                    <a:pt x="4760" y="8874"/>
                    <a:pt x="4760" y="8798"/>
                    <a:pt x="4711" y="8797"/>
                  </a:cubicBezTo>
                  <a:cubicBezTo>
                    <a:pt x="4652" y="8796"/>
                    <a:pt x="4593" y="8795"/>
                    <a:pt x="4534" y="8795"/>
                  </a:cubicBezTo>
                  <a:cubicBezTo>
                    <a:pt x="4454" y="8795"/>
                    <a:pt x="4374" y="8796"/>
                    <a:pt x="4294" y="8797"/>
                  </a:cubicBezTo>
                  <a:cubicBezTo>
                    <a:pt x="4354" y="8566"/>
                    <a:pt x="4417" y="8336"/>
                    <a:pt x="4479" y="8105"/>
                  </a:cubicBezTo>
                  <a:cubicBezTo>
                    <a:pt x="4689" y="8107"/>
                    <a:pt x="4898" y="8117"/>
                    <a:pt x="5108" y="8124"/>
                  </a:cubicBezTo>
                  <a:cubicBezTo>
                    <a:pt x="5109" y="8124"/>
                    <a:pt x="5110" y="8124"/>
                    <a:pt x="5110" y="8124"/>
                  </a:cubicBezTo>
                  <a:cubicBezTo>
                    <a:pt x="5147" y="8124"/>
                    <a:pt x="5155" y="8063"/>
                    <a:pt x="5118" y="8057"/>
                  </a:cubicBezTo>
                  <a:cubicBezTo>
                    <a:pt x="4955" y="8034"/>
                    <a:pt x="4792" y="8026"/>
                    <a:pt x="4628" y="8026"/>
                  </a:cubicBezTo>
                  <a:cubicBezTo>
                    <a:pt x="4586" y="8026"/>
                    <a:pt x="4543" y="8027"/>
                    <a:pt x="4500" y="8028"/>
                  </a:cubicBezTo>
                  <a:cubicBezTo>
                    <a:pt x="4566" y="7779"/>
                    <a:pt x="4639" y="7533"/>
                    <a:pt x="4708" y="7284"/>
                  </a:cubicBezTo>
                  <a:cubicBezTo>
                    <a:pt x="4852" y="7293"/>
                    <a:pt x="4997" y="7298"/>
                    <a:pt x="5143" y="7298"/>
                  </a:cubicBezTo>
                  <a:cubicBezTo>
                    <a:pt x="5220" y="7298"/>
                    <a:pt x="5298" y="7297"/>
                    <a:pt x="5375" y="7294"/>
                  </a:cubicBezTo>
                  <a:cubicBezTo>
                    <a:pt x="5440" y="7291"/>
                    <a:pt x="5440" y="7194"/>
                    <a:pt x="5375" y="7191"/>
                  </a:cubicBezTo>
                  <a:cubicBezTo>
                    <a:pt x="5303" y="7188"/>
                    <a:pt x="5230" y="7187"/>
                    <a:pt x="5157" y="7187"/>
                  </a:cubicBezTo>
                  <a:cubicBezTo>
                    <a:pt x="5015" y="7187"/>
                    <a:pt x="4872" y="7192"/>
                    <a:pt x="4731" y="7200"/>
                  </a:cubicBezTo>
                  <a:cubicBezTo>
                    <a:pt x="4803" y="6940"/>
                    <a:pt x="4879" y="6680"/>
                    <a:pt x="4952" y="6420"/>
                  </a:cubicBezTo>
                  <a:cubicBezTo>
                    <a:pt x="5240" y="6466"/>
                    <a:pt x="5528" y="6508"/>
                    <a:pt x="5818" y="6531"/>
                  </a:cubicBezTo>
                  <a:cubicBezTo>
                    <a:pt x="5819" y="6531"/>
                    <a:pt x="5821" y="6531"/>
                    <a:pt x="5822" y="6531"/>
                  </a:cubicBezTo>
                  <a:cubicBezTo>
                    <a:pt x="5874" y="6531"/>
                    <a:pt x="5885" y="6444"/>
                    <a:pt x="5832" y="6435"/>
                  </a:cubicBezTo>
                  <a:cubicBezTo>
                    <a:pt x="5549" y="6385"/>
                    <a:pt x="5264" y="6355"/>
                    <a:pt x="4979" y="6326"/>
                  </a:cubicBezTo>
                  <a:cubicBezTo>
                    <a:pt x="5071" y="5997"/>
                    <a:pt x="5168" y="5670"/>
                    <a:pt x="5263" y="5343"/>
                  </a:cubicBezTo>
                  <a:cubicBezTo>
                    <a:pt x="5588" y="5360"/>
                    <a:pt x="5912" y="5383"/>
                    <a:pt x="6238" y="5383"/>
                  </a:cubicBezTo>
                  <a:cubicBezTo>
                    <a:pt x="6245" y="5383"/>
                    <a:pt x="6253" y="5383"/>
                    <a:pt x="6260" y="5383"/>
                  </a:cubicBezTo>
                  <a:cubicBezTo>
                    <a:pt x="6316" y="5383"/>
                    <a:pt x="6314" y="5301"/>
                    <a:pt x="6260" y="5296"/>
                  </a:cubicBezTo>
                  <a:cubicBezTo>
                    <a:pt x="5938" y="5269"/>
                    <a:pt x="5612" y="5262"/>
                    <a:pt x="5288" y="5254"/>
                  </a:cubicBezTo>
                  <a:cubicBezTo>
                    <a:pt x="5365" y="4990"/>
                    <a:pt x="5448" y="4729"/>
                    <a:pt x="5526" y="4466"/>
                  </a:cubicBezTo>
                  <a:cubicBezTo>
                    <a:pt x="5785" y="4486"/>
                    <a:pt x="6044" y="4502"/>
                    <a:pt x="6301" y="4502"/>
                  </a:cubicBezTo>
                  <a:cubicBezTo>
                    <a:pt x="6317" y="4502"/>
                    <a:pt x="6332" y="4502"/>
                    <a:pt x="6348" y="4502"/>
                  </a:cubicBezTo>
                  <a:cubicBezTo>
                    <a:pt x="6407" y="4502"/>
                    <a:pt x="6406" y="4415"/>
                    <a:pt x="6348" y="4412"/>
                  </a:cubicBezTo>
                  <a:cubicBezTo>
                    <a:pt x="6159" y="4398"/>
                    <a:pt x="5970" y="4395"/>
                    <a:pt x="5780" y="4395"/>
                  </a:cubicBezTo>
                  <a:cubicBezTo>
                    <a:pt x="5702" y="4395"/>
                    <a:pt x="5625" y="4395"/>
                    <a:pt x="5547" y="4396"/>
                  </a:cubicBezTo>
                  <a:cubicBezTo>
                    <a:pt x="5620" y="4155"/>
                    <a:pt x="5692" y="3914"/>
                    <a:pt x="5766" y="3674"/>
                  </a:cubicBezTo>
                  <a:cubicBezTo>
                    <a:pt x="6116" y="3700"/>
                    <a:pt x="6468" y="3732"/>
                    <a:pt x="6818" y="3732"/>
                  </a:cubicBezTo>
                  <a:cubicBezTo>
                    <a:pt x="6823" y="3732"/>
                    <a:pt x="6829" y="3732"/>
                    <a:pt x="6834" y="3732"/>
                  </a:cubicBezTo>
                  <a:cubicBezTo>
                    <a:pt x="6908" y="3732"/>
                    <a:pt x="6905" y="3626"/>
                    <a:pt x="6834" y="3619"/>
                  </a:cubicBezTo>
                  <a:cubicBezTo>
                    <a:pt x="6492" y="3581"/>
                    <a:pt x="6145" y="3573"/>
                    <a:pt x="5800" y="3562"/>
                  </a:cubicBezTo>
                  <a:cubicBezTo>
                    <a:pt x="5803" y="3550"/>
                    <a:pt x="5806" y="3538"/>
                    <a:pt x="5811" y="3527"/>
                  </a:cubicBezTo>
                  <a:cubicBezTo>
                    <a:pt x="5874" y="3327"/>
                    <a:pt x="5940" y="3042"/>
                    <a:pt x="6013" y="2727"/>
                  </a:cubicBezTo>
                  <a:cubicBezTo>
                    <a:pt x="6184" y="2755"/>
                    <a:pt x="6355" y="2784"/>
                    <a:pt x="6527" y="2804"/>
                  </a:cubicBezTo>
                  <a:cubicBezTo>
                    <a:pt x="6528" y="2805"/>
                    <a:pt x="6530" y="2805"/>
                    <a:pt x="6531" y="2805"/>
                  </a:cubicBezTo>
                  <a:cubicBezTo>
                    <a:pt x="6576" y="2805"/>
                    <a:pt x="6584" y="2728"/>
                    <a:pt x="6538" y="2720"/>
                  </a:cubicBezTo>
                  <a:cubicBezTo>
                    <a:pt x="6370" y="2690"/>
                    <a:pt x="6201" y="2667"/>
                    <a:pt x="6032" y="2645"/>
                  </a:cubicBezTo>
                  <a:cubicBezTo>
                    <a:pt x="6181" y="2005"/>
                    <a:pt x="6365" y="1263"/>
                    <a:pt x="6630" y="845"/>
                  </a:cubicBezTo>
                  <a:cubicBezTo>
                    <a:pt x="6919" y="879"/>
                    <a:pt x="7203" y="938"/>
                    <a:pt x="7482" y="1020"/>
                  </a:cubicBezTo>
                  <a:cubicBezTo>
                    <a:pt x="7488" y="1022"/>
                    <a:pt x="7495" y="1023"/>
                    <a:pt x="7501" y="1023"/>
                  </a:cubicBezTo>
                  <a:cubicBezTo>
                    <a:pt x="7565" y="1023"/>
                    <a:pt x="7585" y="922"/>
                    <a:pt x="7515" y="899"/>
                  </a:cubicBezTo>
                  <a:cubicBezTo>
                    <a:pt x="7253" y="814"/>
                    <a:pt x="6981" y="761"/>
                    <a:pt x="6706" y="740"/>
                  </a:cubicBezTo>
                  <a:cubicBezTo>
                    <a:pt x="6727" y="716"/>
                    <a:pt x="6744" y="687"/>
                    <a:pt x="6765" y="666"/>
                  </a:cubicBezTo>
                  <a:cubicBezTo>
                    <a:pt x="6918" y="507"/>
                    <a:pt x="7161" y="448"/>
                    <a:pt x="7446" y="448"/>
                  </a:cubicBezTo>
                  <a:close/>
                  <a:moveTo>
                    <a:pt x="6789" y="1"/>
                  </a:moveTo>
                  <a:cubicBezTo>
                    <a:pt x="6722" y="1"/>
                    <a:pt x="6666" y="43"/>
                    <a:pt x="6642" y="110"/>
                  </a:cubicBezTo>
                  <a:cubicBezTo>
                    <a:pt x="5637" y="2967"/>
                    <a:pt x="4754" y="5862"/>
                    <a:pt x="3994" y="8794"/>
                  </a:cubicBezTo>
                  <a:cubicBezTo>
                    <a:pt x="3798" y="8250"/>
                    <a:pt x="3602" y="7705"/>
                    <a:pt x="3408" y="7161"/>
                  </a:cubicBezTo>
                  <a:cubicBezTo>
                    <a:pt x="3250" y="6721"/>
                    <a:pt x="3093" y="5740"/>
                    <a:pt x="2740" y="5393"/>
                  </a:cubicBezTo>
                  <a:cubicBezTo>
                    <a:pt x="2540" y="5196"/>
                    <a:pt x="2241" y="5131"/>
                    <a:pt x="1909" y="5131"/>
                  </a:cubicBezTo>
                  <a:cubicBezTo>
                    <a:pt x="1352" y="5131"/>
                    <a:pt x="702" y="5312"/>
                    <a:pt x="265" y="5353"/>
                  </a:cubicBezTo>
                  <a:cubicBezTo>
                    <a:pt x="217" y="5357"/>
                    <a:pt x="177" y="5392"/>
                    <a:pt x="165" y="5439"/>
                  </a:cubicBezTo>
                  <a:cubicBezTo>
                    <a:pt x="158" y="5418"/>
                    <a:pt x="150" y="5397"/>
                    <a:pt x="142" y="5376"/>
                  </a:cubicBezTo>
                  <a:cubicBezTo>
                    <a:pt x="130" y="5345"/>
                    <a:pt x="104" y="5332"/>
                    <a:pt x="78" y="5332"/>
                  </a:cubicBezTo>
                  <a:cubicBezTo>
                    <a:pt x="39" y="5332"/>
                    <a:pt x="1" y="5362"/>
                    <a:pt x="16" y="5411"/>
                  </a:cubicBezTo>
                  <a:cubicBezTo>
                    <a:pt x="56" y="5538"/>
                    <a:pt x="98" y="5666"/>
                    <a:pt x="138" y="5793"/>
                  </a:cubicBezTo>
                  <a:cubicBezTo>
                    <a:pt x="113" y="5810"/>
                    <a:pt x="114" y="5858"/>
                    <a:pt x="149" y="5868"/>
                  </a:cubicBezTo>
                  <a:lnTo>
                    <a:pt x="163" y="5872"/>
                  </a:lnTo>
                  <a:cubicBezTo>
                    <a:pt x="848" y="8037"/>
                    <a:pt x="1552" y="10217"/>
                    <a:pt x="2356" y="12336"/>
                  </a:cubicBezTo>
                  <a:cubicBezTo>
                    <a:pt x="2593" y="12964"/>
                    <a:pt x="3034" y="13148"/>
                    <a:pt x="3559" y="13148"/>
                  </a:cubicBezTo>
                  <a:cubicBezTo>
                    <a:pt x="4180" y="13148"/>
                    <a:pt x="4918" y="12891"/>
                    <a:pt x="5578" y="12808"/>
                  </a:cubicBezTo>
                  <a:cubicBezTo>
                    <a:pt x="5636" y="12801"/>
                    <a:pt x="5692" y="12771"/>
                    <a:pt x="5708" y="12710"/>
                  </a:cubicBezTo>
                  <a:cubicBezTo>
                    <a:pt x="6727" y="8643"/>
                    <a:pt x="8225" y="4838"/>
                    <a:pt x="9748" y="950"/>
                  </a:cubicBezTo>
                  <a:cubicBezTo>
                    <a:pt x="9752" y="951"/>
                    <a:pt x="9755" y="951"/>
                    <a:pt x="9759" y="951"/>
                  </a:cubicBezTo>
                  <a:cubicBezTo>
                    <a:pt x="9889" y="951"/>
                    <a:pt x="9944" y="781"/>
                    <a:pt x="9841" y="715"/>
                  </a:cubicBezTo>
                  <a:cubicBezTo>
                    <a:pt x="9843" y="709"/>
                    <a:pt x="9845" y="704"/>
                    <a:pt x="9847" y="698"/>
                  </a:cubicBezTo>
                  <a:cubicBezTo>
                    <a:pt x="9878" y="621"/>
                    <a:pt x="9804" y="560"/>
                    <a:pt x="9734" y="560"/>
                  </a:cubicBezTo>
                  <a:cubicBezTo>
                    <a:pt x="9698" y="560"/>
                    <a:pt x="9664" y="576"/>
                    <a:pt x="9644" y="613"/>
                  </a:cubicBezTo>
                  <a:cubicBezTo>
                    <a:pt x="9638" y="626"/>
                    <a:pt x="9633" y="640"/>
                    <a:pt x="9626" y="651"/>
                  </a:cubicBezTo>
                  <a:cubicBezTo>
                    <a:pt x="8700" y="411"/>
                    <a:pt x="7761" y="215"/>
                    <a:pt x="6827" y="5"/>
                  </a:cubicBezTo>
                  <a:cubicBezTo>
                    <a:pt x="6814" y="2"/>
                    <a:pt x="6801" y="1"/>
                    <a:pt x="6789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11" name="Google Shape;2311;p35"/>
            <p:cNvGrpSpPr/>
            <p:nvPr/>
          </p:nvGrpSpPr>
          <p:grpSpPr>
            <a:xfrm>
              <a:off x="3503208" y="4503488"/>
              <a:ext cx="172392" cy="227915"/>
              <a:chOff x="-5596489" y="1297421"/>
              <a:chExt cx="342456" cy="452751"/>
            </a:xfrm>
          </p:grpSpPr>
          <p:sp>
            <p:nvSpPr>
              <p:cNvPr id="2312" name="Google Shape;2312;p35"/>
              <p:cNvSpPr/>
              <p:nvPr/>
            </p:nvSpPr>
            <p:spPr>
              <a:xfrm>
                <a:off x="-5596489" y="1297421"/>
                <a:ext cx="342456" cy="452751"/>
              </a:xfrm>
              <a:custGeom>
                <a:rect b="b" l="l" r="r" t="t"/>
                <a:pathLst>
                  <a:path extrusionOk="0" h="13148" w="9945">
                    <a:moveTo>
                      <a:pt x="7446" y="448"/>
                    </a:moveTo>
                    <a:cubicBezTo>
                      <a:pt x="8097" y="448"/>
                      <a:pt x="8970" y="758"/>
                      <a:pt x="9506" y="900"/>
                    </a:cubicBezTo>
                    <a:cubicBezTo>
                      <a:pt x="7922" y="4072"/>
                      <a:pt x="6804" y="7570"/>
                      <a:pt x="5877" y="10980"/>
                    </a:cubicBezTo>
                    <a:cubicBezTo>
                      <a:pt x="5785" y="11321"/>
                      <a:pt x="5759" y="11862"/>
                      <a:pt x="5567" y="12163"/>
                    </a:cubicBezTo>
                    <a:cubicBezTo>
                      <a:pt x="5215" y="12719"/>
                      <a:pt x="4734" y="12648"/>
                      <a:pt x="4180" y="12718"/>
                    </a:cubicBezTo>
                    <a:cubicBezTo>
                      <a:pt x="3913" y="12753"/>
                      <a:pt x="3646" y="12823"/>
                      <a:pt x="3391" y="12823"/>
                    </a:cubicBezTo>
                    <a:cubicBezTo>
                      <a:pt x="3138" y="12823"/>
                      <a:pt x="2899" y="12753"/>
                      <a:pt x="2688" y="12507"/>
                    </a:cubicBezTo>
                    <a:cubicBezTo>
                      <a:pt x="2652" y="12463"/>
                      <a:pt x="2617" y="12398"/>
                      <a:pt x="2582" y="12326"/>
                    </a:cubicBezTo>
                    <a:lnTo>
                      <a:pt x="2582" y="12326"/>
                    </a:lnTo>
                    <a:cubicBezTo>
                      <a:pt x="2978" y="12397"/>
                      <a:pt x="3380" y="12456"/>
                      <a:pt x="3780" y="12510"/>
                    </a:cubicBezTo>
                    <a:cubicBezTo>
                      <a:pt x="3782" y="12510"/>
                      <a:pt x="3783" y="12510"/>
                      <a:pt x="3784" y="12510"/>
                    </a:cubicBezTo>
                    <a:cubicBezTo>
                      <a:pt x="3824" y="12510"/>
                      <a:pt x="3832" y="12441"/>
                      <a:pt x="3791" y="12434"/>
                    </a:cubicBezTo>
                    <a:cubicBezTo>
                      <a:pt x="3379" y="12365"/>
                      <a:pt x="2964" y="12302"/>
                      <a:pt x="2549" y="12252"/>
                    </a:cubicBezTo>
                    <a:cubicBezTo>
                      <a:pt x="2479" y="12085"/>
                      <a:pt x="2416" y="11874"/>
                      <a:pt x="2359" y="11672"/>
                    </a:cubicBezTo>
                    <a:lnTo>
                      <a:pt x="2359" y="11672"/>
                    </a:lnTo>
                    <a:cubicBezTo>
                      <a:pt x="2771" y="11729"/>
                      <a:pt x="3189" y="11774"/>
                      <a:pt x="3603" y="11810"/>
                    </a:cubicBezTo>
                    <a:cubicBezTo>
                      <a:pt x="3605" y="11810"/>
                      <a:pt x="3607" y="11810"/>
                      <a:pt x="3608" y="11810"/>
                    </a:cubicBezTo>
                    <a:cubicBezTo>
                      <a:pt x="3665" y="11810"/>
                      <a:pt x="3661" y="11722"/>
                      <a:pt x="3603" y="11715"/>
                    </a:cubicBezTo>
                    <a:cubicBezTo>
                      <a:pt x="3183" y="11662"/>
                      <a:pt x="2757" y="11614"/>
                      <a:pt x="2334" y="11583"/>
                    </a:cubicBezTo>
                    <a:cubicBezTo>
                      <a:pt x="2277" y="11380"/>
                      <a:pt x="2229" y="11192"/>
                      <a:pt x="2188" y="11078"/>
                    </a:cubicBezTo>
                    <a:lnTo>
                      <a:pt x="2095" y="10812"/>
                    </a:lnTo>
                    <a:lnTo>
                      <a:pt x="2095" y="10812"/>
                    </a:lnTo>
                    <a:cubicBezTo>
                      <a:pt x="2435" y="10847"/>
                      <a:pt x="2776" y="10892"/>
                      <a:pt x="3117" y="10909"/>
                    </a:cubicBezTo>
                    <a:cubicBezTo>
                      <a:pt x="3118" y="10909"/>
                      <a:pt x="3118" y="10909"/>
                      <a:pt x="3119" y="10909"/>
                    </a:cubicBezTo>
                    <a:cubicBezTo>
                      <a:pt x="3162" y="10909"/>
                      <a:pt x="3160" y="10845"/>
                      <a:pt x="3117" y="10840"/>
                    </a:cubicBezTo>
                    <a:cubicBezTo>
                      <a:pt x="2772" y="10798"/>
                      <a:pt x="2423" y="10783"/>
                      <a:pt x="2076" y="10759"/>
                    </a:cubicBezTo>
                    <a:lnTo>
                      <a:pt x="1799" y="9965"/>
                    </a:lnTo>
                    <a:lnTo>
                      <a:pt x="1799" y="9965"/>
                    </a:lnTo>
                    <a:cubicBezTo>
                      <a:pt x="2059" y="9978"/>
                      <a:pt x="2318" y="10015"/>
                      <a:pt x="2573" y="10074"/>
                    </a:cubicBezTo>
                    <a:cubicBezTo>
                      <a:pt x="2577" y="10075"/>
                      <a:pt x="2580" y="10075"/>
                      <a:pt x="2584" y="10075"/>
                    </a:cubicBezTo>
                    <a:cubicBezTo>
                      <a:pt x="2627" y="10075"/>
                      <a:pt x="2642" y="10009"/>
                      <a:pt x="2595" y="9996"/>
                    </a:cubicBezTo>
                    <a:cubicBezTo>
                      <a:pt x="2325" y="9926"/>
                      <a:pt x="2047" y="9887"/>
                      <a:pt x="1767" y="9881"/>
                    </a:cubicBezTo>
                    <a:cubicBezTo>
                      <a:pt x="1685" y="9646"/>
                      <a:pt x="1601" y="9412"/>
                      <a:pt x="1519" y="9179"/>
                    </a:cubicBezTo>
                    <a:lnTo>
                      <a:pt x="1519" y="9179"/>
                    </a:lnTo>
                    <a:cubicBezTo>
                      <a:pt x="1860" y="9232"/>
                      <a:pt x="2199" y="9291"/>
                      <a:pt x="2542" y="9322"/>
                    </a:cubicBezTo>
                    <a:cubicBezTo>
                      <a:pt x="2543" y="9322"/>
                      <a:pt x="2544" y="9323"/>
                      <a:pt x="2545" y="9323"/>
                    </a:cubicBezTo>
                    <a:cubicBezTo>
                      <a:pt x="2590" y="9323"/>
                      <a:pt x="2599" y="9248"/>
                      <a:pt x="2552" y="9238"/>
                    </a:cubicBezTo>
                    <a:cubicBezTo>
                      <a:pt x="2199" y="9165"/>
                      <a:pt x="1838" y="9120"/>
                      <a:pt x="1481" y="9071"/>
                    </a:cubicBezTo>
                    <a:cubicBezTo>
                      <a:pt x="1387" y="8804"/>
                      <a:pt x="1292" y="8539"/>
                      <a:pt x="1197" y="8272"/>
                    </a:cubicBezTo>
                    <a:lnTo>
                      <a:pt x="1197" y="8272"/>
                    </a:lnTo>
                    <a:cubicBezTo>
                      <a:pt x="1542" y="8301"/>
                      <a:pt x="1886" y="8330"/>
                      <a:pt x="2232" y="8344"/>
                    </a:cubicBezTo>
                    <a:cubicBezTo>
                      <a:pt x="2232" y="8344"/>
                      <a:pt x="2233" y="8344"/>
                      <a:pt x="2234" y="8344"/>
                    </a:cubicBezTo>
                    <a:cubicBezTo>
                      <a:pt x="2285" y="8344"/>
                      <a:pt x="2282" y="8269"/>
                      <a:pt x="2232" y="8264"/>
                    </a:cubicBezTo>
                    <a:cubicBezTo>
                      <a:pt x="1875" y="8222"/>
                      <a:pt x="1518" y="8197"/>
                      <a:pt x="1160" y="8171"/>
                    </a:cubicBezTo>
                    <a:cubicBezTo>
                      <a:pt x="1066" y="7905"/>
                      <a:pt x="971" y="7641"/>
                      <a:pt x="876" y="7376"/>
                    </a:cubicBezTo>
                    <a:lnTo>
                      <a:pt x="876" y="7376"/>
                    </a:lnTo>
                    <a:cubicBezTo>
                      <a:pt x="1145" y="7431"/>
                      <a:pt x="1428" y="7453"/>
                      <a:pt x="1701" y="7472"/>
                    </a:cubicBezTo>
                    <a:cubicBezTo>
                      <a:pt x="1702" y="7472"/>
                      <a:pt x="1703" y="7472"/>
                      <a:pt x="1704" y="7472"/>
                    </a:cubicBezTo>
                    <a:cubicBezTo>
                      <a:pt x="1761" y="7472"/>
                      <a:pt x="1774" y="7375"/>
                      <a:pt x="1715" y="7367"/>
                    </a:cubicBezTo>
                    <a:cubicBezTo>
                      <a:pt x="1438" y="7328"/>
                      <a:pt x="1150" y="7288"/>
                      <a:pt x="870" y="7288"/>
                    </a:cubicBezTo>
                    <a:cubicBezTo>
                      <a:pt x="866" y="7288"/>
                      <a:pt x="863" y="7288"/>
                      <a:pt x="859" y="7288"/>
                    </a:cubicBezTo>
                    <a:cubicBezTo>
                      <a:pt x="854" y="7288"/>
                      <a:pt x="851" y="7292"/>
                      <a:pt x="846" y="7293"/>
                    </a:cubicBezTo>
                    <a:cubicBezTo>
                      <a:pt x="767" y="7073"/>
                      <a:pt x="685" y="6854"/>
                      <a:pt x="605" y="6635"/>
                    </a:cubicBezTo>
                    <a:lnTo>
                      <a:pt x="605" y="6635"/>
                    </a:lnTo>
                    <a:cubicBezTo>
                      <a:pt x="956" y="6646"/>
                      <a:pt x="1306" y="6679"/>
                      <a:pt x="1656" y="6715"/>
                    </a:cubicBezTo>
                    <a:cubicBezTo>
                      <a:pt x="1658" y="6716"/>
                      <a:pt x="1659" y="6716"/>
                      <a:pt x="1661" y="6716"/>
                    </a:cubicBezTo>
                    <a:cubicBezTo>
                      <a:pt x="1712" y="6716"/>
                      <a:pt x="1723" y="6628"/>
                      <a:pt x="1669" y="6617"/>
                    </a:cubicBezTo>
                    <a:cubicBezTo>
                      <a:pt x="1321" y="6546"/>
                      <a:pt x="970" y="6525"/>
                      <a:pt x="615" y="6525"/>
                    </a:cubicBezTo>
                    <a:cubicBezTo>
                      <a:pt x="598" y="6525"/>
                      <a:pt x="581" y="6525"/>
                      <a:pt x="564" y="6525"/>
                    </a:cubicBezTo>
                    <a:cubicBezTo>
                      <a:pt x="491" y="6324"/>
                      <a:pt x="417" y="6123"/>
                      <a:pt x="343" y="5922"/>
                    </a:cubicBezTo>
                    <a:lnTo>
                      <a:pt x="343" y="5922"/>
                    </a:lnTo>
                    <a:cubicBezTo>
                      <a:pt x="713" y="6022"/>
                      <a:pt x="1097" y="6091"/>
                      <a:pt x="1471" y="6156"/>
                    </a:cubicBezTo>
                    <a:cubicBezTo>
                      <a:pt x="1475" y="6157"/>
                      <a:pt x="1479" y="6157"/>
                      <a:pt x="1482" y="6157"/>
                    </a:cubicBezTo>
                    <a:cubicBezTo>
                      <a:pt x="1537" y="6157"/>
                      <a:pt x="1559" y="6075"/>
                      <a:pt x="1498" y="6059"/>
                    </a:cubicBezTo>
                    <a:cubicBezTo>
                      <a:pt x="1107" y="5961"/>
                      <a:pt x="703" y="5865"/>
                      <a:pt x="301" y="5808"/>
                    </a:cubicBezTo>
                    <a:cubicBezTo>
                      <a:pt x="270" y="5725"/>
                      <a:pt x="241" y="5642"/>
                      <a:pt x="210" y="5559"/>
                    </a:cubicBezTo>
                    <a:lnTo>
                      <a:pt x="210" y="5559"/>
                    </a:lnTo>
                    <a:cubicBezTo>
                      <a:pt x="225" y="5568"/>
                      <a:pt x="242" y="5572"/>
                      <a:pt x="259" y="5572"/>
                    </a:cubicBezTo>
                    <a:cubicBezTo>
                      <a:pt x="261" y="5572"/>
                      <a:pt x="263" y="5572"/>
                      <a:pt x="265" y="5572"/>
                    </a:cubicBezTo>
                    <a:cubicBezTo>
                      <a:pt x="552" y="5557"/>
                      <a:pt x="824" y="5540"/>
                      <a:pt x="1080" y="5540"/>
                    </a:cubicBezTo>
                    <a:cubicBezTo>
                      <a:pt x="1929" y="5540"/>
                      <a:pt x="2590" y="5725"/>
                      <a:pt x="2964" y="6775"/>
                    </a:cubicBezTo>
                    <a:cubicBezTo>
                      <a:pt x="3266" y="7625"/>
                      <a:pt x="3570" y="8474"/>
                      <a:pt x="3873" y="9323"/>
                    </a:cubicBezTo>
                    <a:cubicBezTo>
                      <a:pt x="3897" y="9390"/>
                      <a:pt x="3961" y="9427"/>
                      <a:pt x="4023" y="9427"/>
                    </a:cubicBezTo>
                    <a:cubicBezTo>
                      <a:pt x="4080" y="9427"/>
                      <a:pt x="4136" y="9395"/>
                      <a:pt x="4154" y="9323"/>
                    </a:cubicBezTo>
                    <a:cubicBezTo>
                      <a:pt x="4193" y="9173"/>
                      <a:pt x="4234" y="9024"/>
                      <a:pt x="4273" y="8874"/>
                    </a:cubicBezTo>
                    <a:cubicBezTo>
                      <a:pt x="4370" y="8874"/>
                      <a:pt x="4467" y="8875"/>
                      <a:pt x="4564" y="8875"/>
                    </a:cubicBezTo>
                    <a:cubicBezTo>
                      <a:pt x="4613" y="8875"/>
                      <a:pt x="4662" y="8875"/>
                      <a:pt x="4711" y="8874"/>
                    </a:cubicBezTo>
                    <a:cubicBezTo>
                      <a:pt x="4760" y="8874"/>
                      <a:pt x="4760" y="8798"/>
                      <a:pt x="4711" y="8797"/>
                    </a:cubicBezTo>
                    <a:cubicBezTo>
                      <a:pt x="4652" y="8796"/>
                      <a:pt x="4593" y="8795"/>
                      <a:pt x="4534" y="8795"/>
                    </a:cubicBezTo>
                    <a:cubicBezTo>
                      <a:pt x="4454" y="8795"/>
                      <a:pt x="4374" y="8796"/>
                      <a:pt x="4294" y="8797"/>
                    </a:cubicBezTo>
                    <a:cubicBezTo>
                      <a:pt x="4354" y="8566"/>
                      <a:pt x="4417" y="8336"/>
                      <a:pt x="4479" y="8105"/>
                    </a:cubicBezTo>
                    <a:cubicBezTo>
                      <a:pt x="4689" y="8107"/>
                      <a:pt x="4898" y="8117"/>
                      <a:pt x="5108" y="8124"/>
                    </a:cubicBezTo>
                    <a:cubicBezTo>
                      <a:pt x="5109" y="8124"/>
                      <a:pt x="5110" y="8124"/>
                      <a:pt x="5110" y="8124"/>
                    </a:cubicBezTo>
                    <a:cubicBezTo>
                      <a:pt x="5147" y="8124"/>
                      <a:pt x="5155" y="8063"/>
                      <a:pt x="5118" y="8057"/>
                    </a:cubicBezTo>
                    <a:cubicBezTo>
                      <a:pt x="4955" y="8034"/>
                      <a:pt x="4792" y="8026"/>
                      <a:pt x="4628" y="8026"/>
                    </a:cubicBezTo>
                    <a:cubicBezTo>
                      <a:pt x="4586" y="8026"/>
                      <a:pt x="4543" y="8027"/>
                      <a:pt x="4500" y="8028"/>
                    </a:cubicBezTo>
                    <a:cubicBezTo>
                      <a:pt x="4566" y="7779"/>
                      <a:pt x="4639" y="7533"/>
                      <a:pt x="4708" y="7284"/>
                    </a:cubicBezTo>
                    <a:cubicBezTo>
                      <a:pt x="4852" y="7293"/>
                      <a:pt x="4997" y="7298"/>
                      <a:pt x="5143" y="7298"/>
                    </a:cubicBezTo>
                    <a:cubicBezTo>
                      <a:pt x="5220" y="7298"/>
                      <a:pt x="5298" y="7297"/>
                      <a:pt x="5375" y="7294"/>
                    </a:cubicBezTo>
                    <a:cubicBezTo>
                      <a:pt x="5440" y="7291"/>
                      <a:pt x="5440" y="7194"/>
                      <a:pt x="5375" y="7191"/>
                    </a:cubicBezTo>
                    <a:cubicBezTo>
                      <a:pt x="5303" y="7188"/>
                      <a:pt x="5230" y="7187"/>
                      <a:pt x="5157" y="7187"/>
                    </a:cubicBezTo>
                    <a:cubicBezTo>
                      <a:pt x="5015" y="7187"/>
                      <a:pt x="4872" y="7192"/>
                      <a:pt x="4731" y="7200"/>
                    </a:cubicBezTo>
                    <a:cubicBezTo>
                      <a:pt x="4803" y="6940"/>
                      <a:pt x="4879" y="6680"/>
                      <a:pt x="4952" y="6420"/>
                    </a:cubicBezTo>
                    <a:cubicBezTo>
                      <a:pt x="5240" y="6466"/>
                      <a:pt x="5528" y="6508"/>
                      <a:pt x="5818" y="6531"/>
                    </a:cubicBezTo>
                    <a:cubicBezTo>
                      <a:pt x="5819" y="6531"/>
                      <a:pt x="5821" y="6531"/>
                      <a:pt x="5822" y="6531"/>
                    </a:cubicBezTo>
                    <a:cubicBezTo>
                      <a:pt x="5874" y="6531"/>
                      <a:pt x="5885" y="6444"/>
                      <a:pt x="5832" y="6435"/>
                    </a:cubicBezTo>
                    <a:cubicBezTo>
                      <a:pt x="5549" y="6385"/>
                      <a:pt x="5264" y="6355"/>
                      <a:pt x="4979" y="6326"/>
                    </a:cubicBezTo>
                    <a:cubicBezTo>
                      <a:pt x="5071" y="5997"/>
                      <a:pt x="5168" y="5670"/>
                      <a:pt x="5263" y="5343"/>
                    </a:cubicBezTo>
                    <a:cubicBezTo>
                      <a:pt x="5588" y="5360"/>
                      <a:pt x="5912" y="5383"/>
                      <a:pt x="6238" y="5383"/>
                    </a:cubicBezTo>
                    <a:cubicBezTo>
                      <a:pt x="6245" y="5383"/>
                      <a:pt x="6253" y="5383"/>
                      <a:pt x="6260" y="5383"/>
                    </a:cubicBezTo>
                    <a:cubicBezTo>
                      <a:pt x="6316" y="5383"/>
                      <a:pt x="6314" y="5301"/>
                      <a:pt x="6260" y="5296"/>
                    </a:cubicBezTo>
                    <a:cubicBezTo>
                      <a:pt x="5938" y="5269"/>
                      <a:pt x="5612" y="5262"/>
                      <a:pt x="5288" y="5254"/>
                    </a:cubicBezTo>
                    <a:cubicBezTo>
                      <a:pt x="5365" y="4990"/>
                      <a:pt x="5448" y="4729"/>
                      <a:pt x="5526" y="4466"/>
                    </a:cubicBezTo>
                    <a:cubicBezTo>
                      <a:pt x="5785" y="4486"/>
                      <a:pt x="6044" y="4502"/>
                      <a:pt x="6301" y="4502"/>
                    </a:cubicBezTo>
                    <a:cubicBezTo>
                      <a:pt x="6317" y="4502"/>
                      <a:pt x="6332" y="4502"/>
                      <a:pt x="6348" y="4502"/>
                    </a:cubicBezTo>
                    <a:cubicBezTo>
                      <a:pt x="6407" y="4502"/>
                      <a:pt x="6406" y="4415"/>
                      <a:pt x="6348" y="4412"/>
                    </a:cubicBezTo>
                    <a:cubicBezTo>
                      <a:pt x="6159" y="4398"/>
                      <a:pt x="5970" y="4395"/>
                      <a:pt x="5780" y="4395"/>
                    </a:cubicBezTo>
                    <a:cubicBezTo>
                      <a:pt x="5702" y="4395"/>
                      <a:pt x="5625" y="4395"/>
                      <a:pt x="5547" y="4396"/>
                    </a:cubicBezTo>
                    <a:cubicBezTo>
                      <a:pt x="5620" y="4155"/>
                      <a:pt x="5692" y="3914"/>
                      <a:pt x="5766" y="3674"/>
                    </a:cubicBezTo>
                    <a:cubicBezTo>
                      <a:pt x="6116" y="3700"/>
                      <a:pt x="6468" y="3732"/>
                      <a:pt x="6818" y="3732"/>
                    </a:cubicBezTo>
                    <a:cubicBezTo>
                      <a:pt x="6823" y="3732"/>
                      <a:pt x="6829" y="3732"/>
                      <a:pt x="6834" y="3732"/>
                    </a:cubicBezTo>
                    <a:cubicBezTo>
                      <a:pt x="6908" y="3732"/>
                      <a:pt x="6905" y="3626"/>
                      <a:pt x="6834" y="3619"/>
                    </a:cubicBezTo>
                    <a:cubicBezTo>
                      <a:pt x="6492" y="3581"/>
                      <a:pt x="6145" y="3573"/>
                      <a:pt x="5800" y="3562"/>
                    </a:cubicBezTo>
                    <a:cubicBezTo>
                      <a:pt x="5803" y="3550"/>
                      <a:pt x="5806" y="3538"/>
                      <a:pt x="5811" y="3527"/>
                    </a:cubicBezTo>
                    <a:cubicBezTo>
                      <a:pt x="5874" y="3327"/>
                      <a:pt x="5940" y="3042"/>
                      <a:pt x="6013" y="2727"/>
                    </a:cubicBezTo>
                    <a:cubicBezTo>
                      <a:pt x="6184" y="2755"/>
                      <a:pt x="6355" y="2784"/>
                      <a:pt x="6527" y="2804"/>
                    </a:cubicBezTo>
                    <a:cubicBezTo>
                      <a:pt x="6528" y="2805"/>
                      <a:pt x="6530" y="2805"/>
                      <a:pt x="6531" y="2805"/>
                    </a:cubicBezTo>
                    <a:cubicBezTo>
                      <a:pt x="6576" y="2805"/>
                      <a:pt x="6584" y="2728"/>
                      <a:pt x="6538" y="2720"/>
                    </a:cubicBezTo>
                    <a:cubicBezTo>
                      <a:pt x="6370" y="2690"/>
                      <a:pt x="6201" y="2667"/>
                      <a:pt x="6032" y="2645"/>
                    </a:cubicBezTo>
                    <a:cubicBezTo>
                      <a:pt x="6181" y="2005"/>
                      <a:pt x="6365" y="1263"/>
                      <a:pt x="6630" y="845"/>
                    </a:cubicBezTo>
                    <a:cubicBezTo>
                      <a:pt x="6919" y="879"/>
                      <a:pt x="7203" y="938"/>
                      <a:pt x="7482" y="1020"/>
                    </a:cubicBezTo>
                    <a:cubicBezTo>
                      <a:pt x="7488" y="1022"/>
                      <a:pt x="7495" y="1023"/>
                      <a:pt x="7501" y="1023"/>
                    </a:cubicBezTo>
                    <a:cubicBezTo>
                      <a:pt x="7565" y="1023"/>
                      <a:pt x="7585" y="922"/>
                      <a:pt x="7515" y="899"/>
                    </a:cubicBezTo>
                    <a:cubicBezTo>
                      <a:pt x="7253" y="814"/>
                      <a:pt x="6981" y="761"/>
                      <a:pt x="6706" y="740"/>
                    </a:cubicBezTo>
                    <a:cubicBezTo>
                      <a:pt x="6727" y="716"/>
                      <a:pt x="6744" y="687"/>
                      <a:pt x="6765" y="666"/>
                    </a:cubicBezTo>
                    <a:cubicBezTo>
                      <a:pt x="6918" y="507"/>
                      <a:pt x="7161" y="448"/>
                      <a:pt x="7446" y="448"/>
                    </a:cubicBezTo>
                    <a:close/>
                    <a:moveTo>
                      <a:pt x="6789" y="1"/>
                    </a:moveTo>
                    <a:cubicBezTo>
                      <a:pt x="6722" y="1"/>
                      <a:pt x="6666" y="43"/>
                      <a:pt x="6642" y="110"/>
                    </a:cubicBezTo>
                    <a:cubicBezTo>
                      <a:pt x="5637" y="2967"/>
                      <a:pt x="4754" y="5862"/>
                      <a:pt x="3994" y="8794"/>
                    </a:cubicBezTo>
                    <a:cubicBezTo>
                      <a:pt x="3798" y="8250"/>
                      <a:pt x="3602" y="7705"/>
                      <a:pt x="3408" y="7161"/>
                    </a:cubicBezTo>
                    <a:cubicBezTo>
                      <a:pt x="3250" y="6721"/>
                      <a:pt x="3093" y="5740"/>
                      <a:pt x="2740" y="5393"/>
                    </a:cubicBezTo>
                    <a:cubicBezTo>
                      <a:pt x="2540" y="5196"/>
                      <a:pt x="2241" y="5131"/>
                      <a:pt x="1909" y="5131"/>
                    </a:cubicBezTo>
                    <a:cubicBezTo>
                      <a:pt x="1352" y="5131"/>
                      <a:pt x="702" y="5312"/>
                      <a:pt x="265" y="5353"/>
                    </a:cubicBezTo>
                    <a:cubicBezTo>
                      <a:pt x="217" y="5357"/>
                      <a:pt x="177" y="5392"/>
                      <a:pt x="165" y="5439"/>
                    </a:cubicBezTo>
                    <a:cubicBezTo>
                      <a:pt x="158" y="5418"/>
                      <a:pt x="150" y="5397"/>
                      <a:pt x="142" y="5376"/>
                    </a:cubicBezTo>
                    <a:cubicBezTo>
                      <a:pt x="130" y="5345"/>
                      <a:pt x="104" y="5332"/>
                      <a:pt x="78" y="5332"/>
                    </a:cubicBezTo>
                    <a:cubicBezTo>
                      <a:pt x="39" y="5332"/>
                      <a:pt x="1" y="5362"/>
                      <a:pt x="16" y="5411"/>
                    </a:cubicBezTo>
                    <a:cubicBezTo>
                      <a:pt x="56" y="5538"/>
                      <a:pt x="98" y="5666"/>
                      <a:pt x="138" y="5793"/>
                    </a:cubicBezTo>
                    <a:cubicBezTo>
                      <a:pt x="113" y="5810"/>
                      <a:pt x="114" y="5858"/>
                      <a:pt x="149" y="5868"/>
                    </a:cubicBezTo>
                    <a:lnTo>
                      <a:pt x="163" y="5872"/>
                    </a:lnTo>
                    <a:cubicBezTo>
                      <a:pt x="848" y="8037"/>
                      <a:pt x="1552" y="10217"/>
                      <a:pt x="2356" y="12336"/>
                    </a:cubicBezTo>
                    <a:cubicBezTo>
                      <a:pt x="2593" y="12964"/>
                      <a:pt x="3034" y="13148"/>
                      <a:pt x="3559" y="13148"/>
                    </a:cubicBezTo>
                    <a:cubicBezTo>
                      <a:pt x="4180" y="13148"/>
                      <a:pt x="4918" y="12891"/>
                      <a:pt x="5578" y="12808"/>
                    </a:cubicBezTo>
                    <a:cubicBezTo>
                      <a:pt x="5636" y="12801"/>
                      <a:pt x="5692" y="12771"/>
                      <a:pt x="5708" y="12710"/>
                    </a:cubicBezTo>
                    <a:cubicBezTo>
                      <a:pt x="6727" y="8643"/>
                      <a:pt x="8225" y="4838"/>
                      <a:pt x="9748" y="950"/>
                    </a:cubicBezTo>
                    <a:cubicBezTo>
                      <a:pt x="9752" y="951"/>
                      <a:pt x="9755" y="951"/>
                      <a:pt x="9759" y="951"/>
                    </a:cubicBezTo>
                    <a:cubicBezTo>
                      <a:pt x="9889" y="951"/>
                      <a:pt x="9944" y="781"/>
                      <a:pt x="9841" y="715"/>
                    </a:cubicBezTo>
                    <a:cubicBezTo>
                      <a:pt x="9843" y="709"/>
                      <a:pt x="9845" y="704"/>
                      <a:pt x="9847" y="698"/>
                    </a:cubicBezTo>
                    <a:cubicBezTo>
                      <a:pt x="9878" y="621"/>
                      <a:pt x="9804" y="560"/>
                      <a:pt x="9734" y="560"/>
                    </a:cubicBezTo>
                    <a:cubicBezTo>
                      <a:pt x="9698" y="560"/>
                      <a:pt x="9664" y="576"/>
                      <a:pt x="9644" y="613"/>
                    </a:cubicBezTo>
                    <a:cubicBezTo>
                      <a:pt x="9638" y="626"/>
                      <a:pt x="9633" y="640"/>
                      <a:pt x="9626" y="651"/>
                    </a:cubicBezTo>
                    <a:cubicBezTo>
                      <a:pt x="8700" y="411"/>
                      <a:pt x="7761" y="215"/>
                      <a:pt x="6827" y="5"/>
                    </a:cubicBezTo>
                    <a:cubicBezTo>
                      <a:pt x="6814" y="2"/>
                      <a:pt x="6801" y="1"/>
                      <a:pt x="67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35"/>
              <p:cNvSpPr/>
              <p:nvPr/>
            </p:nvSpPr>
            <p:spPr>
              <a:xfrm>
                <a:off x="-5381924" y="1355478"/>
                <a:ext cx="38188" cy="5682"/>
              </a:xfrm>
              <a:custGeom>
                <a:rect b="b" l="l" r="r" t="t"/>
                <a:pathLst>
                  <a:path extrusionOk="0" h="165" w="1109">
                    <a:moveTo>
                      <a:pt x="781" y="1"/>
                    </a:moveTo>
                    <a:cubicBezTo>
                      <a:pt x="540" y="1"/>
                      <a:pt x="301" y="27"/>
                      <a:pt x="61" y="68"/>
                    </a:cubicBezTo>
                    <a:cubicBezTo>
                      <a:pt x="0" y="78"/>
                      <a:pt x="23" y="165"/>
                      <a:pt x="79" y="165"/>
                    </a:cubicBezTo>
                    <a:cubicBezTo>
                      <a:pt x="82" y="165"/>
                      <a:pt x="85" y="165"/>
                      <a:pt x="87" y="164"/>
                    </a:cubicBezTo>
                    <a:cubicBezTo>
                      <a:pt x="406" y="121"/>
                      <a:pt x="726" y="112"/>
                      <a:pt x="1048" y="106"/>
                    </a:cubicBezTo>
                    <a:cubicBezTo>
                      <a:pt x="1109" y="105"/>
                      <a:pt x="1107" y="16"/>
                      <a:pt x="1048" y="12"/>
                    </a:cubicBezTo>
                    <a:cubicBezTo>
                      <a:pt x="958" y="4"/>
                      <a:pt x="869" y="1"/>
                      <a:pt x="7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14" name="Google Shape;2314;p35"/>
            <p:cNvSpPr/>
            <p:nvPr/>
          </p:nvSpPr>
          <p:spPr>
            <a:xfrm>
              <a:off x="4621383" y="4503488"/>
              <a:ext cx="172397" cy="227921"/>
            </a:xfrm>
            <a:custGeom>
              <a:rect b="b" l="l" r="r" t="t"/>
              <a:pathLst>
                <a:path extrusionOk="0" h="13148" w="9945">
                  <a:moveTo>
                    <a:pt x="7446" y="448"/>
                  </a:moveTo>
                  <a:cubicBezTo>
                    <a:pt x="8097" y="448"/>
                    <a:pt x="8970" y="758"/>
                    <a:pt x="9506" y="900"/>
                  </a:cubicBezTo>
                  <a:cubicBezTo>
                    <a:pt x="7922" y="4072"/>
                    <a:pt x="6804" y="7570"/>
                    <a:pt x="5877" y="10980"/>
                  </a:cubicBezTo>
                  <a:cubicBezTo>
                    <a:pt x="5785" y="11321"/>
                    <a:pt x="5759" y="11862"/>
                    <a:pt x="5567" y="12163"/>
                  </a:cubicBezTo>
                  <a:cubicBezTo>
                    <a:pt x="5215" y="12719"/>
                    <a:pt x="4734" y="12648"/>
                    <a:pt x="4180" y="12718"/>
                  </a:cubicBezTo>
                  <a:cubicBezTo>
                    <a:pt x="3913" y="12753"/>
                    <a:pt x="3646" y="12823"/>
                    <a:pt x="3391" y="12823"/>
                  </a:cubicBezTo>
                  <a:cubicBezTo>
                    <a:pt x="3138" y="12823"/>
                    <a:pt x="2899" y="12753"/>
                    <a:pt x="2688" y="12507"/>
                  </a:cubicBezTo>
                  <a:cubicBezTo>
                    <a:pt x="2652" y="12463"/>
                    <a:pt x="2617" y="12398"/>
                    <a:pt x="2582" y="12326"/>
                  </a:cubicBezTo>
                  <a:lnTo>
                    <a:pt x="2582" y="12326"/>
                  </a:lnTo>
                  <a:cubicBezTo>
                    <a:pt x="2978" y="12397"/>
                    <a:pt x="3380" y="12456"/>
                    <a:pt x="3780" y="12510"/>
                  </a:cubicBezTo>
                  <a:cubicBezTo>
                    <a:pt x="3782" y="12510"/>
                    <a:pt x="3783" y="12510"/>
                    <a:pt x="3784" y="12510"/>
                  </a:cubicBezTo>
                  <a:cubicBezTo>
                    <a:pt x="3824" y="12510"/>
                    <a:pt x="3832" y="12441"/>
                    <a:pt x="3791" y="12434"/>
                  </a:cubicBezTo>
                  <a:cubicBezTo>
                    <a:pt x="3379" y="12365"/>
                    <a:pt x="2964" y="12302"/>
                    <a:pt x="2549" y="12252"/>
                  </a:cubicBezTo>
                  <a:cubicBezTo>
                    <a:pt x="2479" y="12085"/>
                    <a:pt x="2416" y="11874"/>
                    <a:pt x="2359" y="11672"/>
                  </a:cubicBezTo>
                  <a:lnTo>
                    <a:pt x="2359" y="11672"/>
                  </a:lnTo>
                  <a:cubicBezTo>
                    <a:pt x="2771" y="11729"/>
                    <a:pt x="3189" y="11774"/>
                    <a:pt x="3603" y="11810"/>
                  </a:cubicBezTo>
                  <a:cubicBezTo>
                    <a:pt x="3605" y="11810"/>
                    <a:pt x="3607" y="11810"/>
                    <a:pt x="3608" y="11810"/>
                  </a:cubicBezTo>
                  <a:cubicBezTo>
                    <a:pt x="3665" y="11810"/>
                    <a:pt x="3661" y="11722"/>
                    <a:pt x="3603" y="11715"/>
                  </a:cubicBezTo>
                  <a:cubicBezTo>
                    <a:pt x="3183" y="11662"/>
                    <a:pt x="2757" y="11614"/>
                    <a:pt x="2334" y="11583"/>
                  </a:cubicBezTo>
                  <a:cubicBezTo>
                    <a:pt x="2277" y="11380"/>
                    <a:pt x="2229" y="11192"/>
                    <a:pt x="2188" y="11078"/>
                  </a:cubicBezTo>
                  <a:lnTo>
                    <a:pt x="2095" y="10812"/>
                  </a:lnTo>
                  <a:lnTo>
                    <a:pt x="2095" y="10812"/>
                  </a:lnTo>
                  <a:cubicBezTo>
                    <a:pt x="2435" y="10847"/>
                    <a:pt x="2776" y="10892"/>
                    <a:pt x="3117" y="10909"/>
                  </a:cubicBezTo>
                  <a:cubicBezTo>
                    <a:pt x="3118" y="10909"/>
                    <a:pt x="3118" y="10909"/>
                    <a:pt x="3119" y="10909"/>
                  </a:cubicBezTo>
                  <a:cubicBezTo>
                    <a:pt x="3162" y="10909"/>
                    <a:pt x="3160" y="10845"/>
                    <a:pt x="3117" y="10840"/>
                  </a:cubicBezTo>
                  <a:cubicBezTo>
                    <a:pt x="2772" y="10798"/>
                    <a:pt x="2423" y="10783"/>
                    <a:pt x="2076" y="10759"/>
                  </a:cubicBezTo>
                  <a:lnTo>
                    <a:pt x="1799" y="9965"/>
                  </a:lnTo>
                  <a:lnTo>
                    <a:pt x="1799" y="9965"/>
                  </a:lnTo>
                  <a:cubicBezTo>
                    <a:pt x="2059" y="9978"/>
                    <a:pt x="2318" y="10015"/>
                    <a:pt x="2573" y="10074"/>
                  </a:cubicBezTo>
                  <a:cubicBezTo>
                    <a:pt x="2577" y="10075"/>
                    <a:pt x="2580" y="10075"/>
                    <a:pt x="2584" y="10075"/>
                  </a:cubicBezTo>
                  <a:cubicBezTo>
                    <a:pt x="2627" y="10075"/>
                    <a:pt x="2642" y="10009"/>
                    <a:pt x="2595" y="9996"/>
                  </a:cubicBezTo>
                  <a:cubicBezTo>
                    <a:pt x="2325" y="9926"/>
                    <a:pt x="2047" y="9887"/>
                    <a:pt x="1767" y="9881"/>
                  </a:cubicBezTo>
                  <a:cubicBezTo>
                    <a:pt x="1685" y="9646"/>
                    <a:pt x="1601" y="9412"/>
                    <a:pt x="1519" y="9179"/>
                  </a:cubicBezTo>
                  <a:lnTo>
                    <a:pt x="1519" y="9179"/>
                  </a:lnTo>
                  <a:cubicBezTo>
                    <a:pt x="1860" y="9232"/>
                    <a:pt x="2199" y="9291"/>
                    <a:pt x="2542" y="9322"/>
                  </a:cubicBezTo>
                  <a:cubicBezTo>
                    <a:pt x="2543" y="9322"/>
                    <a:pt x="2544" y="9323"/>
                    <a:pt x="2545" y="9323"/>
                  </a:cubicBezTo>
                  <a:cubicBezTo>
                    <a:pt x="2590" y="9323"/>
                    <a:pt x="2599" y="9248"/>
                    <a:pt x="2552" y="9238"/>
                  </a:cubicBezTo>
                  <a:cubicBezTo>
                    <a:pt x="2199" y="9165"/>
                    <a:pt x="1838" y="9120"/>
                    <a:pt x="1481" y="9071"/>
                  </a:cubicBezTo>
                  <a:cubicBezTo>
                    <a:pt x="1387" y="8804"/>
                    <a:pt x="1292" y="8539"/>
                    <a:pt x="1197" y="8272"/>
                  </a:cubicBezTo>
                  <a:lnTo>
                    <a:pt x="1197" y="8272"/>
                  </a:lnTo>
                  <a:cubicBezTo>
                    <a:pt x="1542" y="8301"/>
                    <a:pt x="1886" y="8330"/>
                    <a:pt x="2232" y="8344"/>
                  </a:cubicBezTo>
                  <a:cubicBezTo>
                    <a:pt x="2232" y="8344"/>
                    <a:pt x="2233" y="8344"/>
                    <a:pt x="2234" y="8344"/>
                  </a:cubicBezTo>
                  <a:cubicBezTo>
                    <a:pt x="2285" y="8344"/>
                    <a:pt x="2282" y="8269"/>
                    <a:pt x="2232" y="8264"/>
                  </a:cubicBezTo>
                  <a:cubicBezTo>
                    <a:pt x="1875" y="8222"/>
                    <a:pt x="1518" y="8197"/>
                    <a:pt x="1160" y="8171"/>
                  </a:cubicBezTo>
                  <a:cubicBezTo>
                    <a:pt x="1066" y="7905"/>
                    <a:pt x="971" y="7641"/>
                    <a:pt x="876" y="7376"/>
                  </a:cubicBezTo>
                  <a:lnTo>
                    <a:pt x="876" y="7376"/>
                  </a:lnTo>
                  <a:cubicBezTo>
                    <a:pt x="1145" y="7431"/>
                    <a:pt x="1428" y="7453"/>
                    <a:pt x="1701" y="7472"/>
                  </a:cubicBezTo>
                  <a:cubicBezTo>
                    <a:pt x="1702" y="7472"/>
                    <a:pt x="1703" y="7472"/>
                    <a:pt x="1704" y="7472"/>
                  </a:cubicBezTo>
                  <a:cubicBezTo>
                    <a:pt x="1761" y="7472"/>
                    <a:pt x="1774" y="7375"/>
                    <a:pt x="1715" y="7367"/>
                  </a:cubicBezTo>
                  <a:cubicBezTo>
                    <a:pt x="1438" y="7328"/>
                    <a:pt x="1150" y="7288"/>
                    <a:pt x="870" y="7288"/>
                  </a:cubicBezTo>
                  <a:cubicBezTo>
                    <a:pt x="866" y="7288"/>
                    <a:pt x="863" y="7288"/>
                    <a:pt x="859" y="7288"/>
                  </a:cubicBezTo>
                  <a:cubicBezTo>
                    <a:pt x="854" y="7288"/>
                    <a:pt x="851" y="7292"/>
                    <a:pt x="846" y="7293"/>
                  </a:cubicBezTo>
                  <a:cubicBezTo>
                    <a:pt x="767" y="7073"/>
                    <a:pt x="685" y="6854"/>
                    <a:pt x="605" y="6635"/>
                  </a:cubicBezTo>
                  <a:lnTo>
                    <a:pt x="605" y="6635"/>
                  </a:lnTo>
                  <a:cubicBezTo>
                    <a:pt x="956" y="6646"/>
                    <a:pt x="1306" y="6679"/>
                    <a:pt x="1656" y="6715"/>
                  </a:cubicBezTo>
                  <a:cubicBezTo>
                    <a:pt x="1658" y="6716"/>
                    <a:pt x="1659" y="6716"/>
                    <a:pt x="1661" y="6716"/>
                  </a:cubicBezTo>
                  <a:cubicBezTo>
                    <a:pt x="1712" y="6716"/>
                    <a:pt x="1723" y="6628"/>
                    <a:pt x="1669" y="6617"/>
                  </a:cubicBezTo>
                  <a:cubicBezTo>
                    <a:pt x="1321" y="6546"/>
                    <a:pt x="970" y="6525"/>
                    <a:pt x="615" y="6525"/>
                  </a:cubicBezTo>
                  <a:cubicBezTo>
                    <a:pt x="598" y="6525"/>
                    <a:pt x="581" y="6525"/>
                    <a:pt x="564" y="6525"/>
                  </a:cubicBezTo>
                  <a:cubicBezTo>
                    <a:pt x="491" y="6324"/>
                    <a:pt x="417" y="6123"/>
                    <a:pt x="343" y="5922"/>
                  </a:cubicBezTo>
                  <a:lnTo>
                    <a:pt x="343" y="5922"/>
                  </a:lnTo>
                  <a:cubicBezTo>
                    <a:pt x="713" y="6022"/>
                    <a:pt x="1097" y="6091"/>
                    <a:pt x="1471" y="6156"/>
                  </a:cubicBezTo>
                  <a:cubicBezTo>
                    <a:pt x="1475" y="6157"/>
                    <a:pt x="1479" y="6157"/>
                    <a:pt x="1482" y="6157"/>
                  </a:cubicBezTo>
                  <a:cubicBezTo>
                    <a:pt x="1537" y="6157"/>
                    <a:pt x="1559" y="6075"/>
                    <a:pt x="1498" y="6059"/>
                  </a:cubicBezTo>
                  <a:cubicBezTo>
                    <a:pt x="1107" y="5961"/>
                    <a:pt x="703" y="5865"/>
                    <a:pt x="301" y="5808"/>
                  </a:cubicBezTo>
                  <a:cubicBezTo>
                    <a:pt x="270" y="5725"/>
                    <a:pt x="241" y="5642"/>
                    <a:pt x="210" y="5559"/>
                  </a:cubicBezTo>
                  <a:lnTo>
                    <a:pt x="210" y="5559"/>
                  </a:lnTo>
                  <a:cubicBezTo>
                    <a:pt x="225" y="5568"/>
                    <a:pt x="242" y="5572"/>
                    <a:pt x="259" y="5572"/>
                  </a:cubicBezTo>
                  <a:cubicBezTo>
                    <a:pt x="261" y="5572"/>
                    <a:pt x="263" y="5572"/>
                    <a:pt x="265" y="5572"/>
                  </a:cubicBezTo>
                  <a:cubicBezTo>
                    <a:pt x="552" y="5557"/>
                    <a:pt x="824" y="5540"/>
                    <a:pt x="1080" y="5540"/>
                  </a:cubicBezTo>
                  <a:cubicBezTo>
                    <a:pt x="1929" y="5540"/>
                    <a:pt x="2590" y="5725"/>
                    <a:pt x="2964" y="6775"/>
                  </a:cubicBezTo>
                  <a:cubicBezTo>
                    <a:pt x="3266" y="7625"/>
                    <a:pt x="3570" y="8474"/>
                    <a:pt x="3873" y="9323"/>
                  </a:cubicBezTo>
                  <a:cubicBezTo>
                    <a:pt x="3897" y="9390"/>
                    <a:pt x="3961" y="9427"/>
                    <a:pt x="4023" y="9427"/>
                  </a:cubicBezTo>
                  <a:cubicBezTo>
                    <a:pt x="4080" y="9427"/>
                    <a:pt x="4136" y="9395"/>
                    <a:pt x="4154" y="9323"/>
                  </a:cubicBezTo>
                  <a:cubicBezTo>
                    <a:pt x="4193" y="9173"/>
                    <a:pt x="4234" y="9024"/>
                    <a:pt x="4273" y="8874"/>
                  </a:cubicBezTo>
                  <a:cubicBezTo>
                    <a:pt x="4370" y="8874"/>
                    <a:pt x="4467" y="8875"/>
                    <a:pt x="4564" y="8875"/>
                  </a:cubicBezTo>
                  <a:cubicBezTo>
                    <a:pt x="4613" y="8875"/>
                    <a:pt x="4662" y="8875"/>
                    <a:pt x="4711" y="8874"/>
                  </a:cubicBezTo>
                  <a:cubicBezTo>
                    <a:pt x="4760" y="8874"/>
                    <a:pt x="4760" y="8798"/>
                    <a:pt x="4711" y="8797"/>
                  </a:cubicBezTo>
                  <a:cubicBezTo>
                    <a:pt x="4652" y="8796"/>
                    <a:pt x="4593" y="8795"/>
                    <a:pt x="4534" y="8795"/>
                  </a:cubicBezTo>
                  <a:cubicBezTo>
                    <a:pt x="4454" y="8795"/>
                    <a:pt x="4374" y="8796"/>
                    <a:pt x="4294" y="8797"/>
                  </a:cubicBezTo>
                  <a:cubicBezTo>
                    <a:pt x="4354" y="8566"/>
                    <a:pt x="4417" y="8336"/>
                    <a:pt x="4479" y="8105"/>
                  </a:cubicBezTo>
                  <a:cubicBezTo>
                    <a:pt x="4689" y="8107"/>
                    <a:pt x="4898" y="8117"/>
                    <a:pt x="5108" y="8124"/>
                  </a:cubicBezTo>
                  <a:cubicBezTo>
                    <a:pt x="5109" y="8124"/>
                    <a:pt x="5110" y="8124"/>
                    <a:pt x="5110" y="8124"/>
                  </a:cubicBezTo>
                  <a:cubicBezTo>
                    <a:pt x="5147" y="8124"/>
                    <a:pt x="5155" y="8063"/>
                    <a:pt x="5118" y="8057"/>
                  </a:cubicBezTo>
                  <a:cubicBezTo>
                    <a:pt x="4955" y="8034"/>
                    <a:pt x="4792" y="8026"/>
                    <a:pt x="4628" y="8026"/>
                  </a:cubicBezTo>
                  <a:cubicBezTo>
                    <a:pt x="4586" y="8026"/>
                    <a:pt x="4543" y="8027"/>
                    <a:pt x="4500" y="8028"/>
                  </a:cubicBezTo>
                  <a:cubicBezTo>
                    <a:pt x="4566" y="7779"/>
                    <a:pt x="4639" y="7533"/>
                    <a:pt x="4708" y="7284"/>
                  </a:cubicBezTo>
                  <a:cubicBezTo>
                    <a:pt x="4852" y="7293"/>
                    <a:pt x="4997" y="7298"/>
                    <a:pt x="5143" y="7298"/>
                  </a:cubicBezTo>
                  <a:cubicBezTo>
                    <a:pt x="5220" y="7298"/>
                    <a:pt x="5298" y="7297"/>
                    <a:pt x="5375" y="7294"/>
                  </a:cubicBezTo>
                  <a:cubicBezTo>
                    <a:pt x="5440" y="7291"/>
                    <a:pt x="5440" y="7194"/>
                    <a:pt x="5375" y="7191"/>
                  </a:cubicBezTo>
                  <a:cubicBezTo>
                    <a:pt x="5303" y="7188"/>
                    <a:pt x="5230" y="7187"/>
                    <a:pt x="5157" y="7187"/>
                  </a:cubicBezTo>
                  <a:cubicBezTo>
                    <a:pt x="5015" y="7187"/>
                    <a:pt x="4872" y="7192"/>
                    <a:pt x="4731" y="7200"/>
                  </a:cubicBezTo>
                  <a:cubicBezTo>
                    <a:pt x="4803" y="6940"/>
                    <a:pt x="4879" y="6680"/>
                    <a:pt x="4952" y="6420"/>
                  </a:cubicBezTo>
                  <a:cubicBezTo>
                    <a:pt x="5240" y="6466"/>
                    <a:pt x="5528" y="6508"/>
                    <a:pt x="5818" y="6531"/>
                  </a:cubicBezTo>
                  <a:cubicBezTo>
                    <a:pt x="5819" y="6531"/>
                    <a:pt x="5821" y="6531"/>
                    <a:pt x="5822" y="6531"/>
                  </a:cubicBezTo>
                  <a:cubicBezTo>
                    <a:pt x="5874" y="6531"/>
                    <a:pt x="5885" y="6444"/>
                    <a:pt x="5832" y="6435"/>
                  </a:cubicBezTo>
                  <a:cubicBezTo>
                    <a:pt x="5549" y="6385"/>
                    <a:pt x="5264" y="6355"/>
                    <a:pt x="4979" y="6326"/>
                  </a:cubicBezTo>
                  <a:cubicBezTo>
                    <a:pt x="5071" y="5997"/>
                    <a:pt x="5168" y="5670"/>
                    <a:pt x="5263" y="5343"/>
                  </a:cubicBezTo>
                  <a:cubicBezTo>
                    <a:pt x="5588" y="5360"/>
                    <a:pt x="5912" y="5383"/>
                    <a:pt x="6238" y="5383"/>
                  </a:cubicBezTo>
                  <a:cubicBezTo>
                    <a:pt x="6245" y="5383"/>
                    <a:pt x="6253" y="5383"/>
                    <a:pt x="6260" y="5383"/>
                  </a:cubicBezTo>
                  <a:cubicBezTo>
                    <a:pt x="6316" y="5383"/>
                    <a:pt x="6314" y="5301"/>
                    <a:pt x="6260" y="5296"/>
                  </a:cubicBezTo>
                  <a:cubicBezTo>
                    <a:pt x="5938" y="5269"/>
                    <a:pt x="5612" y="5262"/>
                    <a:pt x="5288" y="5254"/>
                  </a:cubicBezTo>
                  <a:cubicBezTo>
                    <a:pt x="5365" y="4990"/>
                    <a:pt x="5448" y="4729"/>
                    <a:pt x="5526" y="4466"/>
                  </a:cubicBezTo>
                  <a:cubicBezTo>
                    <a:pt x="5785" y="4486"/>
                    <a:pt x="6044" y="4502"/>
                    <a:pt x="6301" y="4502"/>
                  </a:cubicBezTo>
                  <a:cubicBezTo>
                    <a:pt x="6317" y="4502"/>
                    <a:pt x="6332" y="4502"/>
                    <a:pt x="6348" y="4502"/>
                  </a:cubicBezTo>
                  <a:cubicBezTo>
                    <a:pt x="6407" y="4502"/>
                    <a:pt x="6406" y="4415"/>
                    <a:pt x="6348" y="4412"/>
                  </a:cubicBezTo>
                  <a:cubicBezTo>
                    <a:pt x="6159" y="4398"/>
                    <a:pt x="5970" y="4395"/>
                    <a:pt x="5780" y="4395"/>
                  </a:cubicBezTo>
                  <a:cubicBezTo>
                    <a:pt x="5702" y="4395"/>
                    <a:pt x="5625" y="4395"/>
                    <a:pt x="5547" y="4396"/>
                  </a:cubicBezTo>
                  <a:cubicBezTo>
                    <a:pt x="5620" y="4155"/>
                    <a:pt x="5692" y="3914"/>
                    <a:pt x="5766" y="3674"/>
                  </a:cubicBezTo>
                  <a:cubicBezTo>
                    <a:pt x="6116" y="3700"/>
                    <a:pt x="6468" y="3732"/>
                    <a:pt x="6818" y="3732"/>
                  </a:cubicBezTo>
                  <a:cubicBezTo>
                    <a:pt x="6823" y="3732"/>
                    <a:pt x="6829" y="3732"/>
                    <a:pt x="6834" y="3732"/>
                  </a:cubicBezTo>
                  <a:cubicBezTo>
                    <a:pt x="6908" y="3732"/>
                    <a:pt x="6905" y="3626"/>
                    <a:pt x="6834" y="3619"/>
                  </a:cubicBezTo>
                  <a:cubicBezTo>
                    <a:pt x="6492" y="3581"/>
                    <a:pt x="6145" y="3573"/>
                    <a:pt x="5800" y="3562"/>
                  </a:cubicBezTo>
                  <a:cubicBezTo>
                    <a:pt x="5803" y="3550"/>
                    <a:pt x="5806" y="3538"/>
                    <a:pt x="5811" y="3527"/>
                  </a:cubicBezTo>
                  <a:cubicBezTo>
                    <a:pt x="5874" y="3327"/>
                    <a:pt x="5940" y="3042"/>
                    <a:pt x="6013" y="2727"/>
                  </a:cubicBezTo>
                  <a:cubicBezTo>
                    <a:pt x="6184" y="2755"/>
                    <a:pt x="6355" y="2784"/>
                    <a:pt x="6527" y="2804"/>
                  </a:cubicBezTo>
                  <a:cubicBezTo>
                    <a:pt x="6528" y="2805"/>
                    <a:pt x="6530" y="2805"/>
                    <a:pt x="6531" y="2805"/>
                  </a:cubicBezTo>
                  <a:cubicBezTo>
                    <a:pt x="6576" y="2805"/>
                    <a:pt x="6584" y="2728"/>
                    <a:pt x="6538" y="2720"/>
                  </a:cubicBezTo>
                  <a:cubicBezTo>
                    <a:pt x="6370" y="2690"/>
                    <a:pt x="6201" y="2667"/>
                    <a:pt x="6032" y="2645"/>
                  </a:cubicBezTo>
                  <a:cubicBezTo>
                    <a:pt x="6181" y="2005"/>
                    <a:pt x="6365" y="1263"/>
                    <a:pt x="6630" y="845"/>
                  </a:cubicBezTo>
                  <a:cubicBezTo>
                    <a:pt x="6919" y="879"/>
                    <a:pt x="7203" y="938"/>
                    <a:pt x="7482" y="1020"/>
                  </a:cubicBezTo>
                  <a:cubicBezTo>
                    <a:pt x="7488" y="1022"/>
                    <a:pt x="7495" y="1023"/>
                    <a:pt x="7501" y="1023"/>
                  </a:cubicBezTo>
                  <a:cubicBezTo>
                    <a:pt x="7565" y="1023"/>
                    <a:pt x="7585" y="922"/>
                    <a:pt x="7515" y="899"/>
                  </a:cubicBezTo>
                  <a:cubicBezTo>
                    <a:pt x="7253" y="814"/>
                    <a:pt x="6981" y="761"/>
                    <a:pt x="6706" y="740"/>
                  </a:cubicBezTo>
                  <a:cubicBezTo>
                    <a:pt x="6727" y="716"/>
                    <a:pt x="6744" y="687"/>
                    <a:pt x="6765" y="666"/>
                  </a:cubicBezTo>
                  <a:cubicBezTo>
                    <a:pt x="6918" y="507"/>
                    <a:pt x="7161" y="448"/>
                    <a:pt x="7446" y="448"/>
                  </a:cubicBezTo>
                  <a:close/>
                  <a:moveTo>
                    <a:pt x="6789" y="1"/>
                  </a:moveTo>
                  <a:cubicBezTo>
                    <a:pt x="6722" y="1"/>
                    <a:pt x="6666" y="43"/>
                    <a:pt x="6642" y="110"/>
                  </a:cubicBezTo>
                  <a:cubicBezTo>
                    <a:pt x="5637" y="2967"/>
                    <a:pt x="4754" y="5862"/>
                    <a:pt x="3994" y="8794"/>
                  </a:cubicBezTo>
                  <a:cubicBezTo>
                    <a:pt x="3798" y="8250"/>
                    <a:pt x="3602" y="7705"/>
                    <a:pt x="3408" y="7161"/>
                  </a:cubicBezTo>
                  <a:cubicBezTo>
                    <a:pt x="3250" y="6721"/>
                    <a:pt x="3093" y="5740"/>
                    <a:pt x="2740" y="5393"/>
                  </a:cubicBezTo>
                  <a:cubicBezTo>
                    <a:pt x="2540" y="5196"/>
                    <a:pt x="2241" y="5131"/>
                    <a:pt x="1909" y="5131"/>
                  </a:cubicBezTo>
                  <a:cubicBezTo>
                    <a:pt x="1352" y="5131"/>
                    <a:pt x="702" y="5312"/>
                    <a:pt x="265" y="5353"/>
                  </a:cubicBezTo>
                  <a:cubicBezTo>
                    <a:pt x="217" y="5357"/>
                    <a:pt x="177" y="5392"/>
                    <a:pt x="165" y="5439"/>
                  </a:cubicBezTo>
                  <a:cubicBezTo>
                    <a:pt x="158" y="5418"/>
                    <a:pt x="150" y="5397"/>
                    <a:pt x="142" y="5376"/>
                  </a:cubicBezTo>
                  <a:cubicBezTo>
                    <a:pt x="130" y="5345"/>
                    <a:pt x="104" y="5332"/>
                    <a:pt x="78" y="5332"/>
                  </a:cubicBezTo>
                  <a:cubicBezTo>
                    <a:pt x="39" y="5332"/>
                    <a:pt x="1" y="5362"/>
                    <a:pt x="16" y="5411"/>
                  </a:cubicBezTo>
                  <a:cubicBezTo>
                    <a:pt x="56" y="5538"/>
                    <a:pt x="98" y="5666"/>
                    <a:pt x="138" y="5793"/>
                  </a:cubicBezTo>
                  <a:cubicBezTo>
                    <a:pt x="113" y="5810"/>
                    <a:pt x="114" y="5858"/>
                    <a:pt x="149" y="5868"/>
                  </a:cubicBezTo>
                  <a:lnTo>
                    <a:pt x="163" y="5872"/>
                  </a:lnTo>
                  <a:cubicBezTo>
                    <a:pt x="848" y="8037"/>
                    <a:pt x="1552" y="10217"/>
                    <a:pt x="2356" y="12336"/>
                  </a:cubicBezTo>
                  <a:cubicBezTo>
                    <a:pt x="2593" y="12964"/>
                    <a:pt x="3034" y="13148"/>
                    <a:pt x="3559" y="13148"/>
                  </a:cubicBezTo>
                  <a:cubicBezTo>
                    <a:pt x="4180" y="13148"/>
                    <a:pt x="4918" y="12891"/>
                    <a:pt x="5578" y="12808"/>
                  </a:cubicBezTo>
                  <a:cubicBezTo>
                    <a:pt x="5636" y="12801"/>
                    <a:pt x="5692" y="12771"/>
                    <a:pt x="5708" y="12710"/>
                  </a:cubicBezTo>
                  <a:cubicBezTo>
                    <a:pt x="6727" y="8643"/>
                    <a:pt x="8225" y="4838"/>
                    <a:pt x="9748" y="950"/>
                  </a:cubicBezTo>
                  <a:cubicBezTo>
                    <a:pt x="9752" y="951"/>
                    <a:pt x="9755" y="951"/>
                    <a:pt x="9759" y="951"/>
                  </a:cubicBezTo>
                  <a:cubicBezTo>
                    <a:pt x="9889" y="951"/>
                    <a:pt x="9944" y="781"/>
                    <a:pt x="9841" y="715"/>
                  </a:cubicBezTo>
                  <a:cubicBezTo>
                    <a:pt x="9843" y="709"/>
                    <a:pt x="9845" y="704"/>
                    <a:pt x="9847" y="698"/>
                  </a:cubicBezTo>
                  <a:cubicBezTo>
                    <a:pt x="9878" y="621"/>
                    <a:pt x="9804" y="560"/>
                    <a:pt x="9734" y="560"/>
                  </a:cubicBezTo>
                  <a:cubicBezTo>
                    <a:pt x="9698" y="560"/>
                    <a:pt x="9664" y="576"/>
                    <a:pt x="9644" y="613"/>
                  </a:cubicBezTo>
                  <a:cubicBezTo>
                    <a:pt x="9638" y="626"/>
                    <a:pt x="9633" y="640"/>
                    <a:pt x="9626" y="651"/>
                  </a:cubicBezTo>
                  <a:cubicBezTo>
                    <a:pt x="8700" y="411"/>
                    <a:pt x="7761" y="215"/>
                    <a:pt x="6827" y="5"/>
                  </a:cubicBezTo>
                  <a:cubicBezTo>
                    <a:pt x="6814" y="2"/>
                    <a:pt x="6801" y="1"/>
                    <a:pt x="6789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5" name="Google Shape;2315;p35"/>
          <p:cNvGrpSpPr/>
          <p:nvPr/>
        </p:nvGrpSpPr>
        <p:grpSpPr>
          <a:xfrm>
            <a:off x="5911950" y="1259550"/>
            <a:ext cx="2522170" cy="2088400"/>
            <a:chOff x="5911950" y="1259550"/>
            <a:chExt cx="2522170" cy="2088400"/>
          </a:xfrm>
        </p:grpSpPr>
        <p:sp>
          <p:nvSpPr>
            <p:cNvPr id="2316" name="Google Shape;2316;p35"/>
            <p:cNvSpPr/>
            <p:nvPr/>
          </p:nvSpPr>
          <p:spPr>
            <a:xfrm>
              <a:off x="5911950" y="1259550"/>
              <a:ext cx="2522170" cy="2088400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35"/>
            <p:cNvSpPr/>
            <p:nvPr/>
          </p:nvSpPr>
          <p:spPr>
            <a:xfrm>
              <a:off x="6166100" y="1709550"/>
              <a:ext cx="2031142" cy="367439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35"/>
            <p:cNvSpPr/>
            <p:nvPr/>
          </p:nvSpPr>
          <p:spPr>
            <a:xfrm>
              <a:off x="6166100" y="2263769"/>
              <a:ext cx="2031142" cy="367439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35"/>
            <p:cNvSpPr/>
            <p:nvPr/>
          </p:nvSpPr>
          <p:spPr>
            <a:xfrm>
              <a:off x="6166100" y="2817963"/>
              <a:ext cx="2031142" cy="367439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35"/>
            <p:cNvSpPr/>
            <p:nvPr/>
          </p:nvSpPr>
          <p:spPr>
            <a:xfrm>
              <a:off x="6063946" y="1318888"/>
              <a:ext cx="2168328" cy="247976"/>
            </a:xfrm>
            <a:custGeom>
              <a:rect b="b" l="l" r="r" t="t"/>
              <a:pathLst>
                <a:path extrusionOk="0" fill="none" h="8235" w="167277">
                  <a:moveTo>
                    <a:pt x="1" y="1"/>
                  </a:moveTo>
                  <a:lnTo>
                    <a:pt x="167277" y="1"/>
                  </a:lnTo>
                  <a:lnTo>
                    <a:pt x="167277" y="8235"/>
                  </a:lnTo>
                  <a:lnTo>
                    <a:pt x="1" y="8235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Motivations</a:t>
              </a:r>
              <a:endParaRPr b="1" sz="18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21" name="Google Shape;2321;p35"/>
            <p:cNvSpPr/>
            <p:nvPr/>
          </p:nvSpPr>
          <p:spPr>
            <a:xfrm>
              <a:off x="6255025" y="1769294"/>
              <a:ext cx="237126" cy="247951"/>
            </a:xfrm>
            <a:custGeom>
              <a:rect b="b" l="l" r="r" t="t"/>
              <a:pathLst>
                <a:path extrusionOk="0" h="3580" w="4276">
                  <a:moveTo>
                    <a:pt x="0" y="1"/>
                  </a:moveTo>
                  <a:lnTo>
                    <a:pt x="0" y="3579"/>
                  </a:lnTo>
                  <a:lnTo>
                    <a:pt x="4276" y="3579"/>
                  </a:lnTo>
                  <a:lnTo>
                    <a:pt x="4276" y="1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12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322" name="Google Shape;2322;p35"/>
            <p:cNvSpPr/>
            <p:nvPr/>
          </p:nvSpPr>
          <p:spPr>
            <a:xfrm>
              <a:off x="6255025" y="2323513"/>
              <a:ext cx="237126" cy="247951"/>
            </a:xfrm>
            <a:custGeom>
              <a:rect b="b" l="l" r="r" t="t"/>
              <a:pathLst>
                <a:path extrusionOk="0" h="3580" w="4276">
                  <a:moveTo>
                    <a:pt x="0" y="1"/>
                  </a:moveTo>
                  <a:lnTo>
                    <a:pt x="0" y="3579"/>
                  </a:lnTo>
                  <a:lnTo>
                    <a:pt x="4276" y="3579"/>
                  </a:lnTo>
                  <a:lnTo>
                    <a:pt x="4276" y="1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12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323" name="Google Shape;2323;p35"/>
            <p:cNvSpPr/>
            <p:nvPr/>
          </p:nvSpPr>
          <p:spPr>
            <a:xfrm>
              <a:off x="6255025" y="2877707"/>
              <a:ext cx="237126" cy="247951"/>
            </a:xfrm>
            <a:custGeom>
              <a:rect b="b" l="l" r="r" t="t"/>
              <a:pathLst>
                <a:path extrusionOk="0" h="3580" w="4276">
                  <a:moveTo>
                    <a:pt x="0" y="1"/>
                  </a:moveTo>
                  <a:lnTo>
                    <a:pt x="0" y="3579"/>
                  </a:lnTo>
                  <a:lnTo>
                    <a:pt x="4276" y="3579"/>
                  </a:lnTo>
                  <a:lnTo>
                    <a:pt x="4276" y="1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12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324" name="Google Shape;2324;p35"/>
            <p:cNvSpPr txBox="1"/>
            <p:nvPr/>
          </p:nvSpPr>
          <p:spPr>
            <a:xfrm>
              <a:off x="6503750" y="1790463"/>
              <a:ext cx="16173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place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5" name="Google Shape;2325;p35"/>
            <p:cNvSpPr txBox="1"/>
            <p:nvPr/>
          </p:nvSpPr>
          <p:spPr>
            <a:xfrm>
              <a:off x="6503750" y="2337988"/>
              <a:ext cx="16173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a gas giant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6" name="Google Shape;2326;p35"/>
            <p:cNvSpPr txBox="1"/>
            <p:nvPr/>
          </p:nvSpPr>
          <p:spPr>
            <a:xfrm>
              <a:off x="6503750" y="2900013"/>
              <a:ext cx="16173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fifth planet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27" name="Google Shape;2327;p35"/>
          <p:cNvGrpSpPr/>
          <p:nvPr/>
        </p:nvGrpSpPr>
        <p:grpSpPr>
          <a:xfrm>
            <a:off x="3269325" y="2407425"/>
            <a:ext cx="2517075" cy="940531"/>
            <a:chOff x="3269325" y="2407425"/>
            <a:chExt cx="2517075" cy="940531"/>
          </a:xfrm>
        </p:grpSpPr>
        <p:sp>
          <p:nvSpPr>
            <p:cNvPr id="2328" name="Google Shape;2328;p35"/>
            <p:cNvSpPr/>
            <p:nvPr/>
          </p:nvSpPr>
          <p:spPr>
            <a:xfrm>
              <a:off x="3269325" y="2775224"/>
              <a:ext cx="2472650" cy="572732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35"/>
            <p:cNvSpPr/>
            <p:nvPr/>
          </p:nvSpPr>
          <p:spPr>
            <a:xfrm>
              <a:off x="3414296" y="2407425"/>
              <a:ext cx="2031161" cy="248899"/>
            </a:xfrm>
            <a:custGeom>
              <a:rect b="b" l="l" r="r" t="t"/>
              <a:pathLst>
                <a:path extrusionOk="0" fill="none" h="8267" w="167277">
                  <a:moveTo>
                    <a:pt x="1" y="0"/>
                  </a:moveTo>
                  <a:lnTo>
                    <a:pt x="167277" y="0"/>
                  </a:lnTo>
                  <a:lnTo>
                    <a:pt x="167277" y="8266"/>
                  </a:lnTo>
                  <a:lnTo>
                    <a:pt x="1" y="8266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8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Personality</a:t>
              </a:r>
              <a:endParaRPr b="1" sz="18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30" name="Google Shape;2330;p35"/>
            <p:cNvSpPr txBox="1"/>
            <p:nvPr/>
          </p:nvSpPr>
          <p:spPr>
            <a:xfrm>
              <a:off x="3414300" y="2800225"/>
              <a:ext cx="2372100" cy="4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actually a really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31" name="Google Shape;2331;p35"/>
          <p:cNvGrpSpPr/>
          <p:nvPr/>
        </p:nvGrpSpPr>
        <p:grpSpPr>
          <a:xfrm>
            <a:off x="829587" y="1694550"/>
            <a:ext cx="1971837" cy="1971869"/>
            <a:chOff x="829587" y="1694550"/>
            <a:chExt cx="1971837" cy="1971869"/>
          </a:xfrm>
        </p:grpSpPr>
        <p:sp>
          <p:nvSpPr>
            <p:cNvPr id="2332" name="Google Shape;2332;p35"/>
            <p:cNvSpPr/>
            <p:nvPr/>
          </p:nvSpPr>
          <p:spPr>
            <a:xfrm>
              <a:off x="829587" y="1694550"/>
              <a:ext cx="1971837" cy="1971869"/>
            </a:xfrm>
            <a:custGeom>
              <a:rect b="b" l="l" r="r" t="t"/>
              <a:pathLst>
                <a:path extrusionOk="0" h="62067" w="62066">
                  <a:moveTo>
                    <a:pt x="31009" y="1"/>
                  </a:moveTo>
                  <a:cubicBezTo>
                    <a:pt x="13873" y="1"/>
                    <a:pt x="0" y="13874"/>
                    <a:pt x="0" y="31010"/>
                  </a:cubicBezTo>
                  <a:cubicBezTo>
                    <a:pt x="0" y="48147"/>
                    <a:pt x="13873" y="62067"/>
                    <a:pt x="31009" y="62067"/>
                  </a:cubicBezTo>
                  <a:cubicBezTo>
                    <a:pt x="48146" y="62067"/>
                    <a:pt x="62066" y="48147"/>
                    <a:pt x="62066" y="31010"/>
                  </a:cubicBezTo>
                  <a:cubicBezTo>
                    <a:pt x="62066" y="13874"/>
                    <a:pt x="48146" y="1"/>
                    <a:pt x="31009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35"/>
            <p:cNvSpPr/>
            <p:nvPr/>
          </p:nvSpPr>
          <p:spPr>
            <a:xfrm>
              <a:off x="1725592" y="3021152"/>
              <a:ext cx="241198" cy="139502"/>
            </a:xfrm>
            <a:custGeom>
              <a:rect b="b" l="l" r="r" t="t"/>
              <a:pathLst>
                <a:path extrusionOk="0" h="4391" w="7592">
                  <a:moveTo>
                    <a:pt x="5277" y="2849"/>
                  </a:moveTo>
                  <a:cubicBezTo>
                    <a:pt x="5161" y="3044"/>
                    <a:pt x="5009" y="3174"/>
                    <a:pt x="4852" y="3174"/>
                  </a:cubicBezTo>
                  <a:cubicBezTo>
                    <a:pt x="4828" y="3174"/>
                    <a:pt x="4805" y="3171"/>
                    <a:pt x="4781" y="3165"/>
                  </a:cubicBezTo>
                  <a:cubicBezTo>
                    <a:pt x="4643" y="3165"/>
                    <a:pt x="4552" y="3121"/>
                    <a:pt x="4418" y="3074"/>
                  </a:cubicBezTo>
                  <a:cubicBezTo>
                    <a:pt x="4733" y="3074"/>
                    <a:pt x="5005" y="3030"/>
                    <a:pt x="5277" y="2849"/>
                  </a:cubicBezTo>
                  <a:close/>
                  <a:moveTo>
                    <a:pt x="235" y="0"/>
                  </a:moveTo>
                  <a:cubicBezTo>
                    <a:pt x="98" y="0"/>
                    <a:pt x="1" y="199"/>
                    <a:pt x="109" y="310"/>
                  </a:cubicBezTo>
                  <a:cubicBezTo>
                    <a:pt x="338" y="626"/>
                    <a:pt x="610" y="898"/>
                    <a:pt x="882" y="1170"/>
                  </a:cubicBezTo>
                  <a:cubicBezTo>
                    <a:pt x="925" y="1442"/>
                    <a:pt x="1063" y="1670"/>
                    <a:pt x="1335" y="1761"/>
                  </a:cubicBezTo>
                  <a:cubicBezTo>
                    <a:pt x="1379" y="1761"/>
                    <a:pt x="1426" y="1804"/>
                    <a:pt x="1469" y="1804"/>
                  </a:cubicBezTo>
                  <a:cubicBezTo>
                    <a:pt x="1970" y="2305"/>
                    <a:pt x="2467" y="2802"/>
                    <a:pt x="2967" y="3255"/>
                  </a:cubicBezTo>
                  <a:cubicBezTo>
                    <a:pt x="3555" y="3799"/>
                    <a:pt x="4189" y="4390"/>
                    <a:pt x="5005" y="4390"/>
                  </a:cubicBezTo>
                  <a:cubicBezTo>
                    <a:pt x="6503" y="4390"/>
                    <a:pt x="6910" y="2033"/>
                    <a:pt x="7410" y="988"/>
                  </a:cubicBezTo>
                  <a:cubicBezTo>
                    <a:pt x="7591" y="582"/>
                    <a:pt x="7410" y="38"/>
                    <a:pt x="6910" y="38"/>
                  </a:cubicBezTo>
                  <a:cubicBezTo>
                    <a:pt x="5959" y="82"/>
                    <a:pt x="5053" y="354"/>
                    <a:pt x="4146" y="444"/>
                  </a:cubicBezTo>
                  <a:cubicBezTo>
                    <a:pt x="3893" y="471"/>
                    <a:pt x="3641" y="482"/>
                    <a:pt x="3388" y="482"/>
                  </a:cubicBezTo>
                  <a:cubicBezTo>
                    <a:pt x="2779" y="482"/>
                    <a:pt x="2170" y="418"/>
                    <a:pt x="1560" y="354"/>
                  </a:cubicBezTo>
                  <a:cubicBezTo>
                    <a:pt x="1379" y="354"/>
                    <a:pt x="1197" y="401"/>
                    <a:pt x="1107" y="492"/>
                  </a:cubicBezTo>
                  <a:cubicBezTo>
                    <a:pt x="835" y="310"/>
                    <a:pt x="610" y="172"/>
                    <a:pt x="338" y="38"/>
                  </a:cubicBezTo>
                  <a:cubicBezTo>
                    <a:pt x="303" y="12"/>
                    <a:pt x="268" y="0"/>
                    <a:pt x="235" y="0"/>
                  </a:cubicBezTo>
                  <a:close/>
                </a:path>
              </a:pathLst>
            </a:custGeom>
            <a:solidFill>
              <a:srgbClr val="FBDB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35"/>
            <p:cNvSpPr/>
            <p:nvPr/>
          </p:nvSpPr>
          <p:spPr>
            <a:xfrm>
              <a:off x="1602294" y="1844050"/>
              <a:ext cx="544474" cy="479092"/>
            </a:xfrm>
            <a:custGeom>
              <a:rect b="b" l="l" r="r" t="t"/>
              <a:pathLst>
                <a:path extrusionOk="0" h="15080" w="17138">
                  <a:moveTo>
                    <a:pt x="5579" y="1590"/>
                  </a:moveTo>
                  <a:cubicBezTo>
                    <a:pt x="5713" y="1590"/>
                    <a:pt x="5804" y="1637"/>
                    <a:pt x="5894" y="1637"/>
                  </a:cubicBezTo>
                  <a:cubicBezTo>
                    <a:pt x="6304" y="1771"/>
                    <a:pt x="6710" y="1909"/>
                    <a:pt x="7120" y="2090"/>
                  </a:cubicBezTo>
                  <a:cubicBezTo>
                    <a:pt x="7073" y="2134"/>
                    <a:pt x="7030" y="2181"/>
                    <a:pt x="6982" y="2272"/>
                  </a:cubicBezTo>
                  <a:cubicBezTo>
                    <a:pt x="6892" y="2225"/>
                    <a:pt x="6848" y="2181"/>
                    <a:pt x="6758" y="2134"/>
                  </a:cubicBezTo>
                  <a:lnTo>
                    <a:pt x="6667" y="2043"/>
                  </a:lnTo>
                  <a:cubicBezTo>
                    <a:pt x="6529" y="1909"/>
                    <a:pt x="6348" y="1862"/>
                    <a:pt x="6214" y="1862"/>
                  </a:cubicBezTo>
                  <a:cubicBezTo>
                    <a:pt x="6032" y="1771"/>
                    <a:pt x="5894" y="1728"/>
                    <a:pt x="5713" y="1637"/>
                  </a:cubicBezTo>
                  <a:cubicBezTo>
                    <a:pt x="5669" y="1637"/>
                    <a:pt x="5622" y="1590"/>
                    <a:pt x="5579" y="1590"/>
                  </a:cubicBezTo>
                  <a:close/>
                  <a:moveTo>
                    <a:pt x="10609" y="6443"/>
                  </a:moveTo>
                  <a:cubicBezTo>
                    <a:pt x="10791" y="6624"/>
                    <a:pt x="11019" y="6758"/>
                    <a:pt x="11200" y="6896"/>
                  </a:cubicBezTo>
                  <a:cubicBezTo>
                    <a:pt x="11110" y="6939"/>
                    <a:pt x="11019" y="6939"/>
                    <a:pt x="10972" y="6987"/>
                  </a:cubicBezTo>
                  <a:cubicBezTo>
                    <a:pt x="10933" y="6783"/>
                    <a:pt x="10819" y="6616"/>
                    <a:pt x="10602" y="6616"/>
                  </a:cubicBezTo>
                  <a:cubicBezTo>
                    <a:pt x="10576" y="6616"/>
                    <a:pt x="10548" y="6619"/>
                    <a:pt x="10519" y="6624"/>
                  </a:cubicBezTo>
                  <a:cubicBezTo>
                    <a:pt x="10566" y="6577"/>
                    <a:pt x="10609" y="6486"/>
                    <a:pt x="10609" y="6443"/>
                  </a:cubicBezTo>
                  <a:close/>
                  <a:moveTo>
                    <a:pt x="4338" y="1"/>
                  </a:moveTo>
                  <a:cubicBezTo>
                    <a:pt x="2511" y="1"/>
                    <a:pt x="698" y="632"/>
                    <a:pt x="229" y="2272"/>
                  </a:cubicBezTo>
                  <a:cubicBezTo>
                    <a:pt x="91" y="2406"/>
                    <a:pt x="1" y="2634"/>
                    <a:pt x="1" y="2859"/>
                  </a:cubicBezTo>
                  <a:cubicBezTo>
                    <a:pt x="48" y="3131"/>
                    <a:pt x="91" y="3403"/>
                    <a:pt x="139" y="3723"/>
                  </a:cubicBezTo>
                  <a:cubicBezTo>
                    <a:pt x="174" y="4049"/>
                    <a:pt x="415" y="4203"/>
                    <a:pt x="675" y="4203"/>
                  </a:cubicBezTo>
                  <a:cubicBezTo>
                    <a:pt x="738" y="4203"/>
                    <a:pt x="802" y="4194"/>
                    <a:pt x="864" y="4176"/>
                  </a:cubicBezTo>
                  <a:cubicBezTo>
                    <a:pt x="955" y="4357"/>
                    <a:pt x="1089" y="4491"/>
                    <a:pt x="1227" y="4629"/>
                  </a:cubicBezTo>
                  <a:cubicBezTo>
                    <a:pt x="1361" y="4854"/>
                    <a:pt x="1589" y="5035"/>
                    <a:pt x="1861" y="5173"/>
                  </a:cubicBezTo>
                  <a:cubicBezTo>
                    <a:pt x="2268" y="5627"/>
                    <a:pt x="2677" y="6123"/>
                    <a:pt x="3084" y="6624"/>
                  </a:cubicBezTo>
                  <a:cubicBezTo>
                    <a:pt x="3403" y="7349"/>
                    <a:pt x="3947" y="7984"/>
                    <a:pt x="4625" y="8528"/>
                  </a:cubicBezTo>
                  <a:lnTo>
                    <a:pt x="3947" y="8800"/>
                  </a:lnTo>
                  <a:cubicBezTo>
                    <a:pt x="3856" y="8844"/>
                    <a:pt x="3809" y="8891"/>
                    <a:pt x="3765" y="8934"/>
                  </a:cubicBezTo>
                  <a:cubicBezTo>
                    <a:pt x="3493" y="9025"/>
                    <a:pt x="3174" y="9116"/>
                    <a:pt x="2902" y="9163"/>
                  </a:cubicBezTo>
                  <a:cubicBezTo>
                    <a:pt x="2479" y="9288"/>
                    <a:pt x="2609" y="9850"/>
                    <a:pt x="2997" y="9850"/>
                  </a:cubicBezTo>
                  <a:cubicBezTo>
                    <a:pt x="3025" y="9850"/>
                    <a:pt x="3054" y="9847"/>
                    <a:pt x="3084" y="9841"/>
                  </a:cubicBezTo>
                  <a:cubicBezTo>
                    <a:pt x="3356" y="9797"/>
                    <a:pt x="3628" y="9750"/>
                    <a:pt x="3900" y="9660"/>
                  </a:cubicBezTo>
                  <a:cubicBezTo>
                    <a:pt x="3990" y="9750"/>
                    <a:pt x="4081" y="9797"/>
                    <a:pt x="4219" y="9797"/>
                  </a:cubicBezTo>
                  <a:cubicBezTo>
                    <a:pt x="4324" y="9812"/>
                    <a:pt x="4430" y="9817"/>
                    <a:pt x="4537" y="9817"/>
                  </a:cubicBezTo>
                  <a:cubicBezTo>
                    <a:pt x="4752" y="9817"/>
                    <a:pt x="4974" y="9797"/>
                    <a:pt x="5216" y="9797"/>
                  </a:cubicBezTo>
                  <a:cubicBezTo>
                    <a:pt x="4944" y="9888"/>
                    <a:pt x="4625" y="9979"/>
                    <a:pt x="4353" y="10069"/>
                  </a:cubicBezTo>
                  <a:lnTo>
                    <a:pt x="2721" y="10613"/>
                  </a:lnTo>
                  <a:cubicBezTo>
                    <a:pt x="2148" y="10816"/>
                    <a:pt x="2278" y="11687"/>
                    <a:pt x="2808" y="11687"/>
                  </a:cubicBezTo>
                  <a:cubicBezTo>
                    <a:pt x="2865" y="11687"/>
                    <a:pt x="2927" y="11677"/>
                    <a:pt x="2993" y="11654"/>
                  </a:cubicBezTo>
                  <a:cubicBezTo>
                    <a:pt x="3265" y="11564"/>
                    <a:pt x="3493" y="11473"/>
                    <a:pt x="3765" y="11429"/>
                  </a:cubicBezTo>
                  <a:cubicBezTo>
                    <a:pt x="3809" y="11654"/>
                    <a:pt x="3990" y="11883"/>
                    <a:pt x="4219" y="11974"/>
                  </a:cubicBezTo>
                  <a:cubicBezTo>
                    <a:pt x="4262" y="12017"/>
                    <a:pt x="4309" y="12064"/>
                    <a:pt x="4353" y="12064"/>
                  </a:cubicBezTo>
                  <a:cubicBezTo>
                    <a:pt x="3947" y="12336"/>
                    <a:pt x="4037" y="12971"/>
                    <a:pt x="4491" y="13196"/>
                  </a:cubicBezTo>
                  <a:cubicBezTo>
                    <a:pt x="3990" y="13515"/>
                    <a:pt x="4172" y="14331"/>
                    <a:pt x="4853" y="14422"/>
                  </a:cubicBezTo>
                  <a:cubicBezTo>
                    <a:pt x="5035" y="14443"/>
                    <a:pt x="5216" y="14454"/>
                    <a:pt x="5397" y="14454"/>
                  </a:cubicBezTo>
                  <a:cubicBezTo>
                    <a:pt x="5579" y="14454"/>
                    <a:pt x="5760" y="14443"/>
                    <a:pt x="5941" y="14422"/>
                  </a:cubicBezTo>
                  <a:cubicBezTo>
                    <a:pt x="6032" y="14556"/>
                    <a:pt x="6123" y="14603"/>
                    <a:pt x="6257" y="14646"/>
                  </a:cubicBezTo>
                  <a:cubicBezTo>
                    <a:pt x="7380" y="14970"/>
                    <a:pt x="8497" y="15079"/>
                    <a:pt x="9612" y="15079"/>
                  </a:cubicBezTo>
                  <a:cubicBezTo>
                    <a:pt x="11786" y="15079"/>
                    <a:pt x="13954" y="14663"/>
                    <a:pt x="16140" y="14603"/>
                  </a:cubicBezTo>
                  <a:cubicBezTo>
                    <a:pt x="16684" y="14603"/>
                    <a:pt x="17137" y="14012"/>
                    <a:pt x="16822" y="13515"/>
                  </a:cubicBezTo>
                  <a:cubicBezTo>
                    <a:pt x="16550" y="13152"/>
                    <a:pt x="16321" y="12833"/>
                    <a:pt x="16006" y="12518"/>
                  </a:cubicBezTo>
                  <a:lnTo>
                    <a:pt x="16278" y="12380"/>
                  </a:lnTo>
                  <a:cubicBezTo>
                    <a:pt x="16822" y="12017"/>
                    <a:pt x="16731" y="11292"/>
                    <a:pt x="16097" y="11067"/>
                  </a:cubicBezTo>
                  <a:cubicBezTo>
                    <a:pt x="15868" y="10976"/>
                    <a:pt x="15596" y="10885"/>
                    <a:pt x="15324" y="10838"/>
                  </a:cubicBezTo>
                  <a:cubicBezTo>
                    <a:pt x="15407" y="10424"/>
                    <a:pt x="15112" y="10011"/>
                    <a:pt x="14682" y="10011"/>
                  </a:cubicBezTo>
                  <a:cubicBezTo>
                    <a:pt x="14641" y="10011"/>
                    <a:pt x="14598" y="10014"/>
                    <a:pt x="14555" y="10022"/>
                  </a:cubicBezTo>
                  <a:cubicBezTo>
                    <a:pt x="14417" y="9979"/>
                    <a:pt x="14283" y="9932"/>
                    <a:pt x="14192" y="9932"/>
                  </a:cubicBezTo>
                  <a:lnTo>
                    <a:pt x="13648" y="9932"/>
                  </a:lnTo>
                  <a:cubicBezTo>
                    <a:pt x="13739" y="9888"/>
                    <a:pt x="13873" y="9841"/>
                    <a:pt x="13964" y="9750"/>
                  </a:cubicBezTo>
                  <a:cubicBezTo>
                    <a:pt x="14283" y="9569"/>
                    <a:pt x="14283" y="9116"/>
                    <a:pt x="14055" y="8844"/>
                  </a:cubicBezTo>
                  <a:cubicBezTo>
                    <a:pt x="14192" y="8662"/>
                    <a:pt x="14145" y="8390"/>
                    <a:pt x="14011" y="8165"/>
                  </a:cubicBezTo>
                  <a:cubicBezTo>
                    <a:pt x="14145" y="8028"/>
                    <a:pt x="14192" y="7803"/>
                    <a:pt x="14145" y="7621"/>
                  </a:cubicBezTo>
                  <a:cubicBezTo>
                    <a:pt x="14327" y="7393"/>
                    <a:pt x="14236" y="7030"/>
                    <a:pt x="13964" y="6849"/>
                  </a:cubicBezTo>
                  <a:cubicBezTo>
                    <a:pt x="13964" y="6540"/>
                    <a:pt x="13767" y="6231"/>
                    <a:pt x="13458" y="6231"/>
                  </a:cubicBezTo>
                  <a:cubicBezTo>
                    <a:pt x="13404" y="6231"/>
                    <a:pt x="13346" y="6241"/>
                    <a:pt x="13286" y="6261"/>
                  </a:cubicBezTo>
                  <a:cubicBezTo>
                    <a:pt x="13195" y="6261"/>
                    <a:pt x="13104" y="6305"/>
                    <a:pt x="13014" y="6352"/>
                  </a:cubicBezTo>
                  <a:lnTo>
                    <a:pt x="13014" y="6261"/>
                  </a:lnTo>
                  <a:cubicBezTo>
                    <a:pt x="11654" y="3041"/>
                    <a:pt x="8752" y="458"/>
                    <a:pt x="5216" y="49"/>
                  </a:cubicBezTo>
                  <a:cubicBezTo>
                    <a:pt x="4927" y="17"/>
                    <a:pt x="4632" y="1"/>
                    <a:pt x="4338" y="1"/>
                  </a:cubicBezTo>
                  <a:close/>
                </a:path>
              </a:pathLst>
            </a:custGeom>
            <a:solidFill>
              <a:srgbClr val="F082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35"/>
            <p:cNvSpPr/>
            <p:nvPr/>
          </p:nvSpPr>
          <p:spPr>
            <a:xfrm>
              <a:off x="1273922" y="1812661"/>
              <a:ext cx="1083135" cy="836631"/>
            </a:xfrm>
            <a:custGeom>
              <a:rect b="b" l="l" r="r" t="t"/>
              <a:pathLst>
                <a:path extrusionOk="0" h="26334" w="34093">
                  <a:moveTo>
                    <a:pt x="8137" y="3898"/>
                  </a:moveTo>
                  <a:cubicBezTo>
                    <a:pt x="6759" y="3898"/>
                    <a:pt x="5286" y="4522"/>
                    <a:pt x="3765" y="6023"/>
                  </a:cubicBezTo>
                  <a:cubicBezTo>
                    <a:pt x="0" y="9741"/>
                    <a:pt x="182" y="15228"/>
                    <a:pt x="1088" y="20396"/>
                  </a:cubicBezTo>
                  <a:cubicBezTo>
                    <a:pt x="1360" y="18808"/>
                    <a:pt x="1770" y="17223"/>
                    <a:pt x="2358" y="15772"/>
                  </a:cubicBezTo>
                  <a:cubicBezTo>
                    <a:pt x="2393" y="15683"/>
                    <a:pt x="2470" y="15642"/>
                    <a:pt x="2546" y="15642"/>
                  </a:cubicBezTo>
                  <a:cubicBezTo>
                    <a:pt x="2663" y="15642"/>
                    <a:pt x="2776" y="15741"/>
                    <a:pt x="2720" y="15906"/>
                  </a:cubicBezTo>
                  <a:cubicBezTo>
                    <a:pt x="2224" y="17586"/>
                    <a:pt x="1814" y="19352"/>
                    <a:pt x="1226" y="21031"/>
                  </a:cubicBezTo>
                  <a:cubicBezTo>
                    <a:pt x="1498" y="22482"/>
                    <a:pt x="1861" y="23976"/>
                    <a:pt x="2176" y="25336"/>
                  </a:cubicBezTo>
                  <a:cubicBezTo>
                    <a:pt x="2176" y="23251"/>
                    <a:pt x="2358" y="21213"/>
                    <a:pt x="2720" y="19171"/>
                  </a:cubicBezTo>
                  <a:cubicBezTo>
                    <a:pt x="2741" y="19092"/>
                    <a:pt x="2813" y="19056"/>
                    <a:pt x="2883" y="19056"/>
                  </a:cubicBezTo>
                  <a:cubicBezTo>
                    <a:pt x="2975" y="19056"/>
                    <a:pt x="3064" y="19115"/>
                    <a:pt x="3040" y="19218"/>
                  </a:cubicBezTo>
                  <a:cubicBezTo>
                    <a:pt x="2811" y="21575"/>
                    <a:pt x="2405" y="23885"/>
                    <a:pt x="2405" y="26290"/>
                  </a:cubicBezTo>
                  <a:lnTo>
                    <a:pt x="2405" y="26334"/>
                  </a:lnTo>
                  <a:cubicBezTo>
                    <a:pt x="2858" y="24067"/>
                    <a:pt x="3537" y="21757"/>
                    <a:pt x="4309" y="19580"/>
                  </a:cubicBezTo>
                  <a:cubicBezTo>
                    <a:pt x="4715" y="18445"/>
                    <a:pt x="4897" y="17223"/>
                    <a:pt x="5350" y="16135"/>
                  </a:cubicBezTo>
                  <a:cubicBezTo>
                    <a:pt x="5397" y="16135"/>
                    <a:pt x="5397" y="16088"/>
                    <a:pt x="5397" y="16088"/>
                  </a:cubicBezTo>
                  <a:cubicBezTo>
                    <a:pt x="4128" y="15906"/>
                    <a:pt x="3446" y="14322"/>
                    <a:pt x="3040" y="13234"/>
                  </a:cubicBezTo>
                  <a:cubicBezTo>
                    <a:pt x="3009" y="13144"/>
                    <a:pt x="3113" y="13074"/>
                    <a:pt x="3203" y="13074"/>
                  </a:cubicBezTo>
                  <a:cubicBezTo>
                    <a:pt x="3251" y="13074"/>
                    <a:pt x="3295" y="13095"/>
                    <a:pt x="3312" y="13143"/>
                  </a:cubicBezTo>
                  <a:cubicBezTo>
                    <a:pt x="3809" y="14322"/>
                    <a:pt x="4443" y="15453"/>
                    <a:pt x="5713" y="15816"/>
                  </a:cubicBezTo>
                  <a:cubicBezTo>
                    <a:pt x="5803" y="15816"/>
                    <a:pt x="5803" y="15863"/>
                    <a:pt x="5850" y="15906"/>
                  </a:cubicBezTo>
                  <a:lnTo>
                    <a:pt x="7210" y="15772"/>
                  </a:lnTo>
                  <a:cubicBezTo>
                    <a:pt x="6529" y="13143"/>
                    <a:pt x="5125" y="10920"/>
                    <a:pt x="3446" y="8791"/>
                  </a:cubicBezTo>
                  <a:cubicBezTo>
                    <a:pt x="3340" y="8648"/>
                    <a:pt x="3457" y="8476"/>
                    <a:pt x="3578" y="8476"/>
                  </a:cubicBezTo>
                  <a:cubicBezTo>
                    <a:pt x="3611" y="8476"/>
                    <a:pt x="3645" y="8489"/>
                    <a:pt x="3674" y="8519"/>
                  </a:cubicBezTo>
                  <a:cubicBezTo>
                    <a:pt x="5441" y="10513"/>
                    <a:pt x="7073" y="13052"/>
                    <a:pt x="7392" y="15772"/>
                  </a:cubicBezTo>
                  <a:cubicBezTo>
                    <a:pt x="8342" y="15682"/>
                    <a:pt x="9296" y="15682"/>
                    <a:pt x="10246" y="15634"/>
                  </a:cubicBezTo>
                  <a:cubicBezTo>
                    <a:pt x="10021" y="13506"/>
                    <a:pt x="8614" y="11917"/>
                    <a:pt x="7573" y="10104"/>
                  </a:cubicBezTo>
                  <a:cubicBezTo>
                    <a:pt x="7513" y="9983"/>
                    <a:pt x="7592" y="9883"/>
                    <a:pt x="7692" y="9883"/>
                  </a:cubicBezTo>
                  <a:cubicBezTo>
                    <a:pt x="7743" y="9883"/>
                    <a:pt x="7799" y="9909"/>
                    <a:pt x="7845" y="9969"/>
                  </a:cubicBezTo>
                  <a:cubicBezTo>
                    <a:pt x="8933" y="11692"/>
                    <a:pt x="10475" y="13506"/>
                    <a:pt x="10384" y="15634"/>
                  </a:cubicBezTo>
                  <a:cubicBezTo>
                    <a:pt x="11653" y="15634"/>
                    <a:pt x="12876" y="15634"/>
                    <a:pt x="14145" y="15682"/>
                  </a:cubicBezTo>
                  <a:cubicBezTo>
                    <a:pt x="14011" y="12055"/>
                    <a:pt x="11381" y="9788"/>
                    <a:pt x="9115" y="7249"/>
                  </a:cubicBezTo>
                  <a:cubicBezTo>
                    <a:pt x="9041" y="7137"/>
                    <a:pt x="9116" y="6996"/>
                    <a:pt x="9244" y="6996"/>
                  </a:cubicBezTo>
                  <a:cubicBezTo>
                    <a:pt x="9273" y="6996"/>
                    <a:pt x="9306" y="7004"/>
                    <a:pt x="9339" y="7021"/>
                  </a:cubicBezTo>
                  <a:cubicBezTo>
                    <a:pt x="11788" y="8519"/>
                    <a:pt x="14827" y="12552"/>
                    <a:pt x="14326" y="15682"/>
                  </a:cubicBezTo>
                  <a:lnTo>
                    <a:pt x="17184" y="15682"/>
                  </a:lnTo>
                  <a:cubicBezTo>
                    <a:pt x="16447" y="11158"/>
                    <a:pt x="12838" y="3898"/>
                    <a:pt x="8137" y="3898"/>
                  </a:cubicBezTo>
                  <a:close/>
                  <a:moveTo>
                    <a:pt x="22981" y="1"/>
                  </a:moveTo>
                  <a:cubicBezTo>
                    <a:pt x="21531" y="1"/>
                    <a:pt x="20194" y="565"/>
                    <a:pt x="19222" y="2034"/>
                  </a:cubicBezTo>
                  <a:cubicBezTo>
                    <a:pt x="23756" y="4845"/>
                    <a:pt x="25025" y="10557"/>
                    <a:pt x="26204" y="15453"/>
                  </a:cubicBezTo>
                  <a:cubicBezTo>
                    <a:pt x="26251" y="15544"/>
                    <a:pt x="26204" y="15591"/>
                    <a:pt x="26204" y="15634"/>
                  </a:cubicBezTo>
                  <a:cubicBezTo>
                    <a:pt x="26886" y="15682"/>
                    <a:pt x="27564" y="15682"/>
                    <a:pt x="28246" y="15725"/>
                  </a:cubicBezTo>
                  <a:cubicBezTo>
                    <a:pt x="28108" y="13549"/>
                    <a:pt x="27111" y="11783"/>
                    <a:pt x="26433" y="9788"/>
                  </a:cubicBezTo>
                  <a:cubicBezTo>
                    <a:pt x="26401" y="9667"/>
                    <a:pt x="26512" y="9586"/>
                    <a:pt x="26604" y="9586"/>
                  </a:cubicBezTo>
                  <a:cubicBezTo>
                    <a:pt x="26649" y="9586"/>
                    <a:pt x="26689" y="9606"/>
                    <a:pt x="26705" y="9650"/>
                  </a:cubicBezTo>
                  <a:cubicBezTo>
                    <a:pt x="27564" y="11511"/>
                    <a:pt x="28699" y="13640"/>
                    <a:pt x="28427" y="15725"/>
                  </a:cubicBezTo>
                  <a:lnTo>
                    <a:pt x="28924" y="15725"/>
                  </a:lnTo>
                  <a:cubicBezTo>
                    <a:pt x="29106" y="15725"/>
                    <a:pt x="29196" y="15863"/>
                    <a:pt x="29243" y="15997"/>
                  </a:cubicBezTo>
                  <a:cubicBezTo>
                    <a:pt x="30375" y="15319"/>
                    <a:pt x="30466" y="13415"/>
                    <a:pt x="30785" y="12280"/>
                  </a:cubicBezTo>
                  <a:cubicBezTo>
                    <a:pt x="30821" y="12189"/>
                    <a:pt x="30902" y="12150"/>
                    <a:pt x="30979" y="12150"/>
                  </a:cubicBezTo>
                  <a:cubicBezTo>
                    <a:pt x="31094" y="12150"/>
                    <a:pt x="31202" y="12236"/>
                    <a:pt x="31147" y="12370"/>
                  </a:cubicBezTo>
                  <a:cubicBezTo>
                    <a:pt x="30875" y="13640"/>
                    <a:pt x="30694" y="15634"/>
                    <a:pt x="29378" y="16316"/>
                  </a:cubicBezTo>
                  <a:cubicBezTo>
                    <a:pt x="29787" y="17357"/>
                    <a:pt x="29969" y="18492"/>
                    <a:pt x="30375" y="19580"/>
                  </a:cubicBezTo>
                  <a:cubicBezTo>
                    <a:pt x="31147" y="21757"/>
                    <a:pt x="31826" y="24067"/>
                    <a:pt x="32235" y="26334"/>
                  </a:cubicBezTo>
                  <a:cubicBezTo>
                    <a:pt x="32326" y="26018"/>
                    <a:pt x="32460" y="25655"/>
                    <a:pt x="32642" y="25383"/>
                  </a:cubicBezTo>
                  <a:cubicBezTo>
                    <a:pt x="32007" y="22935"/>
                    <a:pt x="31510" y="20440"/>
                    <a:pt x="31100" y="17948"/>
                  </a:cubicBezTo>
                  <a:cubicBezTo>
                    <a:pt x="31074" y="17812"/>
                    <a:pt x="31192" y="17725"/>
                    <a:pt x="31292" y="17725"/>
                  </a:cubicBezTo>
                  <a:cubicBezTo>
                    <a:pt x="31360" y="17725"/>
                    <a:pt x="31419" y="17765"/>
                    <a:pt x="31419" y="17858"/>
                  </a:cubicBezTo>
                  <a:lnTo>
                    <a:pt x="32779" y="25202"/>
                  </a:lnTo>
                  <a:cubicBezTo>
                    <a:pt x="32870" y="25155"/>
                    <a:pt x="32914" y="25064"/>
                    <a:pt x="33004" y="25021"/>
                  </a:cubicBezTo>
                  <a:cubicBezTo>
                    <a:pt x="33142" y="24339"/>
                    <a:pt x="33276" y="23661"/>
                    <a:pt x="33414" y="22935"/>
                  </a:cubicBezTo>
                  <a:cubicBezTo>
                    <a:pt x="33051" y="20803"/>
                    <a:pt x="32460" y="18717"/>
                    <a:pt x="32188" y="16541"/>
                  </a:cubicBezTo>
                  <a:cubicBezTo>
                    <a:pt x="32163" y="16383"/>
                    <a:pt x="32290" y="16286"/>
                    <a:pt x="32409" y="16286"/>
                  </a:cubicBezTo>
                  <a:cubicBezTo>
                    <a:pt x="32496" y="16286"/>
                    <a:pt x="32578" y="16337"/>
                    <a:pt x="32598" y="16451"/>
                  </a:cubicBezTo>
                  <a:cubicBezTo>
                    <a:pt x="32870" y="18130"/>
                    <a:pt x="33414" y="19852"/>
                    <a:pt x="33686" y="21575"/>
                  </a:cubicBezTo>
                  <a:lnTo>
                    <a:pt x="33820" y="20487"/>
                  </a:lnTo>
                  <a:cubicBezTo>
                    <a:pt x="34002" y="18764"/>
                    <a:pt x="34092" y="17042"/>
                    <a:pt x="33958" y="15319"/>
                  </a:cubicBezTo>
                  <a:cubicBezTo>
                    <a:pt x="33730" y="12145"/>
                    <a:pt x="33276" y="7927"/>
                    <a:pt x="31463" y="5207"/>
                  </a:cubicBezTo>
                  <a:cubicBezTo>
                    <a:pt x="30331" y="3441"/>
                    <a:pt x="27974" y="1446"/>
                    <a:pt x="25526" y="540"/>
                  </a:cubicBezTo>
                  <a:lnTo>
                    <a:pt x="25526" y="540"/>
                  </a:lnTo>
                  <a:cubicBezTo>
                    <a:pt x="26977" y="2487"/>
                    <a:pt x="28155" y="4438"/>
                    <a:pt x="28561" y="6887"/>
                  </a:cubicBezTo>
                  <a:cubicBezTo>
                    <a:pt x="28591" y="6999"/>
                    <a:pt x="28498" y="7076"/>
                    <a:pt x="28412" y="7076"/>
                  </a:cubicBezTo>
                  <a:cubicBezTo>
                    <a:pt x="28358" y="7076"/>
                    <a:pt x="28307" y="7047"/>
                    <a:pt x="28289" y="6977"/>
                  </a:cubicBezTo>
                  <a:cubicBezTo>
                    <a:pt x="27745" y="4391"/>
                    <a:pt x="26523" y="2397"/>
                    <a:pt x="24982" y="358"/>
                  </a:cubicBezTo>
                  <a:lnTo>
                    <a:pt x="24982" y="311"/>
                  </a:lnTo>
                  <a:cubicBezTo>
                    <a:pt x="24307" y="114"/>
                    <a:pt x="23633" y="1"/>
                    <a:pt x="22981" y="1"/>
                  </a:cubicBezTo>
                  <a:close/>
                </a:path>
              </a:pathLst>
            </a:custGeom>
            <a:solidFill>
              <a:srgbClr val="F082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35"/>
            <p:cNvSpPr/>
            <p:nvPr/>
          </p:nvSpPr>
          <p:spPr>
            <a:xfrm>
              <a:off x="1271031" y="2330985"/>
              <a:ext cx="1070236" cy="686772"/>
            </a:xfrm>
            <a:custGeom>
              <a:rect b="b" l="l" r="r" t="t"/>
              <a:pathLst>
                <a:path extrusionOk="0" h="21617" w="33687">
                  <a:moveTo>
                    <a:pt x="28044" y="0"/>
                  </a:moveTo>
                  <a:cubicBezTo>
                    <a:pt x="27862" y="0"/>
                    <a:pt x="27675" y="67"/>
                    <a:pt x="27521" y="183"/>
                  </a:cubicBezTo>
                  <a:cubicBezTo>
                    <a:pt x="27340" y="273"/>
                    <a:pt x="27202" y="364"/>
                    <a:pt x="27111" y="545"/>
                  </a:cubicBezTo>
                  <a:cubicBezTo>
                    <a:pt x="26433" y="317"/>
                    <a:pt x="25708" y="273"/>
                    <a:pt x="24801" y="273"/>
                  </a:cubicBezTo>
                  <a:cubicBezTo>
                    <a:pt x="23212" y="273"/>
                    <a:pt x="21671" y="408"/>
                    <a:pt x="20129" y="545"/>
                  </a:cubicBezTo>
                  <a:cubicBezTo>
                    <a:pt x="19948" y="455"/>
                    <a:pt x="19767" y="364"/>
                    <a:pt x="19495" y="317"/>
                  </a:cubicBezTo>
                  <a:cubicBezTo>
                    <a:pt x="19214" y="309"/>
                    <a:pt x="18933" y="306"/>
                    <a:pt x="18652" y="306"/>
                  </a:cubicBezTo>
                  <a:cubicBezTo>
                    <a:pt x="17301" y="306"/>
                    <a:pt x="15950" y="387"/>
                    <a:pt x="14599" y="498"/>
                  </a:cubicBezTo>
                  <a:cubicBezTo>
                    <a:pt x="14236" y="455"/>
                    <a:pt x="13920" y="408"/>
                    <a:pt x="13558" y="408"/>
                  </a:cubicBezTo>
                  <a:cubicBezTo>
                    <a:pt x="13029" y="214"/>
                    <a:pt x="12400" y="190"/>
                    <a:pt x="11804" y="190"/>
                  </a:cubicBezTo>
                  <a:cubicBezTo>
                    <a:pt x="11601" y="190"/>
                    <a:pt x="11402" y="193"/>
                    <a:pt x="11212" y="193"/>
                  </a:cubicBezTo>
                  <a:cubicBezTo>
                    <a:pt x="11049" y="193"/>
                    <a:pt x="10893" y="190"/>
                    <a:pt x="10747" y="183"/>
                  </a:cubicBezTo>
                  <a:cubicBezTo>
                    <a:pt x="9158" y="92"/>
                    <a:pt x="7573" y="45"/>
                    <a:pt x="5985" y="1"/>
                  </a:cubicBezTo>
                  <a:cubicBezTo>
                    <a:pt x="5125" y="1"/>
                    <a:pt x="4853" y="817"/>
                    <a:pt x="5125" y="1452"/>
                  </a:cubicBezTo>
                  <a:cubicBezTo>
                    <a:pt x="5078" y="1543"/>
                    <a:pt x="5035" y="1633"/>
                    <a:pt x="5035" y="1724"/>
                  </a:cubicBezTo>
                  <a:cubicBezTo>
                    <a:pt x="4625" y="3537"/>
                    <a:pt x="4172" y="5351"/>
                    <a:pt x="3765" y="7164"/>
                  </a:cubicBezTo>
                  <a:cubicBezTo>
                    <a:pt x="3675" y="7527"/>
                    <a:pt x="3628" y="7890"/>
                    <a:pt x="3537" y="8205"/>
                  </a:cubicBezTo>
                  <a:cubicBezTo>
                    <a:pt x="3131" y="8978"/>
                    <a:pt x="2630" y="9747"/>
                    <a:pt x="2358" y="10563"/>
                  </a:cubicBezTo>
                  <a:cubicBezTo>
                    <a:pt x="2315" y="10291"/>
                    <a:pt x="2267" y="9975"/>
                    <a:pt x="2177" y="9656"/>
                  </a:cubicBezTo>
                  <a:cubicBezTo>
                    <a:pt x="2110" y="9317"/>
                    <a:pt x="1815" y="9158"/>
                    <a:pt x="1514" y="9158"/>
                  </a:cubicBezTo>
                  <a:cubicBezTo>
                    <a:pt x="1214" y="9158"/>
                    <a:pt x="907" y="9317"/>
                    <a:pt x="817" y="9612"/>
                  </a:cubicBezTo>
                  <a:cubicBezTo>
                    <a:pt x="773" y="9656"/>
                    <a:pt x="726" y="9703"/>
                    <a:pt x="726" y="9747"/>
                  </a:cubicBezTo>
                  <a:cubicBezTo>
                    <a:pt x="273" y="11107"/>
                    <a:pt x="1" y="13645"/>
                    <a:pt x="1451" y="14509"/>
                  </a:cubicBezTo>
                  <a:cubicBezTo>
                    <a:pt x="1554" y="14549"/>
                    <a:pt x="1674" y="14572"/>
                    <a:pt x="1791" y="14572"/>
                  </a:cubicBezTo>
                  <a:cubicBezTo>
                    <a:pt x="1936" y="14572"/>
                    <a:pt x="2077" y="14538"/>
                    <a:pt x="2177" y="14461"/>
                  </a:cubicBezTo>
                  <a:cubicBezTo>
                    <a:pt x="2224" y="14509"/>
                    <a:pt x="2267" y="14552"/>
                    <a:pt x="2315" y="14552"/>
                  </a:cubicBezTo>
                  <a:cubicBezTo>
                    <a:pt x="2315" y="14599"/>
                    <a:pt x="2358" y="14599"/>
                    <a:pt x="2358" y="14643"/>
                  </a:cubicBezTo>
                  <a:cubicBezTo>
                    <a:pt x="2677" y="15459"/>
                    <a:pt x="2949" y="16275"/>
                    <a:pt x="3356" y="17047"/>
                  </a:cubicBezTo>
                  <a:cubicBezTo>
                    <a:pt x="3446" y="17229"/>
                    <a:pt x="3584" y="17272"/>
                    <a:pt x="3718" y="17319"/>
                  </a:cubicBezTo>
                  <a:cubicBezTo>
                    <a:pt x="3718" y="17454"/>
                    <a:pt x="3809" y="17591"/>
                    <a:pt x="3947" y="17726"/>
                  </a:cubicBezTo>
                  <a:cubicBezTo>
                    <a:pt x="4037" y="17816"/>
                    <a:pt x="4081" y="17907"/>
                    <a:pt x="4172" y="17998"/>
                  </a:cubicBezTo>
                  <a:cubicBezTo>
                    <a:pt x="4262" y="18088"/>
                    <a:pt x="4353" y="18179"/>
                    <a:pt x="4444" y="18317"/>
                  </a:cubicBezTo>
                  <a:cubicBezTo>
                    <a:pt x="4400" y="18498"/>
                    <a:pt x="4491" y="18679"/>
                    <a:pt x="4672" y="18861"/>
                  </a:cubicBezTo>
                  <a:cubicBezTo>
                    <a:pt x="5488" y="19539"/>
                    <a:pt x="6348" y="19949"/>
                    <a:pt x="7345" y="20221"/>
                  </a:cubicBezTo>
                  <a:cubicBezTo>
                    <a:pt x="7436" y="20264"/>
                    <a:pt x="7526" y="20311"/>
                    <a:pt x="7664" y="20311"/>
                  </a:cubicBezTo>
                  <a:cubicBezTo>
                    <a:pt x="7755" y="20355"/>
                    <a:pt x="7889" y="20355"/>
                    <a:pt x="7980" y="20355"/>
                  </a:cubicBezTo>
                  <a:cubicBezTo>
                    <a:pt x="10737" y="21253"/>
                    <a:pt x="13564" y="21494"/>
                    <a:pt x="16458" y="21494"/>
                  </a:cubicBezTo>
                  <a:cubicBezTo>
                    <a:pt x="17656" y="21494"/>
                    <a:pt x="18865" y="21453"/>
                    <a:pt x="20086" y="21400"/>
                  </a:cubicBezTo>
                  <a:cubicBezTo>
                    <a:pt x="20485" y="21549"/>
                    <a:pt x="20912" y="21617"/>
                    <a:pt x="21358" y="21617"/>
                  </a:cubicBezTo>
                  <a:cubicBezTo>
                    <a:pt x="21723" y="21617"/>
                    <a:pt x="22101" y="21572"/>
                    <a:pt x="22487" y="21490"/>
                  </a:cubicBezTo>
                  <a:cubicBezTo>
                    <a:pt x="22625" y="21534"/>
                    <a:pt x="22759" y="21534"/>
                    <a:pt x="22897" y="21534"/>
                  </a:cubicBezTo>
                  <a:cubicBezTo>
                    <a:pt x="23938" y="21352"/>
                    <a:pt x="25116" y="21262"/>
                    <a:pt x="26070" y="20765"/>
                  </a:cubicBezTo>
                  <a:cubicBezTo>
                    <a:pt x="26295" y="20627"/>
                    <a:pt x="26524" y="20493"/>
                    <a:pt x="26705" y="20311"/>
                  </a:cubicBezTo>
                  <a:cubicBezTo>
                    <a:pt x="26847" y="20393"/>
                    <a:pt x="27008" y="20438"/>
                    <a:pt x="27170" y="20438"/>
                  </a:cubicBezTo>
                  <a:cubicBezTo>
                    <a:pt x="27370" y="20438"/>
                    <a:pt x="27572" y="20371"/>
                    <a:pt x="27746" y="20221"/>
                  </a:cubicBezTo>
                  <a:cubicBezTo>
                    <a:pt x="28518" y="19992"/>
                    <a:pt x="29244" y="19223"/>
                    <a:pt x="29741" y="18498"/>
                  </a:cubicBezTo>
                  <a:cubicBezTo>
                    <a:pt x="29878" y="18270"/>
                    <a:pt x="29922" y="18045"/>
                    <a:pt x="29878" y="17816"/>
                  </a:cubicBezTo>
                  <a:cubicBezTo>
                    <a:pt x="30241" y="17319"/>
                    <a:pt x="30557" y="16728"/>
                    <a:pt x="30738" y="16141"/>
                  </a:cubicBezTo>
                  <a:cubicBezTo>
                    <a:pt x="30919" y="16141"/>
                    <a:pt x="31057" y="16050"/>
                    <a:pt x="31148" y="15869"/>
                  </a:cubicBezTo>
                  <a:cubicBezTo>
                    <a:pt x="31282" y="15415"/>
                    <a:pt x="31420" y="14962"/>
                    <a:pt x="31510" y="14461"/>
                  </a:cubicBezTo>
                  <a:cubicBezTo>
                    <a:pt x="31510" y="14371"/>
                    <a:pt x="31554" y="14327"/>
                    <a:pt x="31554" y="14237"/>
                  </a:cubicBezTo>
                  <a:cubicBezTo>
                    <a:pt x="31660" y="14299"/>
                    <a:pt x="31764" y="14332"/>
                    <a:pt x="31869" y="14332"/>
                  </a:cubicBezTo>
                  <a:cubicBezTo>
                    <a:pt x="31991" y="14332"/>
                    <a:pt x="32113" y="14287"/>
                    <a:pt x="32236" y="14189"/>
                  </a:cubicBezTo>
                  <a:lnTo>
                    <a:pt x="32326" y="14099"/>
                  </a:lnTo>
                  <a:cubicBezTo>
                    <a:pt x="32450" y="14177"/>
                    <a:pt x="32600" y="14218"/>
                    <a:pt x="32750" y="14218"/>
                  </a:cubicBezTo>
                  <a:cubicBezTo>
                    <a:pt x="33038" y="14218"/>
                    <a:pt x="33324" y="14066"/>
                    <a:pt x="33414" y="13736"/>
                  </a:cubicBezTo>
                  <a:cubicBezTo>
                    <a:pt x="33596" y="12829"/>
                    <a:pt x="33686" y="11970"/>
                    <a:pt x="33549" y="11154"/>
                  </a:cubicBezTo>
                  <a:cubicBezTo>
                    <a:pt x="33639" y="10791"/>
                    <a:pt x="33686" y="10428"/>
                    <a:pt x="33639" y="10109"/>
                  </a:cubicBezTo>
                  <a:cubicBezTo>
                    <a:pt x="33609" y="9699"/>
                    <a:pt x="33247" y="9332"/>
                    <a:pt x="32876" y="9332"/>
                  </a:cubicBezTo>
                  <a:cubicBezTo>
                    <a:pt x="32716" y="9332"/>
                    <a:pt x="32554" y="9401"/>
                    <a:pt x="32417" y="9565"/>
                  </a:cubicBezTo>
                  <a:cubicBezTo>
                    <a:pt x="31964" y="9747"/>
                    <a:pt x="31735" y="10200"/>
                    <a:pt x="31964" y="10653"/>
                  </a:cubicBezTo>
                  <a:lnTo>
                    <a:pt x="32098" y="10925"/>
                  </a:lnTo>
                  <a:cubicBezTo>
                    <a:pt x="32054" y="10972"/>
                    <a:pt x="32054" y="11063"/>
                    <a:pt x="32007" y="11107"/>
                  </a:cubicBezTo>
                  <a:cubicBezTo>
                    <a:pt x="32007" y="11154"/>
                    <a:pt x="31964" y="11244"/>
                    <a:pt x="31917" y="11288"/>
                  </a:cubicBezTo>
                  <a:lnTo>
                    <a:pt x="31917" y="11244"/>
                  </a:lnTo>
                  <a:cubicBezTo>
                    <a:pt x="32007" y="11107"/>
                    <a:pt x="31826" y="10882"/>
                    <a:pt x="31782" y="10653"/>
                  </a:cubicBezTo>
                  <a:cubicBezTo>
                    <a:pt x="31735" y="10338"/>
                    <a:pt x="31554" y="10156"/>
                    <a:pt x="31329" y="10109"/>
                  </a:cubicBezTo>
                  <a:lnTo>
                    <a:pt x="31329" y="9747"/>
                  </a:lnTo>
                  <a:cubicBezTo>
                    <a:pt x="31238" y="9431"/>
                    <a:pt x="31191" y="9159"/>
                    <a:pt x="31101" y="8840"/>
                  </a:cubicBezTo>
                  <a:cubicBezTo>
                    <a:pt x="31010" y="7933"/>
                    <a:pt x="30694" y="7026"/>
                    <a:pt x="30466" y="6120"/>
                  </a:cubicBezTo>
                  <a:cubicBezTo>
                    <a:pt x="30375" y="5895"/>
                    <a:pt x="30194" y="5714"/>
                    <a:pt x="30013" y="5666"/>
                  </a:cubicBezTo>
                  <a:cubicBezTo>
                    <a:pt x="30013" y="5576"/>
                    <a:pt x="29969" y="5485"/>
                    <a:pt x="29969" y="5394"/>
                  </a:cubicBezTo>
                  <a:cubicBezTo>
                    <a:pt x="29831" y="4941"/>
                    <a:pt x="29606" y="4397"/>
                    <a:pt x="29425" y="3900"/>
                  </a:cubicBezTo>
                  <a:cubicBezTo>
                    <a:pt x="29559" y="3762"/>
                    <a:pt x="29650" y="3490"/>
                    <a:pt x="29606" y="3175"/>
                  </a:cubicBezTo>
                  <a:cubicBezTo>
                    <a:pt x="29425" y="2177"/>
                    <a:pt x="29106" y="1314"/>
                    <a:pt x="28652" y="408"/>
                  </a:cubicBezTo>
                  <a:cubicBezTo>
                    <a:pt x="28523" y="122"/>
                    <a:pt x="28289" y="0"/>
                    <a:pt x="28044" y="0"/>
                  </a:cubicBezTo>
                  <a:close/>
                </a:path>
              </a:pathLst>
            </a:custGeom>
            <a:solidFill>
              <a:srgbClr val="FBDB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35"/>
            <p:cNvSpPr/>
            <p:nvPr/>
          </p:nvSpPr>
          <p:spPr>
            <a:xfrm>
              <a:off x="2009962" y="3273849"/>
              <a:ext cx="132544" cy="139343"/>
            </a:xfrm>
            <a:custGeom>
              <a:rect b="b" l="l" r="r" t="t"/>
              <a:pathLst>
                <a:path extrusionOk="0" h="4386" w="4172">
                  <a:moveTo>
                    <a:pt x="2220" y="1695"/>
                  </a:moveTo>
                  <a:lnTo>
                    <a:pt x="2220" y="1829"/>
                  </a:lnTo>
                  <a:cubicBezTo>
                    <a:pt x="2177" y="1967"/>
                    <a:pt x="2177" y="2101"/>
                    <a:pt x="2177" y="2192"/>
                  </a:cubicBezTo>
                  <a:cubicBezTo>
                    <a:pt x="2129" y="2058"/>
                    <a:pt x="2039" y="1920"/>
                    <a:pt x="1948" y="1829"/>
                  </a:cubicBezTo>
                  <a:lnTo>
                    <a:pt x="2220" y="1695"/>
                  </a:lnTo>
                  <a:close/>
                  <a:moveTo>
                    <a:pt x="3151" y="1"/>
                  </a:moveTo>
                  <a:cubicBezTo>
                    <a:pt x="2996" y="1"/>
                    <a:pt x="2839" y="52"/>
                    <a:pt x="2721" y="154"/>
                  </a:cubicBezTo>
                  <a:cubicBezTo>
                    <a:pt x="2311" y="517"/>
                    <a:pt x="1767" y="698"/>
                    <a:pt x="1360" y="1061"/>
                  </a:cubicBezTo>
                  <a:cubicBezTo>
                    <a:pt x="1270" y="1061"/>
                    <a:pt x="1223" y="1104"/>
                    <a:pt x="1223" y="1151"/>
                  </a:cubicBezTo>
                  <a:cubicBezTo>
                    <a:pt x="1088" y="1013"/>
                    <a:pt x="998" y="879"/>
                    <a:pt x="816" y="879"/>
                  </a:cubicBezTo>
                  <a:cubicBezTo>
                    <a:pt x="816" y="832"/>
                    <a:pt x="769" y="789"/>
                    <a:pt x="726" y="741"/>
                  </a:cubicBezTo>
                  <a:cubicBezTo>
                    <a:pt x="665" y="701"/>
                    <a:pt x="600" y="683"/>
                    <a:pt x="537" y="683"/>
                  </a:cubicBezTo>
                  <a:cubicBezTo>
                    <a:pt x="315" y="683"/>
                    <a:pt x="111" y="903"/>
                    <a:pt x="182" y="1151"/>
                  </a:cubicBezTo>
                  <a:cubicBezTo>
                    <a:pt x="225" y="1242"/>
                    <a:pt x="225" y="1333"/>
                    <a:pt x="272" y="1423"/>
                  </a:cubicBezTo>
                  <a:cubicBezTo>
                    <a:pt x="135" y="1739"/>
                    <a:pt x="0" y="2058"/>
                    <a:pt x="182" y="2373"/>
                  </a:cubicBezTo>
                  <a:cubicBezTo>
                    <a:pt x="316" y="2555"/>
                    <a:pt x="588" y="2645"/>
                    <a:pt x="635" y="2736"/>
                  </a:cubicBezTo>
                  <a:cubicBezTo>
                    <a:pt x="726" y="2874"/>
                    <a:pt x="816" y="3008"/>
                    <a:pt x="951" y="3146"/>
                  </a:cubicBezTo>
                  <a:cubicBezTo>
                    <a:pt x="1041" y="3371"/>
                    <a:pt x="1179" y="3552"/>
                    <a:pt x="1451" y="3824"/>
                  </a:cubicBezTo>
                  <a:cubicBezTo>
                    <a:pt x="1505" y="3878"/>
                    <a:pt x="1573" y="3900"/>
                    <a:pt x="1639" y="3900"/>
                  </a:cubicBezTo>
                  <a:cubicBezTo>
                    <a:pt x="1685" y="3900"/>
                    <a:pt x="1730" y="3889"/>
                    <a:pt x="1767" y="3871"/>
                  </a:cubicBezTo>
                  <a:cubicBezTo>
                    <a:pt x="1845" y="4145"/>
                    <a:pt x="2096" y="4386"/>
                    <a:pt x="2367" y="4386"/>
                  </a:cubicBezTo>
                  <a:cubicBezTo>
                    <a:pt x="2408" y="4386"/>
                    <a:pt x="2450" y="4380"/>
                    <a:pt x="2492" y="4368"/>
                  </a:cubicBezTo>
                  <a:cubicBezTo>
                    <a:pt x="2811" y="4234"/>
                    <a:pt x="3083" y="4143"/>
                    <a:pt x="3308" y="4006"/>
                  </a:cubicBezTo>
                  <a:cubicBezTo>
                    <a:pt x="3489" y="3915"/>
                    <a:pt x="3537" y="3781"/>
                    <a:pt x="3580" y="3643"/>
                  </a:cubicBezTo>
                  <a:cubicBezTo>
                    <a:pt x="3718" y="3552"/>
                    <a:pt x="3809" y="3462"/>
                    <a:pt x="3852" y="3280"/>
                  </a:cubicBezTo>
                  <a:cubicBezTo>
                    <a:pt x="4171" y="2330"/>
                    <a:pt x="3852" y="1376"/>
                    <a:pt x="3718" y="426"/>
                  </a:cubicBezTo>
                  <a:cubicBezTo>
                    <a:pt x="3661" y="143"/>
                    <a:pt x="3409" y="1"/>
                    <a:pt x="3151" y="1"/>
                  </a:cubicBezTo>
                  <a:close/>
                </a:path>
              </a:pathLst>
            </a:custGeom>
            <a:solidFill>
              <a:srgbClr val="C8D5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35"/>
            <p:cNvSpPr/>
            <p:nvPr/>
          </p:nvSpPr>
          <p:spPr>
            <a:xfrm>
              <a:off x="1702463" y="3033606"/>
              <a:ext cx="298892" cy="203233"/>
            </a:xfrm>
            <a:custGeom>
              <a:rect b="b" l="l" r="r" t="t"/>
              <a:pathLst>
                <a:path extrusionOk="0" h="6397" w="9408">
                  <a:moveTo>
                    <a:pt x="8922" y="1"/>
                  </a:moveTo>
                  <a:cubicBezTo>
                    <a:pt x="8761" y="1"/>
                    <a:pt x="8603" y="87"/>
                    <a:pt x="8544" y="281"/>
                  </a:cubicBezTo>
                  <a:cubicBezTo>
                    <a:pt x="8138" y="1913"/>
                    <a:pt x="7275" y="3317"/>
                    <a:pt x="6187" y="4495"/>
                  </a:cubicBezTo>
                  <a:cubicBezTo>
                    <a:pt x="6097" y="4509"/>
                    <a:pt x="6008" y="4515"/>
                    <a:pt x="5919" y="4515"/>
                  </a:cubicBezTo>
                  <a:cubicBezTo>
                    <a:pt x="5112" y="4515"/>
                    <a:pt x="4353" y="3975"/>
                    <a:pt x="3739" y="3364"/>
                  </a:cubicBezTo>
                  <a:cubicBezTo>
                    <a:pt x="3877" y="3226"/>
                    <a:pt x="3877" y="3001"/>
                    <a:pt x="3739" y="2863"/>
                  </a:cubicBezTo>
                  <a:cubicBezTo>
                    <a:pt x="2970" y="2138"/>
                    <a:pt x="2197" y="1412"/>
                    <a:pt x="1338" y="916"/>
                  </a:cubicBezTo>
                  <a:cubicBezTo>
                    <a:pt x="1338" y="825"/>
                    <a:pt x="1291" y="734"/>
                    <a:pt x="1247" y="687"/>
                  </a:cubicBezTo>
                  <a:cubicBezTo>
                    <a:pt x="928" y="506"/>
                    <a:pt x="656" y="281"/>
                    <a:pt x="340" y="52"/>
                  </a:cubicBezTo>
                  <a:cubicBezTo>
                    <a:pt x="317" y="30"/>
                    <a:pt x="291" y="20"/>
                    <a:pt x="265" y="20"/>
                  </a:cubicBezTo>
                  <a:cubicBezTo>
                    <a:pt x="137" y="20"/>
                    <a:pt x="0" y="257"/>
                    <a:pt x="112" y="372"/>
                  </a:cubicBezTo>
                  <a:lnTo>
                    <a:pt x="293" y="506"/>
                  </a:lnTo>
                  <a:cubicBezTo>
                    <a:pt x="203" y="596"/>
                    <a:pt x="159" y="825"/>
                    <a:pt x="340" y="916"/>
                  </a:cubicBezTo>
                  <a:cubicBezTo>
                    <a:pt x="1200" y="1369"/>
                    <a:pt x="1882" y="2004"/>
                    <a:pt x="2516" y="2682"/>
                  </a:cubicBezTo>
                  <a:cubicBezTo>
                    <a:pt x="2426" y="2820"/>
                    <a:pt x="2426" y="2954"/>
                    <a:pt x="2516" y="3135"/>
                  </a:cubicBezTo>
                  <a:cubicBezTo>
                    <a:pt x="2970" y="3817"/>
                    <a:pt x="3514" y="4405"/>
                    <a:pt x="4149" y="4814"/>
                  </a:cubicBezTo>
                  <a:cubicBezTo>
                    <a:pt x="4058" y="4905"/>
                    <a:pt x="4058" y="5086"/>
                    <a:pt x="4192" y="5177"/>
                  </a:cubicBezTo>
                  <a:cubicBezTo>
                    <a:pt x="4464" y="5402"/>
                    <a:pt x="4783" y="5583"/>
                    <a:pt x="5099" y="5674"/>
                  </a:cubicBezTo>
                  <a:cubicBezTo>
                    <a:pt x="5002" y="6036"/>
                    <a:pt x="5307" y="6396"/>
                    <a:pt x="5655" y="6396"/>
                  </a:cubicBezTo>
                  <a:cubicBezTo>
                    <a:pt x="5788" y="6396"/>
                    <a:pt x="5927" y="6343"/>
                    <a:pt x="6053" y="6218"/>
                  </a:cubicBezTo>
                  <a:cubicBezTo>
                    <a:pt x="6277" y="6037"/>
                    <a:pt x="6415" y="5855"/>
                    <a:pt x="6597" y="5674"/>
                  </a:cubicBezTo>
                  <a:cubicBezTo>
                    <a:pt x="7003" y="5540"/>
                    <a:pt x="7322" y="5221"/>
                    <a:pt x="7594" y="4767"/>
                  </a:cubicBezTo>
                  <a:cubicBezTo>
                    <a:pt x="8954" y="3861"/>
                    <a:pt x="9407" y="1956"/>
                    <a:pt x="9360" y="415"/>
                  </a:cubicBezTo>
                  <a:cubicBezTo>
                    <a:pt x="9360" y="156"/>
                    <a:pt x="9138" y="1"/>
                    <a:pt x="8922" y="1"/>
                  </a:cubicBezTo>
                  <a:close/>
                </a:path>
              </a:pathLst>
            </a:custGeom>
            <a:solidFill>
              <a:srgbClr val="C8D5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35"/>
            <p:cNvSpPr/>
            <p:nvPr/>
          </p:nvSpPr>
          <p:spPr>
            <a:xfrm>
              <a:off x="1223568" y="1798270"/>
              <a:ext cx="1165165" cy="1742712"/>
            </a:xfrm>
            <a:custGeom>
              <a:rect b="b" l="l" r="r" t="t"/>
              <a:pathLst>
                <a:path extrusionOk="0" h="54854" w="36675">
                  <a:moveTo>
                    <a:pt x="9799" y="4393"/>
                  </a:moveTo>
                  <a:cubicBezTo>
                    <a:pt x="14476" y="4393"/>
                    <a:pt x="18089" y="11624"/>
                    <a:pt x="18860" y="16178"/>
                  </a:cubicBezTo>
                  <a:lnTo>
                    <a:pt x="16002" y="16178"/>
                  </a:lnTo>
                  <a:cubicBezTo>
                    <a:pt x="16502" y="13052"/>
                    <a:pt x="13420" y="9015"/>
                    <a:pt x="10972" y="7521"/>
                  </a:cubicBezTo>
                  <a:cubicBezTo>
                    <a:pt x="10946" y="7504"/>
                    <a:pt x="10918" y="7497"/>
                    <a:pt x="10892" y="7497"/>
                  </a:cubicBezTo>
                  <a:cubicBezTo>
                    <a:pt x="10777" y="7497"/>
                    <a:pt x="10678" y="7637"/>
                    <a:pt x="10790" y="7746"/>
                  </a:cubicBezTo>
                  <a:cubicBezTo>
                    <a:pt x="13010" y="10285"/>
                    <a:pt x="15686" y="12551"/>
                    <a:pt x="15777" y="16178"/>
                  </a:cubicBezTo>
                  <a:cubicBezTo>
                    <a:pt x="14551" y="16135"/>
                    <a:pt x="13282" y="16135"/>
                    <a:pt x="12060" y="16135"/>
                  </a:cubicBezTo>
                  <a:cubicBezTo>
                    <a:pt x="12103" y="14002"/>
                    <a:pt x="10562" y="12145"/>
                    <a:pt x="9474" y="10466"/>
                  </a:cubicBezTo>
                  <a:cubicBezTo>
                    <a:pt x="9444" y="10406"/>
                    <a:pt x="9394" y="10381"/>
                    <a:pt x="9344" y="10381"/>
                  </a:cubicBezTo>
                  <a:cubicBezTo>
                    <a:pt x="9243" y="10381"/>
                    <a:pt x="9141" y="10483"/>
                    <a:pt x="9202" y="10604"/>
                  </a:cubicBezTo>
                  <a:cubicBezTo>
                    <a:pt x="10290" y="12417"/>
                    <a:pt x="11650" y="14002"/>
                    <a:pt x="11922" y="16135"/>
                  </a:cubicBezTo>
                  <a:cubicBezTo>
                    <a:pt x="10972" y="16178"/>
                    <a:pt x="9974" y="16178"/>
                    <a:pt x="9020" y="16269"/>
                  </a:cubicBezTo>
                  <a:cubicBezTo>
                    <a:pt x="8705" y="13549"/>
                    <a:pt x="7073" y="11010"/>
                    <a:pt x="5303" y="9015"/>
                  </a:cubicBezTo>
                  <a:cubicBezTo>
                    <a:pt x="5271" y="8972"/>
                    <a:pt x="5234" y="8955"/>
                    <a:pt x="5198" y="8955"/>
                  </a:cubicBezTo>
                  <a:cubicBezTo>
                    <a:pt x="5081" y="8955"/>
                    <a:pt x="4973" y="9138"/>
                    <a:pt x="5078" y="9244"/>
                  </a:cubicBezTo>
                  <a:cubicBezTo>
                    <a:pt x="6754" y="11420"/>
                    <a:pt x="8161" y="13596"/>
                    <a:pt x="8839" y="16269"/>
                  </a:cubicBezTo>
                  <a:lnTo>
                    <a:pt x="7479" y="16407"/>
                  </a:lnTo>
                  <a:cubicBezTo>
                    <a:pt x="7479" y="16359"/>
                    <a:pt x="7435" y="16316"/>
                    <a:pt x="7388" y="16269"/>
                  </a:cubicBezTo>
                  <a:cubicBezTo>
                    <a:pt x="6075" y="15953"/>
                    <a:pt x="5441" y="14775"/>
                    <a:pt x="4940" y="13639"/>
                  </a:cubicBezTo>
                  <a:cubicBezTo>
                    <a:pt x="4925" y="13593"/>
                    <a:pt x="4888" y="13573"/>
                    <a:pt x="4847" y="13573"/>
                  </a:cubicBezTo>
                  <a:cubicBezTo>
                    <a:pt x="4771" y="13573"/>
                    <a:pt x="4685" y="13642"/>
                    <a:pt x="4715" y="13730"/>
                  </a:cubicBezTo>
                  <a:cubicBezTo>
                    <a:pt x="5078" y="14818"/>
                    <a:pt x="5756" y="16359"/>
                    <a:pt x="7026" y="16588"/>
                  </a:cubicBezTo>
                  <a:lnTo>
                    <a:pt x="7026" y="16631"/>
                  </a:lnTo>
                  <a:cubicBezTo>
                    <a:pt x="6572" y="17720"/>
                    <a:pt x="6347" y="18945"/>
                    <a:pt x="5985" y="20077"/>
                  </a:cubicBezTo>
                  <a:cubicBezTo>
                    <a:pt x="5212" y="22253"/>
                    <a:pt x="4487" y="24567"/>
                    <a:pt x="4081" y="26834"/>
                  </a:cubicBezTo>
                  <a:cubicBezTo>
                    <a:pt x="4081" y="26834"/>
                    <a:pt x="4033" y="26834"/>
                    <a:pt x="4033" y="26787"/>
                  </a:cubicBezTo>
                  <a:lnTo>
                    <a:pt x="4081" y="26787"/>
                  </a:lnTo>
                  <a:cubicBezTo>
                    <a:pt x="4081" y="24386"/>
                    <a:pt x="4443" y="22072"/>
                    <a:pt x="4715" y="19714"/>
                  </a:cubicBezTo>
                  <a:cubicBezTo>
                    <a:pt x="4715" y="19613"/>
                    <a:pt x="4616" y="19555"/>
                    <a:pt x="4528" y="19555"/>
                  </a:cubicBezTo>
                  <a:cubicBezTo>
                    <a:pt x="4458" y="19555"/>
                    <a:pt x="4396" y="19591"/>
                    <a:pt x="4396" y="19671"/>
                  </a:cubicBezTo>
                  <a:cubicBezTo>
                    <a:pt x="3990" y="21666"/>
                    <a:pt x="3809" y="23751"/>
                    <a:pt x="3809" y="25836"/>
                  </a:cubicBezTo>
                  <a:cubicBezTo>
                    <a:pt x="3489" y="24429"/>
                    <a:pt x="3127" y="22978"/>
                    <a:pt x="2855" y="21484"/>
                  </a:cubicBezTo>
                  <a:cubicBezTo>
                    <a:pt x="3446" y="19852"/>
                    <a:pt x="3852" y="18082"/>
                    <a:pt x="4353" y="16359"/>
                  </a:cubicBezTo>
                  <a:cubicBezTo>
                    <a:pt x="4407" y="16225"/>
                    <a:pt x="4299" y="16139"/>
                    <a:pt x="4185" y="16139"/>
                  </a:cubicBezTo>
                  <a:cubicBezTo>
                    <a:pt x="4107" y="16139"/>
                    <a:pt x="4026" y="16178"/>
                    <a:pt x="3990" y="16269"/>
                  </a:cubicBezTo>
                  <a:cubicBezTo>
                    <a:pt x="3399" y="17720"/>
                    <a:pt x="2993" y="19308"/>
                    <a:pt x="2764" y="20893"/>
                  </a:cubicBezTo>
                  <a:cubicBezTo>
                    <a:pt x="1814" y="15725"/>
                    <a:pt x="1676" y="10241"/>
                    <a:pt x="5441" y="6524"/>
                  </a:cubicBezTo>
                  <a:cubicBezTo>
                    <a:pt x="6955" y="5019"/>
                    <a:pt x="8423" y="4393"/>
                    <a:pt x="9799" y="4393"/>
                  </a:cubicBezTo>
                  <a:close/>
                  <a:moveTo>
                    <a:pt x="24595" y="499"/>
                  </a:moveTo>
                  <a:cubicBezTo>
                    <a:pt x="25251" y="499"/>
                    <a:pt x="25931" y="613"/>
                    <a:pt x="26610" y="811"/>
                  </a:cubicBezTo>
                  <a:cubicBezTo>
                    <a:pt x="28152" y="2897"/>
                    <a:pt x="29421" y="4891"/>
                    <a:pt x="29922" y="7474"/>
                  </a:cubicBezTo>
                  <a:cubicBezTo>
                    <a:pt x="29938" y="7543"/>
                    <a:pt x="29988" y="7573"/>
                    <a:pt x="30041" y="7573"/>
                  </a:cubicBezTo>
                  <a:cubicBezTo>
                    <a:pt x="30127" y="7573"/>
                    <a:pt x="30221" y="7495"/>
                    <a:pt x="30194" y="7383"/>
                  </a:cubicBezTo>
                  <a:cubicBezTo>
                    <a:pt x="29831" y="4935"/>
                    <a:pt x="28652" y="2987"/>
                    <a:pt x="27202" y="1036"/>
                  </a:cubicBezTo>
                  <a:lnTo>
                    <a:pt x="27202" y="1036"/>
                  </a:lnTo>
                  <a:cubicBezTo>
                    <a:pt x="29650" y="1943"/>
                    <a:pt x="32007" y="3938"/>
                    <a:pt x="33139" y="5660"/>
                  </a:cubicBezTo>
                  <a:cubicBezTo>
                    <a:pt x="34908" y="8428"/>
                    <a:pt x="35362" y="12642"/>
                    <a:pt x="35587" y="15815"/>
                  </a:cubicBezTo>
                  <a:cubicBezTo>
                    <a:pt x="35725" y="17538"/>
                    <a:pt x="35634" y="19261"/>
                    <a:pt x="35453" y="20984"/>
                  </a:cubicBezTo>
                  <a:cubicBezTo>
                    <a:pt x="35453" y="21346"/>
                    <a:pt x="35362" y="21709"/>
                    <a:pt x="35315" y="22072"/>
                  </a:cubicBezTo>
                  <a:cubicBezTo>
                    <a:pt x="35090" y="20349"/>
                    <a:pt x="34499" y="18583"/>
                    <a:pt x="34274" y="16904"/>
                  </a:cubicBezTo>
                  <a:cubicBezTo>
                    <a:pt x="34256" y="16800"/>
                    <a:pt x="34186" y="16756"/>
                    <a:pt x="34109" y="16756"/>
                  </a:cubicBezTo>
                  <a:cubicBezTo>
                    <a:pt x="33983" y="16756"/>
                    <a:pt x="33837" y="16873"/>
                    <a:pt x="33864" y="17041"/>
                  </a:cubicBezTo>
                  <a:cubicBezTo>
                    <a:pt x="34092" y="19217"/>
                    <a:pt x="34727" y="21303"/>
                    <a:pt x="35043" y="23432"/>
                  </a:cubicBezTo>
                  <a:cubicBezTo>
                    <a:pt x="34908" y="24114"/>
                    <a:pt x="34771" y="24839"/>
                    <a:pt x="34636" y="25517"/>
                  </a:cubicBezTo>
                  <a:lnTo>
                    <a:pt x="34455" y="25699"/>
                  </a:lnTo>
                  <a:cubicBezTo>
                    <a:pt x="33955" y="23250"/>
                    <a:pt x="33501" y="20802"/>
                    <a:pt x="33095" y="18354"/>
                  </a:cubicBezTo>
                  <a:cubicBezTo>
                    <a:pt x="33076" y="18264"/>
                    <a:pt x="33013" y="18224"/>
                    <a:pt x="32948" y="18224"/>
                  </a:cubicBezTo>
                  <a:cubicBezTo>
                    <a:pt x="32852" y="18224"/>
                    <a:pt x="32750" y="18311"/>
                    <a:pt x="32776" y="18445"/>
                  </a:cubicBezTo>
                  <a:cubicBezTo>
                    <a:pt x="33139" y="20940"/>
                    <a:pt x="33639" y="23432"/>
                    <a:pt x="34317" y="25880"/>
                  </a:cubicBezTo>
                  <a:cubicBezTo>
                    <a:pt x="34136" y="26152"/>
                    <a:pt x="34002" y="26515"/>
                    <a:pt x="33911" y="26834"/>
                  </a:cubicBezTo>
                  <a:cubicBezTo>
                    <a:pt x="33458" y="24567"/>
                    <a:pt x="32776" y="22253"/>
                    <a:pt x="32007" y="20077"/>
                  </a:cubicBezTo>
                  <a:cubicBezTo>
                    <a:pt x="31644" y="18989"/>
                    <a:pt x="31416" y="17857"/>
                    <a:pt x="31010" y="16813"/>
                  </a:cubicBezTo>
                  <a:cubicBezTo>
                    <a:pt x="32323" y="16135"/>
                    <a:pt x="32504" y="14140"/>
                    <a:pt x="32823" y="12870"/>
                  </a:cubicBezTo>
                  <a:cubicBezTo>
                    <a:pt x="32849" y="12732"/>
                    <a:pt x="32727" y="12628"/>
                    <a:pt x="32606" y="12628"/>
                  </a:cubicBezTo>
                  <a:cubicBezTo>
                    <a:pt x="32527" y="12628"/>
                    <a:pt x="32449" y="12672"/>
                    <a:pt x="32413" y="12780"/>
                  </a:cubicBezTo>
                  <a:cubicBezTo>
                    <a:pt x="32098" y="13911"/>
                    <a:pt x="32051" y="15815"/>
                    <a:pt x="30872" y="16497"/>
                  </a:cubicBezTo>
                  <a:cubicBezTo>
                    <a:pt x="30828" y="16359"/>
                    <a:pt x="30738" y="16225"/>
                    <a:pt x="30556" y="16225"/>
                  </a:cubicBezTo>
                  <a:cubicBezTo>
                    <a:pt x="30375" y="16225"/>
                    <a:pt x="30237" y="16225"/>
                    <a:pt x="30056" y="16178"/>
                  </a:cubicBezTo>
                  <a:cubicBezTo>
                    <a:pt x="30328" y="14093"/>
                    <a:pt x="29196" y="12007"/>
                    <a:pt x="28380" y="10150"/>
                  </a:cubicBezTo>
                  <a:cubicBezTo>
                    <a:pt x="28350" y="10104"/>
                    <a:pt x="28299" y="10084"/>
                    <a:pt x="28246" y="10084"/>
                  </a:cubicBezTo>
                  <a:cubicBezTo>
                    <a:pt x="28143" y="10084"/>
                    <a:pt x="28032" y="10164"/>
                    <a:pt x="28061" y="10285"/>
                  </a:cubicBezTo>
                  <a:cubicBezTo>
                    <a:pt x="28786" y="12279"/>
                    <a:pt x="29740" y="14049"/>
                    <a:pt x="29922" y="16178"/>
                  </a:cubicBezTo>
                  <a:cubicBezTo>
                    <a:pt x="29196" y="16178"/>
                    <a:pt x="28514" y="16135"/>
                    <a:pt x="27836" y="16135"/>
                  </a:cubicBezTo>
                  <a:cubicBezTo>
                    <a:pt x="27880" y="16087"/>
                    <a:pt x="27880" y="16044"/>
                    <a:pt x="27880" y="15953"/>
                  </a:cubicBezTo>
                  <a:cubicBezTo>
                    <a:pt x="26657" y="11057"/>
                    <a:pt x="25388" y="5345"/>
                    <a:pt x="20855" y="2487"/>
                  </a:cubicBezTo>
                  <a:cubicBezTo>
                    <a:pt x="21820" y="1053"/>
                    <a:pt x="23150" y="499"/>
                    <a:pt x="24595" y="499"/>
                  </a:cubicBezTo>
                  <a:close/>
                  <a:moveTo>
                    <a:pt x="7388" y="16769"/>
                  </a:moveTo>
                  <a:cubicBezTo>
                    <a:pt x="9225" y="16972"/>
                    <a:pt x="11096" y="17018"/>
                    <a:pt x="12972" y="17018"/>
                  </a:cubicBezTo>
                  <a:cubicBezTo>
                    <a:pt x="14485" y="17018"/>
                    <a:pt x="16001" y="16988"/>
                    <a:pt x="17506" y="16988"/>
                  </a:cubicBezTo>
                  <a:cubicBezTo>
                    <a:pt x="17867" y="16988"/>
                    <a:pt x="18228" y="16990"/>
                    <a:pt x="18588" y="16994"/>
                  </a:cubicBezTo>
                  <a:cubicBezTo>
                    <a:pt x="20994" y="16994"/>
                    <a:pt x="23401" y="17044"/>
                    <a:pt x="25807" y="17044"/>
                  </a:cubicBezTo>
                  <a:cubicBezTo>
                    <a:pt x="27390" y="17044"/>
                    <a:pt x="28973" y="17023"/>
                    <a:pt x="30556" y="16951"/>
                  </a:cubicBezTo>
                  <a:lnTo>
                    <a:pt x="30600" y="16951"/>
                  </a:lnTo>
                  <a:cubicBezTo>
                    <a:pt x="30691" y="18082"/>
                    <a:pt x="31053" y="19170"/>
                    <a:pt x="31372" y="20258"/>
                  </a:cubicBezTo>
                  <a:cubicBezTo>
                    <a:pt x="32098" y="22706"/>
                    <a:pt x="32642" y="25245"/>
                    <a:pt x="33367" y="27740"/>
                  </a:cubicBezTo>
                  <a:cubicBezTo>
                    <a:pt x="33458" y="27922"/>
                    <a:pt x="33592" y="27965"/>
                    <a:pt x="33773" y="27965"/>
                  </a:cubicBezTo>
                  <a:cubicBezTo>
                    <a:pt x="33773" y="28015"/>
                    <a:pt x="33828" y="28052"/>
                    <a:pt x="33885" y="28052"/>
                  </a:cubicBezTo>
                  <a:cubicBezTo>
                    <a:pt x="33932" y="28052"/>
                    <a:pt x="33981" y="28027"/>
                    <a:pt x="34002" y="27965"/>
                  </a:cubicBezTo>
                  <a:cubicBezTo>
                    <a:pt x="34136" y="27512"/>
                    <a:pt x="34227" y="27015"/>
                    <a:pt x="34455" y="26605"/>
                  </a:cubicBezTo>
                  <a:cubicBezTo>
                    <a:pt x="34455" y="26424"/>
                    <a:pt x="34546" y="26243"/>
                    <a:pt x="34680" y="26152"/>
                  </a:cubicBezTo>
                  <a:cubicBezTo>
                    <a:pt x="34752" y="26099"/>
                    <a:pt x="34831" y="26074"/>
                    <a:pt x="34906" y="26074"/>
                  </a:cubicBezTo>
                  <a:cubicBezTo>
                    <a:pt x="35020" y="26074"/>
                    <a:pt x="35126" y="26133"/>
                    <a:pt x="35180" y="26243"/>
                  </a:cubicBezTo>
                  <a:lnTo>
                    <a:pt x="35180" y="26333"/>
                  </a:lnTo>
                  <a:cubicBezTo>
                    <a:pt x="35405" y="26787"/>
                    <a:pt x="35543" y="27650"/>
                    <a:pt x="35543" y="27693"/>
                  </a:cubicBezTo>
                  <a:cubicBezTo>
                    <a:pt x="35543" y="28375"/>
                    <a:pt x="35496" y="29010"/>
                    <a:pt x="35362" y="29644"/>
                  </a:cubicBezTo>
                  <a:cubicBezTo>
                    <a:pt x="35271" y="30007"/>
                    <a:pt x="35180" y="30323"/>
                    <a:pt x="34999" y="30685"/>
                  </a:cubicBezTo>
                  <a:lnTo>
                    <a:pt x="34952" y="30685"/>
                  </a:lnTo>
                  <a:cubicBezTo>
                    <a:pt x="34952" y="30733"/>
                    <a:pt x="34952" y="30776"/>
                    <a:pt x="34908" y="30823"/>
                  </a:cubicBezTo>
                  <a:cubicBezTo>
                    <a:pt x="34908" y="30867"/>
                    <a:pt x="34861" y="30957"/>
                    <a:pt x="34818" y="31048"/>
                  </a:cubicBezTo>
                  <a:cubicBezTo>
                    <a:pt x="34771" y="31186"/>
                    <a:pt x="34680" y="31186"/>
                    <a:pt x="34589" y="31186"/>
                  </a:cubicBezTo>
                  <a:cubicBezTo>
                    <a:pt x="34589" y="31186"/>
                    <a:pt x="34546" y="31229"/>
                    <a:pt x="34499" y="31229"/>
                  </a:cubicBezTo>
                  <a:lnTo>
                    <a:pt x="34455" y="31229"/>
                  </a:lnTo>
                  <a:cubicBezTo>
                    <a:pt x="34382" y="31256"/>
                    <a:pt x="34315" y="31268"/>
                    <a:pt x="34254" y="31268"/>
                  </a:cubicBezTo>
                  <a:cubicBezTo>
                    <a:pt x="33895" y="31268"/>
                    <a:pt x="33736" y="30854"/>
                    <a:pt x="33773" y="30504"/>
                  </a:cubicBezTo>
                  <a:cubicBezTo>
                    <a:pt x="33711" y="30458"/>
                    <a:pt x="33637" y="30433"/>
                    <a:pt x="33566" y="30433"/>
                  </a:cubicBezTo>
                  <a:cubicBezTo>
                    <a:pt x="33432" y="30433"/>
                    <a:pt x="33305" y="30523"/>
                    <a:pt x="33276" y="30733"/>
                  </a:cubicBezTo>
                  <a:cubicBezTo>
                    <a:pt x="32685" y="38030"/>
                    <a:pt x="24797" y="38168"/>
                    <a:pt x="18994" y="38302"/>
                  </a:cubicBezTo>
                  <a:cubicBezTo>
                    <a:pt x="13148" y="38168"/>
                    <a:pt x="5303" y="38030"/>
                    <a:pt x="4668" y="30733"/>
                  </a:cubicBezTo>
                  <a:cubicBezTo>
                    <a:pt x="4646" y="30521"/>
                    <a:pt x="4502" y="30419"/>
                    <a:pt x="4362" y="30419"/>
                  </a:cubicBezTo>
                  <a:cubicBezTo>
                    <a:pt x="4230" y="30419"/>
                    <a:pt x="4102" y="30510"/>
                    <a:pt x="4081" y="30685"/>
                  </a:cubicBezTo>
                  <a:lnTo>
                    <a:pt x="2945" y="30685"/>
                  </a:lnTo>
                  <a:cubicBezTo>
                    <a:pt x="2811" y="30323"/>
                    <a:pt x="2673" y="30007"/>
                    <a:pt x="2630" y="29644"/>
                  </a:cubicBezTo>
                  <a:cubicBezTo>
                    <a:pt x="2449" y="29010"/>
                    <a:pt x="2449" y="28375"/>
                    <a:pt x="2449" y="27693"/>
                  </a:cubicBezTo>
                  <a:cubicBezTo>
                    <a:pt x="2449" y="27618"/>
                    <a:pt x="2636" y="26073"/>
                    <a:pt x="3064" y="26073"/>
                  </a:cubicBezTo>
                  <a:cubicBezTo>
                    <a:pt x="3151" y="26073"/>
                    <a:pt x="3248" y="26136"/>
                    <a:pt x="3355" y="26290"/>
                  </a:cubicBezTo>
                  <a:cubicBezTo>
                    <a:pt x="3671" y="26743"/>
                    <a:pt x="3809" y="27378"/>
                    <a:pt x="3943" y="27965"/>
                  </a:cubicBezTo>
                  <a:cubicBezTo>
                    <a:pt x="3964" y="28027"/>
                    <a:pt x="4021" y="28052"/>
                    <a:pt x="4078" y="28052"/>
                  </a:cubicBezTo>
                  <a:cubicBezTo>
                    <a:pt x="4147" y="28052"/>
                    <a:pt x="4215" y="28015"/>
                    <a:pt x="4215" y="27965"/>
                  </a:cubicBezTo>
                  <a:cubicBezTo>
                    <a:pt x="4353" y="27965"/>
                    <a:pt x="4534" y="27922"/>
                    <a:pt x="4577" y="27740"/>
                  </a:cubicBezTo>
                  <a:cubicBezTo>
                    <a:pt x="5350" y="25245"/>
                    <a:pt x="5894" y="22706"/>
                    <a:pt x="6572" y="20258"/>
                  </a:cubicBezTo>
                  <a:cubicBezTo>
                    <a:pt x="6891" y="19127"/>
                    <a:pt x="7298" y="17948"/>
                    <a:pt x="7388" y="16769"/>
                  </a:cubicBezTo>
                  <a:close/>
                  <a:moveTo>
                    <a:pt x="22940" y="38984"/>
                  </a:moveTo>
                  <a:lnTo>
                    <a:pt x="22940" y="38984"/>
                  </a:lnTo>
                  <a:cubicBezTo>
                    <a:pt x="22305" y="40206"/>
                    <a:pt x="22349" y="41704"/>
                    <a:pt x="21351" y="42792"/>
                  </a:cubicBezTo>
                  <a:cubicBezTo>
                    <a:pt x="21192" y="42977"/>
                    <a:pt x="21007" y="43054"/>
                    <a:pt x="20809" y="43054"/>
                  </a:cubicBezTo>
                  <a:cubicBezTo>
                    <a:pt x="19940" y="43054"/>
                    <a:pt x="18811" y="41564"/>
                    <a:pt x="18407" y="41160"/>
                  </a:cubicBezTo>
                  <a:cubicBezTo>
                    <a:pt x="17681" y="40387"/>
                    <a:pt x="16865" y="39752"/>
                    <a:pt x="16093" y="39074"/>
                  </a:cubicBezTo>
                  <a:lnTo>
                    <a:pt x="16093" y="39074"/>
                  </a:lnTo>
                  <a:cubicBezTo>
                    <a:pt x="17090" y="39118"/>
                    <a:pt x="18044" y="39118"/>
                    <a:pt x="18994" y="39118"/>
                  </a:cubicBezTo>
                  <a:cubicBezTo>
                    <a:pt x="20263" y="39118"/>
                    <a:pt x="21580" y="39118"/>
                    <a:pt x="22940" y="38984"/>
                  </a:cubicBezTo>
                  <a:close/>
                  <a:moveTo>
                    <a:pt x="24481" y="38802"/>
                  </a:moveTo>
                  <a:lnTo>
                    <a:pt x="24481" y="38802"/>
                  </a:lnTo>
                  <a:cubicBezTo>
                    <a:pt x="23847" y="40797"/>
                    <a:pt x="23528" y="43245"/>
                    <a:pt x="21805" y="44514"/>
                  </a:cubicBezTo>
                  <a:cubicBezTo>
                    <a:pt x="21531" y="44718"/>
                    <a:pt x="21257" y="44805"/>
                    <a:pt x="20987" y="44805"/>
                  </a:cubicBezTo>
                  <a:cubicBezTo>
                    <a:pt x="19693" y="44805"/>
                    <a:pt x="18483" y="42801"/>
                    <a:pt x="17772" y="41976"/>
                  </a:cubicBezTo>
                  <a:cubicBezTo>
                    <a:pt x="16818" y="40840"/>
                    <a:pt x="15821" y="39843"/>
                    <a:pt x="14689" y="38936"/>
                  </a:cubicBezTo>
                  <a:lnTo>
                    <a:pt x="14689" y="38936"/>
                  </a:lnTo>
                  <a:cubicBezTo>
                    <a:pt x="15005" y="38984"/>
                    <a:pt x="15324" y="39027"/>
                    <a:pt x="15639" y="39027"/>
                  </a:cubicBezTo>
                  <a:cubicBezTo>
                    <a:pt x="16684" y="40115"/>
                    <a:pt x="17725" y="41160"/>
                    <a:pt x="18722" y="42291"/>
                  </a:cubicBezTo>
                  <a:cubicBezTo>
                    <a:pt x="19133" y="42745"/>
                    <a:pt x="19956" y="43682"/>
                    <a:pt x="20747" y="43682"/>
                  </a:cubicBezTo>
                  <a:cubicBezTo>
                    <a:pt x="20828" y="43682"/>
                    <a:pt x="20909" y="43673"/>
                    <a:pt x="20989" y="43651"/>
                  </a:cubicBezTo>
                  <a:cubicBezTo>
                    <a:pt x="22759" y="43154"/>
                    <a:pt x="23074" y="40387"/>
                    <a:pt x="23618" y="38893"/>
                  </a:cubicBezTo>
                  <a:cubicBezTo>
                    <a:pt x="23937" y="38893"/>
                    <a:pt x="24209" y="38846"/>
                    <a:pt x="24481" y="38802"/>
                  </a:cubicBezTo>
                  <a:close/>
                  <a:moveTo>
                    <a:pt x="24550" y="0"/>
                  </a:moveTo>
                  <a:cubicBezTo>
                    <a:pt x="22945" y="0"/>
                    <a:pt x="21509" y="650"/>
                    <a:pt x="20626" y="2353"/>
                  </a:cubicBezTo>
                  <a:cubicBezTo>
                    <a:pt x="20492" y="2306"/>
                    <a:pt x="20354" y="2215"/>
                    <a:pt x="20220" y="2124"/>
                  </a:cubicBezTo>
                  <a:cubicBezTo>
                    <a:pt x="18967" y="1473"/>
                    <a:pt x="17576" y="1071"/>
                    <a:pt x="16268" y="1071"/>
                  </a:cubicBezTo>
                  <a:cubicBezTo>
                    <a:pt x="15209" y="1071"/>
                    <a:pt x="14205" y="1334"/>
                    <a:pt x="13373" y="1943"/>
                  </a:cubicBezTo>
                  <a:cubicBezTo>
                    <a:pt x="13329" y="1943"/>
                    <a:pt x="13329" y="1990"/>
                    <a:pt x="13329" y="1990"/>
                  </a:cubicBezTo>
                  <a:cubicBezTo>
                    <a:pt x="12647" y="2534"/>
                    <a:pt x="12103" y="3303"/>
                    <a:pt x="11740" y="4347"/>
                  </a:cubicBezTo>
                  <a:cubicBezTo>
                    <a:pt x="11740" y="4403"/>
                    <a:pt x="11792" y="4441"/>
                    <a:pt x="11832" y="4441"/>
                  </a:cubicBezTo>
                  <a:cubicBezTo>
                    <a:pt x="11858" y="4441"/>
                    <a:pt x="11878" y="4426"/>
                    <a:pt x="11878" y="4391"/>
                  </a:cubicBezTo>
                  <a:cubicBezTo>
                    <a:pt x="12284" y="3350"/>
                    <a:pt x="12828" y="2625"/>
                    <a:pt x="13510" y="2171"/>
                  </a:cubicBezTo>
                  <a:cubicBezTo>
                    <a:pt x="14733" y="2850"/>
                    <a:pt x="15777" y="3622"/>
                    <a:pt x="16684" y="4663"/>
                  </a:cubicBezTo>
                  <a:cubicBezTo>
                    <a:pt x="16707" y="4698"/>
                    <a:pt x="16738" y="4712"/>
                    <a:pt x="16771" y="4712"/>
                  </a:cubicBezTo>
                  <a:cubicBezTo>
                    <a:pt x="16868" y="4712"/>
                    <a:pt x="16976" y="4585"/>
                    <a:pt x="16909" y="4482"/>
                  </a:cubicBezTo>
                  <a:cubicBezTo>
                    <a:pt x="16140" y="3394"/>
                    <a:pt x="14961" y="2578"/>
                    <a:pt x="13692" y="2081"/>
                  </a:cubicBezTo>
                  <a:cubicBezTo>
                    <a:pt x="14363" y="1689"/>
                    <a:pt x="15130" y="1522"/>
                    <a:pt x="15933" y="1522"/>
                  </a:cubicBezTo>
                  <a:cubicBezTo>
                    <a:pt x="17732" y="1522"/>
                    <a:pt x="19713" y="2361"/>
                    <a:pt x="21217" y="3394"/>
                  </a:cubicBezTo>
                  <a:cubicBezTo>
                    <a:pt x="25250" y="6161"/>
                    <a:pt x="25794" y="11826"/>
                    <a:pt x="27202" y="16135"/>
                  </a:cubicBezTo>
                  <a:lnTo>
                    <a:pt x="25160" y="16135"/>
                  </a:lnTo>
                  <a:cubicBezTo>
                    <a:pt x="25432" y="12054"/>
                    <a:pt x="23303" y="8428"/>
                    <a:pt x="21127" y="5116"/>
                  </a:cubicBezTo>
                  <a:cubicBezTo>
                    <a:pt x="21086" y="5063"/>
                    <a:pt x="21031" y="5041"/>
                    <a:pt x="20976" y="5041"/>
                  </a:cubicBezTo>
                  <a:cubicBezTo>
                    <a:pt x="20843" y="5041"/>
                    <a:pt x="20713" y="5169"/>
                    <a:pt x="20807" y="5298"/>
                  </a:cubicBezTo>
                  <a:cubicBezTo>
                    <a:pt x="22940" y="8790"/>
                    <a:pt x="24888" y="12007"/>
                    <a:pt x="25069" y="16135"/>
                  </a:cubicBezTo>
                  <a:cubicBezTo>
                    <a:pt x="24119" y="16135"/>
                    <a:pt x="23165" y="16178"/>
                    <a:pt x="22215" y="16178"/>
                  </a:cubicBezTo>
                  <a:cubicBezTo>
                    <a:pt x="22984" y="13821"/>
                    <a:pt x="21489" y="10829"/>
                    <a:pt x="20311" y="8881"/>
                  </a:cubicBezTo>
                  <a:cubicBezTo>
                    <a:pt x="20281" y="8807"/>
                    <a:pt x="20227" y="8776"/>
                    <a:pt x="20171" y="8776"/>
                  </a:cubicBezTo>
                  <a:cubicBezTo>
                    <a:pt x="20055" y="8776"/>
                    <a:pt x="19930" y="8908"/>
                    <a:pt x="19991" y="9062"/>
                  </a:cubicBezTo>
                  <a:cubicBezTo>
                    <a:pt x="21127" y="11329"/>
                    <a:pt x="22258" y="13596"/>
                    <a:pt x="22077" y="16178"/>
                  </a:cubicBezTo>
                  <a:lnTo>
                    <a:pt x="19495" y="16178"/>
                  </a:lnTo>
                  <a:cubicBezTo>
                    <a:pt x="18646" y="11280"/>
                    <a:pt x="15105" y="4134"/>
                    <a:pt x="9987" y="4134"/>
                  </a:cubicBezTo>
                  <a:cubicBezTo>
                    <a:pt x="8807" y="4134"/>
                    <a:pt x="7543" y="4514"/>
                    <a:pt x="6210" y="5388"/>
                  </a:cubicBezTo>
                  <a:cubicBezTo>
                    <a:pt x="0" y="9425"/>
                    <a:pt x="1585" y="19217"/>
                    <a:pt x="3446" y="25655"/>
                  </a:cubicBezTo>
                  <a:cubicBezTo>
                    <a:pt x="3308" y="25474"/>
                    <a:pt x="3127" y="25383"/>
                    <a:pt x="2902" y="25336"/>
                  </a:cubicBezTo>
                  <a:cubicBezTo>
                    <a:pt x="2862" y="25328"/>
                    <a:pt x="2823" y="25324"/>
                    <a:pt x="2786" y="25324"/>
                  </a:cubicBezTo>
                  <a:cubicBezTo>
                    <a:pt x="1944" y="25324"/>
                    <a:pt x="1903" y="27217"/>
                    <a:pt x="1857" y="27693"/>
                  </a:cubicBezTo>
                  <a:cubicBezTo>
                    <a:pt x="1814" y="28738"/>
                    <a:pt x="1857" y="30957"/>
                    <a:pt x="2902" y="31549"/>
                  </a:cubicBezTo>
                  <a:cubicBezTo>
                    <a:pt x="3237" y="31743"/>
                    <a:pt x="3538" y="31835"/>
                    <a:pt x="3793" y="31835"/>
                  </a:cubicBezTo>
                  <a:cubicBezTo>
                    <a:pt x="3952" y="31835"/>
                    <a:pt x="4094" y="31800"/>
                    <a:pt x="4215" y="31730"/>
                  </a:cubicBezTo>
                  <a:cubicBezTo>
                    <a:pt x="4940" y="35538"/>
                    <a:pt x="7889" y="37486"/>
                    <a:pt x="11425" y="38392"/>
                  </a:cubicBezTo>
                  <a:cubicBezTo>
                    <a:pt x="9474" y="39662"/>
                    <a:pt x="8839" y="42291"/>
                    <a:pt x="8342" y="44424"/>
                  </a:cubicBezTo>
                  <a:cubicBezTo>
                    <a:pt x="7570" y="47731"/>
                    <a:pt x="6982" y="51268"/>
                    <a:pt x="7889" y="54622"/>
                  </a:cubicBezTo>
                  <a:cubicBezTo>
                    <a:pt x="7942" y="54784"/>
                    <a:pt x="8072" y="54854"/>
                    <a:pt x="8203" y="54854"/>
                  </a:cubicBezTo>
                  <a:cubicBezTo>
                    <a:pt x="8404" y="54854"/>
                    <a:pt x="8605" y="54689"/>
                    <a:pt x="8523" y="54441"/>
                  </a:cubicBezTo>
                  <a:cubicBezTo>
                    <a:pt x="7660" y="51315"/>
                    <a:pt x="8204" y="48141"/>
                    <a:pt x="8839" y="45011"/>
                  </a:cubicBezTo>
                  <a:cubicBezTo>
                    <a:pt x="9292" y="42835"/>
                    <a:pt x="9927" y="39800"/>
                    <a:pt x="11922" y="38483"/>
                  </a:cubicBezTo>
                  <a:cubicBezTo>
                    <a:pt x="12647" y="38664"/>
                    <a:pt x="13373" y="38802"/>
                    <a:pt x="14145" y="38893"/>
                  </a:cubicBezTo>
                  <a:cubicBezTo>
                    <a:pt x="16002" y="40296"/>
                    <a:pt x="17318" y="42157"/>
                    <a:pt x="18769" y="43923"/>
                  </a:cubicBezTo>
                  <a:cubicBezTo>
                    <a:pt x="19420" y="44684"/>
                    <a:pt x="20128" y="45269"/>
                    <a:pt x="21008" y="45269"/>
                  </a:cubicBezTo>
                  <a:cubicBezTo>
                    <a:pt x="21232" y="45269"/>
                    <a:pt x="21467" y="45231"/>
                    <a:pt x="21714" y="45149"/>
                  </a:cubicBezTo>
                  <a:cubicBezTo>
                    <a:pt x="24028" y="44424"/>
                    <a:pt x="24481" y="40750"/>
                    <a:pt x="25160" y="38664"/>
                  </a:cubicBezTo>
                  <a:cubicBezTo>
                    <a:pt x="26429" y="38440"/>
                    <a:pt x="27655" y="38120"/>
                    <a:pt x="28786" y="37623"/>
                  </a:cubicBezTo>
                  <a:cubicBezTo>
                    <a:pt x="34317" y="40253"/>
                    <a:pt x="34499" y="47459"/>
                    <a:pt x="35362" y="52628"/>
                  </a:cubicBezTo>
                  <a:cubicBezTo>
                    <a:pt x="35385" y="52844"/>
                    <a:pt x="35572" y="52958"/>
                    <a:pt x="35738" y="52958"/>
                  </a:cubicBezTo>
                  <a:cubicBezTo>
                    <a:pt x="35886" y="52958"/>
                    <a:pt x="36017" y="52867"/>
                    <a:pt x="35997" y="52675"/>
                  </a:cubicBezTo>
                  <a:cubicBezTo>
                    <a:pt x="35543" y="49091"/>
                    <a:pt x="35180" y="46328"/>
                    <a:pt x="33773" y="42973"/>
                  </a:cubicBezTo>
                  <a:cubicBezTo>
                    <a:pt x="32867" y="40750"/>
                    <a:pt x="31416" y="38392"/>
                    <a:pt x="29149" y="37442"/>
                  </a:cubicBezTo>
                  <a:cubicBezTo>
                    <a:pt x="31463" y="36354"/>
                    <a:pt x="33229" y="34541"/>
                    <a:pt x="33730" y="31730"/>
                  </a:cubicBezTo>
                  <a:cubicBezTo>
                    <a:pt x="33851" y="31800"/>
                    <a:pt x="33992" y="31835"/>
                    <a:pt x="34152" y="31835"/>
                  </a:cubicBezTo>
                  <a:cubicBezTo>
                    <a:pt x="34407" y="31835"/>
                    <a:pt x="34708" y="31743"/>
                    <a:pt x="35043" y="31549"/>
                  </a:cubicBezTo>
                  <a:cubicBezTo>
                    <a:pt x="36131" y="30957"/>
                    <a:pt x="36131" y="28738"/>
                    <a:pt x="36087" y="27693"/>
                  </a:cubicBezTo>
                  <a:cubicBezTo>
                    <a:pt x="36087" y="27287"/>
                    <a:pt x="36040" y="25836"/>
                    <a:pt x="35496" y="25427"/>
                  </a:cubicBezTo>
                  <a:cubicBezTo>
                    <a:pt x="36675" y="21847"/>
                    <a:pt x="36584" y="17448"/>
                    <a:pt x="36178" y="13868"/>
                  </a:cubicBezTo>
                  <a:cubicBezTo>
                    <a:pt x="35815" y="10647"/>
                    <a:pt x="34999" y="6748"/>
                    <a:pt x="32823" y="4210"/>
                  </a:cubicBezTo>
                  <a:cubicBezTo>
                    <a:pt x="31167" y="2289"/>
                    <a:pt x="27562" y="0"/>
                    <a:pt x="24550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35"/>
            <p:cNvSpPr/>
            <p:nvPr/>
          </p:nvSpPr>
          <p:spPr>
            <a:xfrm>
              <a:off x="1575003" y="2671526"/>
              <a:ext cx="53247" cy="155292"/>
            </a:xfrm>
            <a:custGeom>
              <a:rect b="b" l="l" r="r" t="t"/>
              <a:pathLst>
                <a:path extrusionOk="0" h="4888" w="1676">
                  <a:moveTo>
                    <a:pt x="1087" y="1"/>
                  </a:moveTo>
                  <a:cubicBezTo>
                    <a:pt x="1005" y="1"/>
                    <a:pt x="920" y="37"/>
                    <a:pt x="860" y="116"/>
                  </a:cubicBezTo>
                  <a:cubicBezTo>
                    <a:pt x="769" y="253"/>
                    <a:pt x="678" y="435"/>
                    <a:pt x="588" y="569"/>
                  </a:cubicBezTo>
                  <a:cubicBezTo>
                    <a:pt x="544" y="569"/>
                    <a:pt x="497" y="616"/>
                    <a:pt x="497" y="660"/>
                  </a:cubicBezTo>
                  <a:lnTo>
                    <a:pt x="497" y="932"/>
                  </a:lnTo>
                  <a:cubicBezTo>
                    <a:pt x="363" y="1251"/>
                    <a:pt x="316" y="1566"/>
                    <a:pt x="272" y="1929"/>
                  </a:cubicBezTo>
                  <a:cubicBezTo>
                    <a:pt x="134" y="2611"/>
                    <a:pt x="0" y="3289"/>
                    <a:pt x="134" y="3971"/>
                  </a:cubicBezTo>
                  <a:cubicBezTo>
                    <a:pt x="172" y="4258"/>
                    <a:pt x="491" y="4887"/>
                    <a:pt x="871" y="4887"/>
                  </a:cubicBezTo>
                  <a:cubicBezTo>
                    <a:pt x="971" y="4887"/>
                    <a:pt x="1075" y="4844"/>
                    <a:pt x="1179" y="4740"/>
                  </a:cubicBezTo>
                  <a:cubicBezTo>
                    <a:pt x="1676" y="4243"/>
                    <a:pt x="1585" y="3246"/>
                    <a:pt x="1585" y="2611"/>
                  </a:cubicBezTo>
                  <a:cubicBezTo>
                    <a:pt x="1585" y="1838"/>
                    <a:pt x="1585" y="932"/>
                    <a:pt x="1313" y="163"/>
                  </a:cubicBezTo>
                  <a:cubicBezTo>
                    <a:pt x="1289" y="60"/>
                    <a:pt x="1191" y="1"/>
                    <a:pt x="108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35"/>
            <p:cNvSpPr/>
            <p:nvPr/>
          </p:nvSpPr>
          <p:spPr>
            <a:xfrm>
              <a:off x="2027245" y="2671526"/>
              <a:ext cx="53278" cy="155292"/>
            </a:xfrm>
            <a:custGeom>
              <a:rect b="b" l="l" r="r" t="t"/>
              <a:pathLst>
                <a:path extrusionOk="0" h="4888" w="1677">
                  <a:moveTo>
                    <a:pt x="1087" y="1"/>
                  </a:moveTo>
                  <a:cubicBezTo>
                    <a:pt x="1006" y="1"/>
                    <a:pt x="920" y="37"/>
                    <a:pt x="860" y="116"/>
                  </a:cubicBezTo>
                  <a:cubicBezTo>
                    <a:pt x="769" y="253"/>
                    <a:pt x="679" y="435"/>
                    <a:pt x="635" y="569"/>
                  </a:cubicBezTo>
                  <a:cubicBezTo>
                    <a:pt x="588" y="569"/>
                    <a:pt x="544" y="616"/>
                    <a:pt x="544" y="660"/>
                  </a:cubicBezTo>
                  <a:cubicBezTo>
                    <a:pt x="497" y="750"/>
                    <a:pt x="497" y="841"/>
                    <a:pt x="497" y="932"/>
                  </a:cubicBezTo>
                  <a:cubicBezTo>
                    <a:pt x="407" y="1251"/>
                    <a:pt x="316" y="1566"/>
                    <a:pt x="316" y="1929"/>
                  </a:cubicBezTo>
                  <a:cubicBezTo>
                    <a:pt x="135" y="2611"/>
                    <a:pt x="0" y="3289"/>
                    <a:pt x="135" y="3971"/>
                  </a:cubicBezTo>
                  <a:cubicBezTo>
                    <a:pt x="206" y="4258"/>
                    <a:pt x="506" y="4887"/>
                    <a:pt x="898" y="4887"/>
                  </a:cubicBezTo>
                  <a:cubicBezTo>
                    <a:pt x="1001" y="4887"/>
                    <a:pt x="1110" y="4844"/>
                    <a:pt x="1223" y="4740"/>
                  </a:cubicBezTo>
                  <a:cubicBezTo>
                    <a:pt x="1676" y="4243"/>
                    <a:pt x="1633" y="3246"/>
                    <a:pt x="1633" y="2611"/>
                  </a:cubicBezTo>
                  <a:cubicBezTo>
                    <a:pt x="1585" y="1838"/>
                    <a:pt x="1585" y="932"/>
                    <a:pt x="1313" y="163"/>
                  </a:cubicBezTo>
                  <a:cubicBezTo>
                    <a:pt x="1289" y="60"/>
                    <a:pt x="1192" y="1"/>
                    <a:pt x="108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35"/>
            <p:cNvSpPr/>
            <p:nvPr/>
          </p:nvSpPr>
          <p:spPr>
            <a:xfrm>
              <a:off x="1808320" y="2676069"/>
              <a:ext cx="66272" cy="177499"/>
            </a:xfrm>
            <a:custGeom>
              <a:rect b="b" l="l" r="r" t="t"/>
              <a:pathLst>
                <a:path extrusionOk="0" h="5587" w="2086">
                  <a:moveTo>
                    <a:pt x="330" y="0"/>
                  </a:moveTo>
                  <a:cubicBezTo>
                    <a:pt x="281" y="0"/>
                    <a:pt x="225" y="34"/>
                    <a:pt x="225" y="110"/>
                  </a:cubicBezTo>
                  <a:cubicBezTo>
                    <a:pt x="91" y="1786"/>
                    <a:pt x="1" y="3556"/>
                    <a:pt x="225" y="5231"/>
                  </a:cubicBezTo>
                  <a:cubicBezTo>
                    <a:pt x="225" y="5369"/>
                    <a:pt x="316" y="5460"/>
                    <a:pt x="407" y="5460"/>
                  </a:cubicBezTo>
                  <a:cubicBezTo>
                    <a:pt x="697" y="5538"/>
                    <a:pt x="956" y="5587"/>
                    <a:pt x="1221" y="5587"/>
                  </a:cubicBezTo>
                  <a:cubicBezTo>
                    <a:pt x="1411" y="5587"/>
                    <a:pt x="1604" y="5561"/>
                    <a:pt x="1814" y="5503"/>
                  </a:cubicBezTo>
                  <a:cubicBezTo>
                    <a:pt x="2086" y="5413"/>
                    <a:pt x="2039" y="5007"/>
                    <a:pt x="1767" y="5007"/>
                  </a:cubicBezTo>
                  <a:cubicBezTo>
                    <a:pt x="1313" y="4959"/>
                    <a:pt x="769" y="5097"/>
                    <a:pt x="726" y="4415"/>
                  </a:cubicBezTo>
                  <a:cubicBezTo>
                    <a:pt x="679" y="3871"/>
                    <a:pt x="635" y="3375"/>
                    <a:pt x="635" y="2831"/>
                  </a:cubicBezTo>
                  <a:cubicBezTo>
                    <a:pt x="635" y="1924"/>
                    <a:pt x="635" y="970"/>
                    <a:pt x="407" y="63"/>
                  </a:cubicBezTo>
                  <a:cubicBezTo>
                    <a:pt x="407" y="23"/>
                    <a:pt x="370" y="0"/>
                    <a:pt x="330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35"/>
            <p:cNvSpPr/>
            <p:nvPr/>
          </p:nvSpPr>
          <p:spPr>
            <a:xfrm>
              <a:off x="1899022" y="2932387"/>
              <a:ext cx="82856" cy="28942"/>
            </a:xfrm>
            <a:custGeom>
              <a:rect b="b" l="l" r="r" t="t"/>
              <a:pathLst>
                <a:path extrusionOk="0" h="911" w="2608">
                  <a:moveTo>
                    <a:pt x="2381" y="0"/>
                  </a:moveTo>
                  <a:cubicBezTo>
                    <a:pt x="2359" y="0"/>
                    <a:pt x="2336" y="7"/>
                    <a:pt x="2314" y="21"/>
                  </a:cubicBezTo>
                  <a:cubicBezTo>
                    <a:pt x="1632" y="475"/>
                    <a:pt x="954" y="656"/>
                    <a:pt x="138" y="656"/>
                  </a:cubicBezTo>
                  <a:cubicBezTo>
                    <a:pt x="125" y="652"/>
                    <a:pt x="113" y="650"/>
                    <a:pt x="103" y="650"/>
                  </a:cubicBezTo>
                  <a:cubicBezTo>
                    <a:pt x="1" y="650"/>
                    <a:pt x="13" y="841"/>
                    <a:pt x="138" y="881"/>
                  </a:cubicBezTo>
                  <a:cubicBezTo>
                    <a:pt x="307" y="900"/>
                    <a:pt x="480" y="911"/>
                    <a:pt x="653" y="911"/>
                  </a:cubicBezTo>
                  <a:cubicBezTo>
                    <a:pt x="1318" y="911"/>
                    <a:pt x="1992" y="750"/>
                    <a:pt x="2495" y="246"/>
                  </a:cubicBezTo>
                  <a:cubicBezTo>
                    <a:pt x="2607" y="170"/>
                    <a:pt x="2499" y="0"/>
                    <a:pt x="2381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35"/>
            <p:cNvSpPr/>
            <p:nvPr/>
          </p:nvSpPr>
          <p:spPr>
            <a:xfrm>
              <a:off x="1421829" y="1965912"/>
              <a:ext cx="82771" cy="52095"/>
            </a:xfrm>
            <a:custGeom>
              <a:rect b="b" l="l" r="r" t="t"/>
              <a:pathLst>
                <a:path extrusionOk="0" h="1773" w="2817">
                  <a:moveTo>
                    <a:pt x="96" y="1"/>
                  </a:moveTo>
                  <a:cubicBezTo>
                    <a:pt x="26" y="1"/>
                    <a:pt x="1" y="148"/>
                    <a:pt x="81" y="190"/>
                  </a:cubicBezTo>
                  <a:cubicBezTo>
                    <a:pt x="988" y="553"/>
                    <a:pt x="1804" y="1049"/>
                    <a:pt x="2482" y="1731"/>
                  </a:cubicBezTo>
                  <a:cubicBezTo>
                    <a:pt x="2512" y="1760"/>
                    <a:pt x="2546" y="1772"/>
                    <a:pt x="2579" y="1772"/>
                  </a:cubicBezTo>
                  <a:cubicBezTo>
                    <a:pt x="2700" y="1772"/>
                    <a:pt x="2816" y="1611"/>
                    <a:pt x="2711" y="1503"/>
                  </a:cubicBezTo>
                  <a:cubicBezTo>
                    <a:pt x="1985" y="825"/>
                    <a:pt x="1122" y="233"/>
                    <a:pt x="125" y="9"/>
                  </a:cubicBezTo>
                  <a:cubicBezTo>
                    <a:pt x="115" y="3"/>
                    <a:pt x="105" y="1"/>
                    <a:pt x="96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35"/>
            <p:cNvSpPr/>
            <p:nvPr/>
          </p:nvSpPr>
          <p:spPr>
            <a:xfrm>
              <a:off x="1652776" y="3346189"/>
              <a:ext cx="30213" cy="249744"/>
            </a:xfrm>
            <a:custGeom>
              <a:rect b="b" l="l" r="r" t="t"/>
              <a:pathLst>
                <a:path extrusionOk="0" h="7861" w="951">
                  <a:moveTo>
                    <a:pt x="614" y="0"/>
                  </a:moveTo>
                  <a:cubicBezTo>
                    <a:pt x="509" y="0"/>
                    <a:pt x="386" y="69"/>
                    <a:pt x="363" y="187"/>
                  </a:cubicBezTo>
                  <a:cubicBezTo>
                    <a:pt x="0" y="2682"/>
                    <a:pt x="544" y="5265"/>
                    <a:pt x="454" y="7760"/>
                  </a:cubicBezTo>
                  <a:cubicBezTo>
                    <a:pt x="454" y="7827"/>
                    <a:pt x="499" y="7861"/>
                    <a:pt x="544" y="7861"/>
                  </a:cubicBezTo>
                  <a:cubicBezTo>
                    <a:pt x="590" y="7861"/>
                    <a:pt x="635" y="7827"/>
                    <a:pt x="635" y="7760"/>
                  </a:cubicBezTo>
                  <a:cubicBezTo>
                    <a:pt x="951" y="5265"/>
                    <a:pt x="588" y="2726"/>
                    <a:pt x="769" y="187"/>
                  </a:cubicBezTo>
                  <a:cubicBezTo>
                    <a:pt x="792" y="58"/>
                    <a:pt x="710" y="0"/>
                    <a:pt x="61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35"/>
            <p:cNvSpPr/>
            <p:nvPr/>
          </p:nvSpPr>
          <p:spPr>
            <a:xfrm>
              <a:off x="2189937" y="3254533"/>
              <a:ext cx="41873" cy="303340"/>
            </a:xfrm>
            <a:custGeom>
              <a:rect b="b" l="l" r="r" t="t"/>
              <a:pathLst>
                <a:path extrusionOk="0" h="9548" w="1318">
                  <a:moveTo>
                    <a:pt x="224" y="0"/>
                  </a:moveTo>
                  <a:cubicBezTo>
                    <a:pt x="108" y="0"/>
                    <a:pt x="0" y="70"/>
                    <a:pt x="0" y="218"/>
                  </a:cubicBezTo>
                  <a:cubicBezTo>
                    <a:pt x="91" y="3344"/>
                    <a:pt x="501" y="6383"/>
                    <a:pt x="1045" y="9466"/>
                  </a:cubicBezTo>
                  <a:cubicBezTo>
                    <a:pt x="1063" y="9522"/>
                    <a:pt x="1114" y="9547"/>
                    <a:pt x="1167" y="9547"/>
                  </a:cubicBezTo>
                  <a:cubicBezTo>
                    <a:pt x="1240" y="9547"/>
                    <a:pt x="1317" y="9499"/>
                    <a:pt x="1317" y="9419"/>
                  </a:cubicBezTo>
                  <a:cubicBezTo>
                    <a:pt x="954" y="6383"/>
                    <a:pt x="545" y="3301"/>
                    <a:pt x="501" y="261"/>
                  </a:cubicBezTo>
                  <a:cubicBezTo>
                    <a:pt x="501" y="92"/>
                    <a:pt x="357" y="0"/>
                    <a:pt x="22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35"/>
            <p:cNvSpPr/>
            <p:nvPr/>
          </p:nvSpPr>
          <p:spPr>
            <a:xfrm>
              <a:off x="2005578" y="3270735"/>
              <a:ext cx="158469" cy="145284"/>
            </a:xfrm>
            <a:custGeom>
              <a:rect b="b" l="l" r="r" t="t"/>
              <a:pathLst>
                <a:path extrusionOk="0" h="4573" w="4988">
                  <a:moveTo>
                    <a:pt x="3765" y="615"/>
                  </a:moveTo>
                  <a:cubicBezTo>
                    <a:pt x="4037" y="1703"/>
                    <a:pt x="4353" y="3425"/>
                    <a:pt x="3312" y="4013"/>
                  </a:cubicBezTo>
                  <a:cubicBezTo>
                    <a:pt x="3122" y="4133"/>
                    <a:pt x="2920" y="4184"/>
                    <a:pt x="2718" y="4184"/>
                  </a:cubicBezTo>
                  <a:cubicBezTo>
                    <a:pt x="2002" y="4184"/>
                    <a:pt x="1271" y="3537"/>
                    <a:pt x="954" y="2972"/>
                  </a:cubicBezTo>
                  <a:cubicBezTo>
                    <a:pt x="592" y="2381"/>
                    <a:pt x="363" y="1703"/>
                    <a:pt x="273" y="977"/>
                  </a:cubicBezTo>
                  <a:cubicBezTo>
                    <a:pt x="501" y="977"/>
                    <a:pt x="726" y="930"/>
                    <a:pt x="907" y="930"/>
                  </a:cubicBezTo>
                  <a:cubicBezTo>
                    <a:pt x="907" y="1202"/>
                    <a:pt x="998" y="1521"/>
                    <a:pt x="1136" y="1793"/>
                  </a:cubicBezTo>
                  <a:cubicBezTo>
                    <a:pt x="1149" y="1832"/>
                    <a:pt x="1177" y="1849"/>
                    <a:pt x="1210" y="1849"/>
                  </a:cubicBezTo>
                  <a:cubicBezTo>
                    <a:pt x="1289" y="1849"/>
                    <a:pt x="1394" y="1753"/>
                    <a:pt x="1361" y="1655"/>
                  </a:cubicBezTo>
                  <a:cubicBezTo>
                    <a:pt x="1226" y="1431"/>
                    <a:pt x="1136" y="1159"/>
                    <a:pt x="1045" y="887"/>
                  </a:cubicBezTo>
                  <a:cubicBezTo>
                    <a:pt x="1498" y="839"/>
                    <a:pt x="1995" y="796"/>
                    <a:pt x="2449" y="749"/>
                  </a:cubicBezTo>
                  <a:cubicBezTo>
                    <a:pt x="2449" y="887"/>
                    <a:pt x="2496" y="1021"/>
                    <a:pt x="2539" y="1159"/>
                  </a:cubicBezTo>
                  <a:cubicBezTo>
                    <a:pt x="2587" y="1340"/>
                    <a:pt x="2630" y="1474"/>
                    <a:pt x="2677" y="1655"/>
                  </a:cubicBezTo>
                  <a:cubicBezTo>
                    <a:pt x="2713" y="1710"/>
                    <a:pt x="2777" y="1735"/>
                    <a:pt x="2838" y="1735"/>
                  </a:cubicBezTo>
                  <a:cubicBezTo>
                    <a:pt x="2933" y="1735"/>
                    <a:pt x="3021" y="1675"/>
                    <a:pt x="2993" y="1565"/>
                  </a:cubicBezTo>
                  <a:cubicBezTo>
                    <a:pt x="2993" y="1383"/>
                    <a:pt x="2949" y="1249"/>
                    <a:pt x="2859" y="1068"/>
                  </a:cubicBezTo>
                  <a:cubicBezTo>
                    <a:pt x="2859" y="930"/>
                    <a:pt x="2811" y="839"/>
                    <a:pt x="2768" y="705"/>
                  </a:cubicBezTo>
                  <a:cubicBezTo>
                    <a:pt x="2949" y="705"/>
                    <a:pt x="3131" y="705"/>
                    <a:pt x="3312" y="658"/>
                  </a:cubicBezTo>
                  <a:cubicBezTo>
                    <a:pt x="3403" y="1111"/>
                    <a:pt x="3493" y="1565"/>
                    <a:pt x="3627" y="2018"/>
                  </a:cubicBezTo>
                  <a:cubicBezTo>
                    <a:pt x="3651" y="2087"/>
                    <a:pt x="3731" y="2121"/>
                    <a:pt x="3799" y="2121"/>
                  </a:cubicBezTo>
                  <a:cubicBezTo>
                    <a:pt x="3867" y="2121"/>
                    <a:pt x="3923" y="2087"/>
                    <a:pt x="3899" y="2018"/>
                  </a:cubicBezTo>
                  <a:cubicBezTo>
                    <a:pt x="3856" y="1521"/>
                    <a:pt x="3675" y="1068"/>
                    <a:pt x="3537" y="658"/>
                  </a:cubicBezTo>
                  <a:cubicBezTo>
                    <a:pt x="3584" y="615"/>
                    <a:pt x="3675" y="615"/>
                    <a:pt x="3765" y="615"/>
                  </a:cubicBezTo>
                  <a:close/>
                  <a:moveTo>
                    <a:pt x="3958" y="1"/>
                  </a:moveTo>
                  <a:cubicBezTo>
                    <a:pt x="3829" y="1"/>
                    <a:pt x="3698" y="83"/>
                    <a:pt x="3675" y="205"/>
                  </a:cubicBezTo>
                  <a:cubicBezTo>
                    <a:pt x="2539" y="386"/>
                    <a:pt x="1361" y="567"/>
                    <a:pt x="229" y="749"/>
                  </a:cubicBezTo>
                  <a:lnTo>
                    <a:pt x="229" y="705"/>
                  </a:lnTo>
                  <a:cubicBezTo>
                    <a:pt x="208" y="643"/>
                    <a:pt x="169" y="619"/>
                    <a:pt x="133" y="619"/>
                  </a:cubicBezTo>
                  <a:cubicBezTo>
                    <a:pt x="88" y="619"/>
                    <a:pt x="48" y="655"/>
                    <a:pt x="48" y="705"/>
                  </a:cubicBezTo>
                  <a:lnTo>
                    <a:pt x="48" y="796"/>
                  </a:lnTo>
                  <a:cubicBezTo>
                    <a:pt x="1" y="839"/>
                    <a:pt x="1" y="930"/>
                    <a:pt x="48" y="977"/>
                  </a:cubicBezTo>
                  <a:cubicBezTo>
                    <a:pt x="170" y="2586"/>
                    <a:pt x="933" y="4573"/>
                    <a:pt x="2679" y="4573"/>
                  </a:cubicBezTo>
                  <a:cubicBezTo>
                    <a:pt x="2850" y="4573"/>
                    <a:pt x="3031" y="4554"/>
                    <a:pt x="3221" y="4513"/>
                  </a:cubicBezTo>
                  <a:cubicBezTo>
                    <a:pt x="4987" y="4194"/>
                    <a:pt x="4534" y="1340"/>
                    <a:pt x="4219" y="205"/>
                  </a:cubicBezTo>
                  <a:cubicBezTo>
                    <a:pt x="4177" y="60"/>
                    <a:pt x="4068" y="1"/>
                    <a:pt x="3958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35"/>
            <p:cNvSpPr/>
            <p:nvPr/>
          </p:nvSpPr>
          <p:spPr>
            <a:xfrm>
              <a:off x="2057426" y="3297295"/>
              <a:ext cx="22525" cy="57599"/>
            </a:xfrm>
            <a:custGeom>
              <a:rect b="b" l="l" r="r" t="t"/>
              <a:pathLst>
                <a:path extrusionOk="0" h="1813" w="709">
                  <a:moveTo>
                    <a:pt x="103" y="1"/>
                  </a:moveTo>
                  <a:cubicBezTo>
                    <a:pt x="53" y="1"/>
                    <a:pt x="1" y="38"/>
                    <a:pt x="1" y="94"/>
                  </a:cubicBezTo>
                  <a:cubicBezTo>
                    <a:pt x="91" y="638"/>
                    <a:pt x="229" y="1182"/>
                    <a:pt x="410" y="1683"/>
                  </a:cubicBezTo>
                  <a:cubicBezTo>
                    <a:pt x="428" y="1773"/>
                    <a:pt x="483" y="1813"/>
                    <a:pt x="539" y="1813"/>
                  </a:cubicBezTo>
                  <a:cubicBezTo>
                    <a:pt x="622" y="1813"/>
                    <a:pt x="708" y="1726"/>
                    <a:pt x="683" y="1592"/>
                  </a:cubicBezTo>
                  <a:cubicBezTo>
                    <a:pt x="635" y="1091"/>
                    <a:pt x="454" y="504"/>
                    <a:pt x="182" y="51"/>
                  </a:cubicBezTo>
                  <a:cubicBezTo>
                    <a:pt x="165" y="16"/>
                    <a:pt x="134" y="1"/>
                    <a:pt x="103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36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sp>
        <p:nvSpPr>
          <p:cNvPr id="2354" name="Google Shape;2354;p36"/>
          <p:cNvSpPr/>
          <p:nvPr/>
        </p:nvSpPr>
        <p:spPr>
          <a:xfrm rot="5400000">
            <a:off x="2750097" y="1547230"/>
            <a:ext cx="3362443" cy="2612602"/>
          </a:xfrm>
          <a:custGeom>
            <a:rect b="b" l="l" r="r" t="t"/>
            <a:pathLst>
              <a:path extrusionOk="0" h="24030" w="42124">
                <a:moveTo>
                  <a:pt x="1127" y="1"/>
                </a:moveTo>
                <a:cubicBezTo>
                  <a:pt x="1101" y="1"/>
                  <a:pt x="1075" y="11"/>
                  <a:pt x="1055" y="35"/>
                </a:cubicBezTo>
                <a:cubicBezTo>
                  <a:pt x="595" y="621"/>
                  <a:pt x="654" y="1558"/>
                  <a:pt x="662" y="2253"/>
                </a:cubicBezTo>
                <a:cubicBezTo>
                  <a:pt x="670" y="3349"/>
                  <a:pt x="528" y="4437"/>
                  <a:pt x="469" y="5525"/>
                </a:cubicBezTo>
                <a:cubicBezTo>
                  <a:pt x="352" y="7768"/>
                  <a:pt x="335" y="10020"/>
                  <a:pt x="235" y="12271"/>
                </a:cubicBezTo>
                <a:cubicBezTo>
                  <a:pt x="143" y="14422"/>
                  <a:pt x="76" y="16573"/>
                  <a:pt x="26" y="18724"/>
                </a:cubicBezTo>
                <a:cubicBezTo>
                  <a:pt x="1" y="19628"/>
                  <a:pt x="93" y="20481"/>
                  <a:pt x="243" y="21369"/>
                </a:cubicBezTo>
                <a:cubicBezTo>
                  <a:pt x="294" y="21670"/>
                  <a:pt x="319" y="22021"/>
                  <a:pt x="402" y="22348"/>
                </a:cubicBezTo>
                <a:cubicBezTo>
                  <a:pt x="135" y="22992"/>
                  <a:pt x="1198" y="23310"/>
                  <a:pt x="1716" y="23486"/>
                </a:cubicBezTo>
                <a:cubicBezTo>
                  <a:pt x="3022" y="23930"/>
                  <a:pt x="4403" y="24022"/>
                  <a:pt x="5776" y="24030"/>
                </a:cubicBezTo>
                <a:cubicBezTo>
                  <a:pt x="9081" y="24030"/>
                  <a:pt x="12421" y="23796"/>
                  <a:pt x="15710" y="23519"/>
                </a:cubicBezTo>
                <a:cubicBezTo>
                  <a:pt x="19116" y="23227"/>
                  <a:pt x="22522" y="22883"/>
                  <a:pt x="25920" y="22524"/>
                </a:cubicBezTo>
                <a:cubicBezTo>
                  <a:pt x="28434" y="22252"/>
                  <a:pt x="30934" y="22203"/>
                  <a:pt x="33443" y="22203"/>
                </a:cubicBezTo>
                <a:cubicBezTo>
                  <a:pt x="34335" y="22203"/>
                  <a:pt x="35227" y="22209"/>
                  <a:pt x="36122" y="22214"/>
                </a:cubicBezTo>
                <a:cubicBezTo>
                  <a:pt x="36650" y="22214"/>
                  <a:pt x="37177" y="22197"/>
                  <a:pt x="37704" y="22189"/>
                </a:cubicBezTo>
                <a:cubicBezTo>
                  <a:pt x="37759" y="22186"/>
                  <a:pt x="37814" y="22185"/>
                  <a:pt x="37869" y="22185"/>
                </a:cubicBezTo>
                <a:cubicBezTo>
                  <a:pt x="38325" y="22185"/>
                  <a:pt x="38755" y="22273"/>
                  <a:pt x="39219" y="22348"/>
                </a:cubicBezTo>
                <a:cubicBezTo>
                  <a:pt x="39440" y="22385"/>
                  <a:pt x="39699" y="22421"/>
                  <a:pt x="39957" y="22421"/>
                </a:cubicBezTo>
                <a:cubicBezTo>
                  <a:pt x="40335" y="22421"/>
                  <a:pt x="40711" y="22344"/>
                  <a:pt x="40960" y="22080"/>
                </a:cubicBezTo>
                <a:cubicBezTo>
                  <a:pt x="41052" y="21980"/>
                  <a:pt x="41060" y="21820"/>
                  <a:pt x="40960" y="21720"/>
                </a:cubicBezTo>
                <a:cubicBezTo>
                  <a:pt x="40918" y="21687"/>
                  <a:pt x="40885" y="21645"/>
                  <a:pt x="40843" y="21611"/>
                </a:cubicBezTo>
                <a:cubicBezTo>
                  <a:pt x="40796" y="21567"/>
                  <a:pt x="40740" y="21548"/>
                  <a:pt x="40686" y="21548"/>
                </a:cubicBezTo>
                <a:cubicBezTo>
                  <a:pt x="40554" y="21548"/>
                  <a:pt x="40427" y="21657"/>
                  <a:pt x="40433" y="21787"/>
                </a:cubicBezTo>
                <a:cubicBezTo>
                  <a:pt x="40275" y="21843"/>
                  <a:pt x="40097" y="21865"/>
                  <a:pt x="39914" y="21865"/>
                </a:cubicBezTo>
                <a:cubicBezTo>
                  <a:pt x="39551" y="21865"/>
                  <a:pt x="39168" y="21781"/>
                  <a:pt x="38884" y="21720"/>
                </a:cubicBezTo>
                <a:cubicBezTo>
                  <a:pt x="38549" y="21644"/>
                  <a:pt x="38206" y="21623"/>
                  <a:pt x="37861" y="21623"/>
                </a:cubicBezTo>
                <a:cubicBezTo>
                  <a:pt x="37442" y="21623"/>
                  <a:pt x="37020" y="21654"/>
                  <a:pt x="36607" y="21654"/>
                </a:cubicBezTo>
                <a:cubicBezTo>
                  <a:pt x="36579" y="21654"/>
                  <a:pt x="36552" y="21653"/>
                  <a:pt x="36524" y="21653"/>
                </a:cubicBezTo>
                <a:cubicBezTo>
                  <a:pt x="35075" y="21653"/>
                  <a:pt x="33626" y="21635"/>
                  <a:pt x="32177" y="21635"/>
                </a:cubicBezTo>
                <a:cubicBezTo>
                  <a:pt x="31935" y="21635"/>
                  <a:pt x="31694" y="21635"/>
                  <a:pt x="31452" y="21636"/>
                </a:cubicBezTo>
                <a:cubicBezTo>
                  <a:pt x="28021" y="21653"/>
                  <a:pt x="24623" y="22113"/>
                  <a:pt x="21217" y="22448"/>
                </a:cubicBezTo>
                <a:cubicBezTo>
                  <a:pt x="17819" y="22783"/>
                  <a:pt x="14421" y="23143"/>
                  <a:pt x="11006" y="23327"/>
                </a:cubicBezTo>
                <a:cubicBezTo>
                  <a:pt x="9391" y="23411"/>
                  <a:pt x="7767" y="23486"/>
                  <a:pt x="6152" y="23536"/>
                </a:cubicBezTo>
                <a:cubicBezTo>
                  <a:pt x="5936" y="23542"/>
                  <a:pt x="5720" y="23546"/>
                  <a:pt x="5504" y="23546"/>
                </a:cubicBezTo>
                <a:cubicBezTo>
                  <a:pt x="4263" y="23546"/>
                  <a:pt x="3023" y="23432"/>
                  <a:pt x="1825" y="23076"/>
                </a:cubicBezTo>
                <a:cubicBezTo>
                  <a:pt x="1633" y="23009"/>
                  <a:pt x="1432" y="22942"/>
                  <a:pt x="1239" y="22867"/>
                </a:cubicBezTo>
                <a:cubicBezTo>
                  <a:pt x="1239" y="22808"/>
                  <a:pt x="1223" y="22749"/>
                  <a:pt x="1164" y="22691"/>
                </a:cubicBezTo>
                <a:cubicBezTo>
                  <a:pt x="787" y="22323"/>
                  <a:pt x="821" y="21553"/>
                  <a:pt x="720" y="21059"/>
                </a:cubicBezTo>
                <a:cubicBezTo>
                  <a:pt x="528" y="20105"/>
                  <a:pt x="528" y="19134"/>
                  <a:pt x="553" y="18155"/>
                </a:cubicBezTo>
                <a:cubicBezTo>
                  <a:pt x="603" y="16196"/>
                  <a:pt x="628" y="14238"/>
                  <a:pt x="695" y="12271"/>
                </a:cubicBezTo>
                <a:cubicBezTo>
                  <a:pt x="771" y="10229"/>
                  <a:pt x="779" y="8187"/>
                  <a:pt x="838" y="6145"/>
                </a:cubicBezTo>
                <a:cubicBezTo>
                  <a:pt x="871" y="5124"/>
                  <a:pt x="946" y="4103"/>
                  <a:pt x="972" y="3082"/>
                </a:cubicBezTo>
                <a:cubicBezTo>
                  <a:pt x="988" y="2596"/>
                  <a:pt x="963" y="2119"/>
                  <a:pt x="963" y="1634"/>
                </a:cubicBezTo>
                <a:cubicBezTo>
                  <a:pt x="963" y="1450"/>
                  <a:pt x="963" y="1240"/>
                  <a:pt x="980" y="1031"/>
                </a:cubicBezTo>
                <a:cubicBezTo>
                  <a:pt x="1005" y="1081"/>
                  <a:pt x="1064" y="1107"/>
                  <a:pt x="1131" y="1107"/>
                </a:cubicBezTo>
                <a:cubicBezTo>
                  <a:pt x="1143" y="1106"/>
                  <a:pt x="1155" y="1106"/>
                  <a:pt x="1167" y="1106"/>
                </a:cubicBezTo>
                <a:cubicBezTo>
                  <a:pt x="1480" y="1106"/>
                  <a:pt x="1778" y="1208"/>
                  <a:pt x="2085" y="1249"/>
                </a:cubicBezTo>
                <a:cubicBezTo>
                  <a:pt x="2461" y="1291"/>
                  <a:pt x="2846" y="1324"/>
                  <a:pt x="3223" y="1358"/>
                </a:cubicBezTo>
                <a:cubicBezTo>
                  <a:pt x="4085" y="1425"/>
                  <a:pt x="4947" y="1517"/>
                  <a:pt x="5801" y="1609"/>
                </a:cubicBezTo>
                <a:cubicBezTo>
                  <a:pt x="7491" y="1776"/>
                  <a:pt x="9165" y="1801"/>
                  <a:pt x="10856" y="1810"/>
                </a:cubicBezTo>
                <a:cubicBezTo>
                  <a:pt x="11933" y="1810"/>
                  <a:pt x="13021" y="1856"/>
                  <a:pt x="14103" y="1856"/>
                </a:cubicBezTo>
                <a:cubicBezTo>
                  <a:pt x="14686" y="1856"/>
                  <a:pt x="15267" y="1842"/>
                  <a:pt x="15844" y="1801"/>
                </a:cubicBezTo>
                <a:cubicBezTo>
                  <a:pt x="16543" y="1756"/>
                  <a:pt x="17209" y="1664"/>
                  <a:pt x="17902" y="1664"/>
                </a:cubicBezTo>
                <a:cubicBezTo>
                  <a:pt x="17980" y="1664"/>
                  <a:pt x="18058" y="1665"/>
                  <a:pt x="18137" y="1667"/>
                </a:cubicBezTo>
                <a:cubicBezTo>
                  <a:pt x="18204" y="1670"/>
                  <a:pt x="18272" y="1671"/>
                  <a:pt x="18340" y="1671"/>
                </a:cubicBezTo>
                <a:cubicBezTo>
                  <a:pt x="19100" y="1671"/>
                  <a:pt x="19860" y="1508"/>
                  <a:pt x="20606" y="1416"/>
                </a:cubicBezTo>
                <a:cubicBezTo>
                  <a:pt x="22271" y="1232"/>
                  <a:pt x="23912" y="1224"/>
                  <a:pt x="25586" y="1173"/>
                </a:cubicBezTo>
                <a:cubicBezTo>
                  <a:pt x="27073" y="1122"/>
                  <a:pt x="28554" y="1033"/>
                  <a:pt x="30045" y="1033"/>
                </a:cubicBezTo>
                <a:cubicBezTo>
                  <a:pt x="30266" y="1033"/>
                  <a:pt x="30486" y="1035"/>
                  <a:pt x="30708" y="1040"/>
                </a:cubicBezTo>
                <a:cubicBezTo>
                  <a:pt x="32407" y="1073"/>
                  <a:pt x="34114" y="1199"/>
                  <a:pt x="35821" y="1199"/>
                </a:cubicBezTo>
                <a:cubicBezTo>
                  <a:pt x="35907" y="1199"/>
                  <a:pt x="35994" y="1200"/>
                  <a:pt x="36080" y="1200"/>
                </a:cubicBezTo>
                <a:cubicBezTo>
                  <a:pt x="36780" y="1200"/>
                  <a:pt x="37481" y="1173"/>
                  <a:pt x="38181" y="1165"/>
                </a:cubicBezTo>
                <a:cubicBezTo>
                  <a:pt x="38287" y="1163"/>
                  <a:pt x="38392" y="1162"/>
                  <a:pt x="38498" y="1162"/>
                </a:cubicBezTo>
                <a:cubicBezTo>
                  <a:pt x="38785" y="1162"/>
                  <a:pt x="39073" y="1170"/>
                  <a:pt x="39361" y="1182"/>
                </a:cubicBezTo>
                <a:cubicBezTo>
                  <a:pt x="39510" y="1189"/>
                  <a:pt x="39654" y="1201"/>
                  <a:pt x="39801" y="1201"/>
                </a:cubicBezTo>
                <a:cubicBezTo>
                  <a:pt x="39835" y="1201"/>
                  <a:pt x="39870" y="1200"/>
                  <a:pt x="39905" y="1199"/>
                </a:cubicBezTo>
                <a:cubicBezTo>
                  <a:pt x="39907" y="1198"/>
                  <a:pt x="39909" y="1198"/>
                  <a:pt x="39911" y="1198"/>
                </a:cubicBezTo>
                <a:cubicBezTo>
                  <a:pt x="40064" y="1198"/>
                  <a:pt x="40048" y="1526"/>
                  <a:pt x="40056" y="1617"/>
                </a:cubicBezTo>
                <a:cubicBezTo>
                  <a:pt x="40190" y="3165"/>
                  <a:pt x="40048" y="4730"/>
                  <a:pt x="40039" y="6279"/>
                </a:cubicBezTo>
                <a:cubicBezTo>
                  <a:pt x="40031" y="7986"/>
                  <a:pt x="40198" y="9685"/>
                  <a:pt x="40408" y="11376"/>
                </a:cubicBezTo>
                <a:cubicBezTo>
                  <a:pt x="40617" y="13066"/>
                  <a:pt x="40876" y="14757"/>
                  <a:pt x="41085" y="16447"/>
                </a:cubicBezTo>
                <a:cubicBezTo>
                  <a:pt x="41178" y="17209"/>
                  <a:pt x="41311" y="17962"/>
                  <a:pt x="41403" y="18715"/>
                </a:cubicBezTo>
                <a:cubicBezTo>
                  <a:pt x="41512" y="19578"/>
                  <a:pt x="41470" y="20448"/>
                  <a:pt x="41462" y="21310"/>
                </a:cubicBezTo>
                <a:cubicBezTo>
                  <a:pt x="41462" y="21511"/>
                  <a:pt x="41617" y="21611"/>
                  <a:pt x="41772" y="21611"/>
                </a:cubicBezTo>
                <a:cubicBezTo>
                  <a:pt x="41927" y="21611"/>
                  <a:pt x="42081" y="21511"/>
                  <a:pt x="42081" y="21310"/>
                </a:cubicBezTo>
                <a:cubicBezTo>
                  <a:pt x="42098" y="20507"/>
                  <a:pt x="42123" y="19703"/>
                  <a:pt x="42048" y="18908"/>
                </a:cubicBezTo>
                <a:cubicBezTo>
                  <a:pt x="41973" y="18079"/>
                  <a:pt x="41814" y="17268"/>
                  <a:pt x="41713" y="16447"/>
                </a:cubicBezTo>
                <a:cubicBezTo>
                  <a:pt x="41512" y="14748"/>
                  <a:pt x="41253" y="13066"/>
                  <a:pt x="41035" y="11367"/>
                </a:cubicBezTo>
                <a:cubicBezTo>
                  <a:pt x="40826" y="9685"/>
                  <a:pt x="40667" y="7978"/>
                  <a:pt x="40659" y="6279"/>
                </a:cubicBezTo>
                <a:cubicBezTo>
                  <a:pt x="40659" y="4730"/>
                  <a:pt x="40809" y="3157"/>
                  <a:pt x="40650" y="1609"/>
                </a:cubicBezTo>
                <a:cubicBezTo>
                  <a:pt x="40617" y="1224"/>
                  <a:pt x="40575" y="814"/>
                  <a:pt x="40190" y="646"/>
                </a:cubicBezTo>
                <a:cubicBezTo>
                  <a:pt x="40078" y="598"/>
                  <a:pt x="39941" y="587"/>
                  <a:pt x="39802" y="587"/>
                </a:cubicBezTo>
                <a:cubicBezTo>
                  <a:pt x="39671" y="587"/>
                  <a:pt x="39538" y="597"/>
                  <a:pt x="39423" y="597"/>
                </a:cubicBezTo>
                <a:cubicBezTo>
                  <a:pt x="39405" y="597"/>
                  <a:pt x="39387" y="597"/>
                  <a:pt x="39370" y="596"/>
                </a:cubicBezTo>
                <a:cubicBezTo>
                  <a:pt x="39078" y="580"/>
                  <a:pt x="38786" y="574"/>
                  <a:pt x="38494" y="574"/>
                </a:cubicBezTo>
                <a:cubicBezTo>
                  <a:pt x="38326" y="574"/>
                  <a:pt x="38157" y="576"/>
                  <a:pt x="37989" y="579"/>
                </a:cubicBezTo>
                <a:cubicBezTo>
                  <a:pt x="37272" y="586"/>
                  <a:pt x="36557" y="594"/>
                  <a:pt x="35843" y="594"/>
                </a:cubicBezTo>
                <a:cubicBezTo>
                  <a:pt x="34883" y="594"/>
                  <a:pt x="33924" y="581"/>
                  <a:pt x="32959" y="537"/>
                </a:cubicBezTo>
                <a:cubicBezTo>
                  <a:pt x="31899" y="496"/>
                  <a:pt x="30845" y="467"/>
                  <a:pt x="29791" y="467"/>
                </a:cubicBezTo>
                <a:cubicBezTo>
                  <a:pt x="29140" y="467"/>
                  <a:pt x="28489" y="478"/>
                  <a:pt x="27837" y="504"/>
                </a:cubicBezTo>
                <a:cubicBezTo>
                  <a:pt x="26146" y="571"/>
                  <a:pt x="24456" y="571"/>
                  <a:pt x="22773" y="655"/>
                </a:cubicBezTo>
                <a:cubicBezTo>
                  <a:pt x="21121" y="741"/>
                  <a:pt x="19497" y="1094"/>
                  <a:pt x="17848" y="1094"/>
                </a:cubicBezTo>
                <a:cubicBezTo>
                  <a:pt x="17744" y="1094"/>
                  <a:pt x="17639" y="1093"/>
                  <a:pt x="17534" y="1090"/>
                </a:cubicBezTo>
                <a:cubicBezTo>
                  <a:pt x="17466" y="1087"/>
                  <a:pt x="17398" y="1086"/>
                  <a:pt x="17330" y="1086"/>
                </a:cubicBezTo>
                <a:cubicBezTo>
                  <a:pt x="16512" y="1086"/>
                  <a:pt x="15700" y="1257"/>
                  <a:pt x="14873" y="1257"/>
                </a:cubicBezTo>
                <a:lnTo>
                  <a:pt x="12061" y="1257"/>
                </a:lnTo>
                <a:cubicBezTo>
                  <a:pt x="11325" y="1260"/>
                  <a:pt x="10588" y="1269"/>
                  <a:pt x="9852" y="1269"/>
                </a:cubicBezTo>
                <a:cubicBezTo>
                  <a:pt x="8706" y="1269"/>
                  <a:pt x="7562" y="1248"/>
                  <a:pt x="6420" y="1157"/>
                </a:cubicBezTo>
                <a:cubicBezTo>
                  <a:pt x="5483" y="1090"/>
                  <a:pt x="4545" y="989"/>
                  <a:pt x="3608" y="922"/>
                </a:cubicBezTo>
                <a:cubicBezTo>
                  <a:pt x="3164" y="889"/>
                  <a:pt x="2721" y="872"/>
                  <a:pt x="2277" y="830"/>
                </a:cubicBezTo>
                <a:cubicBezTo>
                  <a:pt x="1931" y="800"/>
                  <a:pt x="1599" y="709"/>
                  <a:pt x="1256" y="709"/>
                </a:cubicBezTo>
                <a:cubicBezTo>
                  <a:pt x="1217" y="709"/>
                  <a:pt x="1178" y="711"/>
                  <a:pt x="1139" y="713"/>
                </a:cubicBezTo>
                <a:cubicBezTo>
                  <a:pt x="1089" y="713"/>
                  <a:pt x="1047" y="738"/>
                  <a:pt x="1013" y="763"/>
                </a:cubicBezTo>
                <a:cubicBezTo>
                  <a:pt x="1047" y="554"/>
                  <a:pt x="1114" y="353"/>
                  <a:pt x="1239" y="178"/>
                </a:cubicBezTo>
                <a:cubicBezTo>
                  <a:pt x="1297" y="101"/>
                  <a:pt x="1209" y="1"/>
                  <a:pt x="112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5" name="Google Shape;2355;p36"/>
          <p:cNvGrpSpPr/>
          <p:nvPr/>
        </p:nvGrpSpPr>
        <p:grpSpPr>
          <a:xfrm>
            <a:off x="3476524" y="1600239"/>
            <a:ext cx="2080200" cy="1065425"/>
            <a:chOff x="3840039" y="1403932"/>
            <a:chExt cx="2080200" cy="1065425"/>
          </a:xfrm>
        </p:grpSpPr>
        <p:sp>
          <p:nvSpPr>
            <p:cNvPr id="2356" name="Google Shape;2356;p36"/>
            <p:cNvSpPr txBox="1"/>
            <p:nvPr/>
          </p:nvSpPr>
          <p:spPr>
            <a:xfrm>
              <a:off x="3840039" y="1704357"/>
              <a:ext cx="20802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fifth planet from the Sun and the largest in the complete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57" name="Google Shape;2357;p36"/>
            <p:cNvSpPr txBox="1"/>
            <p:nvPr/>
          </p:nvSpPr>
          <p:spPr>
            <a:xfrm>
              <a:off x="3840039" y="1403932"/>
              <a:ext cx="20802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Personality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358" name="Google Shape;2358;p36"/>
          <p:cNvGrpSpPr/>
          <p:nvPr/>
        </p:nvGrpSpPr>
        <p:grpSpPr>
          <a:xfrm>
            <a:off x="3476524" y="3158556"/>
            <a:ext cx="2080200" cy="1065425"/>
            <a:chOff x="3840048" y="3566450"/>
            <a:chExt cx="2080200" cy="1065425"/>
          </a:xfrm>
        </p:grpSpPr>
        <p:sp>
          <p:nvSpPr>
            <p:cNvPr id="2359" name="Google Shape;2359;p36"/>
            <p:cNvSpPr txBox="1"/>
            <p:nvPr/>
          </p:nvSpPr>
          <p:spPr>
            <a:xfrm>
              <a:off x="3840048" y="3566450"/>
              <a:ext cx="20802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Education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360" name="Google Shape;2360;p36"/>
            <p:cNvSpPr txBox="1"/>
            <p:nvPr/>
          </p:nvSpPr>
          <p:spPr>
            <a:xfrm>
              <a:off x="3840048" y="3866875"/>
              <a:ext cx="20802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now a cold place full of iron oxide dust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361" name="Google Shape;2361;p36"/>
          <p:cNvSpPr/>
          <p:nvPr/>
        </p:nvSpPr>
        <p:spPr>
          <a:xfrm>
            <a:off x="3407350" y="2915800"/>
            <a:ext cx="2149509" cy="58800"/>
          </a:xfrm>
          <a:custGeom>
            <a:rect b="b" l="l" r="r" t="t"/>
            <a:pathLst>
              <a:path extrusionOk="0" h="2352" w="68298">
                <a:moveTo>
                  <a:pt x="0" y="490"/>
                </a:moveTo>
                <a:cubicBezTo>
                  <a:pt x="12578" y="-477"/>
                  <a:pt x="25330" y="119"/>
                  <a:pt x="37818" y="1901"/>
                </a:cubicBezTo>
                <a:cubicBezTo>
                  <a:pt x="47887" y="3338"/>
                  <a:pt x="58127" y="490"/>
                  <a:pt x="68298" y="490"/>
                </a:cubicBezTo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62" name="Google Shape;2362;p36"/>
          <p:cNvSpPr/>
          <p:nvPr/>
        </p:nvSpPr>
        <p:spPr>
          <a:xfrm>
            <a:off x="3434650" y="2899825"/>
            <a:ext cx="1933225" cy="84675"/>
          </a:xfrm>
          <a:custGeom>
            <a:rect b="b" l="l" r="r" t="t"/>
            <a:pathLst>
              <a:path extrusionOk="0" h="3387" w="77329">
                <a:moveTo>
                  <a:pt x="0" y="3387"/>
                </a:moveTo>
                <a:cubicBezTo>
                  <a:pt x="11089" y="-311"/>
                  <a:pt x="23306" y="1129"/>
                  <a:pt x="34995" y="1129"/>
                </a:cubicBezTo>
                <a:cubicBezTo>
                  <a:pt x="49111" y="1129"/>
                  <a:pt x="63213" y="0"/>
                  <a:pt x="77329" y="0"/>
                </a:cubicBez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63" name="Google Shape;2363;p36"/>
          <p:cNvSpPr/>
          <p:nvPr/>
        </p:nvSpPr>
        <p:spPr>
          <a:xfrm rot="5400000">
            <a:off x="2730961" y="1475349"/>
            <a:ext cx="3423188" cy="2695590"/>
          </a:xfrm>
          <a:custGeom>
            <a:rect b="b" l="l" r="r" t="t"/>
            <a:pathLst>
              <a:path extrusionOk="0" h="23830" w="42885">
                <a:moveTo>
                  <a:pt x="14937" y="618"/>
                </a:moveTo>
                <a:cubicBezTo>
                  <a:pt x="16359" y="618"/>
                  <a:pt x="17781" y="623"/>
                  <a:pt x="19202" y="632"/>
                </a:cubicBezTo>
                <a:lnTo>
                  <a:pt x="19202" y="632"/>
                </a:lnTo>
                <a:cubicBezTo>
                  <a:pt x="14620" y="702"/>
                  <a:pt x="10037" y="734"/>
                  <a:pt x="5456" y="734"/>
                </a:cubicBezTo>
                <a:cubicBezTo>
                  <a:pt x="4662" y="734"/>
                  <a:pt x="3868" y="733"/>
                  <a:pt x="3074" y="731"/>
                </a:cubicBezTo>
                <a:lnTo>
                  <a:pt x="3074" y="731"/>
                </a:lnTo>
                <a:cubicBezTo>
                  <a:pt x="7027" y="656"/>
                  <a:pt x="10982" y="618"/>
                  <a:pt x="14937" y="618"/>
                </a:cubicBezTo>
                <a:close/>
                <a:moveTo>
                  <a:pt x="40421" y="460"/>
                </a:moveTo>
                <a:cubicBezTo>
                  <a:pt x="41009" y="3826"/>
                  <a:pt x="41466" y="7216"/>
                  <a:pt x="41746" y="10630"/>
                </a:cubicBezTo>
                <a:cubicBezTo>
                  <a:pt x="41827" y="11601"/>
                  <a:pt x="41894" y="12573"/>
                  <a:pt x="41950" y="13546"/>
                </a:cubicBezTo>
                <a:lnTo>
                  <a:pt x="41950" y="13546"/>
                </a:lnTo>
                <a:cubicBezTo>
                  <a:pt x="41883" y="12984"/>
                  <a:pt x="41815" y="12422"/>
                  <a:pt x="41746" y="11861"/>
                </a:cubicBezTo>
                <a:cubicBezTo>
                  <a:pt x="41336" y="8555"/>
                  <a:pt x="40968" y="5199"/>
                  <a:pt x="40365" y="1918"/>
                </a:cubicBezTo>
                <a:cubicBezTo>
                  <a:pt x="40290" y="1483"/>
                  <a:pt x="40072" y="989"/>
                  <a:pt x="39629" y="813"/>
                </a:cubicBezTo>
                <a:cubicBezTo>
                  <a:pt x="39160" y="635"/>
                  <a:pt x="38613" y="620"/>
                  <a:pt x="38083" y="620"/>
                </a:cubicBezTo>
                <a:cubicBezTo>
                  <a:pt x="37976" y="620"/>
                  <a:pt x="37871" y="620"/>
                  <a:pt x="37767" y="620"/>
                </a:cubicBezTo>
                <a:cubicBezTo>
                  <a:pt x="37611" y="620"/>
                  <a:pt x="37458" y="619"/>
                  <a:pt x="37310" y="612"/>
                </a:cubicBezTo>
                <a:cubicBezTo>
                  <a:pt x="37104" y="605"/>
                  <a:pt x="36898" y="599"/>
                  <a:pt x="36692" y="592"/>
                </a:cubicBezTo>
                <a:lnTo>
                  <a:pt x="36692" y="592"/>
                </a:lnTo>
                <a:cubicBezTo>
                  <a:pt x="37935" y="550"/>
                  <a:pt x="39178" y="506"/>
                  <a:pt x="40421" y="460"/>
                </a:cubicBezTo>
                <a:close/>
                <a:moveTo>
                  <a:pt x="42303" y="21185"/>
                </a:moveTo>
                <a:lnTo>
                  <a:pt x="42303" y="21185"/>
                </a:lnTo>
                <a:cubicBezTo>
                  <a:pt x="42324" y="21402"/>
                  <a:pt x="42345" y="21620"/>
                  <a:pt x="42366" y="21837"/>
                </a:cubicBezTo>
                <a:lnTo>
                  <a:pt x="42366" y="21837"/>
                </a:lnTo>
                <a:cubicBezTo>
                  <a:pt x="42104" y="21822"/>
                  <a:pt x="41843" y="21807"/>
                  <a:pt x="41581" y="21792"/>
                </a:cubicBezTo>
                <a:lnTo>
                  <a:pt x="41581" y="21792"/>
                </a:lnTo>
                <a:cubicBezTo>
                  <a:pt x="41879" y="21649"/>
                  <a:pt x="42132" y="21455"/>
                  <a:pt x="42303" y="21185"/>
                </a:cubicBezTo>
                <a:close/>
                <a:moveTo>
                  <a:pt x="31177" y="22007"/>
                </a:moveTo>
                <a:cubicBezTo>
                  <a:pt x="32923" y="22007"/>
                  <a:pt x="34668" y="22031"/>
                  <a:pt x="36413" y="22079"/>
                </a:cubicBezTo>
                <a:lnTo>
                  <a:pt x="36413" y="22079"/>
                </a:lnTo>
                <a:cubicBezTo>
                  <a:pt x="35030" y="22198"/>
                  <a:pt x="33647" y="22276"/>
                  <a:pt x="32264" y="22331"/>
                </a:cubicBezTo>
                <a:cubicBezTo>
                  <a:pt x="28832" y="22465"/>
                  <a:pt x="25401" y="22531"/>
                  <a:pt x="21970" y="22624"/>
                </a:cubicBezTo>
                <a:cubicBezTo>
                  <a:pt x="19093" y="22700"/>
                  <a:pt x="16221" y="22776"/>
                  <a:pt x="13346" y="22853"/>
                </a:cubicBezTo>
                <a:lnTo>
                  <a:pt x="13346" y="22853"/>
                </a:lnTo>
                <a:cubicBezTo>
                  <a:pt x="15438" y="22655"/>
                  <a:pt x="17532" y="22492"/>
                  <a:pt x="19626" y="22364"/>
                </a:cubicBezTo>
                <a:cubicBezTo>
                  <a:pt x="23472" y="22124"/>
                  <a:pt x="27325" y="22007"/>
                  <a:pt x="31177" y="22007"/>
                </a:cubicBezTo>
                <a:close/>
                <a:moveTo>
                  <a:pt x="30287" y="793"/>
                </a:moveTo>
                <a:lnTo>
                  <a:pt x="30287" y="793"/>
                </a:lnTo>
                <a:cubicBezTo>
                  <a:pt x="30890" y="807"/>
                  <a:pt x="31493" y="822"/>
                  <a:pt x="32096" y="838"/>
                </a:cubicBezTo>
                <a:cubicBezTo>
                  <a:pt x="33829" y="880"/>
                  <a:pt x="35570" y="939"/>
                  <a:pt x="37310" y="997"/>
                </a:cubicBezTo>
                <a:cubicBezTo>
                  <a:pt x="37354" y="999"/>
                  <a:pt x="37400" y="999"/>
                  <a:pt x="37447" y="999"/>
                </a:cubicBezTo>
                <a:cubicBezTo>
                  <a:pt x="37684" y="999"/>
                  <a:pt x="37970" y="984"/>
                  <a:pt x="38262" y="984"/>
                </a:cubicBezTo>
                <a:cubicBezTo>
                  <a:pt x="38887" y="984"/>
                  <a:pt x="39543" y="1055"/>
                  <a:pt x="39821" y="1499"/>
                </a:cubicBezTo>
                <a:cubicBezTo>
                  <a:pt x="39997" y="1784"/>
                  <a:pt x="40022" y="2194"/>
                  <a:pt x="40064" y="2512"/>
                </a:cubicBezTo>
                <a:cubicBezTo>
                  <a:pt x="40131" y="2989"/>
                  <a:pt x="40198" y="3466"/>
                  <a:pt x="40265" y="3943"/>
                </a:cubicBezTo>
                <a:cubicBezTo>
                  <a:pt x="40999" y="9186"/>
                  <a:pt x="41626" y="14442"/>
                  <a:pt x="42157" y="19710"/>
                </a:cubicBezTo>
                <a:lnTo>
                  <a:pt x="42157" y="19710"/>
                </a:lnTo>
                <a:cubicBezTo>
                  <a:pt x="42145" y="20121"/>
                  <a:pt x="42087" y="20520"/>
                  <a:pt x="41922" y="20858"/>
                </a:cubicBezTo>
                <a:cubicBezTo>
                  <a:pt x="41621" y="21494"/>
                  <a:pt x="40641" y="21544"/>
                  <a:pt x="40047" y="21644"/>
                </a:cubicBezTo>
                <a:cubicBezTo>
                  <a:pt x="39930" y="21663"/>
                  <a:pt x="39813" y="21680"/>
                  <a:pt x="39696" y="21697"/>
                </a:cubicBezTo>
                <a:lnTo>
                  <a:pt x="39696" y="21697"/>
                </a:lnTo>
                <a:cubicBezTo>
                  <a:pt x="36911" y="21572"/>
                  <a:pt x="34123" y="21510"/>
                  <a:pt x="31336" y="21510"/>
                </a:cubicBezTo>
                <a:cubicBezTo>
                  <a:pt x="28253" y="21510"/>
                  <a:pt x="25172" y="21586"/>
                  <a:pt x="22095" y="21736"/>
                </a:cubicBezTo>
                <a:cubicBezTo>
                  <a:pt x="18672" y="21895"/>
                  <a:pt x="15257" y="22163"/>
                  <a:pt x="11851" y="22506"/>
                </a:cubicBezTo>
                <a:cubicBezTo>
                  <a:pt x="10370" y="22659"/>
                  <a:pt x="8895" y="22830"/>
                  <a:pt x="7421" y="23020"/>
                </a:cubicBezTo>
                <a:lnTo>
                  <a:pt x="7421" y="23020"/>
                </a:lnTo>
                <a:cubicBezTo>
                  <a:pt x="7078" y="23030"/>
                  <a:pt x="6736" y="23040"/>
                  <a:pt x="6394" y="23050"/>
                </a:cubicBezTo>
                <a:lnTo>
                  <a:pt x="3900" y="23117"/>
                </a:lnTo>
                <a:cubicBezTo>
                  <a:pt x="3839" y="23119"/>
                  <a:pt x="3779" y="23120"/>
                  <a:pt x="3719" y="23120"/>
                </a:cubicBezTo>
                <a:cubicBezTo>
                  <a:pt x="3661" y="23120"/>
                  <a:pt x="3604" y="23119"/>
                  <a:pt x="3547" y="23117"/>
                </a:cubicBezTo>
                <a:lnTo>
                  <a:pt x="3547" y="23117"/>
                </a:lnTo>
                <a:cubicBezTo>
                  <a:pt x="3205" y="22952"/>
                  <a:pt x="2911" y="22681"/>
                  <a:pt x="2695" y="22255"/>
                </a:cubicBezTo>
                <a:cubicBezTo>
                  <a:pt x="2402" y="21695"/>
                  <a:pt x="2352" y="21008"/>
                  <a:pt x="2302" y="20397"/>
                </a:cubicBezTo>
                <a:cubicBezTo>
                  <a:pt x="2226" y="19502"/>
                  <a:pt x="2176" y="18606"/>
                  <a:pt x="2126" y="17719"/>
                </a:cubicBezTo>
                <a:cubicBezTo>
                  <a:pt x="2026" y="15995"/>
                  <a:pt x="1975" y="14279"/>
                  <a:pt x="1950" y="12555"/>
                </a:cubicBezTo>
                <a:cubicBezTo>
                  <a:pt x="1900" y="9116"/>
                  <a:pt x="1984" y="5667"/>
                  <a:pt x="2218" y="2236"/>
                </a:cubicBezTo>
                <a:cubicBezTo>
                  <a:pt x="2222" y="2132"/>
                  <a:pt x="2140" y="2080"/>
                  <a:pt x="2054" y="2080"/>
                </a:cubicBezTo>
                <a:cubicBezTo>
                  <a:pt x="1967" y="2080"/>
                  <a:pt x="1875" y="2134"/>
                  <a:pt x="1867" y="2244"/>
                </a:cubicBezTo>
                <a:cubicBezTo>
                  <a:pt x="1651" y="5298"/>
                  <a:pt x="1527" y="8364"/>
                  <a:pt x="1526" y="11426"/>
                </a:cubicBezTo>
                <a:lnTo>
                  <a:pt x="1526" y="11426"/>
                </a:lnTo>
                <a:cubicBezTo>
                  <a:pt x="1328" y="8020"/>
                  <a:pt x="1154" y="4615"/>
                  <a:pt x="1005" y="1201"/>
                </a:cubicBezTo>
                <a:lnTo>
                  <a:pt x="1005" y="1201"/>
                </a:lnTo>
                <a:cubicBezTo>
                  <a:pt x="1862" y="1204"/>
                  <a:pt x="2720" y="1205"/>
                  <a:pt x="3577" y="1205"/>
                </a:cubicBezTo>
                <a:cubicBezTo>
                  <a:pt x="12487" y="1205"/>
                  <a:pt x="21387" y="1050"/>
                  <a:pt x="30287" y="793"/>
                </a:cubicBezTo>
                <a:close/>
                <a:moveTo>
                  <a:pt x="40622" y="1"/>
                </a:moveTo>
                <a:cubicBezTo>
                  <a:pt x="40617" y="1"/>
                  <a:pt x="40613" y="1"/>
                  <a:pt x="40608" y="1"/>
                </a:cubicBezTo>
                <a:cubicBezTo>
                  <a:pt x="37026" y="162"/>
                  <a:pt x="33441" y="293"/>
                  <a:pt x="29854" y="398"/>
                </a:cubicBezTo>
                <a:lnTo>
                  <a:pt x="29854" y="398"/>
                </a:lnTo>
                <a:cubicBezTo>
                  <a:pt x="27119" y="334"/>
                  <a:pt x="24388" y="287"/>
                  <a:pt x="21652" y="261"/>
                </a:cubicBezTo>
                <a:cubicBezTo>
                  <a:pt x="19330" y="236"/>
                  <a:pt x="17009" y="224"/>
                  <a:pt x="14688" y="224"/>
                </a:cubicBezTo>
                <a:cubicBezTo>
                  <a:pt x="10046" y="224"/>
                  <a:pt x="5404" y="272"/>
                  <a:pt x="762" y="361"/>
                </a:cubicBezTo>
                <a:cubicBezTo>
                  <a:pt x="653" y="361"/>
                  <a:pt x="544" y="453"/>
                  <a:pt x="553" y="579"/>
                </a:cubicBezTo>
                <a:cubicBezTo>
                  <a:pt x="554" y="627"/>
                  <a:pt x="556" y="675"/>
                  <a:pt x="558" y="722"/>
                </a:cubicBezTo>
                <a:lnTo>
                  <a:pt x="558" y="722"/>
                </a:lnTo>
                <a:cubicBezTo>
                  <a:pt x="473" y="722"/>
                  <a:pt x="387" y="722"/>
                  <a:pt x="302" y="721"/>
                </a:cubicBezTo>
                <a:cubicBezTo>
                  <a:pt x="0" y="721"/>
                  <a:pt x="0" y="1190"/>
                  <a:pt x="302" y="1198"/>
                </a:cubicBezTo>
                <a:cubicBezTo>
                  <a:pt x="393" y="1199"/>
                  <a:pt x="485" y="1199"/>
                  <a:pt x="576" y="1199"/>
                </a:cubicBezTo>
                <a:lnTo>
                  <a:pt x="576" y="1199"/>
                </a:lnTo>
                <a:cubicBezTo>
                  <a:pt x="836" y="7880"/>
                  <a:pt x="1221" y="14553"/>
                  <a:pt x="1733" y="21217"/>
                </a:cubicBezTo>
                <a:cubicBezTo>
                  <a:pt x="1775" y="21812"/>
                  <a:pt x="1791" y="22406"/>
                  <a:pt x="2093" y="22942"/>
                </a:cubicBezTo>
                <a:cubicBezTo>
                  <a:pt x="2367" y="23416"/>
                  <a:pt x="2933" y="23560"/>
                  <a:pt x="3442" y="23594"/>
                </a:cubicBezTo>
                <a:lnTo>
                  <a:pt x="3442" y="23594"/>
                </a:lnTo>
                <a:cubicBezTo>
                  <a:pt x="3777" y="23739"/>
                  <a:pt x="4158" y="23817"/>
                  <a:pt x="4570" y="23829"/>
                </a:cubicBezTo>
                <a:cubicBezTo>
                  <a:pt x="4607" y="23830"/>
                  <a:pt x="4644" y="23830"/>
                  <a:pt x="4682" y="23830"/>
                </a:cubicBezTo>
                <a:cubicBezTo>
                  <a:pt x="5366" y="23830"/>
                  <a:pt x="6063" y="23690"/>
                  <a:pt x="6746" y="23603"/>
                </a:cubicBezTo>
                <a:cubicBezTo>
                  <a:pt x="6997" y="23569"/>
                  <a:pt x="7249" y="23536"/>
                  <a:pt x="7501" y="23504"/>
                </a:cubicBezTo>
                <a:lnTo>
                  <a:pt x="7501" y="23504"/>
                </a:lnTo>
                <a:cubicBezTo>
                  <a:pt x="7824" y="23495"/>
                  <a:pt x="8147" y="23486"/>
                  <a:pt x="8470" y="23477"/>
                </a:cubicBezTo>
                <a:cubicBezTo>
                  <a:pt x="11926" y="23393"/>
                  <a:pt x="15391" y="23301"/>
                  <a:pt x="18848" y="23209"/>
                </a:cubicBezTo>
                <a:cubicBezTo>
                  <a:pt x="22313" y="23117"/>
                  <a:pt x="25769" y="23025"/>
                  <a:pt x="29226" y="22933"/>
                </a:cubicBezTo>
                <a:cubicBezTo>
                  <a:pt x="32548" y="22849"/>
                  <a:pt x="35879" y="22741"/>
                  <a:pt x="39185" y="22280"/>
                </a:cubicBezTo>
                <a:cubicBezTo>
                  <a:pt x="39381" y="22253"/>
                  <a:pt x="39605" y="22230"/>
                  <a:pt x="39843" y="22203"/>
                </a:cubicBezTo>
                <a:lnTo>
                  <a:pt x="39843" y="22203"/>
                </a:lnTo>
                <a:cubicBezTo>
                  <a:pt x="40770" y="22244"/>
                  <a:pt x="41698" y="22293"/>
                  <a:pt x="42625" y="22347"/>
                </a:cubicBezTo>
                <a:cubicBezTo>
                  <a:pt x="42629" y="22348"/>
                  <a:pt x="42633" y="22348"/>
                  <a:pt x="42637" y="22348"/>
                </a:cubicBezTo>
                <a:cubicBezTo>
                  <a:pt x="42759" y="22348"/>
                  <a:pt x="42884" y="22226"/>
                  <a:pt x="42876" y="22105"/>
                </a:cubicBezTo>
                <a:cubicBezTo>
                  <a:pt x="42791" y="21239"/>
                  <a:pt x="42704" y="20374"/>
                  <a:pt x="42614" y="19510"/>
                </a:cubicBezTo>
                <a:lnTo>
                  <a:pt x="42614" y="19510"/>
                </a:lnTo>
                <a:cubicBezTo>
                  <a:pt x="42611" y="19288"/>
                  <a:pt x="42602" y="19066"/>
                  <a:pt x="42600" y="18849"/>
                </a:cubicBezTo>
                <a:cubicBezTo>
                  <a:pt x="42600" y="17962"/>
                  <a:pt x="42575" y="17066"/>
                  <a:pt x="42550" y="16179"/>
                </a:cubicBezTo>
                <a:cubicBezTo>
                  <a:pt x="42441" y="12748"/>
                  <a:pt x="42156" y="9325"/>
                  <a:pt x="41721" y="5918"/>
                </a:cubicBezTo>
                <a:cubicBezTo>
                  <a:pt x="41478" y="3994"/>
                  <a:pt x="41177" y="2077"/>
                  <a:pt x="40826" y="169"/>
                </a:cubicBezTo>
                <a:cubicBezTo>
                  <a:pt x="40810" y="73"/>
                  <a:pt x="40711" y="1"/>
                  <a:pt x="40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36"/>
          <p:cNvSpPr/>
          <p:nvPr/>
        </p:nvSpPr>
        <p:spPr>
          <a:xfrm rot="5400000">
            <a:off x="5554197" y="1577605"/>
            <a:ext cx="3362443" cy="2612602"/>
          </a:xfrm>
          <a:custGeom>
            <a:rect b="b" l="l" r="r" t="t"/>
            <a:pathLst>
              <a:path extrusionOk="0" h="24030" w="42124">
                <a:moveTo>
                  <a:pt x="1127" y="1"/>
                </a:moveTo>
                <a:cubicBezTo>
                  <a:pt x="1101" y="1"/>
                  <a:pt x="1075" y="11"/>
                  <a:pt x="1055" y="35"/>
                </a:cubicBezTo>
                <a:cubicBezTo>
                  <a:pt x="595" y="621"/>
                  <a:pt x="654" y="1558"/>
                  <a:pt x="662" y="2253"/>
                </a:cubicBezTo>
                <a:cubicBezTo>
                  <a:pt x="670" y="3349"/>
                  <a:pt x="528" y="4437"/>
                  <a:pt x="469" y="5525"/>
                </a:cubicBezTo>
                <a:cubicBezTo>
                  <a:pt x="352" y="7768"/>
                  <a:pt x="335" y="10020"/>
                  <a:pt x="235" y="12271"/>
                </a:cubicBezTo>
                <a:cubicBezTo>
                  <a:pt x="143" y="14422"/>
                  <a:pt x="76" y="16573"/>
                  <a:pt x="26" y="18724"/>
                </a:cubicBezTo>
                <a:cubicBezTo>
                  <a:pt x="1" y="19628"/>
                  <a:pt x="93" y="20481"/>
                  <a:pt x="243" y="21369"/>
                </a:cubicBezTo>
                <a:cubicBezTo>
                  <a:pt x="294" y="21670"/>
                  <a:pt x="319" y="22021"/>
                  <a:pt x="402" y="22348"/>
                </a:cubicBezTo>
                <a:cubicBezTo>
                  <a:pt x="135" y="22992"/>
                  <a:pt x="1198" y="23310"/>
                  <a:pt x="1716" y="23486"/>
                </a:cubicBezTo>
                <a:cubicBezTo>
                  <a:pt x="3022" y="23930"/>
                  <a:pt x="4403" y="24022"/>
                  <a:pt x="5776" y="24030"/>
                </a:cubicBezTo>
                <a:cubicBezTo>
                  <a:pt x="9081" y="24030"/>
                  <a:pt x="12421" y="23796"/>
                  <a:pt x="15710" y="23519"/>
                </a:cubicBezTo>
                <a:cubicBezTo>
                  <a:pt x="19116" y="23227"/>
                  <a:pt x="22522" y="22883"/>
                  <a:pt x="25920" y="22524"/>
                </a:cubicBezTo>
                <a:cubicBezTo>
                  <a:pt x="28434" y="22252"/>
                  <a:pt x="30934" y="22203"/>
                  <a:pt x="33443" y="22203"/>
                </a:cubicBezTo>
                <a:cubicBezTo>
                  <a:pt x="34335" y="22203"/>
                  <a:pt x="35227" y="22209"/>
                  <a:pt x="36122" y="22214"/>
                </a:cubicBezTo>
                <a:cubicBezTo>
                  <a:pt x="36650" y="22214"/>
                  <a:pt x="37177" y="22197"/>
                  <a:pt x="37704" y="22189"/>
                </a:cubicBezTo>
                <a:cubicBezTo>
                  <a:pt x="37759" y="22186"/>
                  <a:pt x="37814" y="22185"/>
                  <a:pt x="37869" y="22185"/>
                </a:cubicBezTo>
                <a:cubicBezTo>
                  <a:pt x="38325" y="22185"/>
                  <a:pt x="38755" y="22273"/>
                  <a:pt x="39219" y="22348"/>
                </a:cubicBezTo>
                <a:cubicBezTo>
                  <a:pt x="39440" y="22385"/>
                  <a:pt x="39699" y="22421"/>
                  <a:pt x="39957" y="22421"/>
                </a:cubicBezTo>
                <a:cubicBezTo>
                  <a:pt x="40335" y="22421"/>
                  <a:pt x="40711" y="22344"/>
                  <a:pt x="40960" y="22080"/>
                </a:cubicBezTo>
                <a:cubicBezTo>
                  <a:pt x="41052" y="21980"/>
                  <a:pt x="41060" y="21820"/>
                  <a:pt x="40960" y="21720"/>
                </a:cubicBezTo>
                <a:cubicBezTo>
                  <a:pt x="40918" y="21687"/>
                  <a:pt x="40885" y="21645"/>
                  <a:pt x="40843" y="21611"/>
                </a:cubicBezTo>
                <a:cubicBezTo>
                  <a:pt x="40796" y="21567"/>
                  <a:pt x="40740" y="21548"/>
                  <a:pt x="40686" y="21548"/>
                </a:cubicBezTo>
                <a:cubicBezTo>
                  <a:pt x="40554" y="21548"/>
                  <a:pt x="40427" y="21657"/>
                  <a:pt x="40433" y="21787"/>
                </a:cubicBezTo>
                <a:cubicBezTo>
                  <a:pt x="40275" y="21843"/>
                  <a:pt x="40097" y="21865"/>
                  <a:pt x="39914" y="21865"/>
                </a:cubicBezTo>
                <a:cubicBezTo>
                  <a:pt x="39551" y="21865"/>
                  <a:pt x="39168" y="21781"/>
                  <a:pt x="38884" y="21720"/>
                </a:cubicBezTo>
                <a:cubicBezTo>
                  <a:pt x="38549" y="21644"/>
                  <a:pt x="38206" y="21623"/>
                  <a:pt x="37861" y="21623"/>
                </a:cubicBezTo>
                <a:cubicBezTo>
                  <a:pt x="37442" y="21623"/>
                  <a:pt x="37020" y="21654"/>
                  <a:pt x="36607" y="21654"/>
                </a:cubicBezTo>
                <a:cubicBezTo>
                  <a:pt x="36579" y="21654"/>
                  <a:pt x="36552" y="21653"/>
                  <a:pt x="36524" y="21653"/>
                </a:cubicBezTo>
                <a:cubicBezTo>
                  <a:pt x="35075" y="21653"/>
                  <a:pt x="33626" y="21635"/>
                  <a:pt x="32177" y="21635"/>
                </a:cubicBezTo>
                <a:cubicBezTo>
                  <a:pt x="31935" y="21635"/>
                  <a:pt x="31694" y="21635"/>
                  <a:pt x="31452" y="21636"/>
                </a:cubicBezTo>
                <a:cubicBezTo>
                  <a:pt x="28021" y="21653"/>
                  <a:pt x="24623" y="22113"/>
                  <a:pt x="21217" y="22448"/>
                </a:cubicBezTo>
                <a:cubicBezTo>
                  <a:pt x="17819" y="22783"/>
                  <a:pt x="14421" y="23143"/>
                  <a:pt x="11006" y="23327"/>
                </a:cubicBezTo>
                <a:cubicBezTo>
                  <a:pt x="9391" y="23411"/>
                  <a:pt x="7767" y="23486"/>
                  <a:pt x="6152" y="23536"/>
                </a:cubicBezTo>
                <a:cubicBezTo>
                  <a:pt x="5936" y="23542"/>
                  <a:pt x="5720" y="23546"/>
                  <a:pt x="5504" y="23546"/>
                </a:cubicBezTo>
                <a:cubicBezTo>
                  <a:pt x="4263" y="23546"/>
                  <a:pt x="3023" y="23432"/>
                  <a:pt x="1825" y="23076"/>
                </a:cubicBezTo>
                <a:cubicBezTo>
                  <a:pt x="1633" y="23009"/>
                  <a:pt x="1432" y="22942"/>
                  <a:pt x="1239" y="22867"/>
                </a:cubicBezTo>
                <a:cubicBezTo>
                  <a:pt x="1239" y="22808"/>
                  <a:pt x="1223" y="22749"/>
                  <a:pt x="1164" y="22691"/>
                </a:cubicBezTo>
                <a:cubicBezTo>
                  <a:pt x="787" y="22323"/>
                  <a:pt x="821" y="21553"/>
                  <a:pt x="720" y="21059"/>
                </a:cubicBezTo>
                <a:cubicBezTo>
                  <a:pt x="528" y="20105"/>
                  <a:pt x="528" y="19134"/>
                  <a:pt x="553" y="18155"/>
                </a:cubicBezTo>
                <a:cubicBezTo>
                  <a:pt x="603" y="16196"/>
                  <a:pt x="628" y="14238"/>
                  <a:pt x="695" y="12271"/>
                </a:cubicBezTo>
                <a:cubicBezTo>
                  <a:pt x="771" y="10229"/>
                  <a:pt x="779" y="8187"/>
                  <a:pt x="838" y="6145"/>
                </a:cubicBezTo>
                <a:cubicBezTo>
                  <a:pt x="871" y="5124"/>
                  <a:pt x="946" y="4103"/>
                  <a:pt x="972" y="3082"/>
                </a:cubicBezTo>
                <a:cubicBezTo>
                  <a:pt x="988" y="2596"/>
                  <a:pt x="963" y="2119"/>
                  <a:pt x="963" y="1634"/>
                </a:cubicBezTo>
                <a:cubicBezTo>
                  <a:pt x="963" y="1450"/>
                  <a:pt x="963" y="1240"/>
                  <a:pt x="980" y="1031"/>
                </a:cubicBezTo>
                <a:cubicBezTo>
                  <a:pt x="1005" y="1081"/>
                  <a:pt x="1064" y="1107"/>
                  <a:pt x="1131" y="1107"/>
                </a:cubicBezTo>
                <a:cubicBezTo>
                  <a:pt x="1143" y="1106"/>
                  <a:pt x="1155" y="1106"/>
                  <a:pt x="1167" y="1106"/>
                </a:cubicBezTo>
                <a:cubicBezTo>
                  <a:pt x="1480" y="1106"/>
                  <a:pt x="1778" y="1208"/>
                  <a:pt x="2085" y="1249"/>
                </a:cubicBezTo>
                <a:cubicBezTo>
                  <a:pt x="2461" y="1291"/>
                  <a:pt x="2846" y="1324"/>
                  <a:pt x="3223" y="1358"/>
                </a:cubicBezTo>
                <a:cubicBezTo>
                  <a:pt x="4085" y="1425"/>
                  <a:pt x="4947" y="1517"/>
                  <a:pt x="5801" y="1609"/>
                </a:cubicBezTo>
                <a:cubicBezTo>
                  <a:pt x="7491" y="1776"/>
                  <a:pt x="9165" y="1801"/>
                  <a:pt x="10856" y="1810"/>
                </a:cubicBezTo>
                <a:cubicBezTo>
                  <a:pt x="11933" y="1810"/>
                  <a:pt x="13021" y="1856"/>
                  <a:pt x="14103" y="1856"/>
                </a:cubicBezTo>
                <a:cubicBezTo>
                  <a:pt x="14686" y="1856"/>
                  <a:pt x="15267" y="1842"/>
                  <a:pt x="15844" y="1801"/>
                </a:cubicBezTo>
                <a:cubicBezTo>
                  <a:pt x="16543" y="1756"/>
                  <a:pt x="17209" y="1664"/>
                  <a:pt x="17902" y="1664"/>
                </a:cubicBezTo>
                <a:cubicBezTo>
                  <a:pt x="17980" y="1664"/>
                  <a:pt x="18058" y="1665"/>
                  <a:pt x="18137" y="1667"/>
                </a:cubicBezTo>
                <a:cubicBezTo>
                  <a:pt x="18204" y="1670"/>
                  <a:pt x="18272" y="1671"/>
                  <a:pt x="18340" y="1671"/>
                </a:cubicBezTo>
                <a:cubicBezTo>
                  <a:pt x="19100" y="1671"/>
                  <a:pt x="19860" y="1508"/>
                  <a:pt x="20606" y="1416"/>
                </a:cubicBezTo>
                <a:cubicBezTo>
                  <a:pt x="22271" y="1232"/>
                  <a:pt x="23912" y="1224"/>
                  <a:pt x="25586" y="1173"/>
                </a:cubicBezTo>
                <a:cubicBezTo>
                  <a:pt x="27073" y="1122"/>
                  <a:pt x="28554" y="1033"/>
                  <a:pt x="30045" y="1033"/>
                </a:cubicBezTo>
                <a:cubicBezTo>
                  <a:pt x="30266" y="1033"/>
                  <a:pt x="30486" y="1035"/>
                  <a:pt x="30708" y="1040"/>
                </a:cubicBezTo>
                <a:cubicBezTo>
                  <a:pt x="32407" y="1073"/>
                  <a:pt x="34114" y="1199"/>
                  <a:pt x="35821" y="1199"/>
                </a:cubicBezTo>
                <a:cubicBezTo>
                  <a:pt x="35907" y="1199"/>
                  <a:pt x="35994" y="1200"/>
                  <a:pt x="36080" y="1200"/>
                </a:cubicBezTo>
                <a:cubicBezTo>
                  <a:pt x="36780" y="1200"/>
                  <a:pt x="37481" y="1173"/>
                  <a:pt x="38181" y="1165"/>
                </a:cubicBezTo>
                <a:cubicBezTo>
                  <a:pt x="38287" y="1163"/>
                  <a:pt x="38392" y="1162"/>
                  <a:pt x="38498" y="1162"/>
                </a:cubicBezTo>
                <a:cubicBezTo>
                  <a:pt x="38785" y="1162"/>
                  <a:pt x="39073" y="1170"/>
                  <a:pt x="39361" y="1182"/>
                </a:cubicBezTo>
                <a:cubicBezTo>
                  <a:pt x="39510" y="1189"/>
                  <a:pt x="39654" y="1201"/>
                  <a:pt x="39801" y="1201"/>
                </a:cubicBezTo>
                <a:cubicBezTo>
                  <a:pt x="39835" y="1201"/>
                  <a:pt x="39870" y="1200"/>
                  <a:pt x="39905" y="1199"/>
                </a:cubicBezTo>
                <a:cubicBezTo>
                  <a:pt x="39907" y="1198"/>
                  <a:pt x="39909" y="1198"/>
                  <a:pt x="39911" y="1198"/>
                </a:cubicBezTo>
                <a:cubicBezTo>
                  <a:pt x="40064" y="1198"/>
                  <a:pt x="40048" y="1526"/>
                  <a:pt x="40056" y="1617"/>
                </a:cubicBezTo>
                <a:cubicBezTo>
                  <a:pt x="40190" y="3165"/>
                  <a:pt x="40048" y="4730"/>
                  <a:pt x="40039" y="6279"/>
                </a:cubicBezTo>
                <a:cubicBezTo>
                  <a:pt x="40031" y="7986"/>
                  <a:pt x="40198" y="9685"/>
                  <a:pt x="40408" y="11376"/>
                </a:cubicBezTo>
                <a:cubicBezTo>
                  <a:pt x="40617" y="13066"/>
                  <a:pt x="40876" y="14757"/>
                  <a:pt x="41085" y="16447"/>
                </a:cubicBezTo>
                <a:cubicBezTo>
                  <a:pt x="41178" y="17209"/>
                  <a:pt x="41311" y="17962"/>
                  <a:pt x="41403" y="18715"/>
                </a:cubicBezTo>
                <a:cubicBezTo>
                  <a:pt x="41512" y="19578"/>
                  <a:pt x="41470" y="20448"/>
                  <a:pt x="41462" y="21310"/>
                </a:cubicBezTo>
                <a:cubicBezTo>
                  <a:pt x="41462" y="21511"/>
                  <a:pt x="41617" y="21611"/>
                  <a:pt x="41772" y="21611"/>
                </a:cubicBezTo>
                <a:cubicBezTo>
                  <a:pt x="41927" y="21611"/>
                  <a:pt x="42081" y="21511"/>
                  <a:pt x="42081" y="21310"/>
                </a:cubicBezTo>
                <a:cubicBezTo>
                  <a:pt x="42098" y="20507"/>
                  <a:pt x="42123" y="19703"/>
                  <a:pt x="42048" y="18908"/>
                </a:cubicBezTo>
                <a:cubicBezTo>
                  <a:pt x="41973" y="18079"/>
                  <a:pt x="41814" y="17268"/>
                  <a:pt x="41713" y="16447"/>
                </a:cubicBezTo>
                <a:cubicBezTo>
                  <a:pt x="41512" y="14748"/>
                  <a:pt x="41253" y="13066"/>
                  <a:pt x="41035" y="11367"/>
                </a:cubicBezTo>
                <a:cubicBezTo>
                  <a:pt x="40826" y="9685"/>
                  <a:pt x="40667" y="7978"/>
                  <a:pt x="40659" y="6279"/>
                </a:cubicBezTo>
                <a:cubicBezTo>
                  <a:pt x="40659" y="4730"/>
                  <a:pt x="40809" y="3157"/>
                  <a:pt x="40650" y="1609"/>
                </a:cubicBezTo>
                <a:cubicBezTo>
                  <a:pt x="40617" y="1224"/>
                  <a:pt x="40575" y="814"/>
                  <a:pt x="40190" y="646"/>
                </a:cubicBezTo>
                <a:cubicBezTo>
                  <a:pt x="40078" y="598"/>
                  <a:pt x="39941" y="587"/>
                  <a:pt x="39802" y="587"/>
                </a:cubicBezTo>
                <a:cubicBezTo>
                  <a:pt x="39671" y="587"/>
                  <a:pt x="39538" y="597"/>
                  <a:pt x="39423" y="597"/>
                </a:cubicBezTo>
                <a:cubicBezTo>
                  <a:pt x="39405" y="597"/>
                  <a:pt x="39387" y="597"/>
                  <a:pt x="39370" y="596"/>
                </a:cubicBezTo>
                <a:cubicBezTo>
                  <a:pt x="39078" y="580"/>
                  <a:pt x="38786" y="574"/>
                  <a:pt x="38494" y="574"/>
                </a:cubicBezTo>
                <a:cubicBezTo>
                  <a:pt x="38326" y="574"/>
                  <a:pt x="38157" y="576"/>
                  <a:pt x="37989" y="579"/>
                </a:cubicBezTo>
                <a:cubicBezTo>
                  <a:pt x="37272" y="586"/>
                  <a:pt x="36557" y="594"/>
                  <a:pt x="35843" y="594"/>
                </a:cubicBezTo>
                <a:cubicBezTo>
                  <a:pt x="34883" y="594"/>
                  <a:pt x="33924" y="581"/>
                  <a:pt x="32959" y="537"/>
                </a:cubicBezTo>
                <a:cubicBezTo>
                  <a:pt x="31899" y="496"/>
                  <a:pt x="30845" y="467"/>
                  <a:pt x="29791" y="467"/>
                </a:cubicBezTo>
                <a:cubicBezTo>
                  <a:pt x="29140" y="467"/>
                  <a:pt x="28489" y="478"/>
                  <a:pt x="27837" y="504"/>
                </a:cubicBezTo>
                <a:cubicBezTo>
                  <a:pt x="26146" y="571"/>
                  <a:pt x="24456" y="571"/>
                  <a:pt x="22773" y="655"/>
                </a:cubicBezTo>
                <a:cubicBezTo>
                  <a:pt x="21121" y="741"/>
                  <a:pt x="19497" y="1094"/>
                  <a:pt x="17848" y="1094"/>
                </a:cubicBezTo>
                <a:cubicBezTo>
                  <a:pt x="17744" y="1094"/>
                  <a:pt x="17639" y="1093"/>
                  <a:pt x="17534" y="1090"/>
                </a:cubicBezTo>
                <a:cubicBezTo>
                  <a:pt x="17466" y="1087"/>
                  <a:pt x="17398" y="1086"/>
                  <a:pt x="17330" y="1086"/>
                </a:cubicBezTo>
                <a:cubicBezTo>
                  <a:pt x="16512" y="1086"/>
                  <a:pt x="15700" y="1257"/>
                  <a:pt x="14873" y="1257"/>
                </a:cubicBezTo>
                <a:lnTo>
                  <a:pt x="12061" y="1257"/>
                </a:lnTo>
                <a:cubicBezTo>
                  <a:pt x="11325" y="1260"/>
                  <a:pt x="10588" y="1269"/>
                  <a:pt x="9852" y="1269"/>
                </a:cubicBezTo>
                <a:cubicBezTo>
                  <a:pt x="8706" y="1269"/>
                  <a:pt x="7562" y="1248"/>
                  <a:pt x="6420" y="1157"/>
                </a:cubicBezTo>
                <a:cubicBezTo>
                  <a:pt x="5483" y="1090"/>
                  <a:pt x="4545" y="989"/>
                  <a:pt x="3608" y="922"/>
                </a:cubicBezTo>
                <a:cubicBezTo>
                  <a:pt x="3164" y="889"/>
                  <a:pt x="2721" y="872"/>
                  <a:pt x="2277" y="830"/>
                </a:cubicBezTo>
                <a:cubicBezTo>
                  <a:pt x="1931" y="800"/>
                  <a:pt x="1599" y="709"/>
                  <a:pt x="1256" y="709"/>
                </a:cubicBezTo>
                <a:cubicBezTo>
                  <a:pt x="1217" y="709"/>
                  <a:pt x="1178" y="711"/>
                  <a:pt x="1139" y="713"/>
                </a:cubicBezTo>
                <a:cubicBezTo>
                  <a:pt x="1089" y="713"/>
                  <a:pt x="1047" y="738"/>
                  <a:pt x="1013" y="763"/>
                </a:cubicBezTo>
                <a:cubicBezTo>
                  <a:pt x="1047" y="554"/>
                  <a:pt x="1114" y="353"/>
                  <a:pt x="1239" y="178"/>
                </a:cubicBezTo>
                <a:cubicBezTo>
                  <a:pt x="1297" y="101"/>
                  <a:pt x="1209" y="1"/>
                  <a:pt x="112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5" name="Google Shape;2365;p36"/>
          <p:cNvGrpSpPr/>
          <p:nvPr/>
        </p:nvGrpSpPr>
        <p:grpSpPr>
          <a:xfrm>
            <a:off x="6280624" y="1630614"/>
            <a:ext cx="2080200" cy="1065425"/>
            <a:chOff x="3840039" y="1403932"/>
            <a:chExt cx="2080200" cy="1065425"/>
          </a:xfrm>
        </p:grpSpPr>
        <p:sp>
          <p:nvSpPr>
            <p:cNvPr id="2366" name="Google Shape;2366;p36"/>
            <p:cNvSpPr txBox="1"/>
            <p:nvPr/>
          </p:nvSpPr>
          <p:spPr>
            <a:xfrm>
              <a:off x="3840039" y="1704357"/>
              <a:ext cx="20802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67" name="Google Shape;2367;p36"/>
            <p:cNvSpPr txBox="1"/>
            <p:nvPr/>
          </p:nvSpPr>
          <p:spPr>
            <a:xfrm>
              <a:off x="3840039" y="1403932"/>
              <a:ext cx="20802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Experience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368" name="Google Shape;2368;p36"/>
          <p:cNvGrpSpPr/>
          <p:nvPr/>
        </p:nvGrpSpPr>
        <p:grpSpPr>
          <a:xfrm>
            <a:off x="6280624" y="3188931"/>
            <a:ext cx="2080200" cy="1065425"/>
            <a:chOff x="3840048" y="3566450"/>
            <a:chExt cx="2080200" cy="1065425"/>
          </a:xfrm>
        </p:grpSpPr>
        <p:sp>
          <p:nvSpPr>
            <p:cNvPr id="2369" name="Google Shape;2369;p36"/>
            <p:cNvSpPr txBox="1"/>
            <p:nvPr/>
          </p:nvSpPr>
          <p:spPr>
            <a:xfrm>
              <a:off x="3840048" y="3566450"/>
              <a:ext cx="2080200" cy="3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Goals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370" name="Google Shape;2370;p36"/>
            <p:cNvSpPr txBox="1"/>
            <p:nvPr/>
          </p:nvSpPr>
          <p:spPr>
            <a:xfrm>
              <a:off x="3840048" y="3866875"/>
              <a:ext cx="20802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Earth is the third planet from the Sun and the one that harbors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371" name="Google Shape;2371;p36"/>
          <p:cNvSpPr/>
          <p:nvPr/>
        </p:nvSpPr>
        <p:spPr>
          <a:xfrm>
            <a:off x="6211450" y="2946175"/>
            <a:ext cx="2149509" cy="58800"/>
          </a:xfrm>
          <a:custGeom>
            <a:rect b="b" l="l" r="r" t="t"/>
            <a:pathLst>
              <a:path extrusionOk="0" h="2352" w="68298">
                <a:moveTo>
                  <a:pt x="0" y="490"/>
                </a:moveTo>
                <a:cubicBezTo>
                  <a:pt x="12578" y="-477"/>
                  <a:pt x="25330" y="119"/>
                  <a:pt x="37818" y="1901"/>
                </a:cubicBezTo>
                <a:cubicBezTo>
                  <a:pt x="47887" y="3338"/>
                  <a:pt x="58127" y="490"/>
                  <a:pt x="68298" y="490"/>
                </a:cubicBezTo>
              </a:path>
            </a:pathLst>
          </a:cu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72" name="Google Shape;2372;p36"/>
          <p:cNvSpPr/>
          <p:nvPr/>
        </p:nvSpPr>
        <p:spPr>
          <a:xfrm>
            <a:off x="6314950" y="2930200"/>
            <a:ext cx="1933225" cy="84675"/>
          </a:xfrm>
          <a:custGeom>
            <a:rect b="b" l="l" r="r" t="t"/>
            <a:pathLst>
              <a:path extrusionOk="0" h="3387" w="77329">
                <a:moveTo>
                  <a:pt x="0" y="3387"/>
                </a:moveTo>
                <a:cubicBezTo>
                  <a:pt x="11089" y="-311"/>
                  <a:pt x="23306" y="1129"/>
                  <a:pt x="34995" y="1129"/>
                </a:cubicBezTo>
                <a:cubicBezTo>
                  <a:pt x="49111" y="1129"/>
                  <a:pt x="63213" y="0"/>
                  <a:pt x="77329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73" name="Google Shape;2373;p36"/>
          <p:cNvSpPr/>
          <p:nvPr/>
        </p:nvSpPr>
        <p:spPr>
          <a:xfrm rot="5400000">
            <a:off x="5535061" y="1505724"/>
            <a:ext cx="3423188" cy="2695590"/>
          </a:xfrm>
          <a:custGeom>
            <a:rect b="b" l="l" r="r" t="t"/>
            <a:pathLst>
              <a:path extrusionOk="0" h="23830" w="42885">
                <a:moveTo>
                  <a:pt x="14937" y="618"/>
                </a:moveTo>
                <a:cubicBezTo>
                  <a:pt x="16359" y="618"/>
                  <a:pt x="17781" y="623"/>
                  <a:pt x="19202" y="632"/>
                </a:cubicBezTo>
                <a:lnTo>
                  <a:pt x="19202" y="632"/>
                </a:lnTo>
                <a:cubicBezTo>
                  <a:pt x="14620" y="702"/>
                  <a:pt x="10037" y="734"/>
                  <a:pt x="5456" y="734"/>
                </a:cubicBezTo>
                <a:cubicBezTo>
                  <a:pt x="4662" y="734"/>
                  <a:pt x="3868" y="733"/>
                  <a:pt x="3074" y="731"/>
                </a:cubicBezTo>
                <a:lnTo>
                  <a:pt x="3074" y="731"/>
                </a:lnTo>
                <a:cubicBezTo>
                  <a:pt x="7027" y="656"/>
                  <a:pt x="10982" y="618"/>
                  <a:pt x="14937" y="618"/>
                </a:cubicBezTo>
                <a:close/>
                <a:moveTo>
                  <a:pt x="40421" y="460"/>
                </a:moveTo>
                <a:cubicBezTo>
                  <a:pt x="41009" y="3826"/>
                  <a:pt x="41466" y="7216"/>
                  <a:pt x="41746" y="10630"/>
                </a:cubicBezTo>
                <a:cubicBezTo>
                  <a:pt x="41827" y="11601"/>
                  <a:pt x="41894" y="12573"/>
                  <a:pt x="41950" y="13546"/>
                </a:cubicBezTo>
                <a:lnTo>
                  <a:pt x="41950" y="13546"/>
                </a:lnTo>
                <a:cubicBezTo>
                  <a:pt x="41883" y="12984"/>
                  <a:pt x="41815" y="12422"/>
                  <a:pt x="41746" y="11861"/>
                </a:cubicBezTo>
                <a:cubicBezTo>
                  <a:pt x="41336" y="8555"/>
                  <a:pt x="40968" y="5199"/>
                  <a:pt x="40365" y="1918"/>
                </a:cubicBezTo>
                <a:cubicBezTo>
                  <a:pt x="40290" y="1483"/>
                  <a:pt x="40072" y="989"/>
                  <a:pt x="39629" y="813"/>
                </a:cubicBezTo>
                <a:cubicBezTo>
                  <a:pt x="39160" y="635"/>
                  <a:pt x="38613" y="620"/>
                  <a:pt x="38083" y="620"/>
                </a:cubicBezTo>
                <a:cubicBezTo>
                  <a:pt x="37976" y="620"/>
                  <a:pt x="37871" y="620"/>
                  <a:pt x="37767" y="620"/>
                </a:cubicBezTo>
                <a:cubicBezTo>
                  <a:pt x="37611" y="620"/>
                  <a:pt x="37458" y="619"/>
                  <a:pt x="37310" y="612"/>
                </a:cubicBezTo>
                <a:cubicBezTo>
                  <a:pt x="37104" y="605"/>
                  <a:pt x="36898" y="599"/>
                  <a:pt x="36692" y="592"/>
                </a:cubicBezTo>
                <a:lnTo>
                  <a:pt x="36692" y="592"/>
                </a:lnTo>
                <a:cubicBezTo>
                  <a:pt x="37935" y="550"/>
                  <a:pt x="39178" y="506"/>
                  <a:pt x="40421" y="460"/>
                </a:cubicBezTo>
                <a:close/>
                <a:moveTo>
                  <a:pt x="42303" y="21185"/>
                </a:moveTo>
                <a:lnTo>
                  <a:pt x="42303" y="21185"/>
                </a:lnTo>
                <a:cubicBezTo>
                  <a:pt x="42324" y="21402"/>
                  <a:pt x="42345" y="21620"/>
                  <a:pt x="42366" y="21837"/>
                </a:cubicBezTo>
                <a:lnTo>
                  <a:pt x="42366" y="21837"/>
                </a:lnTo>
                <a:cubicBezTo>
                  <a:pt x="42104" y="21822"/>
                  <a:pt x="41843" y="21807"/>
                  <a:pt x="41581" y="21792"/>
                </a:cubicBezTo>
                <a:lnTo>
                  <a:pt x="41581" y="21792"/>
                </a:lnTo>
                <a:cubicBezTo>
                  <a:pt x="41879" y="21649"/>
                  <a:pt x="42132" y="21455"/>
                  <a:pt x="42303" y="21185"/>
                </a:cubicBezTo>
                <a:close/>
                <a:moveTo>
                  <a:pt x="31177" y="22007"/>
                </a:moveTo>
                <a:cubicBezTo>
                  <a:pt x="32923" y="22007"/>
                  <a:pt x="34668" y="22031"/>
                  <a:pt x="36413" y="22079"/>
                </a:cubicBezTo>
                <a:lnTo>
                  <a:pt x="36413" y="22079"/>
                </a:lnTo>
                <a:cubicBezTo>
                  <a:pt x="35030" y="22198"/>
                  <a:pt x="33647" y="22276"/>
                  <a:pt x="32264" y="22331"/>
                </a:cubicBezTo>
                <a:cubicBezTo>
                  <a:pt x="28832" y="22465"/>
                  <a:pt x="25401" y="22531"/>
                  <a:pt x="21970" y="22624"/>
                </a:cubicBezTo>
                <a:cubicBezTo>
                  <a:pt x="19093" y="22700"/>
                  <a:pt x="16221" y="22776"/>
                  <a:pt x="13346" y="22853"/>
                </a:cubicBezTo>
                <a:lnTo>
                  <a:pt x="13346" y="22853"/>
                </a:lnTo>
                <a:cubicBezTo>
                  <a:pt x="15438" y="22655"/>
                  <a:pt x="17532" y="22492"/>
                  <a:pt x="19626" y="22364"/>
                </a:cubicBezTo>
                <a:cubicBezTo>
                  <a:pt x="23472" y="22124"/>
                  <a:pt x="27325" y="22007"/>
                  <a:pt x="31177" y="22007"/>
                </a:cubicBezTo>
                <a:close/>
                <a:moveTo>
                  <a:pt x="30287" y="793"/>
                </a:moveTo>
                <a:lnTo>
                  <a:pt x="30287" y="793"/>
                </a:lnTo>
                <a:cubicBezTo>
                  <a:pt x="30890" y="807"/>
                  <a:pt x="31493" y="822"/>
                  <a:pt x="32096" y="838"/>
                </a:cubicBezTo>
                <a:cubicBezTo>
                  <a:pt x="33829" y="880"/>
                  <a:pt x="35570" y="939"/>
                  <a:pt x="37310" y="997"/>
                </a:cubicBezTo>
                <a:cubicBezTo>
                  <a:pt x="37354" y="999"/>
                  <a:pt x="37400" y="999"/>
                  <a:pt x="37447" y="999"/>
                </a:cubicBezTo>
                <a:cubicBezTo>
                  <a:pt x="37684" y="999"/>
                  <a:pt x="37970" y="984"/>
                  <a:pt x="38262" y="984"/>
                </a:cubicBezTo>
                <a:cubicBezTo>
                  <a:pt x="38887" y="984"/>
                  <a:pt x="39543" y="1055"/>
                  <a:pt x="39821" y="1499"/>
                </a:cubicBezTo>
                <a:cubicBezTo>
                  <a:pt x="39997" y="1784"/>
                  <a:pt x="40022" y="2194"/>
                  <a:pt x="40064" y="2512"/>
                </a:cubicBezTo>
                <a:cubicBezTo>
                  <a:pt x="40131" y="2989"/>
                  <a:pt x="40198" y="3466"/>
                  <a:pt x="40265" y="3943"/>
                </a:cubicBezTo>
                <a:cubicBezTo>
                  <a:pt x="40999" y="9186"/>
                  <a:pt x="41626" y="14442"/>
                  <a:pt x="42157" y="19710"/>
                </a:cubicBezTo>
                <a:lnTo>
                  <a:pt x="42157" y="19710"/>
                </a:lnTo>
                <a:cubicBezTo>
                  <a:pt x="42145" y="20121"/>
                  <a:pt x="42087" y="20520"/>
                  <a:pt x="41922" y="20858"/>
                </a:cubicBezTo>
                <a:cubicBezTo>
                  <a:pt x="41621" y="21494"/>
                  <a:pt x="40641" y="21544"/>
                  <a:pt x="40047" y="21644"/>
                </a:cubicBezTo>
                <a:cubicBezTo>
                  <a:pt x="39930" y="21663"/>
                  <a:pt x="39813" y="21680"/>
                  <a:pt x="39696" y="21697"/>
                </a:cubicBezTo>
                <a:lnTo>
                  <a:pt x="39696" y="21697"/>
                </a:lnTo>
                <a:cubicBezTo>
                  <a:pt x="36911" y="21572"/>
                  <a:pt x="34123" y="21510"/>
                  <a:pt x="31336" y="21510"/>
                </a:cubicBezTo>
                <a:cubicBezTo>
                  <a:pt x="28253" y="21510"/>
                  <a:pt x="25172" y="21586"/>
                  <a:pt x="22095" y="21736"/>
                </a:cubicBezTo>
                <a:cubicBezTo>
                  <a:pt x="18672" y="21895"/>
                  <a:pt x="15257" y="22163"/>
                  <a:pt x="11851" y="22506"/>
                </a:cubicBezTo>
                <a:cubicBezTo>
                  <a:pt x="10370" y="22659"/>
                  <a:pt x="8895" y="22830"/>
                  <a:pt x="7421" y="23020"/>
                </a:cubicBezTo>
                <a:lnTo>
                  <a:pt x="7421" y="23020"/>
                </a:lnTo>
                <a:cubicBezTo>
                  <a:pt x="7078" y="23030"/>
                  <a:pt x="6736" y="23040"/>
                  <a:pt x="6394" y="23050"/>
                </a:cubicBezTo>
                <a:lnTo>
                  <a:pt x="3900" y="23117"/>
                </a:lnTo>
                <a:cubicBezTo>
                  <a:pt x="3839" y="23119"/>
                  <a:pt x="3779" y="23120"/>
                  <a:pt x="3719" y="23120"/>
                </a:cubicBezTo>
                <a:cubicBezTo>
                  <a:pt x="3661" y="23120"/>
                  <a:pt x="3604" y="23119"/>
                  <a:pt x="3547" y="23117"/>
                </a:cubicBezTo>
                <a:lnTo>
                  <a:pt x="3547" y="23117"/>
                </a:lnTo>
                <a:cubicBezTo>
                  <a:pt x="3205" y="22952"/>
                  <a:pt x="2911" y="22681"/>
                  <a:pt x="2695" y="22255"/>
                </a:cubicBezTo>
                <a:cubicBezTo>
                  <a:pt x="2402" y="21695"/>
                  <a:pt x="2352" y="21008"/>
                  <a:pt x="2302" y="20397"/>
                </a:cubicBezTo>
                <a:cubicBezTo>
                  <a:pt x="2226" y="19502"/>
                  <a:pt x="2176" y="18606"/>
                  <a:pt x="2126" y="17719"/>
                </a:cubicBezTo>
                <a:cubicBezTo>
                  <a:pt x="2026" y="15995"/>
                  <a:pt x="1975" y="14279"/>
                  <a:pt x="1950" y="12555"/>
                </a:cubicBezTo>
                <a:cubicBezTo>
                  <a:pt x="1900" y="9116"/>
                  <a:pt x="1984" y="5667"/>
                  <a:pt x="2218" y="2236"/>
                </a:cubicBezTo>
                <a:cubicBezTo>
                  <a:pt x="2222" y="2132"/>
                  <a:pt x="2140" y="2080"/>
                  <a:pt x="2054" y="2080"/>
                </a:cubicBezTo>
                <a:cubicBezTo>
                  <a:pt x="1967" y="2080"/>
                  <a:pt x="1875" y="2134"/>
                  <a:pt x="1867" y="2244"/>
                </a:cubicBezTo>
                <a:cubicBezTo>
                  <a:pt x="1651" y="5298"/>
                  <a:pt x="1527" y="8364"/>
                  <a:pt x="1526" y="11426"/>
                </a:cubicBezTo>
                <a:lnTo>
                  <a:pt x="1526" y="11426"/>
                </a:lnTo>
                <a:cubicBezTo>
                  <a:pt x="1328" y="8020"/>
                  <a:pt x="1154" y="4615"/>
                  <a:pt x="1005" y="1201"/>
                </a:cubicBezTo>
                <a:lnTo>
                  <a:pt x="1005" y="1201"/>
                </a:lnTo>
                <a:cubicBezTo>
                  <a:pt x="1862" y="1204"/>
                  <a:pt x="2720" y="1205"/>
                  <a:pt x="3577" y="1205"/>
                </a:cubicBezTo>
                <a:cubicBezTo>
                  <a:pt x="12487" y="1205"/>
                  <a:pt x="21387" y="1050"/>
                  <a:pt x="30287" y="793"/>
                </a:cubicBezTo>
                <a:close/>
                <a:moveTo>
                  <a:pt x="40622" y="1"/>
                </a:moveTo>
                <a:cubicBezTo>
                  <a:pt x="40617" y="1"/>
                  <a:pt x="40613" y="1"/>
                  <a:pt x="40608" y="1"/>
                </a:cubicBezTo>
                <a:cubicBezTo>
                  <a:pt x="37026" y="162"/>
                  <a:pt x="33441" y="293"/>
                  <a:pt x="29854" y="398"/>
                </a:cubicBezTo>
                <a:lnTo>
                  <a:pt x="29854" y="398"/>
                </a:lnTo>
                <a:cubicBezTo>
                  <a:pt x="27119" y="334"/>
                  <a:pt x="24388" y="287"/>
                  <a:pt x="21652" y="261"/>
                </a:cubicBezTo>
                <a:cubicBezTo>
                  <a:pt x="19330" y="236"/>
                  <a:pt x="17009" y="224"/>
                  <a:pt x="14688" y="224"/>
                </a:cubicBezTo>
                <a:cubicBezTo>
                  <a:pt x="10046" y="224"/>
                  <a:pt x="5404" y="272"/>
                  <a:pt x="762" y="361"/>
                </a:cubicBezTo>
                <a:cubicBezTo>
                  <a:pt x="653" y="361"/>
                  <a:pt x="544" y="453"/>
                  <a:pt x="553" y="579"/>
                </a:cubicBezTo>
                <a:cubicBezTo>
                  <a:pt x="554" y="627"/>
                  <a:pt x="556" y="675"/>
                  <a:pt x="558" y="722"/>
                </a:cubicBezTo>
                <a:lnTo>
                  <a:pt x="558" y="722"/>
                </a:lnTo>
                <a:cubicBezTo>
                  <a:pt x="473" y="722"/>
                  <a:pt x="387" y="722"/>
                  <a:pt x="302" y="721"/>
                </a:cubicBezTo>
                <a:cubicBezTo>
                  <a:pt x="0" y="721"/>
                  <a:pt x="0" y="1190"/>
                  <a:pt x="302" y="1198"/>
                </a:cubicBezTo>
                <a:cubicBezTo>
                  <a:pt x="393" y="1199"/>
                  <a:pt x="485" y="1199"/>
                  <a:pt x="576" y="1199"/>
                </a:cubicBezTo>
                <a:lnTo>
                  <a:pt x="576" y="1199"/>
                </a:lnTo>
                <a:cubicBezTo>
                  <a:pt x="836" y="7880"/>
                  <a:pt x="1221" y="14553"/>
                  <a:pt x="1733" y="21217"/>
                </a:cubicBezTo>
                <a:cubicBezTo>
                  <a:pt x="1775" y="21812"/>
                  <a:pt x="1791" y="22406"/>
                  <a:pt x="2093" y="22942"/>
                </a:cubicBezTo>
                <a:cubicBezTo>
                  <a:pt x="2367" y="23416"/>
                  <a:pt x="2933" y="23560"/>
                  <a:pt x="3442" y="23594"/>
                </a:cubicBezTo>
                <a:lnTo>
                  <a:pt x="3442" y="23594"/>
                </a:lnTo>
                <a:cubicBezTo>
                  <a:pt x="3777" y="23739"/>
                  <a:pt x="4158" y="23817"/>
                  <a:pt x="4570" y="23829"/>
                </a:cubicBezTo>
                <a:cubicBezTo>
                  <a:pt x="4607" y="23830"/>
                  <a:pt x="4644" y="23830"/>
                  <a:pt x="4682" y="23830"/>
                </a:cubicBezTo>
                <a:cubicBezTo>
                  <a:pt x="5366" y="23830"/>
                  <a:pt x="6063" y="23690"/>
                  <a:pt x="6746" y="23603"/>
                </a:cubicBezTo>
                <a:cubicBezTo>
                  <a:pt x="6997" y="23569"/>
                  <a:pt x="7249" y="23536"/>
                  <a:pt x="7501" y="23504"/>
                </a:cubicBezTo>
                <a:lnTo>
                  <a:pt x="7501" y="23504"/>
                </a:lnTo>
                <a:cubicBezTo>
                  <a:pt x="7824" y="23495"/>
                  <a:pt x="8147" y="23486"/>
                  <a:pt x="8470" y="23477"/>
                </a:cubicBezTo>
                <a:cubicBezTo>
                  <a:pt x="11926" y="23393"/>
                  <a:pt x="15391" y="23301"/>
                  <a:pt x="18848" y="23209"/>
                </a:cubicBezTo>
                <a:cubicBezTo>
                  <a:pt x="22313" y="23117"/>
                  <a:pt x="25769" y="23025"/>
                  <a:pt x="29226" y="22933"/>
                </a:cubicBezTo>
                <a:cubicBezTo>
                  <a:pt x="32548" y="22849"/>
                  <a:pt x="35879" y="22741"/>
                  <a:pt x="39185" y="22280"/>
                </a:cubicBezTo>
                <a:cubicBezTo>
                  <a:pt x="39381" y="22253"/>
                  <a:pt x="39605" y="22230"/>
                  <a:pt x="39843" y="22203"/>
                </a:cubicBezTo>
                <a:lnTo>
                  <a:pt x="39843" y="22203"/>
                </a:lnTo>
                <a:cubicBezTo>
                  <a:pt x="40770" y="22244"/>
                  <a:pt x="41698" y="22293"/>
                  <a:pt x="42625" y="22347"/>
                </a:cubicBezTo>
                <a:cubicBezTo>
                  <a:pt x="42629" y="22348"/>
                  <a:pt x="42633" y="22348"/>
                  <a:pt x="42637" y="22348"/>
                </a:cubicBezTo>
                <a:cubicBezTo>
                  <a:pt x="42759" y="22348"/>
                  <a:pt x="42884" y="22226"/>
                  <a:pt x="42876" y="22105"/>
                </a:cubicBezTo>
                <a:cubicBezTo>
                  <a:pt x="42791" y="21239"/>
                  <a:pt x="42704" y="20374"/>
                  <a:pt x="42614" y="19510"/>
                </a:cubicBezTo>
                <a:lnTo>
                  <a:pt x="42614" y="19510"/>
                </a:lnTo>
                <a:cubicBezTo>
                  <a:pt x="42611" y="19288"/>
                  <a:pt x="42602" y="19066"/>
                  <a:pt x="42600" y="18849"/>
                </a:cubicBezTo>
                <a:cubicBezTo>
                  <a:pt x="42600" y="17962"/>
                  <a:pt x="42575" y="17066"/>
                  <a:pt x="42550" y="16179"/>
                </a:cubicBezTo>
                <a:cubicBezTo>
                  <a:pt x="42441" y="12748"/>
                  <a:pt x="42156" y="9325"/>
                  <a:pt x="41721" y="5918"/>
                </a:cubicBezTo>
                <a:cubicBezTo>
                  <a:pt x="41478" y="3994"/>
                  <a:pt x="41177" y="2077"/>
                  <a:pt x="40826" y="169"/>
                </a:cubicBezTo>
                <a:cubicBezTo>
                  <a:pt x="40810" y="73"/>
                  <a:pt x="40711" y="1"/>
                  <a:pt x="406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4" name="Google Shape;2374;p36"/>
          <p:cNvGrpSpPr/>
          <p:nvPr/>
        </p:nvGrpSpPr>
        <p:grpSpPr>
          <a:xfrm>
            <a:off x="562375" y="3271646"/>
            <a:ext cx="1744500" cy="1222141"/>
            <a:chOff x="562375" y="3271646"/>
            <a:chExt cx="1744500" cy="1222141"/>
          </a:xfrm>
        </p:grpSpPr>
        <p:sp>
          <p:nvSpPr>
            <p:cNvPr id="2375" name="Google Shape;2375;p36"/>
            <p:cNvSpPr txBox="1"/>
            <p:nvPr/>
          </p:nvSpPr>
          <p:spPr>
            <a:xfrm>
              <a:off x="562387" y="3271646"/>
              <a:ext cx="1383600" cy="3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</a:t>
              </a:r>
              <a:r>
                <a:rPr lang="en-GB" sz="19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About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376" name="Google Shape;2376;p36"/>
            <p:cNvSpPr txBox="1"/>
            <p:nvPr/>
          </p:nvSpPr>
          <p:spPr>
            <a:xfrm>
              <a:off x="562375" y="3692787"/>
              <a:ext cx="1744500" cy="8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Earth is the third planet from the Sun and the one that harbors life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77" name="Google Shape;2377;p36"/>
          <p:cNvGrpSpPr/>
          <p:nvPr/>
        </p:nvGrpSpPr>
        <p:grpSpPr>
          <a:xfrm>
            <a:off x="551100" y="1202674"/>
            <a:ext cx="2436677" cy="2051726"/>
            <a:chOff x="551100" y="1202674"/>
            <a:chExt cx="2436677" cy="2051726"/>
          </a:xfrm>
        </p:grpSpPr>
        <p:sp>
          <p:nvSpPr>
            <p:cNvPr id="2378" name="Google Shape;2378;p36"/>
            <p:cNvSpPr/>
            <p:nvPr/>
          </p:nvSpPr>
          <p:spPr>
            <a:xfrm rot="-5400000">
              <a:off x="743576" y="1010199"/>
              <a:ext cx="2051726" cy="2436677"/>
            </a:xfrm>
            <a:custGeom>
              <a:rect b="b" l="l" r="r" t="t"/>
              <a:pathLst>
                <a:path extrusionOk="0" h="23830" w="42885">
                  <a:moveTo>
                    <a:pt x="14937" y="618"/>
                  </a:moveTo>
                  <a:cubicBezTo>
                    <a:pt x="16359" y="618"/>
                    <a:pt x="17781" y="623"/>
                    <a:pt x="19202" y="632"/>
                  </a:cubicBezTo>
                  <a:lnTo>
                    <a:pt x="19202" y="632"/>
                  </a:lnTo>
                  <a:cubicBezTo>
                    <a:pt x="14620" y="702"/>
                    <a:pt x="10037" y="734"/>
                    <a:pt x="5456" y="734"/>
                  </a:cubicBezTo>
                  <a:cubicBezTo>
                    <a:pt x="4662" y="734"/>
                    <a:pt x="3868" y="733"/>
                    <a:pt x="3074" y="731"/>
                  </a:cubicBezTo>
                  <a:lnTo>
                    <a:pt x="3074" y="731"/>
                  </a:lnTo>
                  <a:cubicBezTo>
                    <a:pt x="7027" y="656"/>
                    <a:pt x="10982" y="618"/>
                    <a:pt x="14937" y="618"/>
                  </a:cubicBezTo>
                  <a:close/>
                  <a:moveTo>
                    <a:pt x="40421" y="460"/>
                  </a:moveTo>
                  <a:cubicBezTo>
                    <a:pt x="41009" y="3826"/>
                    <a:pt x="41466" y="7216"/>
                    <a:pt x="41746" y="10630"/>
                  </a:cubicBezTo>
                  <a:cubicBezTo>
                    <a:pt x="41827" y="11601"/>
                    <a:pt x="41894" y="12573"/>
                    <a:pt x="41950" y="13546"/>
                  </a:cubicBezTo>
                  <a:lnTo>
                    <a:pt x="41950" y="13546"/>
                  </a:lnTo>
                  <a:cubicBezTo>
                    <a:pt x="41883" y="12984"/>
                    <a:pt x="41815" y="12422"/>
                    <a:pt x="41746" y="11861"/>
                  </a:cubicBezTo>
                  <a:cubicBezTo>
                    <a:pt x="41336" y="8555"/>
                    <a:pt x="40968" y="5199"/>
                    <a:pt x="40365" y="1918"/>
                  </a:cubicBezTo>
                  <a:cubicBezTo>
                    <a:pt x="40290" y="1483"/>
                    <a:pt x="40072" y="989"/>
                    <a:pt x="39629" y="813"/>
                  </a:cubicBezTo>
                  <a:cubicBezTo>
                    <a:pt x="39160" y="635"/>
                    <a:pt x="38613" y="620"/>
                    <a:pt x="38083" y="620"/>
                  </a:cubicBezTo>
                  <a:cubicBezTo>
                    <a:pt x="37976" y="620"/>
                    <a:pt x="37871" y="620"/>
                    <a:pt x="37767" y="620"/>
                  </a:cubicBezTo>
                  <a:cubicBezTo>
                    <a:pt x="37611" y="620"/>
                    <a:pt x="37458" y="619"/>
                    <a:pt x="37310" y="612"/>
                  </a:cubicBezTo>
                  <a:cubicBezTo>
                    <a:pt x="37104" y="605"/>
                    <a:pt x="36898" y="599"/>
                    <a:pt x="36692" y="592"/>
                  </a:cubicBezTo>
                  <a:lnTo>
                    <a:pt x="36692" y="592"/>
                  </a:lnTo>
                  <a:cubicBezTo>
                    <a:pt x="37935" y="550"/>
                    <a:pt x="39178" y="506"/>
                    <a:pt x="40421" y="460"/>
                  </a:cubicBezTo>
                  <a:close/>
                  <a:moveTo>
                    <a:pt x="42303" y="21185"/>
                  </a:moveTo>
                  <a:lnTo>
                    <a:pt x="42303" y="21185"/>
                  </a:lnTo>
                  <a:cubicBezTo>
                    <a:pt x="42324" y="21402"/>
                    <a:pt x="42345" y="21620"/>
                    <a:pt x="42366" y="21837"/>
                  </a:cubicBezTo>
                  <a:lnTo>
                    <a:pt x="42366" y="21837"/>
                  </a:lnTo>
                  <a:cubicBezTo>
                    <a:pt x="42104" y="21822"/>
                    <a:pt x="41843" y="21807"/>
                    <a:pt x="41581" y="21792"/>
                  </a:cubicBezTo>
                  <a:lnTo>
                    <a:pt x="41581" y="21792"/>
                  </a:lnTo>
                  <a:cubicBezTo>
                    <a:pt x="41879" y="21649"/>
                    <a:pt x="42132" y="21455"/>
                    <a:pt x="42303" y="21185"/>
                  </a:cubicBezTo>
                  <a:close/>
                  <a:moveTo>
                    <a:pt x="31177" y="22007"/>
                  </a:moveTo>
                  <a:cubicBezTo>
                    <a:pt x="32923" y="22007"/>
                    <a:pt x="34668" y="22031"/>
                    <a:pt x="36413" y="22079"/>
                  </a:cubicBezTo>
                  <a:lnTo>
                    <a:pt x="36413" y="22079"/>
                  </a:lnTo>
                  <a:cubicBezTo>
                    <a:pt x="35030" y="22198"/>
                    <a:pt x="33647" y="22276"/>
                    <a:pt x="32264" y="22331"/>
                  </a:cubicBezTo>
                  <a:cubicBezTo>
                    <a:pt x="28832" y="22465"/>
                    <a:pt x="25401" y="22531"/>
                    <a:pt x="21970" y="22624"/>
                  </a:cubicBezTo>
                  <a:cubicBezTo>
                    <a:pt x="19093" y="22700"/>
                    <a:pt x="16221" y="22776"/>
                    <a:pt x="13346" y="22853"/>
                  </a:cubicBezTo>
                  <a:lnTo>
                    <a:pt x="13346" y="22853"/>
                  </a:lnTo>
                  <a:cubicBezTo>
                    <a:pt x="15438" y="22655"/>
                    <a:pt x="17532" y="22492"/>
                    <a:pt x="19626" y="22364"/>
                  </a:cubicBezTo>
                  <a:cubicBezTo>
                    <a:pt x="23472" y="22124"/>
                    <a:pt x="27325" y="22007"/>
                    <a:pt x="31177" y="22007"/>
                  </a:cubicBezTo>
                  <a:close/>
                  <a:moveTo>
                    <a:pt x="30287" y="793"/>
                  </a:moveTo>
                  <a:lnTo>
                    <a:pt x="30287" y="793"/>
                  </a:lnTo>
                  <a:cubicBezTo>
                    <a:pt x="30890" y="807"/>
                    <a:pt x="31493" y="822"/>
                    <a:pt x="32096" y="838"/>
                  </a:cubicBezTo>
                  <a:cubicBezTo>
                    <a:pt x="33829" y="880"/>
                    <a:pt x="35570" y="939"/>
                    <a:pt x="37310" y="997"/>
                  </a:cubicBezTo>
                  <a:cubicBezTo>
                    <a:pt x="37354" y="999"/>
                    <a:pt x="37400" y="999"/>
                    <a:pt x="37447" y="999"/>
                  </a:cubicBezTo>
                  <a:cubicBezTo>
                    <a:pt x="37684" y="999"/>
                    <a:pt x="37970" y="984"/>
                    <a:pt x="38262" y="984"/>
                  </a:cubicBezTo>
                  <a:cubicBezTo>
                    <a:pt x="38887" y="984"/>
                    <a:pt x="39543" y="1055"/>
                    <a:pt x="39821" y="1499"/>
                  </a:cubicBezTo>
                  <a:cubicBezTo>
                    <a:pt x="39997" y="1784"/>
                    <a:pt x="40022" y="2194"/>
                    <a:pt x="40064" y="2512"/>
                  </a:cubicBezTo>
                  <a:cubicBezTo>
                    <a:pt x="40131" y="2989"/>
                    <a:pt x="40198" y="3466"/>
                    <a:pt x="40265" y="3943"/>
                  </a:cubicBezTo>
                  <a:cubicBezTo>
                    <a:pt x="40999" y="9186"/>
                    <a:pt x="41626" y="14442"/>
                    <a:pt x="42157" y="19710"/>
                  </a:cubicBezTo>
                  <a:lnTo>
                    <a:pt x="42157" y="19710"/>
                  </a:lnTo>
                  <a:cubicBezTo>
                    <a:pt x="42145" y="20121"/>
                    <a:pt x="42087" y="20520"/>
                    <a:pt x="41922" y="20858"/>
                  </a:cubicBezTo>
                  <a:cubicBezTo>
                    <a:pt x="41621" y="21494"/>
                    <a:pt x="40641" y="21544"/>
                    <a:pt x="40047" y="21644"/>
                  </a:cubicBezTo>
                  <a:cubicBezTo>
                    <a:pt x="39930" y="21663"/>
                    <a:pt x="39813" y="21680"/>
                    <a:pt x="39696" y="21697"/>
                  </a:cubicBezTo>
                  <a:lnTo>
                    <a:pt x="39696" y="21697"/>
                  </a:lnTo>
                  <a:cubicBezTo>
                    <a:pt x="36911" y="21572"/>
                    <a:pt x="34123" y="21510"/>
                    <a:pt x="31336" y="21510"/>
                  </a:cubicBezTo>
                  <a:cubicBezTo>
                    <a:pt x="28253" y="21510"/>
                    <a:pt x="25172" y="21586"/>
                    <a:pt x="22095" y="21736"/>
                  </a:cubicBezTo>
                  <a:cubicBezTo>
                    <a:pt x="18672" y="21895"/>
                    <a:pt x="15257" y="22163"/>
                    <a:pt x="11851" y="22506"/>
                  </a:cubicBezTo>
                  <a:cubicBezTo>
                    <a:pt x="10370" y="22659"/>
                    <a:pt x="8895" y="22830"/>
                    <a:pt x="7421" y="23020"/>
                  </a:cubicBezTo>
                  <a:lnTo>
                    <a:pt x="7421" y="23020"/>
                  </a:lnTo>
                  <a:cubicBezTo>
                    <a:pt x="7078" y="23030"/>
                    <a:pt x="6736" y="23040"/>
                    <a:pt x="6394" y="23050"/>
                  </a:cubicBezTo>
                  <a:lnTo>
                    <a:pt x="3900" y="23117"/>
                  </a:lnTo>
                  <a:cubicBezTo>
                    <a:pt x="3839" y="23119"/>
                    <a:pt x="3779" y="23120"/>
                    <a:pt x="3719" y="23120"/>
                  </a:cubicBezTo>
                  <a:cubicBezTo>
                    <a:pt x="3661" y="23120"/>
                    <a:pt x="3604" y="23119"/>
                    <a:pt x="3547" y="23117"/>
                  </a:cubicBezTo>
                  <a:lnTo>
                    <a:pt x="3547" y="23117"/>
                  </a:lnTo>
                  <a:cubicBezTo>
                    <a:pt x="3205" y="22952"/>
                    <a:pt x="2911" y="22681"/>
                    <a:pt x="2695" y="22255"/>
                  </a:cubicBezTo>
                  <a:cubicBezTo>
                    <a:pt x="2402" y="21695"/>
                    <a:pt x="2352" y="21008"/>
                    <a:pt x="2302" y="20397"/>
                  </a:cubicBezTo>
                  <a:cubicBezTo>
                    <a:pt x="2226" y="19502"/>
                    <a:pt x="2176" y="18606"/>
                    <a:pt x="2126" y="17719"/>
                  </a:cubicBezTo>
                  <a:cubicBezTo>
                    <a:pt x="2026" y="15995"/>
                    <a:pt x="1975" y="14279"/>
                    <a:pt x="1950" y="12555"/>
                  </a:cubicBezTo>
                  <a:cubicBezTo>
                    <a:pt x="1900" y="9116"/>
                    <a:pt x="1984" y="5667"/>
                    <a:pt x="2218" y="2236"/>
                  </a:cubicBezTo>
                  <a:cubicBezTo>
                    <a:pt x="2222" y="2132"/>
                    <a:pt x="2140" y="2080"/>
                    <a:pt x="2054" y="2080"/>
                  </a:cubicBezTo>
                  <a:cubicBezTo>
                    <a:pt x="1967" y="2080"/>
                    <a:pt x="1875" y="2134"/>
                    <a:pt x="1867" y="2244"/>
                  </a:cubicBezTo>
                  <a:cubicBezTo>
                    <a:pt x="1651" y="5298"/>
                    <a:pt x="1527" y="8364"/>
                    <a:pt x="1526" y="11426"/>
                  </a:cubicBezTo>
                  <a:lnTo>
                    <a:pt x="1526" y="11426"/>
                  </a:lnTo>
                  <a:cubicBezTo>
                    <a:pt x="1328" y="8020"/>
                    <a:pt x="1154" y="4615"/>
                    <a:pt x="1005" y="1201"/>
                  </a:cubicBezTo>
                  <a:lnTo>
                    <a:pt x="1005" y="1201"/>
                  </a:lnTo>
                  <a:cubicBezTo>
                    <a:pt x="1862" y="1204"/>
                    <a:pt x="2720" y="1205"/>
                    <a:pt x="3577" y="1205"/>
                  </a:cubicBezTo>
                  <a:cubicBezTo>
                    <a:pt x="12487" y="1205"/>
                    <a:pt x="21387" y="1050"/>
                    <a:pt x="30287" y="793"/>
                  </a:cubicBezTo>
                  <a:close/>
                  <a:moveTo>
                    <a:pt x="40622" y="1"/>
                  </a:moveTo>
                  <a:cubicBezTo>
                    <a:pt x="40617" y="1"/>
                    <a:pt x="40613" y="1"/>
                    <a:pt x="40608" y="1"/>
                  </a:cubicBezTo>
                  <a:cubicBezTo>
                    <a:pt x="37026" y="162"/>
                    <a:pt x="33441" y="293"/>
                    <a:pt x="29854" y="398"/>
                  </a:cubicBezTo>
                  <a:lnTo>
                    <a:pt x="29854" y="398"/>
                  </a:lnTo>
                  <a:cubicBezTo>
                    <a:pt x="27119" y="334"/>
                    <a:pt x="24388" y="287"/>
                    <a:pt x="21652" y="261"/>
                  </a:cubicBezTo>
                  <a:cubicBezTo>
                    <a:pt x="19330" y="236"/>
                    <a:pt x="17009" y="224"/>
                    <a:pt x="14688" y="224"/>
                  </a:cubicBezTo>
                  <a:cubicBezTo>
                    <a:pt x="10046" y="224"/>
                    <a:pt x="5404" y="272"/>
                    <a:pt x="762" y="361"/>
                  </a:cubicBezTo>
                  <a:cubicBezTo>
                    <a:pt x="653" y="361"/>
                    <a:pt x="544" y="453"/>
                    <a:pt x="553" y="579"/>
                  </a:cubicBezTo>
                  <a:cubicBezTo>
                    <a:pt x="554" y="627"/>
                    <a:pt x="556" y="675"/>
                    <a:pt x="558" y="722"/>
                  </a:cubicBezTo>
                  <a:lnTo>
                    <a:pt x="558" y="722"/>
                  </a:lnTo>
                  <a:cubicBezTo>
                    <a:pt x="473" y="722"/>
                    <a:pt x="387" y="722"/>
                    <a:pt x="302" y="721"/>
                  </a:cubicBezTo>
                  <a:cubicBezTo>
                    <a:pt x="0" y="721"/>
                    <a:pt x="0" y="1190"/>
                    <a:pt x="302" y="1198"/>
                  </a:cubicBezTo>
                  <a:cubicBezTo>
                    <a:pt x="393" y="1199"/>
                    <a:pt x="485" y="1199"/>
                    <a:pt x="576" y="1199"/>
                  </a:cubicBezTo>
                  <a:lnTo>
                    <a:pt x="576" y="1199"/>
                  </a:lnTo>
                  <a:cubicBezTo>
                    <a:pt x="836" y="7880"/>
                    <a:pt x="1221" y="14553"/>
                    <a:pt x="1733" y="21217"/>
                  </a:cubicBezTo>
                  <a:cubicBezTo>
                    <a:pt x="1775" y="21812"/>
                    <a:pt x="1791" y="22406"/>
                    <a:pt x="2093" y="22942"/>
                  </a:cubicBezTo>
                  <a:cubicBezTo>
                    <a:pt x="2367" y="23416"/>
                    <a:pt x="2933" y="23560"/>
                    <a:pt x="3442" y="23594"/>
                  </a:cubicBezTo>
                  <a:lnTo>
                    <a:pt x="3442" y="23594"/>
                  </a:lnTo>
                  <a:cubicBezTo>
                    <a:pt x="3777" y="23739"/>
                    <a:pt x="4158" y="23817"/>
                    <a:pt x="4570" y="23829"/>
                  </a:cubicBezTo>
                  <a:cubicBezTo>
                    <a:pt x="4607" y="23830"/>
                    <a:pt x="4644" y="23830"/>
                    <a:pt x="4682" y="23830"/>
                  </a:cubicBezTo>
                  <a:cubicBezTo>
                    <a:pt x="5366" y="23830"/>
                    <a:pt x="6063" y="23690"/>
                    <a:pt x="6746" y="23603"/>
                  </a:cubicBezTo>
                  <a:cubicBezTo>
                    <a:pt x="6997" y="23569"/>
                    <a:pt x="7249" y="23536"/>
                    <a:pt x="7501" y="23504"/>
                  </a:cubicBezTo>
                  <a:lnTo>
                    <a:pt x="7501" y="23504"/>
                  </a:lnTo>
                  <a:cubicBezTo>
                    <a:pt x="7824" y="23495"/>
                    <a:pt x="8147" y="23486"/>
                    <a:pt x="8470" y="23477"/>
                  </a:cubicBezTo>
                  <a:cubicBezTo>
                    <a:pt x="11926" y="23393"/>
                    <a:pt x="15391" y="23301"/>
                    <a:pt x="18848" y="23209"/>
                  </a:cubicBezTo>
                  <a:cubicBezTo>
                    <a:pt x="22313" y="23117"/>
                    <a:pt x="25769" y="23025"/>
                    <a:pt x="29226" y="22933"/>
                  </a:cubicBezTo>
                  <a:cubicBezTo>
                    <a:pt x="32548" y="22849"/>
                    <a:pt x="35879" y="22741"/>
                    <a:pt x="39185" y="22280"/>
                  </a:cubicBezTo>
                  <a:cubicBezTo>
                    <a:pt x="39381" y="22253"/>
                    <a:pt x="39605" y="22230"/>
                    <a:pt x="39843" y="22203"/>
                  </a:cubicBezTo>
                  <a:lnTo>
                    <a:pt x="39843" y="22203"/>
                  </a:lnTo>
                  <a:cubicBezTo>
                    <a:pt x="40770" y="22244"/>
                    <a:pt x="41698" y="22293"/>
                    <a:pt x="42625" y="22347"/>
                  </a:cubicBezTo>
                  <a:cubicBezTo>
                    <a:pt x="42629" y="22348"/>
                    <a:pt x="42633" y="22348"/>
                    <a:pt x="42637" y="22348"/>
                  </a:cubicBezTo>
                  <a:cubicBezTo>
                    <a:pt x="42759" y="22348"/>
                    <a:pt x="42884" y="22226"/>
                    <a:pt x="42876" y="22105"/>
                  </a:cubicBezTo>
                  <a:cubicBezTo>
                    <a:pt x="42791" y="21239"/>
                    <a:pt x="42704" y="20374"/>
                    <a:pt x="42614" y="19510"/>
                  </a:cubicBezTo>
                  <a:lnTo>
                    <a:pt x="42614" y="19510"/>
                  </a:lnTo>
                  <a:cubicBezTo>
                    <a:pt x="42611" y="19288"/>
                    <a:pt x="42602" y="19066"/>
                    <a:pt x="42600" y="18849"/>
                  </a:cubicBezTo>
                  <a:cubicBezTo>
                    <a:pt x="42600" y="17962"/>
                    <a:pt x="42575" y="17066"/>
                    <a:pt x="42550" y="16179"/>
                  </a:cubicBezTo>
                  <a:cubicBezTo>
                    <a:pt x="42441" y="12748"/>
                    <a:pt x="42156" y="9325"/>
                    <a:pt x="41721" y="5918"/>
                  </a:cubicBezTo>
                  <a:cubicBezTo>
                    <a:pt x="41478" y="3994"/>
                    <a:pt x="41177" y="2077"/>
                    <a:pt x="40826" y="169"/>
                  </a:cubicBezTo>
                  <a:cubicBezTo>
                    <a:pt x="40810" y="73"/>
                    <a:pt x="40711" y="1"/>
                    <a:pt x="40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36"/>
            <p:cNvSpPr/>
            <p:nvPr/>
          </p:nvSpPr>
          <p:spPr>
            <a:xfrm>
              <a:off x="1170144" y="1426880"/>
              <a:ext cx="1002932" cy="1472962"/>
            </a:xfrm>
            <a:custGeom>
              <a:rect b="b" l="l" r="r" t="t"/>
              <a:pathLst>
                <a:path extrusionOk="0" h="29285" w="19940">
                  <a:moveTo>
                    <a:pt x="10720" y="583"/>
                  </a:moveTo>
                  <a:cubicBezTo>
                    <a:pt x="11479" y="583"/>
                    <a:pt x="12232" y="635"/>
                    <a:pt x="12728" y="677"/>
                  </a:cubicBezTo>
                  <a:cubicBezTo>
                    <a:pt x="13004" y="766"/>
                    <a:pt x="13205" y="954"/>
                    <a:pt x="13304" y="1221"/>
                  </a:cubicBezTo>
                  <a:cubicBezTo>
                    <a:pt x="13298" y="1238"/>
                    <a:pt x="13294" y="1254"/>
                    <a:pt x="13293" y="1272"/>
                  </a:cubicBezTo>
                  <a:cubicBezTo>
                    <a:pt x="13293" y="1294"/>
                    <a:pt x="13290" y="1315"/>
                    <a:pt x="13288" y="1338"/>
                  </a:cubicBezTo>
                  <a:cubicBezTo>
                    <a:pt x="12643" y="1187"/>
                    <a:pt x="11954" y="1113"/>
                    <a:pt x="11251" y="1113"/>
                  </a:cubicBezTo>
                  <a:cubicBezTo>
                    <a:pt x="9245" y="1113"/>
                    <a:pt x="7128" y="1712"/>
                    <a:pt x="5610" y="2819"/>
                  </a:cubicBezTo>
                  <a:cubicBezTo>
                    <a:pt x="5308" y="3041"/>
                    <a:pt x="5023" y="3286"/>
                    <a:pt x="4761" y="3556"/>
                  </a:cubicBezTo>
                  <a:cubicBezTo>
                    <a:pt x="5005" y="3224"/>
                    <a:pt x="5276" y="2913"/>
                    <a:pt x="5570" y="2624"/>
                  </a:cubicBezTo>
                  <a:cubicBezTo>
                    <a:pt x="6473" y="1741"/>
                    <a:pt x="7594" y="1067"/>
                    <a:pt x="8824" y="756"/>
                  </a:cubicBezTo>
                  <a:cubicBezTo>
                    <a:pt x="9334" y="626"/>
                    <a:pt x="10029" y="583"/>
                    <a:pt x="10720" y="583"/>
                  </a:cubicBezTo>
                  <a:close/>
                  <a:moveTo>
                    <a:pt x="13309" y="733"/>
                  </a:moveTo>
                  <a:cubicBezTo>
                    <a:pt x="14888" y="1515"/>
                    <a:pt x="16666" y="2158"/>
                    <a:pt x="17651" y="3727"/>
                  </a:cubicBezTo>
                  <a:cubicBezTo>
                    <a:pt x="17885" y="4099"/>
                    <a:pt x="18041" y="4495"/>
                    <a:pt x="18151" y="4906"/>
                  </a:cubicBezTo>
                  <a:cubicBezTo>
                    <a:pt x="17181" y="3087"/>
                    <a:pt x="15323" y="1492"/>
                    <a:pt x="13522" y="1052"/>
                  </a:cubicBezTo>
                  <a:cubicBezTo>
                    <a:pt x="13520" y="1051"/>
                    <a:pt x="13518" y="1051"/>
                    <a:pt x="13517" y="1051"/>
                  </a:cubicBezTo>
                  <a:cubicBezTo>
                    <a:pt x="13510" y="1051"/>
                    <a:pt x="13504" y="1055"/>
                    <a:pt x="13496" y="1055"/>
                  </a:cubicBezTo>
                  <a:cubicBezTo>
                    <a:pt x="13452" y="937"/>
                    <a:pt x="13386" y="828"/>
                    <a:pt x="13304" y="733"/>
                  </a:cubicBezTo>
                  <a:close/>
                  <a:moveTo>
                    <a:pt x="10987" y="1548"/>
                  </a:moveTo>
                  <a:cubicBezTo>
                    <a:pt x="11319" y="1548"/>
                    <a:pt x="11650" y="1559"/>
                    <a:pt x="11981" y="1571"/>
                  </a:cubicBezTo>
                  <a:cubicBezTo>
                    <a:pt x="11356" y="1641"/>
                    <a:pt x="10732" y="1750"/>
                    <a:pt x="10129" y="1854"/>
                  </a:cubicBezTo>
                  <a:cubicBezTo>
                    <a:pt x="9031" y="2045"/>
                    <a:pt x="7872" y="2249"/>
                    <a:pt x="6877" y="2774"/>
                  </a:cubicBezTo>
                  <a:cubicBezTo>
                    <a:pt x="6013" y="3230"/>
                    <a:pt x="5276" y="3937"/>
                    <a:pt x="4596" y="4626"/>
                  </a:cubicBezTo>
                  <a:cubicBezTo>
                    <a:pt x="4383" y="4842"/>
                    <a:pt x="4167" y="5067"/>
                    <a:pt x="3963" y="5303"/>
                  </a:cubicBezTo>
                  <a:cubicBezTo>
                    <a:pt x="3974" y="5281"/>
                    <a:pt x="3983" y="5257"/>
                    <a:pt x="3993" y="5235"/>
                  </a:cubicBezTo>
                  <a:cubicBezTo>
                    <a:pt x="4519" y="4176"/>
                    <a:pt x="5386" y="3332"/>
                    <a:pt x="6396" y="2735"/>
                  </a:cubicBezTo>
                  <a:cubicBezTo>
                    <a:pt x="7454" y="2107"/>
                    <a:pt x="8651" y="1753"/>
                    <a:pt x="9869" y="1607"/>
                  </a:cubicBezTo>
                  <a:cubicBezTo>
                    <a:pt x="10243" y="1562"/>
                    <a:pt x="10616" y="1548"/>
                    <a:pt x="10987" y="1548"/>
                  </a:cubicBezTo>
                  <a:close/>
                  <a:moveTo>
                    <a:pt x="13120" y="2035"/>
                  </a:moveTo>
                  <a:cubicBezTo>
                    <a:pt x="12692" y="2946"/>
                    <a:pt x="11544" y="3434"/>
                    <a:pt x="10656" y="3864"/>
                  </a:cubicBezTo>
                  <a:cubicBezTo>
                    <a:pt x="9491" y="4425"/>
                    <a:pt x="8355" y="5126"/>
                    <a:pt x="7085" y="5370"/>
                  </a:cubicBezTo>
                  <a:cubicBezTo>
                    <a:pt x="5345" y="5705"/>
                    <a:pt x="4462" y="6339"/>
                    <a:pt x="4018" y="6973"/>
                  </a:cubicBezTo>
                  <a:cubicBezTo>
                    <a:pt x="4685" y="5113"/>
                    <a:pt x="6640" y="4458"/>
                    <a:pt x="8571" y="3925"/>
                  </a:cubicBezTo>
                  <a:cubicBezTo>
                    <a:pt x="10059" y="3516"/>
                    <a:pt x="11821" y="2986"/>
                    <a:pt x="13120" y="2035"/>
                  </a:cubicBezTo>
                  <a:close/>
                  <a:moveTo>
                    <a:pt x="13721" y="1446"/>
                  </a:moveTo>
                  <a:lnTo>
                    <a:pt x="13721" y="1446"/>
                  </a:lnTo>
                  <a:cubicBezTo>
                    <a:pt x="14795" y="2019"/>
                    <a:pt x="15792" y="2606"/>
                    <a:pt x="16630" y="3530"/>
                  </a:cubicBezTo>
                  <a:cubicBezTo>
                    <a:pt x="17496" y="4489"/>
                    <a:pt x="17921" y="5541"/>
                    <a:pt x="18410" y="6686"/>
                  </a:cubicBezTo>
                  <a:lnTo>
                    <a:pt x="18409" y="6686"/>
                  </a:lnTo>
                  <a:cubicBezTo>
                    <a:pt x="18431" y="7009"/>
                    <a:pt x="18443" y="7340"/>
                    <a:pt x="18415" y="7660"/>
                  </a:cubicBezTo>
                  <a:cubicBezTo>
                    <a:pt x="18101" y="6787"/>
                    <a:pt x="17459" y="6025"/>
                    <a:pt x="16821" y="5379"/>
                  </a:cubicBezTo>
                  <a:cubicBezTo>
                    <a:pt x="16328" y="4879"/>
                    <a:pt x="15796" y="4420"/>
                    <a:pt x="15287" y="3938"/>
                  </a:cubicBezTo>
                  <a:cubicBezTo>
                    <a:pt x="14844" y="3515"/>
                    <a:pt x="14095" y="2887"/>
                    <a:pt x="13793" y="2226"/>
                  </a:cubicBezTo>
                  <a:cubicBezTo>
                    <a:pt x="13769" y="2125"/>
                    <a:pt x="13742" y="2025"/>
                    <a:pt x="13723" y="1921"/>
                  </a:cubicBezTo>
                  <a:cubicBezTo>
                    <a:pt x="13738" y="1833"/>
                    <a:pt x="13744" y="1745"/>
                    <a:pt x="13741" y="1658"/>
                  </a:cubicBezTo>
                  <a:cubicBezTo>
                    <a:pt x="13778" y="1622"/>
                    <a:pt x="13772" y="1562"/>
                    <a:pt x="13729" y="1534"/>
                  </a:cubicBezTo>
                  <a:cubicBezTo>
                    <a:pt x="13726" y="1506"/>
                    <a:pt x="13726" y="1476"/>
                    <a:pt x="13721" y="1446"/>
                  </a:cubicBezTo>
                  <a:close/>
                  <a:moveTo>
                    <a:pt x="14040" y="3067"/>
                  </a:moveTo>
                  <a:lnTo>
                    <a:pt x="14040" y="3067"/>
                  </a:lnTo>
                  <a:cubicBezTo>
                    <a:pt x="14457" y="3608"/>
                    <a:pt x="15019" y="4094"/>
                    <a:pt x="15403" y="4458"/>
                  </a:cubicBezTo>
                  <a:cubicBezTo>
                    <a:pt x="16636" y="5625"/>
                    <a:pt x="17674" y="6662"/>
                    <a:pt x="18299" y="8257"/>
                  </a:cubicBezTo>
                  <a:cubicBezTo>
                    <a:pt x="18290" y="8288"/>
                    <a:pt x="18284" y="8319"/>
                    <a:pt x="18272" y="8349"/>
                  </a:cubicBezTo>
                  <a:cubicBezTo>
                    <a:pt x="18035" y="7381"/>
                    <a:pt x="16955" y="6710"/>
                    <a:pt x="16233" y="6100"/>
                  </a:cubicBezTo>
                  <a:cubicBezTo>
                    <a:pt x="15217" y="5241"/>
                    <a:pt x="14474" y="4242"/>
                    <a:pt x="14040" y="3067"/>
                  </a:cubicBezTo>
                  <a:close/>
                  <a:moveTo>
                    <a:pt x="13694" y="3066"/>
                  </a:moveTo>
                  <a:lnTo>
                    <a:pt x="13694" y="3066"/>
                  </a:lnTo>
                  <a:cubicBezTo>
                    <a:pt x="13918" y="3822"/>
                    <a:pt x="14339" y="4531"/>
                    <a:pt x="14830" y="5139"/>
                  </a:cubicBezTo>
                  <a:cubicBezTo>
                    <a:pt x="15869" y="6426"/>
                    <a:pt x="17586" y="7130"/>
                    <a:pt x="18032" y="8770"/>
                  </a:cubicBezTo>
                  <a:cubicBezTo>
                    <a:pt x="17988" y="8776"/>
                    <a:pt x="17944" y="8782"/>
                    <a:pt x="17900" y="8787"/>
                  </a:cubicBezTo>
                  <a:cubicBezTo>
                    <a:pt x="17849" y="8487"/>
                    <a:pt x="17657" y="8234"/>
                    <a:pt x="17380" y="8024"/>
                  </a:cubicBezTo>
                  <a:cubicBezTo>
                    <a:pt x="16685" y="7497"/>
                    <a:pt x="15883" y="7259"/>
                    <a:pt x="15244" y="6616"/>
                  </a:cubicBezTo>
                  <a:cubicBezTo>
                    <a:pt x="14201" y="5562"/>
                    <a:pt x="13831" y="4377"/>
                    <a:pt x="13694" y="3066"/>
                  </a:cubicBezTo>
                  <a:close/>
                  <a:moveTo>
                    <a:pt x="12696" y="1885"/>
                  </a:moveTo>
                  <a:lnTo>
                    <a:pt x="12696" y="1885"/>
                  </a:lnTo>
                  <a:cubicBezTo>
                    <a:pt x="11863" y="2299"/>
                    <a:pt x="11055" y="2764"/>
                    <a:pt x="10172" y="3090"/>
                  </a:cubicBezTo>
                  <a:cubicBezTo>
                    <a:pt x="8959" y="3538"/>
                    <a:pt x="7673" y="3763"/>
                    <a:pt x="6472" y="4240"/>
                  </a:cubicBezTo>
                  <a:cubicBezTo>
                    <a:pt x="5019" y="4819"/>
                    <a:pt x="3261" y="6187"/>
                    <a:pt x="3573" y="7963"/>
                  </a:cubicBezTo>
                  <a:cubicBezTo>
                    <a:pt x="3576" y="7987"/>
                    <a:pt x="3590" y="8010"/>
                    <a:pt x="3611" y="8024"/>
                  </a:cubicBezTo>
                  <a:cubicBezTo>
                    <a:pt x="3581" y="8263"/>
                    <a:pt x="3584" y="8504"/>
                    <a:pt x="3618" y="8740"/>
                  </a:cubicBezTo>
                  <a:cubicBezTo>
                    <a:pt x="3622" y="8761"/>
                    <a:pt x="3633" y="8782"/>
                    <a:pt x="3648" y="8797"/>
                  </a:cubicBezTo>
                  <a:cubicBezTo>
                    <a:pt x="3614" y="8798"/>
                    <a:pt x="3581" y="8806"/>
                    <a:pt x="3548" y="8810"/>
                  </a:cubicBezTo>
                  <a:cubicBezTo>
                    <a:pt x="3551" y="8800"/>
                    <a:pt x="3558" y="8794"/>
                    <a:pt x="3558" y="8782"/>
                  </a:cubicBezTo>
                  <a:cubicBezTo>
                    <a:pt x="3560" y="8255"/>
                    <a:pt x="3427" y="7752"/>
                    <a:pt x="3457" y="7222"/>
                  </a:cubicBezTo>
                  <a:cubicBezTo>
                    <a:pt x="3468" y="7046"/>
                    <a:pt x="3489" y="6874"/>
                    <a:pt x="3517" y="6701"/>
                  </a:cubicBezTo>
                  <a:cubicBezTo>
                    <a:pt x="4475" y="5220"/>
                    <a:pt x="5745" y="3761"/>
                    <a:pt x="7346" y="3005"/>
                  </a:cubicBezTo>
                  <a:cubicBezTo>
                    <a:pt x="9017" y="2216"/>
                    <a:pt x="10897" y="2183"/>
                    <a:pt x="12696" y="1885"/>
                  </a:cubicBezTo>
                  <a:close/>
                  <a:moveTo>
                    <a:pt x="3069" y="7876"/>
                  </a:moveTo>
                  <a:cubicBezTo>
                    <a:pt x="3103" y="8222"/>
                    <a:pt x="3191" y="8551"/>
                    <a:pt x="3355" y="8837"/>
                  </a:cubicBezTo>
                  <a:cubicBezTo>
                    <a:pt x="3356" y="8842"/>
                    <a:pt x="3362" y="8843"/>
                    <a:pt x="3365" y="8846"/>
                  </a:cubicBezTo>
                  <a:cubicBezTo>
                    <a:pt x="3216" y="8885"/>
                    <a:pt x="3075" y="8949"/>
                    <a:pt x="2950" y="9037"/>
                  </a:cubicBezTo>
                  <a:cubicBezTo>
                    <a:pt x="2970" y="8648"/>
                    <a:pt x="3012" y="8261"/>
                    <a:pt x="3069" y="7877"/>
                  </a:cubicBezTo>
                  <a:lnTo>
                    <a:pt x="3069" y="7876"/>
                  </a:lnTo>
                  <a:close/>
                  <a:moveTo>
                    <a:pt x="18563" y="8873"/>
                  </a:moveTo>
                  <a:cubicBezTo>
                    <a:pt x="18546" y="9110"/>
                    <a:pt x="18529" y="9347"/>
                    <a:pt x="18518" y="9586"/>
                  </a:cubicBezTo>
                  <a:cubicBezTo>
                    <a:pt x="18461" y="9456"/>
                    <a:pt x="18395" y="9339"/>
                    <a:pt x="18312" y="9242"/>
                  </a:cubicBezTo>
                  <a:cubicBezTo>
                    <a:pt x="18408" y="9127"/>
                    <a:pt x="18491" y="9004"/>
                    <a:pt x="18563" y="8873"/>
                  </a:cubicBezTo>
                  <a:close/>
                  <a:moveTo>
                    <a:pt x="17846" y="9376"/>
                  </a:moveTo>
                  <a:cubicBezTo>
                    <a:pt x="18473" y="9781"/>
                    <a:pt x="18330" y="10740"/>
                    <a:pt x="18120" y="11429"/>
                  </a:cubicBezTo>
                  <a:cubicBezTo>
                    <a:pt x="17934" y="12036"/>
                    <a:pt x="17641" y="12481"/>
                    <a:pt x="17121" y="12709"/>
                  </a:cubicBezTo>
                  <a:cubicBezTo>
                    <a:pt x="17291" y="12009"/>
                    <a:pt x="17414" y="11301"/>
                    <a:pt x="17493" y="10585"/>
                  </a:cubicBezTo>
                  <a:cubicBezTo>
                    <a:pt x="17620" y="10551"/>
                    <a:pt x="17743" y="10507"/>
                    <a:pt x="17869" y="10475"/>
                  </a:cubicBezTo>
                  <a:cubicBezTo>
                    <a:pt x="17995" y="10442"/>
                    <a:pt x="18129" y="10418"/>
                    <a:pt x="18190" y="10293"/>
                  </a:cubicBezTo>
                  <a:cubicBezTo>
                    <a:pt x="18211" y="10254"/>
                    <a:pt x="18205" y="10208"/>
                    <a:pt x="18177" y="10177"/>
                  </a:cubicBezTo>
                  <a:lnTo>
                    <a:pt x="18175" y="10177"/>
                  </a:lnTo>
                  <a:cubicBezTo>
                    <a:pt x="18119" y="10120"/>
                    <a:pt x="18050" y="10101"/>
                    <a:pt x="17977" y="10101"/>
                  </a:cubicBezTo>
                  <a:cubicBezTo>
                    <a:pt x="17911" y="10101"/>
                    <a:pt x="17841" y="10117"/>
                    <a:pt x="17775" y="10134"/>
                  </a:cubicBezTo>
                  <a:cubicBezTo>
                    <a:pt x="17693" y="10155"/>
                    <a:pt x="17611" y="10180"/>
                    <a:pt x="17532" y="10210"/>
                  </a:cubicBezTo>
                  <a:cubicBezTo>
                    <a:pt x="17548" y="10013"/>
                    <a:pt x="17566" y="9817"/>
                    <a:pt x="17577" y="9620"/>
                  </a:cubicBezTo>
                  <a:cubicBezTo>
                    <a:pt x="17585" y="9621"/>
                    <a:pt x="17593" y="9622"/>
                    <a:pt x="17601" y="9622"/>
                  </a:cubicBezTo>
                  <a:cubicBezTo>
                    <a:pt x="17653" y="9622"/>
                    <a:pt x="17702" y="9597"/>
                    <a:pt x="17735" y="9556"/>
                  </a:cubicBezTo>
                  <a:cubicBezTo>
                    <a:pt x="17776" y="9500"/>
                    <a:pt x="17810" y="9437"/>
                    <a:pt x="17846" y="9376"/>
                  </a:cubicBezTo>
                  <a:close/>
                  <a:moveTo>
                    <a:pt x="3758" y="9145"/>
                  </a:moveTo>
                  <a:cubicBezTo>
                    <a:pt x="3768" y="9567"/>
                    <a:pt x="3803" y="9986"/>
                    <a:pt x="3846" y="10405"/>
                  </a:cubicBezTo>
                  <a:cubicBezTo>
                    <a:pt x="3826" y="10396"/>
                    <a:pt x="3809" y="10382"/>
                    <a:pt x="3792" y="10375"/>
                  </a:cubicBezTo>
                  <a:cubicBezTo>
                    <a:pt x="3688" y="10326"/>
                    <a:pt x="3574" y="10300"/>
                    <a:pt x="3463" y="10300"/>
                  </a:cubicBezTo>
                  <a:cubicBezTo>
                    <a:pt x="3261" y="10300"/>
                    <a:pt x="3068" y="10384"/>
                    <a:pt x="2951" y="10568"/>
                  </a:cubicBezTo>
                  <a:cubicBezTo>
                    <a:pt x="2902" y="10646"/>
                    <a:pt x="2967" y="10712"/>
                    <a:pt x="3037" y="10712"/>
                  </a:cubicBezTo>
                  <a:cubicBezTo>
                    <a:pt x="3068" y="10712"/>
                    <a:pt x="3099" y="10699"/>
                    <a:pt x="3122" y="10668"/>
                  </a:cubicBezTo>
                  <a:cubicBezTo>
                    <a:pt x="3197" y="10569"/>
                    <a:pt x="3293" y="10530"/>
                    <a:pt x="3392" y="10530"/>
                  </a:cubicBezTo>
                  <a:cubicBezTo>
                    <a:pt x="3579" y="10530"/>
                    <a:pt x="3780" y="10667"/>
                    <a:pt x="3892" y="10805"/>
                  </a:cubicBezTo>
                  <a:cubicBezTo>
                    <a:pt x="3984" y="11538"/>
                    <a:pt x="4123" y="12264"/>
                    <a:pt x="4309" y="12978"/>
                  </a:cubicBezTo>
                  <a:cubicBezTo>
                    <a:pt x="3560" y="12746"/>
                    <a:pt x="3054" y="12355"/>
                    <a:pt x="2828" y="11515"/>
                  </a:cubicBezTo>
                  <a:cubicBezTo>
                    <a:pt x="2731" y="11155"/>
                    <a:pt x="2689" y="10753"/>
                    <a:pt x="2737" y="10381"/>
                  </a:cubicBezTo>
                  <a:lnTo>
                    <a:pt x="2737" y="10379"/>
                  </a:lnTo>
                  <a:cubicBezTo>
                    <a:pt x="2886" y="9757"/>
                    <a:pt x="3356" y="9239"/>
                    <a:pt x="3758" y="9145"/>
                  </a:cubicBezTo>
                  <a:close/>
                  <a:moveTo>
                    <a:pt x="13182" y="2869"/>
                  </a:moveTo>
                  <a:cubicBezTo>
                    <a:pt x="13175" y="3855"/>
                    <a:pt x="13514" y="4895"/>
                    <a:pt x="13959" y="5690"/>
                  </a:cubicBezTo>
                  <a:cubicBezTo>
                    <a:pt x="14299" y="6301"/>
                    <a:pt x="14744" y="6847"/>
                    <a:pt x="15272" y="7305"/>
                  </a:cubicBezTo>
                  <a:cubicBezTo>
                    <a:pt x="15831" y="7783"/>
                    <a:pt x="17035" y="8133"/>
                    <a:pt x="17388" y="8845"/>
                  </a:cubicBezTo>
                  <a:cubicBezTo>
                    <a:pt x="17325" y="8852"/>
                    <a:pt x="16893" y="12980"/>
                    <a:pt x="16127" y="14399"/>
                  </a:cubicBezTo>
                  <a:cubicBezTo>
                    <a:pt x="15506" y="15548"/>
                    <a:pt x="15088" y="16847"/>
                    <a:pt x="14324" y="17913"/>
                  </a:cubicBezTo>
                  <a:cubicBezTo>
                    <a:pt x="13352" y="19268"/>
                    <a:pt x="12206" y="19610"/>
                    <a:pt x="10681" y="19831"/>
                  </a:cubicBezTo>
                  <a:cubicBezTo>
                    <a:pt x="9157" y="19610"/>
                    <a:pt x="8011" y="19268"/>
                    <a:pt x="7039" y="17913"/>
                  </a:cubicBezTo>
                  <a:cubicBezTo>
                    <a:pt x="6277" y="16849"/>
                    <a:pt x="5690" y="15624"/>
                    <a:pt x="5236" y="14399"/>
                  </a:cubicBezTo>
                  <a:cubicBezTo>
                    <a:pt x="4432" y="12231"/>
                    <a:pt x="4109" y="9955"/>
                    <a:pt x="4142" y="7657"/>
                  </a:cubicBezTo>
                  <a:cubicBezTo>
                    <a:pt x="4714" y="6764"/>
                    <a:pt x="5930" y="6314"/>
                    <a:pt x="6899" y="5920"/>
                  </a:cubicBezTo>
                  <a:cubicBezTo>
                    <a:pt x="7980" y="5479"/>
                    <a:pt x="9075" y="5071"/>
                    <a:pt x="10146" y="4604"/>
                  </a:cubicBezTo>
                  <a:cubicBezTo>
                    <a:pt x="10860" y="4291"/>
                    <a:pt x="12362" y="3706"/>
                    <a:pt x="13182" y="2869"/>
                  </a:cubicBezTo>
                  <a:close/>
                  <a:moveTo>
                    <a:pt x="15326" y="17461"/>
                  </a:moveTo>
                  <a:lnTo>
                    <a:pt x="15326" y="17461"/>
                  </a:lnTo>
                  <a:cubicBezTo>
                    <a:pt x="15249" y="18815"/>
                    <a:pt x="15104" y="20174"/>
                    <a:pt x="15121" y="21532"/>
                  </a:cubicBezTo>
                  <a:cubicBezTo>
                    <a:pt x="15062" y="20307"/>
                    <a:pt x="15164" y="19077"/>
                    <a:pt x="15092" y="17857"/>
                  </a:cubicBezTo>
                  <a:cubicBezTo>
                    <a:pt x="15174" y="17727"/>
                    <a:pt x="15250" y="17595"/>
                    <a:pt x="15326" y="17461"/>
                  </a:cubicBezTo>
                  <a:close/>
                  <a:moveTo>
                    <a:pt x="15180" y="22742"/>
                  </a:moveTo>
                  <a:cubicBezTo>
                    <a:pt x="15240" y="23196"/>
                    <a:pt x="15368" y="23641"/>
                    <a:pt x="15640" y="23955"/>
                  </a:cubicBezTo>
                  <a:cubicBezTo>
                    <a:pt x="15351" y="23863"/>
                    <a:pt x="15164" y="23804"/>
                    <a:pt x="15149" y="23798"/>
                  </a:cubicBezTo>
                  <a:cubicBezTo>
                    <a:pt x="15177" y="23446"/>
                    <a:pt x="15188" y="23094"/>
                    <a:pt x="15180" y="22742"/>
                  </a:cubicBezTo>
                  <a:close/>
                  <a:moveTo>
                    <a:pt x="14704" y="18244"/>
                  </a:moveTo>
                  <a:cubicBezTo>
                    <a:pt x="14518" y="19421"/>
                    <a:pt x="14585" y="20679"/>
                    <a:pt x="14671" y="21839"/>
                  </a:cubicBezTo>
                  <a:lnTo>
                    <a:pt x="14671" y="21837"/>
                  </a:lnTo>
                  <a:lnTo>
                    <a:pt x="14671" y="21837"/>
                  </a:lnTo>
                  <a:cubicBezTo>
                    <a:pt x="14689" y="22093"/>
                    <a:pt x="14720" y="23234"/>
                    <a:pt x="13167" y="23893"/>
                  </a:cubicBezTo>
                  <a:cubicBezTo>
                    <a:pt x="12699" y="24092"/>
                    <a:pt x="12185" y="24128"/>
                    <a:pt x="11674" y="24128"/>
                  </a:cubicBezTo>
                  <a:cubicBezTo>
                    <a:pt x="11511" y="24128"/>
                    <a:pt x="11348" y="24124"/>
                    <a:pt x="11188" y="24121"/>
                  </a:cubicBezTo>
                  <a:cubicBezTo>
                    <a:pt x="10004" y="24098"/>
                    <a:pt x="8105" y="24195"/>
                    <a:pt x="7255" y="23201"/>
                  </a:cubicBezTo>
                  <a:cubicBezTo>
                    <a:pt x="7250" y="22808"/>
                    <a:pt x="7237" y="22422"/>
                    <a:pt x="7229" y="22060"/>
                  </a:cubicBezTo>
                  <a:cubicBezTo>
                    <a:pt x="7204" y="20887"/>
                    <a:pt x="7112" y="19710"/>
                    <a:pt x="6908" y="18553"/>
                  </a:cubicBezTo>
                  <a:lnTo>
                    <a:pt x="6908" y="18553"/>
                  </a:lnTo>
                  <a:cubicBezTo>
                    <a:pt x="7066" y="18747"/>
                    <a:pt x="7235" y="18931"/>
                    <a:pt x="7415" y="19104"/>
                  </a:cubicBezTo>
                  <a:cubicBezTo>
                    <a:pt x="8204" y="19845"/>
                    <a:pt x="9185" y="20165"/>
                    <a:pt x="10223" y="20282"/>
                  </a:cubicBezTo>
                  <a:cubicBezTo>
                    <a:pt x="10242" y="20299"/>
                    <a:pt x="10462" y="20307"/>
                    <a:pt x="10681" y="20307"/>
                  </a:cubicBezTo>
                  <a:cubicBezTo>
                    <a:pt x="10901" y="20307"/>
                    <a:pt x="11121" y="20299"/>
                    <a:pt x="11140" y="20282"/>
                  </a:cubicBezTo>
                  <a:cubicBezTo>
                    <a:pt x="12176" y="20165"/>
                    <a:pt x="13159" y="19845"/>
                    <a:pt x="13948" y="19104"/>
                  </a:cubicBezTo>
                  <a:cubicBezTo>
                    <a:pt x="14224" y="18841"/>
                    <a:pt x="14477" y="18552"/>
                    <a:pt x="14704" y="18244"/>
                  </a:cubicBezTo>
                  <a:close/>
                  <a:moveTo>
                    <a:pt x="15853" y="16441"/>
                  </a:moveTo>
                  <a:cubicBezTo>
                    <a:pt x="15592" y="17879"/>
                    <a:pt x="15537" y="19368"/>
                    <a:pt x="15625" y="20816"/>
                  </a:cubicBezTo>
                  <a:cubicBezTo>
                    <a:pt x="15677" y="21696"/>
                    <a:pt x="15633" y="23295"/>
                    <a:pt x="16227" y="24149"/>
                  </a:cubicBezTo>
                  <a:cubicBezTo>
                    <a:pt x="16180" y="24134"/>
                    <a:pt x="16130" y="24116"/>
                    <a:pt x="16085" y="24101"/>
                  </a:cubicBezTo>
                  <a:lnTo>
                    <a:pt x="16084" y="24101"/>
                  </a:lnTo>
                  <a:cubicBezTo>
                    <a:pt x="16085" y="24089"/>
                    <a:pt x="16082" y="24078"/>
                    <a:pt x="16079" y="24066"/>
                  </a:cubicBezTo>
                  <a:cubicBezTo>
                    <a:pt x="15487" y="22958"/>
                    <a:pt x="15435" y="21882"/>
                    <a:pt x="15463" y="20639"/>
                  </a:cubicBezTo>
                  <a:cubicBezTo>
                    <a:pt x="15488" y="19491"/>
                    <a:pt x="15491" y="18343"/>
                    <a:pt x="15525" y="17197"/>
                  </a:cubicBezTo>
                  <a:cubicBezTo>
                    <a:pt x="15525" y="17176"/>
                    <a:pt x="15517" y="17156"/>
                    <a:pt x="15503" y="17141"/>
                  </a:cubicBezTo>
                  <a:cubicBezTo>
                    <a:pt x="15627" y="16910"/>
                    <a:pt x="15743" y="16676"/>
                    <a:pt x="15853" y="16441"/>
                  </a:cubicBezTo>
                  <a:close/>
                  <a:moveTo>
                    <a:pt x="14668" y="23475"/>
                  </a:moveTo>
                  <a:lnTo>
                    <a:pt x="14668" y="23475"/>
                  </a:lnTo>
                  <a:cubicBezTo>
                    <a:pt x="14747" y="23792"/>
                    <a:pt x="14729" y="24058"/>
                    <a:pt x="14644" y="24286"/>
                  </a:cubicBezTo>
                  <a:lnTo>
                    <a:pt x="14644" y="24287"/>
                  </a:lnTo>
                  <a:cubicBezTo>
                    <a:pt x="14623" y="24255"/>
                    <a:pt x="14601" y="24222"/>
                    <a:pt x="14582" y="24192"/>
                  </a:cubicBezTo>
                  <a:cubicBezTo>
                    <a:pt x="14510" y="24078"/>
                    <a:pt x="14443" y="23954"/>
                    <a:pt x="14363" y="23841"/>
                  </a:cubicBezTo>
                  <a:cubicBezTo>
                    <a:pt x="14482" y="23735"/>
                    <a:pt x="14585" y="23612"/>
                    <a:pt x="14668" y="23475"/>
                  </a:cubicBezTo>
                  <a:close/>
                  <a:moveTo>
                    <a:pt x="5846" y="16925"/>
                  </a:moveTo>
                  <a:lnTo>
                    <a:pt x="5846" y="16925"/>
                  </a:lnTo>
                  <a:cubicBezTo>
                    <a:pt x="6049" y="17306"/>
                    <a:pt x="6266" y="17681"/>
                    <a:pt x="6512" y="18034"/>
                  </a:cubicBezTo>
                  <a:cubicBezTo>
                    <a:pt x="6641" y="19375"/>
                    <a:pt x="6781" y="20710"/>
                    <a:pt x="6783" y="22060"/>
                  </a:cubicBezTo>
                  <a:cubicBezTo>
                    <a:pt x="6784" y="22418"/>
                    <a:pt x="6760" y="22781"/>
                    <a:pt x="6731" y="23147"/>
                  </a:cubicBezTo>
                  <a:lnTo>
                    <a:pt x="6731" y="23146"/>
                  </a:lnTo>
                  <a:cubicBezTo>
                    <a:pt x="6405" y="23393"/>
                    <a:pt x="6250" y="23766"/>
                    <a:pt x="6254" y="24159"/>
                  </a:cubicBezTo>
                  <a:cubicBezTo>
                    <a:pt x="6043" y="24241"/>
                    <a:pt x="5835" y="24335"/>
                    <a:pt x="5626" y="24435"/>
                  </a:cubicBezTo>
                  <a:cubicBezTo>
                    <a:pt x="6168" y="21965"/>
                    <a:pt x="6269" y="19409"/>
                    <a:pt x="5846" y="16925"/>
                  </a:cubicBezTo>
                  <a:close/>
                  <a:moveTo>
                    <a:pt x="16725" y="14268"/>
                  </a:moveTo>
                  <a:lnTo>
                    <a:pt x="16725" y="14268"/>
                  </a:lnTo>
                  <a:cubicBezTo>
                    <a:pt x="16591" y="16188"/>
                    <a:pt x="16523" y="18116"/>
                    <a:pt x="16582" y="20040"/>
                  </a:cubicBezTo>
                  <a:cubicBezTo>
                    <a:pt x="16630" y="21590"/>
                    <a:pt x="16707" y="23156"/>
                    <a:pt x="17391" y="24555"/>
                  </a:cubicBezTo>
                  <a:cubicBezTo>
                    <a:pt x="17170" y="24475"/>
                    <a:pt x="16950" y="24396"/>
                    <a:pt x="16742" y="24325"/>
                  </a:cubicBezTo>
                  <a:cubicBezTo>
                    <a:pt x="16201" y="23696"/>
                    <a:pt x="16176" y="22811"/>
                    <a:pt x="16096" y="22020"/>
                  </a:cubicBezTo>
                  <a:cubicBezTo>
                    <a:pt x="16020" y="21276"/>
                    <a:pt x="15976" y="20529"/>
                    <a:pt x="15968" y="19780"/>
                  </a:cubicBezTo>
                  <a:cubicBezTo>
                    <a:pt x="15948" y="18361"/>
                    <a:pt x="16093" y="16966"/>
                    <a:pt x="16249" y="15561"/>
                  </a:cubicBezTo>
                  <a:cubicBezTo>
                    <a:pt x="16428" y="15137"/>
                    <a:pt x="16582" y="14704"/>
                    <a:pt x="16725" y="14268"/>
                  </a:cubicBezTo>
                  <a:close/>
                  <a:moveTo>
                    <a:pt x="7225" y="23763"/>
                  </a:moveTo>
                  <a:cubicBezTo>
                    <a:pt x="7234" y="23763"/>
                    <a:pt x="7243" y="23763"/>
                    <a:pt x="7252" y="23763"/>
                  </a:cubicBezTo>
                  <a:cubicBezTo>
                    <a:pt x="7350" y="23863"/>
                    <a:pt x="7460" y="23951"/>
                    <a:pt x="7579" y="24024"/>
                  </a:cubicBezTo>
                  <a:cubicBezTo>
                    <a:pt x="7429" y="24143"/>
                    <a:pt x="7279" y="24262"/>
                    <a:pt x="7133" y="24390"/>
                  </a:cubicBezTo>
                  <a:cubicBezTo>
                    <a:pt x="7070" y="24445"/>
                    <a:pt x="6993" y="24502"/>
                    <a:pt x="6921" y="24564"/>
                  </a:cubicBezTo>
                  <a:cubicBezTo>
                    <a:pt x="6673" y="23924"/>
                    <a:pt x="6948" y="23763"/>
                    <a:pt x="7225" y="23763"/>
                  </a:cubicBezTo>
                  <a:close/>
                  <a:moveTo>
                    <a:pt x="17496" y="13221"/>
                  </a:moveTo>
                  <a:lnTo>
                    <a:pt x="17496" y="13221"/>
                  </a:lnTo>
                  <a:cubicBezTo>
                    <a:pt x="17334" y="15592"/>
                    <a:pt x="17385" y="17973"/>
                    <a:pt x="17563" y="20341"/>
                  </a:cubicBezTo>
                  <a:cubicBezTo>
                    <a:pt x="17648" y="21474"/>
                    <a:pt x="17761" y="22608"/>
                    <a:pt x="17915" y="23735"/>
                  </a:cubicBezTo>
                  <a:cubicBezTo>
                    <a:pt x="17970" y="24145"/>
                    <a:pt x="18025" y="24533"/>
                    <a:pt x="18200" y="24861"/>
                  </a:cubicBezTo>
                  <a:cubicBezTo>
                    <a:pt x="18071" y="24810"/>
                    <a:pt x="17941" y="24758"/>
                    <a:pt x="17807" y="24709"/>
                  </a:cubicBezTo>
                  <a:cubicBezTo>
                    <a:pt x="17014" y="23049"/>
                    <a:pt x="16986" y="21151"/>
                    <a:pt x="16953" y="19344"/>
                  </a:cubicBezTo>
                  <a:cubicBezTo>
                    <a:pt x="16919" y="17428"/>
                    <a:pt x="16981" y="15511"/>
                    <a:pt x="16980" y="13593"/>
                  </a:cubicBezTo>
                  <a:cubicBezTo>
                    <a:pt x="16980" y="13569"/>
                    <a:pt x="16969" y="13546"/>
                    <a:pt x="16953" y="13529"/>
                  </a:cubicBezTo>
                  <a:cubicBezTo>
                    <a:pt x="16966" y="13483"/>
                    <a:pt x="16983" y="13438"/>
                    <a:pt x="16995" y="13392"/>
                  </a:cubicBezTo>
                  <a:cubicBezTo>
                    <a:pt x="17172" y="13369"/>
                    <a:pt x="17342" y="13310"/>
                    <a:pt x="17496" y="13221"/>
                  </a:cubicBezTo>
                  <a:close/>
                  <a:moveTo>
                    <a:pt x="14077" y="24064"/>
                  </a:moveTo>
                  <a:cubicBezTo>
                    <a:pt x="14135" y="24171"/>
                    <a:pt x="14202" y="24276"/>
                    <a:pt x="14263" y="24378"/>
                  </a:cubicBezTo>
                  <a:cubicBezTo>
                    <a:pt x="14311" y="24460"/>
                    <a:pt x="14363" y="24563"/>
                    <a:pt x="14430" y="24646"/>
                  </a:cubicBezTo>
                  <a:cubicBezTo>
                    <a:pt x="14330" y="24759"/>
                    <a:pt x="14215" y="24858"/>
                    <a:pt x="14087" y="24938"/>
                  </a:cubicBezTo>
                  <a:cubicBezTo>
                    <a:pt x="14071" y="24905"/>
                    <a:pt x="14055" y="24875"/>
                    <a:pt x="14040" y="24849"/>
                  </a:cubicBezTo>
                  <a:cubicBezTo>
                    <a:pt x="13928" y="24654"/>
                    <a:pt x="13848" y="24444"/>
                    <a:pt x="13779" y="24229"/>
                  </a:cubicBezTo>
                  <a:cubicBezTo>
                    <a:pt x="13882" y="24180"/>
                    <a:pt x="13982" y="24125"/>
                    <a:pt x="14077" y="24064"/>
                  </a:cubicBezTo>
                  <a:close/>
                  <a:moveTo>
                    <a:pt x="4426" y="13433"/>
                  </a:moveTo>
                  <a:cubicBezTo>
                    <a:pt x="4626" y="14120"/>
                    <a:pt x="4865" y="14796"/>
                    <a:pt x="5148" y="15456"/>
                  </a:cubicBezTo>
                  <a:cubicBezTo>
                    <a:pt x="5214" y="15610"/>
                    <a:pt x="5285" y="15768"/>
                    <a:pt x="5357" y="15926"/>
                  </a:cubicBezTo>
                  <a:cubicBezTo>
                    <a:pt x="5918" y="18790"/>
                    <a:pt x="5942" y="21672"/>
                    <a:pt x="5281" y="24546"/>
                  </a:cubicBezTo>
                  <a:cubicBezTo>
                    <a:pt x="5276" y="24565"/>
                    <a:pt x="5276" y="24586"/>
                    <a:pt x="5279" y="24606"/>
                  </a:cubicBezTo>
                  <a:lnTo>
                    <a:pt x="5279" y="24606"/>
                  </a:lnTo>
                  <a:cubicBezTo>
                    <a:pt x="5054" y="24722"/>
                    <a:pt x="4830" y="24844"/>
                    <a:pt x="4606" y="24972"/>
                  </a:cubicBezTo>
                  <a:cubicBezTo>
                    <a:pt x="4845" y="24317"/>
                    <a:pt x="4868" y="23632"/>
                    <a:pt x="4876" y="22927"/>
                  </a:cubicBezTo>
                  <a:cubicBezTo>
                    <a:pt x="4888" y="21848"/>
                    <a:pt x="4889" y="20770"/>
                    <a:pt x="4895" y="19691"/>
                  </a:cubicBezTo>
                  <a:cubicBezTo>
                    <a:pt x="4907" y="17578"/>
                    <a:pt x="4892" y="15506"/>
                    <a:pt x="4388" y="13443"/>
                  </a:cubicBezTo>
                  <a:cubicBezTo>
                    <a:pt x="4386" y="13440"/>
                    <a:pt x="4385" y="13437"/>
                    <a:pt x="4383" y="13434"/>
                  </a:cubicBezTo>
                  <a:cubicBezTo>
                    <a:pt x="4391" y="13433"/>
                    <a:pt x="4398" y="13433"/>
                    <a:pt x="4405" y="13433"/>
                  </a:cubicBezTo>
                  <a:cubicBezTo>
                    <a:pt x="4412" y="13433"/>
                    <a:pt x="4419" y="13433"/>
                    <a:pt x="4426" y="13433"/>
                  </a:cubicBezTo>
                  <a:close/>
                  <a:moveTo>
                    <a:pt x="7674" y="24078"/>
                  </a:moveTo>
                  <a:cubicBezTo>
                    <a:pt x="7779" y="24134"/>
                    <a:pt x="7887" y="24183"/>
                    <a:pt x="7999" y="24225"/>
                  </a:cubicBezTo>
                  <a:cubicBezTo>
                    <a:pt x="7725" y="24493"/>
                    <a:pt x="7497" y="24804"/>
                    <a:pt x="7325" y="25145"/>
                  </a:cubicBezTo>
                  <a:cubicBezTo>
                    <a:pt x="7265" y="25114"/>
                    <a:pt x="7210" y="25078"/>
                    <a:pt x="7156" y="25041"/>
                  </a:cubicBezTo>
                  <a:cubicBezTo>
                    <a:pt x="7103" y="24948"/>
                    <a:pt x="7060" y="24865"/>
                    <a:pt x="7019" y="24785"/>
                  </a:cubicBezTo>
                  <a:cubicBezTo>
                    <a:pt x="7112" y="24706"/>
                    <a:pt x="7192" y="24603"/>
                    <a:pt x="7268" y="24524"/>
                  </a:cubicBezTo>
                  <a:cubicBezTo>
                    <a:pt x="7408" y="24380"/>
                    <a:pt x="7542" y="24231"/>
                    <a:pt x="7674" y="24078"/>
                  </a:cubicBezTo>
                  <a:close/>
                  <a:moveTo>
                    <a:pt x="18093" y="12654"/>
                  </a:moveTo>
                  <a:lnTo>
                    <a:pt x="18093" y="12654"/>
                  </a:lnTo>
                  <a:cubicBezTo>
                    <a:pt x="17840" y="14970"/>
                    <a:pt x="17934" y="17345"/>
                    <a:pt x="18087" y="19661"/>
                  </a:cubicBezTo>
                  <a:cubicBezTo>
                    <a:pt x="18166" y="20864"/>
                    <a:pt x="18266" y="22071"/>
                    <a:pt x="18437" y="23265"/>
                  </a:cubicBezTo>
                  <a:cubicBezTo>
                    <a:pt x="18543" y="24000"/>
                    <a:pt x="18695" y="24692"/>
                    <a:pt x="19156" y="25267"/>
                  </a:cubicBezTo>
                  <a:cubicBezTo>
                    <a:pt x="19059" y="25222"/>
                    <a:pt x="18960" y="25178"/>
                    <a:pt x="18857" y="25131"/>
                  </a:cubicBezTo>
                  <a:lnTo>
                    <a:pt x="18857" y="25133"/>
                  </a:lnTo>
                  <a:cubicBezTo>
                    <a:pt x="18852" y="25127"/>
                    <a:pt x="18850" y="25121"/>
                    <a:pt x="18845" y="25117"/>
                  </a:cubicBezTo>
                  <a:cubicBezTo>
                    <a:pt x="18104" y="24432"/>
                    <a:pt x="18178" y="23064"/>
                    <a:pt x="18077" y="22130"/>
                  </a:cubicBezTo>
                  <a:cubicBezTo>
                    <a:pt x="17967" y="21117"/>
                    <a:pt x="17882" y="20103"/>
                    <a:pt x="17824" y="19086"/>
                  </a:cubicBezTo>
                  <a:cubicBezTo>
                    <a:pt x="17709" y="17112"/>
                    <a:pt x="17703" y="15135"/>
                    <a:pt x="17717" y="13160"/>
                  </a:cubicBezTo>
                  <a:cubicBezTo>
                    <a:pt x="17717" y="13135"/>
                    <a:pt x="17706" y="13111"/>
                    <a:pt x="17690" y="13093"/>
                  </a:cubicBezTo>
                  <a:cubicBezTo>
                    <a:pt x="17842" y="12974"/>
                    <a:pt x="17974" y="12822"/>
                    <a:pt x="18093" y="12654"/>
                  </a:cubicBezTo>
                  <a:close/>
                  <a:moveTo>
                    <a:pt x="18468" y="11928"/>
                  </a:moveTo>
                  <a:cubicBezTo>
                    <a:pt x="18476" y="13118"/>
                    <a:pt x="18528" y="14309"/>
                    <a:pt x="18589" y="15491"/>
                  </a:cubicBezTo>
                  <a:cubicBezTo>
                    <a:pt x="18649" y="16623"/>
                    <a:pt x="18727" y="17754"/>
                    <a:pt x="18830" y="18884"/>
                  </a:cubicBezTo>
                  <a:cubicBezTo>
                    <a:pt x="18922" y="19906"/>
                    <a:pt x="19378" y="23985"/>
                    <a:pt x="19488" y="25276"/>
                  </a:cubicBezTo>
                  <a:cubicBezTo>
                    <a:pt x="19487" y="25271"/>
                    <a:pt x="19487" y="25268"/>
                    <a:pt x="19485" y="25265"/>
                  </a:cubicBezTo>
                  <a:cubicBezTo>
                    <a:pt x="18881" y="24295"/>
                    <a:pt x="18786" y="23226"/>
                    <a:pt x="18668" y="22113"/>
                  </a:cubicBezTo>
                  <a:cubicBezTo>
                    <a:pt x="18550" y="21005"/>
                    <a:pt x="18457" y="19896"/>
                    <a:pt x="18397" y="18784"/>
                  </a:cubicBezTo>
                  <a:cubicBezTo>
                    <a:pt x="18279" y="16606"/>
                    <a:pt x="18172" y="14345"/>
                    <a:pt x="18366" y="12170"/>
                  </a:cubicBezTo>
                  <a:cubicBezTo>
                    <a:pt x="18403" y="12091"/>
                    <a:pt x="18439" y="12011"/>
                    <a:pt x="18468" y="11928"/>
                  </a:cubicBezTo>
                  <a:close/>
                  <a:moveTo>
                    <a:pt x="13491" y="24348"/>
                  </a:moveTo>
                  <a:cubicBezTo>
                    <a:pt x="13535" y="24621"/>
                    <a:pt x="13623" y="24902"/>
                    <a:pt x="13784" y="25102"/>
                  </a:cubicBezTo>
                  <a:cubicBezTo>
                    <a:pt x="13613" y="25178"/>
                    <a:pt x="13435" y="25242"/>
                    <a:pt x="13254" y="25291"/>
                  </a:cubicBezTo>
                  <a:cubicBezTo>
                    <a:pt x="13240" y="25187"/>
                    <a:pt x="13172" y="25070"/>
                    <a:pt x="13136" y="25006"/>
                  </a:cubicBezTo>
                  <a:cubicBezTo>
                    <a:pt x="13047" y="24843"/>
                    <a:pt x="12958" y="24679"/>
                    <a:pt x="12867" y="24518"/>
                  </a:cubicBezTo>
                  <a:cubicBezTo>
                    <a:pt x="13078" y="24477"/>
                    <a:pt x="13287" y="24420"/>
                    <a:pt x="13491" y="24348"/>
                  </a:cubicBezTo>
                  <a:close/>
                  <a:moveTo>
                    <a:pt x="8245" y="24311"/>
                  </a:moveTo>
                  <a:cubicBezTo>
                    <a:pt x="8350" y="24344"/>
                    <a:pt x="8459" y="24372"/>
                    <a:pt x="8569" y="24398"/>
                  </a:cubicBezTo>
                  <a:cubicBezTo>
                    <a:pt x="8468" y="24597"/>
                    <a:pt x="8395" y="24810"/>
                    <a:pt x="8319" y="25020"/>
                  </a:cubicBezTo>
                  <a:cubicBezTo>
                    <a:pt x="8274" y="25145"/>
                    <a:pt x="8193" y="25297"/>
                    <a:pt x="8181" y="25438"/>
                  </a:cubicBezTo>
                  <a:cubicBezTo>
                    <a:pt x="7981" y="25402"/>
                    <a:pt x="7786" y="25358"/>
                    <a:pt x="7600" y="25283"/>
                  </a:cubicBezTo>
                  <a:cubicBezTo>
                    <a:pt x="7701" y="25131"/>
                    <a:pt x="7795" y="24974"/>
                    <a:pt x="7893" y="24822"/>
                  </a:cubicBezTo>
                  <a:cubicBezTo>
                    <a:pt x="8006" y="24649"/>
                    <a:pt x="8131" y="24484"/>
                    <a:pt x="8245" y="24311"/>
                  </a:cubicBezTo>
                  <a:close/>
                  <a:moveTo>
                    <a:pt x="12553" y="24572"/>
                  </a:moveTo>
                  <a:cubicBezTo>
                    <a:pt x="12620" y="24756"/>
                    <a:pt x="12697" y="24936"/>
                    <a:pt x="12783" y="25111"/>
                  </a:cubicBezTo>
                  <a:cubicBezTo>
                    <a:pt x="12815" y="25170"/>
                    <a:pt x="12864" y="25283"/>
                    <a:pt x="12931" y="25368"/>
                  </a:cubicBezTo>
                  <a:cubicBezTo>
                    <a:pt x="12661" y="25423"/>
                    <a:pt x="12389" y="25463"/>
                    <a:pt x="12115" y="25489"/>
                  </a:cubicBezTo>
                  <a:cubicBezTo>
                    <a:pt x="12094" y="25322"/>
                    <a:pt x="12012" y="25210"/>
                    <a:pt x="11947" y="25044"/>
                  </a:cubicBezTo>
                  <a:cubicBezTo>
                    <a:pt x="11896" y="24913"/>
                    <a:pt x="11860" y="24776"/>
                    <a:pt x="11838" y="24637"/>
                  </a:cubicBezTo>
                  <a:cubicBezTo>
                    <a:pt x="12070" y="24628"/>
                    <a:pt x="12312" y="24606"/>
                    <a:pt x="12553" y="24572"/>
                  </a:cubicBezTo>
                  <a:close/>
                  <a:moveTo>
                    <a:pt x="8791" y="24444"/>
                  </a:moveTo>
                  <a:cubicBezTo>
                    <a:pt x="8941" y="24472"/>
                    <a:pt x="9095" y="24494"/>
                    <a:pt x="9248" y="24515"/>
                  </a:cubicBezTo>
                  <a:cubicBezTo>
                    <a:pt x="9193" y="24704"/>
                    <a:pt x="9148" y="24896"/>
                    <a:pt x="9114" y="25091"/>
                  </a:cubicBezTo>
                  <a:lnTo>
                    <a:pt x="9112" y="25091"/>
                  </a:lnTo>
                  <a:cubicBezTo>
                    <a:pt x="9086" y="25239"/>
                    <a:pt x="9025" y="25399"/>
                    <a:pt x="9090" y="25530"/>
                  </a:cubicBezTo>
                  <a:cubicBezTo>
                    <a:pt x="8892" y="25523"/>
                    <a:pt x="8696" y="25510"/>
                    <a:pt x="8501" y="25486"/>
                  </a:cubicBezTo>
                  <a:cubicBezTo>
                    <a:pt x="8550" y="25382"/>
                    <a:pt x="8575" y="25257"/>
                    <a:pt x="8608" y="25148"/>
                  </a:cubicBezTo>
                  <a:cubicBezTo>
                    <a:pt x="8676" y="24914"/>
                    <a:pt x="8752" y="24683"/>
                    <a:pt x="8791" y="24444"/>
                  </a:cubicBezTo>
                  <a:close/>
                  <a:moveTo>
                    <a:pt x="9495" y="24543"/>
                  </a:moveTo>
                  <a:cubicBezTo>
                    <a:pt x="9653" y="24560"/>
                    <a:pt x="9806" y="24573"/>
                    <a:pt x="9957" y="24582"/>
                  </a:cubicBezTo>
                  <a:cubicBezTo>
                    <a:pt x="9915" y="24749"/>
                    <a:pt x="9885" y="24917"/>
                    <a:pt x="9866" y="25087"/>
                  </a:cubicBezTo>
                  <a:lnTo>
                    <a:pt x="9864" y="25087"/>
                  </a:lnTo>
                  <a:cubicBezTo>
                    <a:pt x="9846" y="25234"/>
                    <a:pt x="9809" y="25392"/>
                    <a:pt x="9830" y="25539"/>
                  </a:cubicBezTo>
                  <a:cubicBezTo>
                    <a:pt x="9668" y="25539"/>
                    <a:pt x="9504" y="25539"/>
                    <a:pt x="9340" y="25536"/>
                  </a:cubicBezTo>
                  <a:cubicBezTo>
                    <a:pt x="9428" y="25417"/>
                    <a:pt x="9424" y="25231"/>
                    <a:pt x="9444" y="25087"/>
                  </a:cubicBezTo>
                  <a:cubicBezTo>
                    <a:pt x="9468" y="24910"/>
                    <a:pt x="9489" y="24725"/>
                    <a:pt x="9495" y="24543"/>
                  </a:cubicBezTo>
                  <a:close/>
                  <a:moveTo>
                    <a:pt x="10220" y="24599"/>
                  </a:moveTo>
                  <a:cubicBezTo>
                    <a:pt x="10390" y="24608"/>
                    <a:pt x="10549" y="24613"/>
                    <a:pt x="10698" y="24619"/>
                  </a:cubicBezTo>
                  <a:cubicBezTo>
                    <a:pt x="10681" y="24810"/>
                    <a:pt x="10661" y="25230"/>
                    <a:pt x="10713" y="25539"/>
                  </a:cubicBezTo>
                  <a:lnTo>
                    <a:pt x="10162" y="25539"/>
                  </a:lnTo>
                  <a:cubicBezTo>
                    <a:pt x="10193" y="25410"/>
                    <a:pt x="10186" y="25264"/>
                    <a:pt x="10195" y="25133"/>
                  </a:cubicBezTo>
                  <a:cubicBezTo>
                    <a:pt x="10205" y="24956"/>
                    <a:pt x="10220" y="24776"/>
                    <a:pt x="10220" y="24599"/>
                  </a:cubicBezTo>
                  <a:close/>
                  <a:moveTo>
                    <a:pt x="10929" y="24630"/>
                  </a:moveTo>
                  <a:cubicBezTo>
                    <a:pt x="10955" y="24631"/>
                    <a:pt x="10987" y="24631"/>
                    <a:pt x="11012" y="24633"/>
                  </a:cubicBezTo>
                  <a:cubicBezTo>
                    <a:pt x="11147" y="24640"/>
                    <a:pt x="11294" y="24644"/>
                    <a:pt x="11447" y="24644"/>
                  </a:cubicBezTo>
                  <a:cubicBezTo>
                    <a:pt x="11488" y="24644"/>
                    <a:pt x="11529" y="24644"/>
                    <a:pt x="11570" y="24643"/>
                  </a:cubicBezTo>
                  <a:lnTo>
                    <a:pt x="11570" y="24643"/>
                  </a:lnTo>
                  <a:cubicBezTo>
                    <a:pt x="11567" y="24960"/>
                    <a:pt x="11633" y="25329"/>
                    <a:pt x="11862" y="25510"/>
                  </a:cubicBezTo>
                  <a:cubicBezTo>
                    <a:pt x="11585" y="25529"/>
                    <a:pt x="11317" y="25538"/>
                    <a:pt x="11080" y="25539"/>
                  </a:cubicBezTo>
                  <a:cubicBezTo>
                    <a:pt x="11076" y="25522"/>
                    <a:pt x="11073" y="25502"/>
                    <a:pt x="11070" y="25487"/>
                  </a:cubicBezTo>
                  <a:cubicBezTo>
                    <a:pt x="11016" y="25201"/>
                    <a:pt x="10975" y="24916"/>
                    <a:pt x="10929" y="24630"/>
                  </a:cubicBezTo>
                  <a:close/>
                  <a:moveTo>
                    <a:pt x="3962" y="13421"/>
                  </a:moveTo>
                  <a:lnTo>
                    <a:pt x="3962" y="13421"/>
                  </a:lnTo>
                  <a:cubicBezTo>
                    <a:pt x="4030" y="13431"/>
                    <a:pt x="4100" y="13438"/>
                    <a:pt x="4170" y="13443"/>
                  </a:cubicBezTo>
                  <a:cubicBezTo>
                    <a:pt x="4164" y="13462"/>
                    <a:pt x="4163" y="13483"/>
                    <a:pt x="4166" y="13504"/>
                  </a:cubicBezTo>
                  <a:cubicBezTo>
                    <a:pt x="4587" y="15497"/>
                    <a:pt x="4614" y="17492"/>
                    <a:pt x="4599" y="19519"/>
                  </a:cubicBezTo>
                  <a:cubicBezTo>
                    <a:pt x="4587" y="21306"/>
                    <a:pt x="4901" y="23476"/>
                    <a:pt x="4215" y="25154"/>
                  </a:cubicBezTo>
                  <a:cubicBezTo>
                    <a:pt x="4206" y="25172"/>
                    <a:pt x="4203" y="25193"/>
                    <a:pt x="4203" y="25212"/>
                  </a:cubicBezTo>
                  <a:lnTo>
                    <a:pt x="4203" y="25210"/>
                  </a:lnTo>
                  <a:cubicBezTo>
                    <a:pt x="3940" y="25374"/>
                    <a:pt x="3678" y="25541"/>
                    <a:pt x="3422" y="25714"/>
                  </a:cubicBezTo>
                  <a:cubicBezTo>
                    <a:pt x="4173" y="23850"/>
                    <a:pt x="4337" y="21797"/>
                    <a:pt x="4315" y="19804"/>
                  </a:cubicBezTo>
                  <a:cubicBezTo>
                    <a:pt x="4292" y="17711"/>
                    <a:pt x="4240" y="15509"/>
                    <a:pt x="3962" y="13421"/>
                  </a:cubicBezTo>
                  <a:close/>
                  <a:moveTo>
                    <a:pt x="3255" y="13107"/>
                  </a:moveTo>
                  <a:lnTo>
                    <a:pt x="3255" y="13107"/>
                  </a:lnTo>
                  <a:cubicBezTo>
                    <a:pt x="3401" y="13221"/>
                    <a:pt x="3566" y="13310"/>
                    <a:pt x="3742" y="13370"/>
                  </a:cubicBezTo>
                  <a:cubicBezTo>
                    <a:pt x="3730" y="15400"/>
                    <a:pt x="4027" y="17444"/>
                    <a:pt x="4066" y="19475"/>
                  </a:cubicBezTo>
                  <a:cubicBezTo>
                    <a:pt x="4109" y="21702"/>
                    <a:pt x="3868" y="23838"/>
                    <a:pt x="3101" y="25934"/>
                  </a:cubicBezTo>
                  <a:cubicBezTo>
                    <a:pt x="2805" y="26141"/>
                    <a:pt x="2516" y="26351"/>
                    <a:pt x="2238" y="26558"/>
                  </a:cubicBezTo>
                  <a:cubicBezTo>
                    <a:pt x="2131" y="26636"/>
                    <a:pt x="2025" y="26720"/>
                    <a:pt x="1920" y="26802"/>
                  </a:cubicBezTo>
                  <a:cubicBezTo>
                    <a:pt x="2301" y="25742"/>
                    <a:pt x="2561" y="24622"/>
                    <a:pt x="2770" y="23513"/>
                  </a:cubicBezTo>
                  <a:cubicBezTo>
                    <a:pt x="2771" y="23509"/>
                    <a:pt x="2775" y="23509"/>
                    <a:pt x="2777" y="23504"/>
                  </a:cubicBezTo>
                  <a:cubicBezTo>
                    <a:pt x="3410" y="21956"/>
                    <a:pt x="3231" y="19930"/>
                    <a:pt x="3212" y="18288"/>
                  </a:cubicBezTo>
                  <a:cubicBezTo>
                    <a:pt x="3200" y="17358"/>
                    <a:pt x="3167" y="16429"/>
                    <a:pt x="3161" y="15500"/>
                  </a:cubicBezTo>
                  <a:cubicBezTo>
                    <a:pt x="3158" y="15143"/>
                    <a:pt x="3164" y="14786"/>
                    <a:pt x="3168" y="14428"/>
                  </a:cubicBezTo>
                  <a:cubicBezTo>
                    <a:pt x="3286" y="14022"/>
                    <a:pt x="3286" y="13556"/>
                    <a:pt x="3255" y="13107"/>
                  </a:cubicBezTo>
                  <a:close/>
                  <a:moveTo>
                    <a:pt x="11541" y="0"/>
                  </a:moveTo>
                  <a:cubicBezTo>
                    <a:pt x="10754" y="0"/>
                    <a:pt x="9955" y="118"/>
                    <a:pt x="9236" y="297"/>
                  </a:cubicBezTo>
                  <a:cubicBezTo>
                    <a:pt x="7832" y="511"/>
                    <a:pt x="6507" y="1123"/>
                    <a:pt x="5355" y="2211"/>
                  </a:cubicBezTo>
                  <a:cubicBezTo>
                    <a:pt x="3313" y="4138"/>
                    <a:pt x="2490" y="6927"/>
                    <a:pt x="2446" y="9669"/>
                  </a:cubicBezTo>
                  <a:cubicBezTo>
                    <a:pt x="2088" y="10482"/>
                    <a:pt x="2231" y="11685"/>
                    <a:pt x="2740" y="12514"/>
                  </a:cubicBezTo>
                  <a:cubicBezTo>
                    <a:pt x="2722" y="12810"/>
                    <a:pt x="2780" y="13144"/>
                    <a:pt x="2781" y="13421"/>
                  </a:cubicBezTo>
                  <a:cubicBezTo>
                    <a:pt x="2781" y="13672"/>
                    <a:pt x="2765" y="13927"/>
                    <a:pt x="2774" y="14178"/>
                  </a:cubicBezTo>
                  <a:cubicBezTo>
                    <a:pt x="2686" y="15601"/>
                    <a:pt x="2767" y="17044"/>
                    <a:pt x="2780" y="18463"/>
                  </a:cubicBezTo>
                  <a:cubicBezTo>
                    <a:pt x="2787" y="19274"/>
                    <a:pt x="2783" y="20084"/>
                    <a:pt x="2738" y="20893"/>
                  </a:cubicBezTo>
                  <a:cubicBezTo>
                    <a:pt x="2692" y="21733"/>
                    <a:pt x="2512" y="22580"/>
                    <a:pt x="2524" y="23418"/>
                  </a:cubicBezTo>
                  <a:cubicBezTo>
                    <a:pt x="2164" y="24652"/>
                    <a:pt x="1783" y="25889"/>
                    <a:pt x="1503" y="27138"/>
                  </a:cubicBezTo>
                  <a:cubicBezTo>
                    <a:pt x="964" y="27589"/>
                    <a:pt x="461" y="28082"/>
                    <a:pt x="1" y="28613"/>
                  </a:cubicBezTo>
                  <a:cubicBezTo>
                    <a:pt x="11" y="28834"/>
                    <a:pt x="39" y="29058"/>
                    <a:pt x="66" y="29285"/>
                  </a:cubicBezTo>
                  <a:cubicBezTo>
                    <a:pt x="852" y="28275"/>
                    <a:pt x="1824" y="27417"/>
                    <a:pt x="2860" y="26672"/>
                  </a:cubicBezTo>
                  <a:cubicBezTo>
                    <a:pt x="3883" y="25940"/>
                    <a:pt x="6245" y="24654"/>
                    <a:pt x="6324" y="24616"/>
                  </a:cubicBezTo>
                  <a:cubicBezTo>
                    <a:pt x="6360" y="24721"/>
                    <a:pt x="6406" y="24820"/>
                    <a:pt x="6464" y="24916"/>
                  </a:cubicBezTo>
                  <a:cubicBezTo>
                    <a:pt x="6501" y="24974"/>
                    <a:pt x="7595" y="26044"/>
                    <a:pt x="10004" y="26044"/>
                  </a:cubicBezTo>
                  <a:cubicBezTo>
                    <a:pt x="10060" y="26044"/>
                    <a:pt x="10116" y="26044"/>
                    <a:pt x="10174" y="26043"/>
                  </a:cubicBezTo>
                  <a:cubicBezTo>
                    <a:pt x="10245" y="26041"/>
                    <a:pt x="10316" y="26040"/>
                    <a:pt x="10388" y="26040"/>
                  </a:cubicBezTo>
                  <a:cubicBezTo>
                    <a:pt x="10849" y="26040"/>
                    <a:pt x="11337" y="26067"/>
                    <a:pt x="11824" y="26067"/>
                  </a:cubicBezTo>
                  <a:cubicBezTo>
                    <a:pt x="12748" y="26067"/>
                    <a:pt x="13670" y="25971"/>
                    <a:pt x="14399" y="25411"/>
                  </a:cubicBezTo>
                  <a:cubicBezTo>
                    <a:pt x="14659" y="25212"/>
                    <a:pt x="14881" y="24932"/>
                    <a:pt x="15033" y="24622"/>
                  </a:cubicBezTo>
                  <a:cubicBezTo>
                    <a:pt x="15054" y="24469"/>
                    <a:pt x="15070" y="24329"/>
                    <a:pt x="15088" y="24192"/>
                  </a:cubicBezTo>
                  <a:cubicBezTo>
                    <a:pt x="15165" y="24237"/>
                    <a:pt x="18107" y="25111"/>
                    <a:pt x="19586" y="25901"/>
                  </a:cubicBezTo>
                  <a:cubicBezTo>
                    <a:pt x="19618" y="25940"/>
                    <a:pt x="19664" y="25965"/>
                    <a:pt x="19714" y="25971"/>
                  </a:cubicBezTo>
                  <a:lnTo>
                    <a:pt x="19716" y="25971"/>
                  </a:lnTo>
                  <a:cubicBezTo>
                    <a:pt x="19789" y="25813"/>
                    <a:pt x="19863" y="25653"/>
                    <a:pt x="19939" y="25495"/>
                  </a:cubicBezTo>
                  <a:lnTo>
                    <a:pt x="19902" y="25475"/>
                  </a:lnTo>
                  <a:cubicBezTo>
                    <a:pt x="19857" y="24320"/>
                    <a:pt x="19390" y="19631"/>
                    <a:pt x="19287" y="18518"/>
                  </a:cubicBezTo>
                  <a:cubicBezTo>
                    <a:pt x="19183" y="17389"/>
                    <a:pt x="19100" y="16258"/>
                    <a:pt x="19039" y="15125"/>
                  </a:cubicBezTo>
                  <a:cubicBezTo>
                    <a:pt x="18918" y="12861"/>
                    <a:pt x="18949" y="10589"/>
                    <a:pt x="18829" y="8325"/>
                  </a:cubicBezTo>
                  <a:cubicBezTo>
                    <a:pt x="18827" y="8307"/>
                    <a:pt x="18817" y="8298"/>
                    <a:pt x="18809" y="8285"/>
                  </a:cubicBezTo>
                  <a:cubicBezTo>
                    <a:pt x="19210" y="6960"/>
                    <a:pt x="18869" y="5184"/>
                    <a:pt x="18395" y="4099"/>
                  </a:cubicBezTo>
                  <a:cubicBezTo>
                    <a:pt x="17614" y="2310"/>
                    <a:pt x="14010" y="516"/>
                    <a:pt x="13934" y="479"/>
                  </a:cubicBezTo>
                  <a:cubicBezTo>
                    <a:pt x="13225" y="137"/>
                    <a:pt x="12390" y="0"/>
                    <a:pt x="1154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3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4" name="Google Shape;2384;p37"/>
          <p:cNvGrpSpPr/>
          <p:nvPr/>
        </p:nvGrpSpPr>
        <p:grpSpPr>
          <a:xfrm>
            <a:off x="1694988" y="4106706"/>
            <a:ext cx="433214" cy="417197"/>
            <a:chOff x="2605647" y="3203487"/>
            <a:chExt cx="522070" cy="502828"/>
          </a:xfrm>
        </p:grpSpPr>
        <p:sp>
          <p:nvSpPr>
            <p:cNvPr id="2385" name="Google Shape;2385;p37"/>
            <p:cNvSpPr/>
            <p:nvPr/>
          </p:nvSpPr>
          <p:spPr>
            <a:xfrm>
              <a:off x="2605647" y="3203972"/>
              <a:ext cx="522070" cy="502343"/>
            </a:xfrm>
            <a:custGeom>
              <a:rect b="b" l="l" r="r" t="t"/>
              <a:pathLst>
                <a:path extrusionOk="0" h="17606" w="18299">
                  <a:moveTo>
                    <a:pt x="12240" y="46"/>
                  </a:moveTo>
                  <a:cubicBezTo>
                    <a:pt x="9927" y="46"/>
                    <a:pt x="8445" y="294"/>
                    <a:pt x="6030" y="468"/>
                  </a:cubicBezTo>
                  <a:cubicBezTo>
                    <a:pt x="0" y="902"/>
                    <a:pt x="1612" y="5528"/>
                    <a:pt x="1386" y="9618"/>
                  </a:cubicBezTo>
                  <a:cubicBezTo>
                    <a:pt x="1334" y="11489"/>
                    <a:pt x="711" y="14106"/>
                    <a:pt x="1889" y="15787"/>
                  </a:cubicBezTo>
                  <a:cubicBezTo>
                    <a:pt x="1976" y="15908"/>
                    <a:pt x="2062" y="16012"/>
                    <a:pt x="2149" y="16116"/>
                  </a:cubicBezTo>
                  <a:cubicBezTo>
                    <a:pt x="2998" y="17051"/>
                    <a:pt x="4402" y="17433"/>
                    <a:pt x="5840" y="17554"/>
                  </a:cubicBezTo>
                  <a:cubicBezTo>
                    <a:pt x="6247" y="17589"/>
                    <a:pt x="6659" y="17606"/>
                    <a:pt x="7072" y="17606"/>
                  </a:cubicBezTo>
                  <a:cubicBezTo>
                    <a:pt x="7486" y="17606"/>
                    <a:pt x="7902" y="17589"/>
                    <a:pt x="8318" y="17554"/>
                  </a:cubicBezTo>
                  <a:cubicBezTo>
                    <a:pt x="8664" y="17537"/>
                    <a:pt x="8994" y="17502"/>
                    <a:pt x="9288" y="17485"/>
                  </a:cubicBezTo>
                  <a:cubicBezTo>
                    <a:pt x="9929" y="17433"/>
                    <a:pt x="10553" y="17415"/>
                    <a:pt x="11177" y="17381"/>
                  </a:cubicBezTo>
                  <a:cubicBezTo>
                    <a:pt x="11991" y="17346"/>
                    <a:pt x="12823" y="17277"/>
                    <a:pt x="13637" y="17138"/>
                  </a:cubicBezTo>
                  <a:cubicBezTo>
                    <a:pt x="14279" y="17017"/>
                    <a:pt x="14920" y="16844"/>
                    <a:pt x="15526" y="16601"/>
                  </a:cubicBezTo>
                  <a:cubicBezTo>
                    <a:pt x="15751" y="16514"/>
                    <a:pt x="15959" y="16393"/>
                    <a:pt x="16167" y="16254"/>
                  </a:cubicBezTo>
                  <a:cubicBezTo>
                    <a:pt x="16653" y="15942"/>
                    <a:pt x="17034" y="15509"/>
                    <a:pt x="17311" y="15007"/>
                  </a:cubicBezTo>
                  <a:cubicBezTo>
                    <a:pt x="17727" y="14175"/>
                    <a:pt x="17987" y="13257"/>
                    <a:pt x="18056" y="12338"/>
                  </a:cubicBezTo>
                  <a:cubicBezTo>
                    <a:pt x="18108" y="11888"/>
                    <a:pt x="18125" y="11472"/>
                    <a:pt x="18143" y="11056"/>
                  </a:cubicBezTo>
                  <a:cubicBezTo>
                    <a:pt x="18160" y="10761"/>
                    <a:pt x="18229" y="9930"/>
                    <a:pt x="18264" y="8821"/>
                  </a:cubicBezTo>
                  <a:cubicBezTo>
                    <a:pt x="18299" y="7850"/>
                    <a:pt x="18299" y="6689"/>
                    <a:pt x="18212" y="5528"/>
                  </a:cubicBezTo>
                  <a:cubicBezTo>
                    <a:pt x="18160" y="4835"/>
                    <a:pt x="18091" y="4159"/>
                    <a:pt x="17969" y="3484"/>
                  </a:cubicBezTo>
                  <a:cubicBezTo>
                    <a:pt x="17727" y="2219"/>
                    <a:pt x="17346" y="1127"/>
                    <a:pt x="16687" y="538"/>
                  </a:cubicBezTo>
                  <a:cubicBezTo>
                    <a:pt x="16514" y="451"/>
                    <a:pt x="16323" y="382"/>
                    <a:pt x="16133" y="312"/>
                  </a:cubicBezTo>
                  <a:cubicBezTo>
                    <a:pt x="15128" y="1"/>
                    <a:pt x="13880" y="70"/>
                    <a:pt x="12892" y="53"/>
                  </a:cubicBezTo>
                  <a:cubicBezTo>
                    <a:pt x="12667" y="48"/>
                    <a:pt x="12450" y="46"/>
                    <a:pt x="12240" y="4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37"/>
            <p:cNvSpPr/>
            <p:nvPr/>
          </p:nvSpPr>
          <p:spPr>
            <a:xfrm>
              <a:off x="2605647" y="3203487"/>
              <a:ext cx="522070" cy="502828"/>
            </a:xfrm>
            <a:custGeom>
              <a:rect b="b" l="l" r="r" t="t"/>
              <a:pathLst>
                <a:path extrusionOk="0" fill="none" h="17623" w="18299">
                  <a:moveTo>
                    <a:pt x="16133" y="329"/>
                  </a:moveTo>
                  <a:cubicBezTo>
                    <a:pt x="15110" y="18"/>
                    <a:pt x="13880" y="70"/>
                    <a:pt x="12892" y="52"/>
                  </a:cubicBezTo>
                  <a:cubicBezTo>
                    <a:pt x="10189" y="0"/>
                    <a:pt x="8664" y="277"/>
                    <a:pt x="6030" y="468"/>
                  </a:cubicBezTo>
                  <a:cubicBezTo>
                    <a:pt x="0" y="901"/>
                    <a:pt x="1594" y="5528"/>
                    <a:pt x="1386" y="9617"/>
                  </a:cubicBezTo>
                  <a:cubicBezTo>
                    <a:pt x="1334" y="11489"/>
                    <a:pt x="711" y="14105"/>
                    <a:pt x="1889" y="15786"/>
                  </a:cubicBezTo>
                  <a:cubicBezTo>
                    <a:pt x="1976" y="15908"/>
                    <a:pt x="2062" y="16029"/>
                    <a:pt x="2149" y="16133"/>
                  </a:cubicBezTo>
                  <a:cubicBezTo>
                    <a:pt x="2998" y="17051"/>
                    <a:pt x="4402" y="17432"/>
                    <a:pt x="5840" y="17571"/>
                  </a:cubicBezTo>
                  <a:cubicBezTo>
                    <a:pt x="6654" y="17623"/>
                    <a:pt x="7486" y="17623"/>
                    <a:pt x="8318" y="17571"/>
                  </a:cubicBezTo>
                  <a:cubicBezTo>
                    <a:pt x="8664" y="17536"/>
                    <a:pt x="8994" y="17519"/>
                    <a:pt x="9288" y="17484"/>
                  </a:cubicBezTo>
                  <a:cubicBezTo>
                    <a:pt x="9929" y="17432"/>
                    <a:pt x="10553" y="17415"/>
                    <a:pt x="11177" y="17380"/>
                  </a:cubicBezTo>
                  <a:cubicBezTo>
                    <a:pt x="11991" y="17363"/>
                    <a:pt x="12823" y="17276"/>
                    <a:pt x="13637" y="17138"/>
                  </a:cubicBezTo>
                  <a:cubicBezTo>
                    <a:pt x="14279" y="17034"/>
                    <a:pt x="14920" y="16843"/>
                    <a:pt x="15526" y="16601"/>
                  </a:cubicBezTo>
                  <a:cubicBezTo>
                    <a:pt x="15751" y="16514"/>
                    <a:pt x="15959" y="16393"/>
                    <a:pt x="16167" y="16271"/>
                  </a:cubicBezTo>
                  <a:cubicBezTo>
                    <a:pt x="16653" y="15942"/>
                    <a:pt x="17034" y="15509"/>
                    <a:pt x="17311" y="15006"/>
                  </a:cubicBezTo>
                  <a:cubicBezTo>
                    <a:pt x="17727" y="14175"/>
                    <a:pt x="17987" y="13256"/>
                    <a:pt x="18056" y="12321"/>
                  </a:cubicBezTo>
                  <a:cubicBezTo>
                    <a:pt x="18108" y="11887"/>
                    <a:pt x="18125" y="11454"/>
                    <a:pt x="18143" y="11056"/>
                  </a:cubicBezTo>
                  <a:cubicBezTo>
                    <a:pt x="18160" y="10761"/>
                    <a:pt x="18229" y="9912"/>
                    <a:pt x="18264" y="8820"/>
                  </a:cubicBezTo>
                  <a:cubicBezTo>
                    <a:pt x="18281" y="7850"/>
                    <a:pt x="18299" y="6689"/>
                    <a:pt x="18212" y="5511"/>
                  </a:cubicBezTo>
                  <a:cubicBezTo>
                    <a:pt x="18160" y="4835"/>
                    <a:pt x="18091" y="4142"/>
                    <a:pt x="17969" y="3466"/>
                  </a:cubicBezTo>
                  <a:cubicBezTo>
                    <a:pt x="17727" y="2201"/>
                    <a:pt x="17328" y="1109"/>
                    <a:pt x="16687" y="537"/>
                  </a:cubicBezTo>
                </a:path>
              </a:pathLst>
            </a:custGeom>
            <a:noFill/>
            <a:ln cap="rnd" cmpd="sng" w="19050">
              <a:solidFill>
                <a:srgbClr val="010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37"/>
            <p:cNvSpPr/>
            <p:nvPr/>
          </p:nvSpPr>
          <p:spPr>
            <a:xfrm>
              <a:off x="3065905" y="3212874"/>
              <a:ext cx="15863" cy="5963"/>
            </a:xfrm>
            <a:custGeom>
              <a:rect b="b" l="l" r="r" t="t"/>
              <a:pathLst>
                <a:path extrusionOk="0" fill="none" h="209" w="556">
                  <a:moveTo>
                    <a:pt x="555" y="208"/>
                  </a:moveTo>
                  <a:cubicBezTo>
                    <a:pt x="382" y="122"/>
                    <a:pt x="191" y="52"/>
                    <a:pt x="1" y="0"/>
                  </a:cubicBezTo>
                </a:path>
              </a:pathLst>
            </a:custGeom>
            <a:noFill/>
            <a:ln cap="rnd" cmpd="sng" w="19050">
              <a:solidFill>
                <a:srgbClr val="010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8" name="Google Shape;2388;p37"/>
          <p:cNvGrpSpPr/>
          <p:nvPr/>
        </p:nvGrpSpPr>
        <p:grpSpPr>
          <a:xfrm>
            <a:off x="2354513" y="4105143"/>
            <a:ext cx="433214" cy="417124"/>
            <a:chOff x="2560892" y="3201603"/>
            <a:chExt cx="522070" cy="502740"/>
          </a:xfrm>
        </p:grpSpPr>
        <p:sp>
          <p:nvSpPr>
            <p:cNvPr id="2389" name="Google Shape;2389;p37"/>
            <p:cNvSpPr/>
            <p:nvPr/>
          </p:nvSpPr>
          <p:spPr>
            <a:xfrm>
              <a:off x="2560892" y="3202088"/>
              <a:ext cx="522070" cy="502255"/>
            </a:xfrm>
            <a:custGeom>
              <a:rect b="b" l="l" r="r" t="t"/>
              <a:pathLst>
                <a:path extrusionOk="0" h="17606" w="18299">
                  <a:moveTo>
                    <a:pt x="12240" y="46"/>
                  </a:moveTo>
                  <a:cubicBezTo>
                    <a:pt x="9927" y="46"/>
                    <a:pt x="8445" y="294"/>
                    <a:pt x="6030" y="468"/>
                  </a:cubicBezTo>
                  <a:cubicBezTo>
                    <a:pt x="0" y="902"/>
                    <a:pt x="1612" y="5528"/>
                    <a:pt x="1386" y="9618"/>
                  </a:cubicBezTo>
                  <a:cubicBezTo>
                    <a:pt x="1334" y="11489"/>
                    <a:pt x="711" y="14106"/>
                    <a:pt x="1889" y="15787"/>
                  </a:cubicBezTo>
                  <a:cubicBezTo>
                    <a:pt x="1976" y="15908"/>
                    <a:pt x="2062" y="16012"/>
                    <a:pt x="2149" y="16116"/>
                  </a:cubicBezTo>
                  <a:cubicBezTo>
                    <a:pt x="2998" y="17051"/>
                    <a:pt x="4402" y="17433"/>
                    <a:pt x="5840" y="17554"/>
                  </a:cubicBezTo>
                  <a:cubicBezTo>
                    <a:pt x="6247" y="17589"/>
                    <a:pt x="6659" y="17606"/>
                    <a:pt x="7072" y="17606"/>
                  </a:cubicBezTo>
                  <a:cubicBezTo>
                    <a:pt x="7486" y="17606"/>
                    <a:pt x="7902" y="17589"/>
                    <a:pt x="8318" y="17554"/>
                  </a:cubicBezTo>
                  <a:cubicBezTo>
                    <a:pt x="8664" y="17537"/>
                    <a:pt x="8994" y="17502"/>
                    <a:pt x="9288" y="17485"/>
                  </a:cubicBezTo>
                  <a:cubicBezTo>
                    <a:pt x="9929" y="17433"/>
                    <a:pt x="10553" y="17415"/>
                    <a:pt x="11177" y="17381"/>
                  </a:cubicBezTo>
                  <a:cubicBezTo>
                    <a:pt x="11991" y="17346"/>
                    <a:pt x="12823" y="17277"/>
                    <a:pt x="13637" y="17138"/>
                  </a:cubicBezTo>
                  <a:cubicBezTo>
                    <a:pt x="14279" y="17017"/>
                    <a:pt x="14920" y="16844"/>
                    <a:pt x="15526" y="16601"/>
                  </a:cubicBezTo>
                  <a:cubicBezTo>
                    <a:pt x="15751" y="16514"/>
                    <a:pt x="15959" y="16393"/>
                    <a:pt x="16167" y="16254"/>
                  </a:cubicBezTo>
                  <a:cubicBezTo>
                    <a:pt x="16653" y="15942"/>
                    <a:pt x="17034" y="15509"/>
                    <a:pt x="17311" y="15007"/>
                  </a:cubicBezTo>
                  <a:cubicBezTo>
                    <a:pt x="17727" y="14175"/>
                    <a:pt x="17987" y="13257"/>
                    <a:pt x="18056" y="12338"/>
                  </a:cubicBezTo>
                  <a:cubicBezTo>
                    <a:pt x="18108" y="11888"/>
                    <a:pt x="18125" y="11472"/>
                    <a:pt x="18143" y="11056"/>
                  </a:cubicBezTo>
                  <a:cubicBezTo>
                    <a:pt x="18160" y="10761"/>
                    <a:pt x="18229" y="9930"/>
                    <a:pt x="18264" y="8821"/>
                  </a:cubicBezTo>
                  <a:cubicBezTo>
                    <a:pt x="18299" y="7850"/>
                    <a:pt x="18299" y="6689"/>
                    <a:pt x="18212" y="5528"/>
                  </a:cubicBezTo>
                  <a:cubicBezTo>
                    <a:pt x="18160" y="4835"/>
                    <a:pt x="18091" y="4159"/>
                    <a:pt x="17969" y="3484"/>
                  </a:cubicBezTo>
                  <a:cubicBezTo>
                    <a:pt x="17727" y="2219"/>
                    <a:pt x="17346" y="1127"/>
                    <a:pt x="16687" y="538"/>
                  </a:cubicBezTo>
                  <a:cubicBezTo>
                    <a:pt x="16514" y="451"/>
                    <a:pt x="16323" y="382"/>
                    <a:pt x="16133" y="312"/>
                  </a:cubicBezTo>
                  <a:cubicBezTo>
                    <a:pt x="15128" y="1"/>
                    <a:pt x="13880" y="70"/>
                    <a:pt x="12892" y="53"/>
                  </a:cubicBezTo>
                  <a:cubicBezTo>
                    <a:pt x="12667" y="48"/>
                    <a:pt x="12450" y="46"/>
                    <a:pt x="12240" y="46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37"/>
            <p:cNvSpPr/>
            <p:nvPr/>
          </p:nvSpPr>
          <p:spPr>
            <a:xfrm>
              <a:off x="2560892" y="3201603"/>
              <a:ext cx="522070" cy="502740"/>
            </a:xfrm>
            <a:custGeom>
              <a:rect b="b" l="l" r="r" t="t"/>
              <a:pathLst>
                <a:path extrusionOk="0" fill="none" h="17623" w="18299">
                  <a:moveTo>
                    <a:pt x="16133" y="329"/>
                  </a:moveTo>
                  <a:cubicBezTo>
                    <a:pt x="15110" y="18"/>
                    <a:pt x="13880" y="70"/>
                    <a:pt x="12892" y="52"/>
                  </a:cubicBezTo>
                  <a:cubicBezTo>
                    <a:pt x="10189" y="0"/>
                    <a:pt x="8664" y="277"/>
                    <a:pt x="6030" y="468"/>
                  </a:cubicBezTo>
                  <a:cubicBezTo>
                    <a:pt x="0" y="901"/>
                    <a:pt x="1594" y="5528"/>
                    <a:pt x="1386" y="9617"/>
                  </a:cubicBezTo>
                  <a:cubicBezTo>
                    <a:pt x="1334" y="11489"/>
                    <a:pt x="711" y="14105"/>
                    <a:pt x="1889" y="15786"/>
                  </a:cubicBezTo>
                  <a:cubicBezTo>
                    <a:pt x="1976" y="15908"/>
                    <a:pt x="2062" y="16029"/>
                    <a:pt x="2149" y="16133"/>
                  </a:cubicBezTo>
                  <a:cubicBezTo>
                    <a:pt x="2998" y="17051"/>
                    <a:pt x="4402" y="17432"/>
                    <a:pt x="5840" y="17571"/>
                  </a:cubicBezTo>
                  <a:cubicBezTo>
                    <a:pt x="6654" y="17623"/>
                    <a:pt x="7486" y="17623"/>
                    <a:pt x="8318" y="17571"/>
                  </a:cubicBezTo>
                  <a:cubicBezTo>
                    <a:pt x="8664" y="17536"/>
                    <a:pt x="8994" y="17519"/>
                    <a:pt x="9288" y="17484"/>
                  </a:cubicBezTo>
                  <a:cubicBezTo>
                    <a:pt x="9929" y="17432"/>
                    <a:pt x="10553" y="17415"/>
                    <a:pt x="11177" y="17380"/>
                  </a:cubicBezTo>
                  <a:cubicBezTo>
                    <a:pt x="11991" y="17363"/>
                    <a:pt x="12823" y="17276"/>
                    <a:pt x="13637" y="17138"/>
                  </a:cubicBezTo>
                  <a:cubicBezTo>
                    <a:pt x="14279" y="17034"/>
                    <a:pt x="14920" y="16843"/>
                    <a:pt x="15526" y="16601"/>
                  </a:cubicBezTo>
                  <a:cubicBezTo>
                    <a:pt x="15751" y="16514"/>
                    <a:pt x="15959" y="16393"/>
                    <a:pt x="16167" y="16271"/>
                  </a:cubicBezTo>
                  <a:cubicBezTo>
                    <a:pt x="16653" y="15942"/>
                    <a:pt x="17034" y="15509"/>
                    <a:pt x="17311" y="15006"/>
                  </a:cubicBezTo>
                  <a:cubicBezTo>
                    <a:pt x="17727" y="14175"/>
                    <a:pt x="17987" y="13256"/>
                    <a:pt x="18056" y="12321"/>
                  </a:cubicBezTo>
                  <a:cubicBezTo>
                    <a:pt x="18108" y="11887"/>
                    <a:pt x="18125" y="11454"/>
                    <a:pt x="18143" y="11056"/>
                  </a:cubicBezTo>
                  <a:cubicBezTo>
                    <a:pt x="18160" y="10761"/>
                    <a:pt x="18229" y="9912"/>
                    <a:pt x="18264" y="8820"/>
                  </a:cubicBezTo>
                  <a:cubicBezTo>
                    <a:pt x="18281" y="7850"/>
                    <a:pt x="18299" y="6689"/>
                    <a:pt x="18212" y="5511"/>
                  </a:cubicBezTo>
                  <a:cubicBezTo>
                    <a:pt x="18160" y="4835"/>
                    <a:pt x="18091" y="4142"/>
                    <a:pt x="17969" y="3466"/>
                  </a:cubicBezTo>
                  <a:cubicBezTo>
                    <a:pt x="17727" y="2201"/>
                    <a:pt x="17328" y="1109"/>
                    <a:pt x="16687" y="537"/>
                  </a:cubicBezTo>
                </a:path>
              </a:pathLst>
            </a:custGeom>
            <a:noFill/>
            <a:ln cap="rnd" cmpd="sng" w="19050">
              <a:solidFill>
                <a:srgbClr val="010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37"/>
            <p:cNvSpPr/>
            <p:nvPr/>
          </p:nvSpPr>
          <p:spPr>
            <a:xfrm>
              <a:off x="3021123" y="3210988"/>
              <a:ext cx="15863" cy="5962"/>
            </a:xfrm>
            <a:custGeom>
              <a:rect b="b" l="l" r="r" t="t"/>
              <a:pathLst>
                <a:path extrusionOk="0" fill="none" h="209" w="556">
                  <a:moveTo>
                    <a:pt x="555" y="208"/>
                  </a:moveTo>
                  <a:cubicBezTo>
                    <a:pt x="382" y="122"/>
                    <a:pt x="191" y="52"/>
                    <a:pt x="1" y="0"/>
                  </a:cubicBezTo>
                </a:path>
              </a:pathLst>
            </a:custGeom>
            <a:noFill/>
            <a:ln cap="rnd" cmpd="sng" w="19050">
              <a:solidFill>
                <a:srgbClr val="01010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2" name="Google Shape;2392;p37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2393" name="Google Shape;2393;p37"/>
          <p:cNvGrpSpPr/>
          <p:nvPr/>
        </p:nvGrpSpPr>
        <p:grpSpPr>
          <a:xfrm>
            <a:off x="3534775" y="1505138"/>
            <a:ext cx="2259300" cy="896163"/>
            <a:chOff x="3534775" y="1505138"/>
            <a:chExt cx="2259300" cy="896163"/>
          </a:xfrm>
        </p:grpSpPr>
        <p:sp>
          <p:nvSpPr>
            <p:cNvPr id="2394" name="Google Shape;2394;p37"/>
            <p:cNvSpPr txBox="1"/>
            <p:nvPr/>
          </p:nvSpPr>
          <p:spPr>
            <a:xfrm>
              <a:off x="3534776" y="1505138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Interests</a:t>
              </a:r>
              <a:endParaRPr b="1" sz="18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95" name="Google Shape;2395;p37"/>
            <p:cNvSpPr txBox="1"/>
            <p:nvPr/>
          </p:nvSpPr>
          <p:spPr>
            <a:xfrm>
              <a:off x="3534775" y="1819900"/>
              <a:ext cx="22593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the fifth planet from the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un and the largest in the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complete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olar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96" name="Google Shape;2396;p37"/>
          <p:cNvGrpSpPr/>
          <p:nvPr/>
        </p:nvGrpSpPr>
        <p:grpSpPr>
          <a:xfrm>
            <a:off x="1035450" y="4106699"/>
            <a:ext cx="433214" cy="417160"/>
            <a:chOff x="1035450" y="4106699"/>
            <a:chExt cx="433214" cy="417160"/>
          </a:xfrm>
        </p:grpSpPr>
        <p:grpSp>
          <p:nvGrpSpPr>
            <p:cNvPr id="2397" name="Google Shape;2397;p37"/>
            <p:cNvGrpSpPr/>
            <p:nvPr/>
          </p:nvGrpSpPr>
          <p:grpSpPr>
            <a:xfrm>
              <a:off x="1035450" y="4106699"/>
              <a:ext cx="433214" cy="417160"/>
              <a:chOff x="2605647" y="3203479"/>
              <a:chExt cx="522070" cy="502784"/>
            </a:xfrm>
          </p:grpSpPr>
          <p:sp>
            <p:nvSpPr>
              <p:cNvPr id="2398" name="Google Shape;2398;p37"/>
              <p:cNvSpPr/>
              <p:nvPr/>
            </p:nvSpPr>
            <p:spPr>
              <a:xfrm>
                <a:off x="2605647" y="3203964"/>
                <a:ext cx="522070" cy="502299"/>
              </a:xfrm>
              <a:custGeom>
                <a:rect b="b" l="l" r="r" t="t"/>
                <a:pathLst>
                  <a:path extrusionOk="0" h="17606" w="18299">
                    <a:moveTo>
                      <a:pt x="12240" y="46"/>
                    </a:moveTo>
                    <a:cubicBezTo>
                      <a:pt x="9927" y="46"/>
                      <a:pt x="8445" y="294"/>
                      <a:pt x="6030" y="468"/>
                    </a:cubicBezTo>
                    <a:cubicBezTo>
                      <a:pt x="0" y="902"/>
                      <a:pt x="1612" y="5528"/>
                      <a:pt x="1386" y="9618"/>
                    </a:cubicBezTo>
                    <a:cubicBezTo>
                      <a:pt x="1334" y="11489"/>
                      <a:pt x="711" y="14106"/>
                      <a:pt x="1889" y="15787"/>
                    </a:cubicBezTo>
                    <a:cubicBezTo>
                      <a:pt x="1976" y="15908"/>
                      <a:pt x="2062" y="16012"/>
                      <a:pt x="2149" y="16116"/>
                    </a:cubicBezTo>
                    <a:cubicBezTo>
                      <a:pt x="2998" y="17051"/>
                      <a:pt x="4402" y="17433"/>
                      <a:pt x="5840" y="17554"/>
                    </a:cubicBezTo>
                    <a:cubicBezTo>
                      <a:pt x="6247" y="17589"/>
                      <a:pt x="6659" y="17606"/>
                      <a:pt x="7072" y="17606"/>
                    </a:cubicBezTo>
                    <a:cubicBezTo>
                      <a:pt x="7486" y="17606"/>
                      <a:pt x="7902" y="17589"/>
                      <a:pt x="8318" y="17554"/>
                    </a:cubicBezTo>
                    <a:cubicBezTo>
                      <a:pt x="8664" y="17537"/>
                      <a:pt x="8994" y="17502"/>
                      <a:pt x="9288" y="17485"/>
                    </a:cubicBezTo>
                    <a:cubicBezTo>
                      <a:pt x="9929" y="17433"/>
                      <a:pt x="10553" y="17415"/>
                      <a:pt x="11177" y="17381"/>
                    </a:cubicBezTo>
                    <a:cubicBezTo>
                      <a:pt x="11991" y="17346"/>
                      <a:pt x="12823" y="17277"/>
                      <a:pt x="13637" y="17138"/>
                    </a:cubicBezTo>
                    <a:cubicBezTo>
                      <a:pt x="14279" y="17017"/>
                      <a:pt x="14920" y="16844"/>
                      <a:pt x="15526" y="16601"/>
                    </a:cubicBezTo>
                    <a:cubicBezTo>
                      <a:pt x="15751" y="16514"/>
                      <a:pt x="15959" y="16393"/>
                      <a:pt x="16167" y="16254"/>
                    </a:cubicBezTo>
                    <a:cubicBezTo>
                      <a:pt x="16653" y="15942"/>
                      <a:pt x="17034" y="15509"/>
                      <a:pt x="17311" y="15007"/>
                    </a:cubicBezTo>
                    <a:cubicBezTo>
                      <a:pt x="17727" y="14175"/>
                      <a:pt x="17987" y="13257"/>
                      <a:pt x="18056" y="12338"/>
                    </a:cubicBezTo>
                    <a:cubicBezTo>
                      <a:pt x="18108" y="11888"/>
                      <a:pt x="18125" y="11472"/>
                      <a:pt x="18143" y="11056"/>
                    </a:cubicBezTo>
                    <a:cubicBezTo>
                      <a:pt x="18160" y="10761"/>
                      <a:pt x="18229" y="9930"/>
                      <a:pt x="18264" y="8821"/>
                    </a:cubicBezTo>
                    <a:cubicBezTo>
                      <a:pt x="18299" y="7850"/>
                      <a:pt x="18299" y="6689"/>
                      <a:pt x="18212" y="5528"/>
                    </a:cubicBezTo>
                    <a:cubicBezTo>
                      <a:pt x="18160" y="4835"/>
                      <a:pt x="18091" y="4159"/>
                      <a:pt x="17969" y="3484"/>
                    </a:cubicBezTo>
                    <a:cubicBezTo>
                      <a:pt x="17727" y="2219"/>
                      <a:pt x="17346" y="1127"/>
                      <a:pt x="16687" y="538"/>
                    </a:cubicBezTo>
                    <a:cubicBezTo>
                      <a:pt x="16514" y="451"/>
                      <a:pt x="16323" y="382"/>
                      <a:pt x="16133" y="312"/>
                    </a:cubicBezTo>
                    <a:cubicBezTo>
                      <a:pt x="15128" y="1"/>
                      <a:pt x="13880" y="70"/>
                      <a:pt x="12892" y="53"/>
                    </a:cubicBezTo>
                    <a:cubicBezTo>
                      <a:pt x="12667" y="48"/>
                      <a:pt x="12450" y="46"/>
                      <a:pt x="12240" y="46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37"/>
              <p:cNvSpPr/>
              <p:nvPr/>
            </p:nvSpPr>
            <p:spPr>
              <a:xfrm>
                <a:off x="2605647" y="3203479"/>
                <a:ext cx="522070" cy="502784"/>
              </a:xfrm>
              <a:custGeom>
                <a:rect b="b" l="l" r="r" t="t"/>
                <a:pathLst>
                  <a:path extrusionOk="0" fill="none" h="17623" w="18299">
                    <a:moveTo>
                      <a:pt x="16133" y="329"/>
                    </a:moveTo>
                    <a:cubicBezTo>
                      <a:pt x="15110" y="18"/>
                      <a:pt x="13880" y="70"/>
                      <a:pt x="12892" y="52"/>
                    </a:cubicBezTo>
                    <a:cubicBezTo>
                      <a:pt x="10189" y="0"/>
                      <a:pt x="8664" y="277"/>
                      <a:pt x="6030" y="468"/>
                    </a:cubicBezTo>
                    <a:cubicBezTo>
                      <a:pt x="0" y="901"/>
                      <a:pt x="1594" y="5528"/>
                      <a:pt x="1386" y="9617"/>
                    </a:cubicBezTo>
                    <a:cubicBezTo>
                      <a:pt x="1334" y="11489"/>
                      <a:pt x="711" y="14105"/>
                      <a:pt x="1889" y="15786"/>
                    </a:cubicBezTo>
                    <a:cubicBezTo>
                      <a:pt x="1976" y="15908"/>
                      <a:pt x="2062" y="16029"/>
                      <a:pt x="2149" y="16133"/>
                    </a:cubicBezTo>
                    <a:cubicBezTo>
                      <a:pt x="2998" y="17051"/>
                      <a:pt x="4402" y="17432"/>
                      <a:pt x="5840" y="17571"/>
                    </a:cubicBezTo>
                    <a:cubicBezTo>
                      <a:pt x="6654" y="17623"/>
                      <a:pt x="7486" y="17623"/>
                      <a:pt x="8318" y="17571"/>
                    </a:cubicBezTo>
                    <a:cubicBezTo>
                      <a:pt x="8664" y="17536"/>
                      <a:pt x="8994" y="17519"/>
                      <a:pt x="9288" y="17484"/>
                    </a:cubicBezTo>
                    <a:cubicBezTo>
                      <a:pt x="9929" y="17432"/>
                      <a:pt x="10553" y="17415"/>
                      <a:pt x="11177" y="17380"/>
                    </a:cubicBezTo>
                    <a:cubicBezTo>
                      <a:pt x="11991" y="17363"/>
                      <a:pt x="12823" y="17276"/>
                      <a:pt x="13637" y="17138"/>
                    </a:cubicBezTo>
                    <a:cubicBezTo>
                      <a:pt x="14279" y="17034"/>
                      <a:pt x="14920" y="16843"/>
                      <a:pt x="15526" y="16601"/>
                    </a:cubicBezTo>
                    <a:cubicBezTo>
                      <a:pt x="15751" y="16514"/>
                      <a:pt x="15959" y="16393"/>
                      <a:pt x="16167" y="16271"/>
                    </a:cubicBezTo>
                    <a:cubicBezTo>
                      <a:pt x="16653" y="15942"/>
                      <a:pt x="17034" y="15509"/>
                      <a:pt x="17311" y="15006"/>
                    </a:cubicBezTo>
                    <a:cubicBezTo>
                      <a:pt x="17727" y="14175"/>
                      <a:pt x="17987" y="13256"/>
                      <a:pt x="18056" y="12321"/>
                    </a:cubicBezTo>
                    <a:cubicBezTo>
                      <a:pt x="18108" y="11887"/>
                      <a:pt x="18125" y="11454"/>
                      <a:pt x="18143" y="11056"/>
                    </a:cubicBezTo>
                    <a:cubicBezTo>
                      <a:pt x="18160" y="10761"/>
                      <a:pt x="18229" y="9912"/>
                      <a:pt x="18264" y="8820"/>
                    </a:cubicBezTo>
                    <a:cubicBezTo>
                      <a:pt x="18281" y="7850"/>
                      <a:pt x="18299" y="6689"/>
                      <a:pt x="18212" y="5511"/>
                    </a:cubicBezTo>
                    <a:cubicBezTo>
                      <a:pt x="18160" y="4835"/>
                      <a:pt x="18091" y="4142"/>
                      <a:pt x="17969" y="3466"/>
                    </a:cubicBezTo>
                    <a:cubicBezTo>
                      <a:pt x="17727" y="2201"/>
                      <a:pt x="17328" y="1109"/>
                      <a:pt x="16687" y="537"/>
                    </a:cubicBezTo>
                  </a:path>
                </a:pathLst>
              </a:custGeom>
              <a:noFill/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37"/>
              <p:cNvSpPr/>
              <p:nvPr/>
            </p:nvSpPr>
            <p:spPr>
              <a:xfrm>
                <a:off x="3065905" y="3212865"/>
                <a:ext cx="15863" cy="5963"/>
              </a:xfrm>
              <a:custGeom>
                <a:rect b="b" l="l" r="r" t="t"/>
                <a:pathLst>
                  <a:path extrusionOk="0" fill="none" h="209" w="556">
                    <a:moveTo>
                      <a:pt x="555" y="208"/>
                    </a:moveTo>
                    <a:cubicBezTo>
                      <a:pt x="382" y="122"/>
                      <a:pt x="191" y="52"/>
                      <a:pt x="1" y="0"/>
                    </a:cubicBezTo>
                  </a:path>
                </a:pathLst>
              </a:custGeom>
              <a:noFill/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01" name="Google Shape;2401;p37"/>
            <p:cNvSpPr/>
            <p:nvPr/>
          </p:nvSpPr>
          <p:spPr>
            <a:xfrm>
              <a:off x="1134176" y="4185498"/>
              <a:ext cx="256160" cy="256416"/>
            </a:xfrm>
            <a:custGeom>
              <a:rect b="b" l="l" r="r" t="t"/>
              <a:pathLst>
                <a:path extrusionOk="0" h="10872" w="10860">
                  <a:moveTo>
                    <a:pt x="5430" y="1"/>
                  </a:moveTo>
                  <a:cubicBezTo>
                    <a:pt x="3990" y="1"/>
                    <a:pt x="2608" y="560"/>
                    <a:pt x="1596" y="1584"/>
                  </a:cubicBezTo>
                  <a:cubicBezTo>
                    <a:pt x="561" y="2620"/>
                    <a:pt x="1" y="3989"/>
                    <a:pt x="1" y="5430"/>
                  </a:cubicBezTo>
                  <a:cubicBezTo>
                    <a:pt x="1" y="6561"/>
                    <a:pt x="346" y="7645"/>
                    <a:pt x="1001" y="8573"/>
                  </a:cubicBezTo>
                  <a:cubicBezTo>
                    <a:pt x="1632" y="9466"/>
                    <a:pt x="2513" y="10145"/>
                    <a:pt x="3537" y="10538"/>
                  </a:cubicBezTo>
                  <a:cubicBezTo>
                    <a:pt x="3559" y="10544"/>
                    <a:pt x="3579" y="10547"/>
                    <a:pt x="3599" y="10547"/>
                  </a:cubicBezTo>
                  <a:cubicBezTo>
                    <a:pt x="3656" y="10547"/>
                    <a:pt x="3704" y="10522"/>
                    <a:pt x="3740" y="10478"/>
                  </a:cubicBezTo>
                  <a:cubicBezTo>
                    <a:pt x="3763" y="10443"/>
                    <a:pt x="3763" y="10395"/>
                    <a:pt x="3763" y="10371"/>
                  </a:cubicBezTo>
                  <a:lnTo>
                    <a:pt x="3763" y="7275"/>
                  </a:lnTo>
                  <a:cubicBezTo>
                    <a:pt x="3763" y="7180"/>
                    <a:pt x="3692" y="7097"/>
                    <a:pt x="3585" y="7097"/>
                  </a:cubicBezTo>
                  <a:lnTo>
                    <a:pt x="2156" y="7097"/>
                  </a:lnTo>
                  <a:lnTo>
                    <a:pt x="2156" y="5835"/>
                  </a:lnTo>
                  <a:lnTo>
                    <a:pt x="3585" y="5835"/>
                  </a:lnTo>
                  <a:cubicBezTo>
                    <a:pt x="3680" y="5835"/>
                    <a:pt x="3763" y="5751"/>
                    <a:pt x="3763" y="5656"/>
                  </a:cubicBezTo>
                  <a:lnTo>
                    <a:pt x="3763" y="5430"/>
                  </a:lnTo>
                  <a:cubicBezTo>
                    <a:pt x="3763" y="3942"/>
                    <a:pt x="5180" y="2632"/>
                    <a:pt x="6799" y="2632"/>
                  </a:cubicBezTo>
                  <a:lnTo>
                    <a:pt x="7550" y="2632"/>
                  </a:lnTo>
                  <a:lnTo>
                    <a:pt x="7550" y="3894"/>
                  </a:lnTo>
                  <a:lnTo>
                    <a:pt x="6799" y="3894"/>
                  </a:lnTo>
                  <a:cubicBezTo>
                    <a:pt x="6311" y="3894"/>
                    <a:pt x="5883" y="4025"/>
                    <a:pt x="5561" y="4287"/>
                  </a:cubicBezTo>
                  <a:cubicBezTo>
                    <a:pt x="5228" y="4561"/>
                    <a:pt x="5025" y="4966"/>
                    <a:pt x="5025" y="5430"/>
                  </a:cubicBezTo>
                  <a:lnTo>
                    <a:pt x="5025" y="5656"/>
                  </a:lnTo>
                  <a:cubicBezTo>
                    <a:pt x="5025" y="5740"/>
                    <a:pt x="5109" y="5835"/>
                    <a:pt x="5204" y="5835"/>
                  </a:cubicBezTo>
                  <a:lnTo>
                    <a:pt x="5883" y="5835"/>
                  </a:lnTo>
                  <a:cubicBezTo>
                    <a:pt x="5966" y="5835"/>
                    <a:pt x="6061" y="5751"/>
                    <a:pt x="6061" y="5656"/>
                  </a:cubicBezTo>
                  <a:cubicBezTo>
                    <a:pt x="6061" y="5561"/>
                    <a:pt x="5978" y="5478"/>
                    <a:pt x="5883" y="5478"/>
                  </a:cubicBezTo>
                  <a:lnTo>
                    <a:pt x="5371" y="5478"/>
                  </a:lnTo>
                  <a:lnTo>
                    <a:pt x="5371" y="5418"/>
                  </a:lnTo>
                  <a:cubicBezTo>
                    <a:pt x="5371" y="4525"/>
                    <a:pt x="6145" y="4204"/>
                    <a:pt x="6799" y="4204"/>
                  </a:cubicBezTo>
                  <a:lnTo>
                    <a:pt x="7704" y="4204"/>
                  </a:lnTo>
                  <a:cubicBezTo>
                    <a:pt x="7800" y="4204"/>
                    <a:pt x="7883" y="4132"/>
                    <a:pt x="7883" y="4025"/>
                  </a:cubicBezTo>
                  <a:lnTo>
                    <a:pt x="7883" y="2418"/>
                  </a:lnTo>
                  <a:cubicBezTo>
                    <a:pt x="7883" y="2334"/>
                    <a:pt x="7811" y="2239"/>
                    <a:pt x="7704" y="2239"/>
                  </a:cubicBezTo>
                  <a:lnTo>
                    <a:pt x="6799" y="2239"/>
                  </a:lnTo>
                  <a:cubicBezTo>
                    <a:pt x="5966" y="2239"/>
                    <a:pt x="5121" y="2572"/>
                    <a:pt x="4466" y="3156"/>
                  </a:cubicBezTo>
                  <a:cubicBezTo>
                    <a:pt x="3799" y="3763"/>
                    <a:pt x="3418" y="4549"/>
                    <a:pt x="3418" y="5382"/>
                  </a:cubicBezTo>
                  <a:lnTo>
                    <a:pt x="3418" y="5442"/>
                  </a:lnTo>
                  <a:lnTo>
                    <a:pt x="1989" y="5442"/>
                  </a:lnTo>
                  <a:cubicBezTo>
                    <a:pt x="1906" y="5442"/>
                    <a:pt x="1811" y="5513"/>
                    <a:pt x="1811" y="5620"/>
                  </a:cubicBezTo>
                  <a:lnTo>
                    <a:pt x="1811" y="7228"/>
                  </a:lnTo>
                  <a:cubicBezTo>
                    <a:pt x="1811" y="7323"/>
                    <a:pt x="1894" y="7406"/>
                    <a:pt x="1989" y="7406"/>
                  </a:cubicBezTo>
                  <a:lnTo>
                    <a:pt x="3418" y="7406"/>
                  </a:lnTo>
                  <a:lnTo>
                    <a:pt x="3418" y="10085"/>
                  </a:lnTo>
                  <a:cubicBezTo>
                    <a:pt x="1561" y="9300"/>
                    <a:pt x="346" y="7442"/>
                    <a:pt x="346" y="5418"/>
                  </a:cubicBezTo>
                  <a:cubicBezTo>
                    <a:pt x="346" y="2596"/>
                    <a:pt x="2620" y="322"/>
                    <a:pt x="5430" y="322"/>
                  </a:cubicBezTo>
                  <a:cubicBezTo>
                    <a:pt x="8228" y="322"/>
                    <a:pt x="10526" y="2620"/>
                    <a:pt x="10526" y="5418"/>
                  </a:cubicBezTo>
                  <a:cubicBezTo>
                    <a:pt x="10526" y="8228"/>
                    <a:pt x="8240" y="10502"/>
                    <a:pt x="5430" y="10502"/>
                  </a:cubicBezTo>
                  <a:lnTo>
                    <a:pt x="5371" y="10502"/>
                  </a:lnTo>
                  <a:lnTo>
                    <a:pt x="5371" y="7418"/>
                  </a:lnTo>
                  <a:lnTo>
                    <a:pt x="7728" y="7418"/>
                  </a:lnTo>
                  <a:cubicBezTo>
                    <a:pt x="7811" y="7418"/>
                    <a:pt x="7907" y="7347"/>
                    <a:pt x="7907" y="7240"/>
                  </a:cubicBezTo>
                  <a:lnTo>
                    <a:pt x="7907" y="5656"/>
                  </a:lnTo>
                  <a:cubicBezTo>
                    <a:pt x="7907" y="5561"/>
                    <a:pt x="7823" y="5478"/>
                    <a:pt x="7728" y="5478"/>
                  </a:cubicBezTo>
                  <a:lnTo>
                    <a:pt x="6728" y="5478"/>
                  </a:lnTo>
                  <a:cubicBezTo>
                    <a:pt x="6633" y="5478"/>
                    <a:pt x="6549" y="5549"/>
                    <a:pt x="6549" y="5656"/>
                  </a:cubicBezTo>
                  <a:cubicBezTo>
                    <a:pt x="6549" y="5740"/>
                    <a:pt x="6621" y="5835"/>
                    <a:pt x="6728" y="5835"/>
                  </a:cubicBezTo>
                  <a:lnTo>
                    <a:pt x="7561" y="5835"/>
                  </a:lnTo>
                  <a:lnTo>
                    <a:pt x="7561" y="7097"/>
                  </a:lnTo>
                  <a:lnTo>
                    <a:pt x="5204" y="7097"/>
                  </a:lnTo>
                  <a:cubicBezTo>
                    <a:pt x="5121" y="7097"/>
                    <a:pt x="5025" y="7168"/>
                    <a:pt x="5025" y="7275"/>
                  </a:cubicBezTo>
                  <a:lnTo>
                    <a:pt x="5025" y="10693"/>
                  </a:lnTo>
                  <a:cubicBezTo>
                    <a:pt x="5025" y="10788"/>
                    <a:pt x="5109" y="10859"/>
                    <a:pt x="5192" y="10871"/>
                  </a:cubicBezTo>
                  <a:lnTo>
                    <a:pt x="5430" y="10871"/>
                  </a:lnTo>
                  <a:cubicBezTo>
                    <a:pt x="6871" y="10871"/>
                    <a:pt x="8240" y="10312"/>
                    <a:pt x="9276" y="9288"/>
                  </a:cubicBezTo>
                  <a:cubicBezTo>
                    <a:pt x="10300" y="8252"/>
                    <a:pt x="10859" y="6883"/>
                    <a:pt x="10859" y="5442"/>
                  </a:cubicBezTo>
                  <a:cubicBezTo>
                    <a:pt x="10859" y="3989"/>
                    <a:pt x="10300" y="2620"/>
                    <a:pt x="9276" y="1584"/>
                  </a:cubicBezTo>
                  <a:cubicBezTo>
                    <a:pt x="8240" y="560"/>
                    <a:pt x="6871" y="1"/>
                    <a:pt x="5430" y="1"/>
                  </a:cubicBezTo>
                  <a:close/>
                </a:path>
              </a:pathLst>
            </a:custGeom>
            <a:solidFill>
              <a:srgbClr val="1E1E1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2" name="Google Shape;2402;p37"/>
          <p:cNvGrpSpPr/>
          <p:nvPr/>
        </p:nvGrpSpPr>
        <p:grpSpPr>
          <a:xfrm>
            <a:off x="1783525" y="4185765"/>
            <a:ext cx="256145" cy="255894"/>
            <a:chOff x="3258036" y="3772155"/>
            <a:chExt cx="436511" cy="436083"/>
          </a:xfrm>
        </p:grpSpPr>
        <p:sp>
          <p:nvSpPr>
            <p:cNvPr id="2403" name="Google Shape;2403;p37"/>
            <p:cNvSpPr/>
            <p:nvPr/>
          </p:nvSpPr>
          <p:spPr>
            <a:xfrm>
              <a:off x="3258036" y="3772155"/>
              <a:ext cx="436511" cy="436083"/>
            </a:xfrm>
            <a:custGeom>
              <a:rect b="b" l="l" r="r" t="t"/>
              <a:pathLst>
                <a:path extrusionOk="0" h="10860" w="10872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1E1E1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37"/>
            <p:cNvSpPr/>
            <p:nvPr/>
          </p:nvSpPr>
          <p:spPr>
            <a:xfrm>
              <a:off x="3339783" y="3854394"/>
              <a:ext cx="271575" cy="271608"/>
            </a:xfrm>
            <a:custGeom>
              <a:rect b="b" l="l" r="r" t="t"/>
              <a:pathLst>
                <a:path extrusionOk="0" h="6764" w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1E1E1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37"/>
            <p:cNvSpPr/>
            <p:nvPr/>
          </p:nvSpPr>
          <p:spPr>
            <a:xfrm>
              <a:off x="3402941" y="3918884"/>
              <a:ext cx="144821" cy="142229"/>
            </a:xfrm>
            <a:custGeom>
              <a:rect b="b" l="l" r="r" t="t"/>
              <a:pathLst>
                <a:path extrusionOk="0" h="3542" w="3607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1E1E1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37"/>
            <p:cNvSpPr/>
            <p:nvPr/>
          </p:nvSpPr>
          <p:spPr>
            <a:xfrm>
              <a:off x="3530540" y="3889289"/>
              <a:ext cx="37299" cy="36862"/>
            </a:xfrm>
            <a:custGeom>
              <a:rect b="b" l="l" r="r" t="t"/>
              <a:pathLst>
                <a:path extrusionOk="0" h="918" w="929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1E1E1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7" name="Google Shape;2407;p37"/>
          <p:cNvGrpSpPr/>
          <p:nvPr/>
        </p:nvGrpSpPr>
        <p:grpSpPr>
          <a:xfrm>
            <a:off x="2449024" y="4184189"/>
            <a:ext cx="256145" cy="255894"/>
            <a:chOff x="3643813" y="3769469"/>
            <a:chExt cx="436511" cy="436083"/>
          </a:xfrm>
        </p:grpSpPr>
        <p:sp>
          <p:nvSpPr>
            <p:cNvPr id="2408" name="Google Shape;2408;p37"/>
            <p:cNvSpPr/>
            <p:nvPr/>
          </p:nvSpPr>
          <p:spPr>
            <a:xfrm>
              <a:off x="3643813" y="3769469"/>
              <a:ext cx="436511" cy="436083"/>
            </a:xfrm>
            <a:custGeom>
              <a:rect b="b" l="l" r="r" t="t"/>
              <a:pathLst>
                <a:path extrusionOk="0" h="10860" w="10872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1E1E1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37"/>
            <p:cNvSpPr/>
            <p:nvPr/>
          </p:nvSpPr>
          <p:spPr>
            <a:xfrm>
              <a:off x="3744191" y="3943987"/>
              <a:ext cx="60305" cy="152067"/>
            </a:xfrm>
            <a:custGeom>
              <a:rect b="b" l="l" r="r" t="t"/>
              <a:pathLst>
                <a:path extrusionOk="0" h="3787" w="1502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1E1E1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37"/>
            <p:cNvSpPr/>
            <p:nvPr/>
          </p:nvSpPr>
          <p:spPr>
            <a:xfrm>
              <a:off x="3735117" y="3861266"/>
              <a:ext cx="69379" cy="69388"/>
            </a:xfrm>
            <a:custGeom>
              <a:rect b="b" l="l" r="r" t="t"/>
              <a:pathLst>
                <a:path extrusionOk="0" h="1728" w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1E1E1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37"/>
            <p:cNvSpPr/>
            <p:nvPr/>
          </p:nvSpPr>
          <p:spPr>
            <a:xfrm>
              <a:off x="3835976" y="3943987"/>
              <a:ext cx="161644" cy="152067"/>
            </a:xfrm>
            <a:custGeom>
              <a:rect b="b" l="l" r="r" t="t"/>
              <a:pathLst>
                <a:path extrusionOk="0" h="3787" w="4026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1E1E1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2" name="Google Shape;2412;p37"/>
          <p:cNvGrpSpPr/>
          <p:nvPr/>
        </p:nvGrpSpPr>
        <p:grpSpPr>
          <a:xfrm>
            <a:off x="6320500" y="1505138"/>
            <a:ext cx="2259300" cy="896163"/>
            <a:chOff x="6320500" y="1505138"/>
            <a:chExt cx="2259300" cy="896163"/>
          </a:xfrm>
        </p:grpSpPr>
        <p:sp>
          <p:nvSpPr>
            <p:cNvPr id="2413" name="Google Shape;2413;p37"/>
            <p:cNvSpPr txBox="1"/>
            <p:nvPr/>
          </p:nvSpPr>
          <p:spPr>
            <a:xfrm>
              <a:off x="6320501" y="1505138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Motivations</a:t>
              </a:r>
              <a:endParaRPr b="1" sz="18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414" name="Google Shape;2414;p37"/>
            <p:cNvSpPr txBox="1"/>
            <p:nvPr/>
          </p:nvSpPr>
          <p:spPr>
            <a:xfrm>
              <a:off x="6320500" y="1819900"/>
              <a:ext cx="22593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also the smallest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15" name="Google Shape;2415;p37"/>
          <p:cNvGrpSpPr/>
          <p:nvPr/>
        </p:nvGrpSpPr>
        <p:grpSpPr>
          <a:xfrm>
            <a:off x="3534776" y="2722712"/>
            <a:ext cx="2216457" cy="1823288"/>
            <a:chOff x="3534776" y="2722713"/>
            <a:chExt cx="2216457" cy="1823288"/>
          </a:xfrm>
        </p:grpSpPr>
        <p:grpSp>
          <p:nvGrpSpPr>
            <p:cNvPr id="2416" name="Google Shape;2416;p37"/>
            <p:cNvGrpSpPr/>
            <p:nvPr/>
          </p:nvGrpSpPr>
          <p:grpSpPr>
            <a:xfrm>
              <a:off x="3551613" y="3025777"/>
              <a:ext cx="2199621" cy="324840"/>
              <a:chOff x="3594463" y="3025777"/>
              <a:chExt cx="2199621" cy="324840"/>
            </a:xfrm>
          </p:grpSpPr>
          <p:sp>
            <p:nvSpPr>
              <p:cNvPr id="2417" name="Google Shape;2417;p37"/>
              <p:cNvSpPr/>
              <p:nvPr/>
            </p:nvSpPr>
            <p:spPr>
              <a:xfrm>
                <a:off x="3667020" y="3244800"/>
                <a:ext cx="1510473" cy="105817"/>
              </a:xfrm>
              <a:custGeom>
                <a:rect b="b" l="l" r="r" t="t"/>
                <a:pathLst>
                  <a:path extrusionOk="0" h="3453" w="33285">
                    <a:moveTo>
                      <a:pt x="0" y="1"/>
                    </a:moveTo>
                    <a:lnTo>
                      <a:pt x="0" y="3452"/>
                    </a:lnTo>
                    <a:lnTo>
                      <a:pt x="33285" y="3452"/>
                    </a:lnTo>
                    <a:lnTo>
                      <a:pt x="3328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37"/>
              <p:cNvSpPr txBox="1"/>
              <p:nvPr/>
            </p:nvSpPr>
            <p:spPr>
              <a:xfrm>
                <a:off x="3594463" y="3025777"/>
                <a:ext cx="969600" cy="21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Saturn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419" name="Google Shape;2419;p37"/>
              <p:cNvSpPr/>
              <p:nvPr/>
            </p:nvSpPr>
            <p:spPr>
              <a:xfrm>
                <a:off x="3651750" y="3244775"/>
                <a:ext cx="2142333" cy="105830"/>
              </a:xfrm>
              <a:custGeom>
                <a:rect b="b" l="l" r="r" t="t"/>
                <a:pathLst>
                  <a:path extrusionOk="0" fill="none" h="9687" w="55336">
                    <a:moveTo>
                      <a:pt x="26732" y="279"/>
                    </a:moveTo>
                    <a:lnTo>
                      <a:pt x="20840" y="304"/>
                    </a:lnTo>
                    <a:lnTo>
                      <a:pt x="11483" y="330"/>
                    </a:lnTo>
                    <a:lnTo>
                      <a:pt x="6677" y="279"/>
                    </a:lnTo>
                    <a:lnTo>
                      <a:pt x="5236" y="203"/>
                    </a:lnTo>
                    <a:lnTo>
                      <a:pt x="3794" y="52"/>
                    </a:lnTo>
                    <a:lnTo>
                      <a:pt x="2226" y="1"/>
                    </a:lnTo>
                    <a:lnTo>
                      <a:pt x="1468" y="102"/>
                    </a:lnTo>
                    <a:lnTo>
                      <a:pt x="911" y="431"/>
                    </a:lnTo>
                    <a:lnTo>
                      <a:pt x="557" y="1013"/>
                    </a:lnTo>
                    <a:lnTo>
                      <a:pt x="330" y="1898"/>
                    </a:lnTo>
                    <a:lnTo>
                      <a:pt x="254" y="3187"/>
                    </a:lnTo>
                    <a:lnTo>
                      <a:pt x="229" y="3997"/>
                    </a:lnTo>
                    <a:lnTo>
                      <a:pt x="153" y="5767"/>
                    </a:lnTo>
                    <a:lnTo>
                      <a:pt x="1" y="7613"/>
                    </a:lnTo>
                    <a:lnTo>
                      <a:pt x="127" y="8271"/>
                    </a:lnTo>
                    <a:lnTo>
                      <a:pt x="330" y="8650"/>
                    </a:lnTo>
                    <a:lnTo>
                      <a:pt x="684" y="8954"/>
                    </a:lnTo>
                    <a:lnTo>
                      <a:pt x="1190" y="9206"/>
                    </a:lnTo>
                    <a:lnTo>
                      <a:pt x="2277" y="9485"/>
                    </a:lnTo>
                    <a:lnTo>
                      <a:pt x="4578" y="9662"/>
                    </a:lnTo>
                    <a:lnTo>
                      <a:pt x="8018" y="9687"/>
                    </a:lnTo>
                    <a:lnTo>
                      <a:pt x="10269" y="9636"/>
                    </a:lnTo>
                    <a:lnTo>
                      <a:pt x="19929" y="9434"/>
                    </a:lnTo>
                    <a:lnTo>
                      <a:pt x="33712" y="9232"/>
                    </a:lnTo>
                    <a:lnTo>
                      <a:pt x="41325" y="9257"/>
                    </a:lnTo>
                    <a:lnTo>
                      <a:pt x="44283" y="9333"/>
                    </a:lnTo>
                    <a:lnTo>
                      <a:pt x="46888" y="9459"/>
                    </a:lnTo>
                    <a:lnTo>
                      <a:pt x="50909" y="9611"/>
                    </a:lnTo>
                    <a:lnTo>
                      <a:pt x="52958" y="9535"/>
                    </a:lnTo>
                    <a:lnTo>
                      <a:pt x="53919" y="9358"/>
                    </a:lnTo>
                    <a:lnTo>
                      <a:pt x="54551" y="9004"/>
                    </a:lnTo>
                    <a:lnTo>
                      <a:pt x="54855" y="8498"/>
                    </a:lnTo>
                    <a:lnTo>
                      <a:pt x="54880" y="8170"/>
                    </a:lnTo>
                    <a:lnTo>
                      <a:pt x="54931" y="6981"/>
                    </a:lnTo>
                    <a:lnTo>
                      <a:pt x="55259" y="4503"/>
                    </a:lnTo>
                    <a:lnTo>
                      <a:pt x="55335" y="2783"/>
                    </a:lnTo>
                    <a:lnTo>
                      <a:pt x="55158" y="1797"/>
                    </a:lnTo>
                    <a:lnTo>
                      <a:pt x="54703" y="1038"/>
                    </a:lnTo>
                    <a:lnTo>
                      <a:pt x="53868" y="557"/>
                    </a:lnTo>
                    <a:lnTo>
                      <a:pt x="53287" y="456"/>
                    </a:lnTo>
                    <a:lnTo>
                      <a:pt x="51592" y="355"/>
                    </a:lnTo>
                    <a:lnTo>
                      <a:pt x="43727" y="254"/>
                    </a:lnTo>
                    <a:lnTo>
                      <a:pt x="29691" y="254"/>
                    </a:lnTo>
                    <a:lnTo>
                      <a:pt x="26732" y="279"/>
                    </a:lnTo>
                    <a:close/>
                  </a:path>
                </a:pathLst>
              </a:custGeom>
              <a:noFill/>
              <a:ln cap="flat" cmpd="sng" w="20875">
                <a:solidFill>
                  <a:srgbClr val="000000"/>
                </a:solidFill>
                <a:prstDash val="solid"/>
                <a:miter lim="2528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0" name="Google Shape;2420;p37"/>
            <p:cNvGrpSpPr/>
            <p:nvPr/>
          </p:nvGrpSpPr>
          <p:grpSpPr>
            <a:xfrm>
              <a:off x="3551613" y="3424240"/>
              <a:ext cx="2199621" cy="324853"/>
              <a:chOff x="3594463" y="3424240"/>
              <a:chExt cx="2199621" cy="324853"/>
            </a:xfrm>
          </p:grpSpPr>
          <p:sp>
            <p:nvSpPr>
              <p:cNvPr id="2421" name="Google Shape;2421;p37"/>
              <p:cNvSpPr/>
              <p:nvPr/>
            </p:nvSpPr>
            <p:spPr>
              <a:xfrm>
                <a:off x="3667035" y="3643256"/>
                <a:ext cx="676458" cy="105817"/>
              </a:xfrm>
              <a:custGeom>
                <a:rect b="b" l="l" r="r" t="t"/>
                <a:pathLst>
                  <a:path extrusionOk="0" h="3453" w="22074">
                    <a:moveTo>
                      <a:pt x="0" y="0"/>
                    </a:moveTo>
                    <a:lnTo>
                      <a:pt x="0" y="3452"/>
                    </a:lnTo>
                    <a:lnTo>
                      <a:pt x="22074" y="3452"/>
                    </a:lnTo>
                    <a:lnTo>
                      <a:pt x="220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37"/>
              <p:cNvSpPr txBox="1"/>
              <p:nvPr/>
            </p:nvSpPr>
            <p:spPr>
              <a:xfrm>
                <a:off x="3594463" y="3424240"/>
                <a:ext cx="969600" cy="21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Venus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423" name="Google Shape;2423;p37"/>
              <p:cNvSpPr/>
              <p:nvPr/>
            </p:nvSpPr>
            <p:spPr>
              <a:xfrm>
                <a:off x="3651750" y="3643263"/>
                <a:ext cx="2142333" cy="105830"/>
              </a:xfrm>
              <a:custGeom>
                <a:rect b="b" l="l" r="r" t="t"/>
                <a:pathLst>
                  <a:path extrusionOk="0" fill="none" h="9687" w="55336">
                    <a:moveTo>
                      <a:pt x="26732" y="279"/>
                    </a:moveTo>
                    <a:lnTo>
                      <a:pt x="20840" y="304"/>
                    </a:lnTo>
                    <a:lnTo>
                      <a:pt x="11483" y="330"/>
                    </a:lnTo>
                    <a:lnTo>
                      <a:pt x="6677" y="279"/>
                    </a:lnTo>
                    <a:lnTo>
                      <a:pt x="5236" y="203"/>
                    </a:lnTo>
                    <a:lnTo>
                      <a:pt x="3794" y="52"/>
                    </a:lnTo>
                    <a:lnTo>
                      <a:pt x="2226" y="1"/>
                    </a:lnTo>
                    <a:lnTo>
                      <a:pt x="1468" y="102"/>
                    </a:lnTo>
                    <a:lnTo>
                      <a:pt x="911" y="431"/>
                    </a:lnTo>
                    <a:lnTo>
                      <a:pt x="557" y="1013"/>
                    </a:lnTo>
                    <a:lnTo>
                      <a:pt x="330" y="1898"/>
                    </a:lnTo>
                    <a:lnTo>
                      <a:pt x="254" y="3187"/>
                    </a:lnTo>
                    <a:lnTo>
                      <a:pt x="229" y="3997"/>
                    </a:lnTo>
                    <a:lnTo>
                      <a:pt x="153" y="5767"/>
                    </a:lnTo>
                    <a:lnTo>
                      <a:pt x="1" y="7613"/>
                    </a:lnTo>
                    <a:lnTo>
                      <a:pt x="127" y="8271"/>
                    </a:lnTo>
                    <a:lnTo>
                      <a:pt x="330" y="8650"/>
                    </a:lnTo>
                    <a:lnTo>
                      <a:pt x="684" y="8954"/>
                    </a:lnTo>
                    <a:lnTo>
                      <a:pt x="1190" y="9206"/>
                    </a:lnTo>
                    <a:lnTo>
                      <a:pt x="2277" y="9485"/>
                    </a:lnTo>
                    <a:lnTo>
                      <a:pt x="4578" y="9662"/>
                    </a:lnTo>
                    <a:lnTo>
                      <a:pt x="8018" y="9687"/>
                    </a:lnTo>
                    <a:lnTo>
                      <a:pt x="10269" y="9636"/>
                    </a:lnTo>
                    <a:lnTo>
                      <a:pt x="19929" y="9434"/>
                    </a:lnTo>
                    <a:lnTo>
                      <a:pt x="33712" y="9232"/>
                    </a:lnTo>
                    <a:lnTo>
                      <a:pt x="41325" y="9257"/>
                    </a:lnTo>
                    <a:lnTo>
                      <a:pt x="44283" y="9333"/>
                    </a:lnTo>
                    <a:lnTo>
                      <a:pt x="46888" y="9459"/>
                    </a:lnTo>
                    <a:lnTo>
                      <a:pt x="50909" y="9611"/>
                    </a:lnTo>
                    <a:lnTo>
                      <a:pt x="52958" y="9535"/>
                    </a:lnTo>
                    <a:lnTo>
                      <a:pt x="53919" y="9358"/>
                    </a:lnTo>
                    <a:lnTo>
                      <a:pt x="54551" y="9004"/>
                    </a:lnTo>
                    <a:lnTo>
                      <a:pt x="54855" y="8498"/>
                    </a:lnTo>
                    <a:lnTo>
                      <a:pt x="54880" y="8170"/>
                    </a:lnTo>
                    <a:lnTo>
                      <a:pt x="54931" y="6981"/>
                    </a:lnTo>
                    <a:lnTo>
                      <a:pt x="55259" y="4503"/>
                    </a:lnTo>
                    <a:lnTo>
                      <a:pt x="55335" y="2783"/>
                    </a:lnTo>
                    <a:lnTo>
                      <a:pt x="55158" y="1797"/>
                    </a:lnTo>
                    <a:lnTo>
                      <a:pt x="54703" y="1038"/>
                    </a:lnTo>
                    <a:lnTo>
                      <a:pt x="53868" y="557"/>
                    </a:lnTo>
                    <a:lnTo>
                      <a:pt x="53287" y="456"/>
                    </a:lnTo>
                    <a:lnTo>
                      <a:pt x="51592" y="355"/>
                    </a:lnTo>
                    <a:lnTo>
                      <a:pt x="43727" y="254"/>
                    </a:lnTo>
                    <a:lnTo>
                      <a:pt x="29691" y="254"/>
                    </a:lnTo>
                    <a:lnTo>
                      <a:pt x="26732" y="279"/>
                    </a:lnTo>
                    <a:close/>
                  </a:path>
                </a:pathLst>
              </a:custGeom>
              <a:noFill/>
              <a:ln cap="flat" cmpd="sng" w="20875">
                <a:solidFill>
                  <a:srgbClr val="000000"/>
                </a:solidFill>
                <a:prstDash val="solid"/>
                <a:miter lim="2528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4" name="Google Shape;2424;p37"/>
            <p:cNvGrpSpPr/>
            <p:nvPr/>
          </p:nvGrpSpPr>
          <p:grpSpPr>
            <a:xfrm>
              <a:off x="3554250" y="3822702"/>
              <a:ext cx="2196983" cy="324841"/>
              <a:chOff x="3597100" y="3822702"/>
              <a:chExt cx="2196983" cy="324841"/>
            </a:xfrm>
          </p:grpSpPr>
          <p:sp>
            <p:nvSpPr>
              <p:cNvPr id="2425" name="Google Shape;2425;p37"/>
              <p:cNvSpPr/>
              <p:nvPr/>
            </p:nvSpPr>
            <p:spPr>
              <a:xfrm>
                <a:off x="3667026" y="4041710"/>
                <a:ext cx="1287748" cy="105817"/>
              </a:xfrm>
              <a:custGeom>
                <a:rect b="b" l="l" r="r" t="t"/>
                <a:pathLst>
                  <a:path extrusionOk="0" h="3453" w="28377">
                    <a:moveTo>
                      <a:pt x="1" y="0"/>
                    </a:moveTo>
                    <a:lnTo>
                      <a:pt x="1" y="3452"/>
                    </a:lnTo>
                    <a:lnTo>
                      <a:pt x="28376" y="3452"/>
                    </a:lnTo>
                    <a:lnTo>
                      <a:pt x="2837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37"/>
              <p:cNvSpPr txBox="1"/>
              <p:nvPr/>
            </p:nvSpPr>
            <p:spPr>
              <a:xfrm>
                <a:off x="3597100" y="3822702"/>
                <a:ext cx="969600" cy="21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Pluto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427" name="Google Shape;2427;p37"/>
              <p:cNvSpPr/>
              <p:nvPr/>
            </p:nvSpPr>
            <p:spPr>
              <a:xfrm>
                <a:off x="3651750" y="4041713"/>
                <a:ext cx="2142333" cy="105830"/>
              </a:xfrm>
              <a:custGeom>
                <a:rect b="b" l="l" r="r" t="t"/>
                <a:pathLst>
                  <a:path extrusionOk="0" fill="none" h="9687" w="55336">
                    <a:moveTo>
                      <a:pt x="26732" y="279"/>
                    </a:moveTo>
                    <a:lnTo>
                      <a:pt x="20840" y="304"/>
                    </a:lnTo>
                    <a:lnTo>
                      <a:pt x="11483" y="330"/>
                    </a:lnTo>
                    <a:lnTo>
                      <a:pt x="6677" y="279"/>
                    </a:lnTo>
                    <a:lnTo>
                      <a:pt x="5236" y="203"/>
                    </a:lnTo>
                    <a:lnTo>
                      <a:pt x="3794" y="52"/>
                    </a:lnTo>
                    <a:lnTo>
                      <a:pt x="2226" y="1"/>
                    </a:lnTo>
                    <a:lnTo>
                      <a:pt x="1468" y="102"/>
                    </a:lnTo>
                    <a:lnTo>
                      <a:pt x="911" y="431"/>
                    </a:lnTo>
                    <a:lnTo>
                      <a:pt x="557" y="1013"/>
                    </a:lnTo>
                    <a:lnTo>
                      <a:pt x="330" y="1898"/>
                    </a:lnTo>
                    <a:lnTo>
                      <a:pt x="254" y="3187"/>
                    </a:lnTo>
                    <a:lnTo>
                      <a:pt x="229" y="3997"/>
                    </a:lnTo>
                    <a:lnTo>
                      <a:pt x="153" y="5767"/>
                    </a:lnTo>
                    <a:lnTo>
                      <a:pt x="1" y="7613"/>
                    </a:lnTo>
                    <a:lnTo>
                      <a:pt x="127" y="8271"/>
                    </a:lnTo>
                    <a:lnTo>
                      <a:pt x="330" y="8650"/>
                    </a:lnTo>
                    <a:lnTo>
                      <a:pt x="684" y="8954"/>
                    </a:lnTo>
                    <a:lnTo>
                      <a:pt x="1190" y="9206"/>
                    </a:lnTo>
                    <a:lnTo>
                      <a:pt x="2277" y="9485"/>
                    </a:lnTo>
                    <a:lnTo>
                      <a:pt x="4578" y="9662"/>
                    </a:lnTo>
                    <a:lnTo>
                      <a:pt x="8018" y="9687"/>
                    </a:lnTo>
                    <a:lnTo>
                      <a:pt x="10269" y="9636"/>
                    </a:lnTo>
                    <a:lnTo>
                      <a:pt x="19929" y="9434"/>
                    </a:lnTo>
                    <a:lnTo>
                      <a:pt x="33712" y="9232"/>
                    </a:lnTo>
                    <a:lnTo>
                      <a:pt x="41325" y="9257"/>
                    </a:lnTo>
                    <a:lnTo>
                      <a:pt x="44283" y="9333"/>
                    </a:lnTo>
                    <a:lnTo>
                      <a:pt x="46888" y="9459"/>
                    </a:lnTo>
                    <a:lnTo>
                      <a:pt x="50909" y="9611"/>
                    </a:lnTo>
                    <a:lnTo>
                      <a:pt x="52958" y="9535"/>
                    </a:lnTo>
                    <a:lnTo>
                      <a:pt x="53919" y="9358"/>
                    </a:lnTo>
                    <a:lnTo>
                      <a:pt x="54551" y="9004"/>
                    </a:lnTo>
                    <a:lnTo>
                      <a:pt x="54855" y="8498"/>
                    </a:lnTo>
                    <a:lnTo>
                      <a:pt x="54880" y="8170"/>
                    </a:lnTo>
                    <a:lnTo>
                      <a:pt x="54931" y="6981"/>
                    </a:lnTo>
                    <a:lnTo>
                      <a:pt x="55259" y="4503"/>
                    </a:lnTo>
                    <a:lnTo>
                      <a:pt x="55335" y="2783"/>
                    </a:lnTo>
                    <a:lnTo>
                      <a:pt x="55158" y="1797"/>
                    </a:lnTo>
                    <a:lnTo>
                      <a:pt x="54703" y="1038"/>
                    </a:lnTo>
                    <a:lnTo>
                      <a:pt x="53868" y="557"/>
                    </a:lnTo>
                    <a:lnTo>
                      <a:pt x="53287" y="456"/>
                    </a:lnTo>
                    <a:lnTo>
                      <a:pt x="51592" y="355"/>
                    </a:lnTo>
                    <a:lnTo>
                      <a:pt x="43727" y="254"/>
                    </a:lnTo>
                    <a:lnTo>
                      <a:pt x="29691" y="254"/>
                    </a:lnTo>
                    <a:lnTo>
                      <a:pt x="26732" y="279"/>
                    </a:lnTo>
                    <a:close/>
                  </a:path>
                </a:pathLst>
              </a:custGeom>
              <a:noFill/>
              <a:ln cap="flat" cmpd="sng" w="20875">
                <a:solidFill>
                  <a:srgbClr val="000000"/>
                </a:solidFill>
                <a:prstDash val="solid"/>
                <a:miter lim="2528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8" name="Google Shape;2428;p37"/>
            <p:cNvGrpSpPr/>
            <p:nvPr/>
          </p:nvGrpSpPr>
          <p:grpSpPr>
            <a:xfrm>
              <a:off x="3554250" y="4221164"/>
              <a:ext cx="2196983" cy="324836"/>
              <a:chOff x="3597100" y="4221164"/>
              <a:chExt cx="2196983" cy="324836"/>
            </a:xfrm>
          </p:grpSpPr>
          <p:sp>
            <p:nvSpPr>
              <p:cNvPr id="2429" name="Google Shape;2429;p37"/>
              <p:cNvSpPr/>
              <p:nvPr/>
            </p:nvSpPr>
            <p:spPr>
              <a:xfrm>
                <a:off x="3663919" y="4440175"/>
                <a:ext cx="1576825" cy="105826"/>
              </a:xfrm>
              <a:custGeom>
                <a:rect b="b" l="l" r="r" t="t"/>
                <a:pathLst>
                  <a:path extrusionOk="0" h="3453" w="32969">
                    <a:moveTo>
                      <a:pt x="1" y="1"/>
                    </a:moveTo>
                    <a:lnTo>
                      <a:pt x="1" y="3452"/>
                    </a:lnTo>
                    <a:lnTo>
                      <a:pt x="32968" y="3452"/>
                    </a:lnTo>
                    <a:lnTo>
                      <a:pt x="3296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0" name="Google Shape;2430;p37"/>
              <p:cNvSpPr txBox="1"/>
              <p:nvPr/>
            </p:nvSpPr>
            <p:spPr>
              <a:xfrm>
                <a:off x="3597100" y="4221164"/>
                <a:ext cx="969600" cy="21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Uranus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431" name="Google Shape;2431;p37"/>
              <p:cNvSpPr/>
              <p:nvPr/>
            </p:nvSpPr>
            <p:spPr>
              <a:xfrm>
                <a:off x="3651750" y="4440163"/>
                <a:ext cx="2142333" cy="105830"/>
              </a:xfrm>
              <a:custGeom>
                <a:rect b="b" l="l" r="r" t="t"/>
                <a:pathLst>
                  <a:path extrusionOk="0" fill="none" h="9687" w="55336">
                    <a:moveTo>
                      <a:pt x="26732" y="279"/>
                    </a:moveTo>
                    <a:lnTo>
                      <a:pt x="20840" y="304"/>
                    </a:lnTo>
                    <a:lnTo>
                      <a:pt x="11483" y="330"/>
                    </a:lnTo>
                    <a:lnTo>
                      <a:pt x="6677" y="279"/>
                    </a:lnTo>
                    <a:lnTo>
                      <a:pt x="5236" y="203"/>
                    </a:lnTo>
                    <a:lnTo>
                      <a:pt x="3794" y="52"/>
                    </a:lnTo>
                    <a:lnTo>
                      <a:pt x="2226" y="1"/>
                    </a:lnTo>
                    <a:lnTo>
                      <a:pt x="1468" y="102"/>
                    </a:lnTo>
                    <a:lnTo>
                      <a:pt x="911" y="431"/>
                    </a:lnTo>
                    <a:lnTo>
                      <a:pt x="557" y="1013"/>
                    </a:lnTo>
                    <a:lnTo>
                      <a:pt x="330" y="1898"/>
                    </a:lnTo>
                    <a:lnTo>
                      <a:pt x="254" y="3187"/>
                    </a:lnTo>
                    <a:lnTo>
                      <a:pt x="229" y="3997"/>
                    </a:lnTo>
                    <a:lnTo>
                      <a:pt x="153" y="5767"/>
                    </a:lnTo>
                    <a:lnTo>
                      <a:pt x="1" y="7613"/>
                    </a:lnTo>
                    <a:lnTo>
                      <a:pt x="127" y="8271"/>
                    </a:lnTo>
                    <a:lnTo>
                      <a:pt x="330" y="8650"/>
                    </a:lnTo>
                    <a:lnTo>
                      <a:pt x="684" y="8954"/>
                    </a:lnTo>
                    <a:lnTo>
                      <a:pt x="1190" y="9206"/>
                    </a:lnTo>
                    <a:lnTo>
                      <a:pt x="2277" y="9485"/>
                    </a:lnTo>
                    <a:lnTo>
                      <a:pt x="4578" y="9662"/>
                    </a:lnTo>
                    <a:lnTo>
                      <a:pt x="8018" y="9687"/>
                    </a:lnTo>
                    <a:lnTo>
                      <a:pt x="10269" y="9636"/>
                    </a:lnTo>
                    <a:lnTo>
                      <a:pt x="19929" y="9434"/>
                    </a:lnTo>
                    <a:lnTo>
                      <a:pt x="33712" y="9232"/>
                    </a:lnTo>
                    <a:lnTo>
                      <a:pt x="41325" y="9257"/>
                    </a:lnTo>
                    <a:lnTo>
                      <a:pt x="44283" y="9333"/>
                    </a:lnTo>
                    <a:lnTo>
                      <a:pt x="46888" y="9459"/>
                    </a:lnTo>
                    <a:lnTo>
                      <a:pt x="50909" y="9611"/>
                    </a:lnTo>
                    <a:lnTo>
                      <a:pt x="52958" y="9535"/>
                    </a:lnTo>
                    <a:lnTo>
                      <a:pt x="53919" y="9358"/>
                    </a:lnTo>
                    <a:lnTo>
                      <a:pt x="54551" y="9004"/>
                    </a:lnTo>
                    <a:lnTo>
                      <a:pt x="54855" y="8498"/>
                    </a:lnTo>
                    <a:lnTo>
                      <a:pt x="54880" y="8170"/>
                    </a:lnTo>
                    <a:lnTo>
                      <a:pt x="54931" y="6981"/>
                    </a:lnTo>
                    <a:lnTo>
                      <a:pt x="55259" y="4503"/>
                    </a:lnTo>
                    <a:lnTo>
                      <a:pt x="55335" y="2783"/>
                    </a:lnTo>
                    <a:lnTo>
                      <a:pt x="55158" y="1797"/>
                    </a:lnTo>
                    <a:lnTo>
                      <a:pt x="54703" y="1038"/>
                    </a:lnTo>
                    <a:lnTo>
                      <a:pt x="53868" y="557"/>
                    </a:lnTo>
                    <a:lnTo>
                      <a:pt x="53287" y="456"/>
                    </a:lnTo>
                    <a:lnTo>
                      <a:pt x="51592" y="355"/>
                    </a:lnTo>
                    <a:lnTo>
                      <a:pt x="43727" y="254"/>
                    </a:lnTo>
                    <a:lnTo>
                      <a:pt x="29691" y="254"/>
                    </a:lnTo>
                    <a:lnTo>
                      <a:pt x="26732" y="279"/>
                    </a:lnTo>
                    <a:close/>
                  </a:path>
                </a:pathLst>
              </a:custGeom>
              <a:noFill/>
              <a:ln cap="flat" cmpd="sng" w="20875">
                <a:solidFill>
                  <a:srgbClr val="000000"/>
                </a:solidFill>
                <a:prstDash val="solid"/>
                <a:miter lim="2528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32" name="Google Shape;2432;p37"/>
            <p:cNvSpPr txBox="1"/>
            <p:nvPr/>
          </p:nvSpPr>
          <p:spPr>
            <a:xfrm>
              <a:off x="3534776" y="2722713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Personality</a:t>
              </a:r>
              <a:endParaRPr b="1" sz="18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433" name="Google Shape;2433;p37"/>
          <p:cNvGrpSpPr/>
          <p:nvPr/>
        </p:nvGrpSpPr>
        <p:grpSpPr>
          <a:xfrm>
            <a:off x="6320501" y="2722713"/>
            <a:ext cx="2020268" cy="1823239"/>
            <a:chOff x="6320501" y="2722713"/>
            <a:chExt cx="2020268" cy="1823239"/>
          </a:xfrm>
        </p:grpSpPr>
        <p:sp>
          <p:nvSpPr>
            <p:cNvPr id="2434" name="Google Shape;2434;p37"/>
            <p:cNvSpPr/>
            <p:nvPr/>
          </p:nvSpPr>
          <p:spPr>
            <a:xfrm>
              <a:off x="7408505" y="3196455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37"/>
            <p:cNvSpPr/>
            <p:nvPr/>
          </p:nvSpPr>
          <p:spPr>
            <a:xfrm>
              <a:off x="7600749" y="3196455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37"/>
            <p:cNvSpPr/>
            <p:nvPr/>
          </p:nvSpPr>
          <p:spPr>
            <a:xfrm>
              <a:off x="7798333" y="3196455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37"/>
            <p:cNvSpPr/>
            <p:nvPr/>
          </p:nvSpPr>
          <p:spPr>
            <a:xfrm>
              <a:off x="7408505" y="3576229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37"/>
            <p:cNvSpPr/>
            <p:nvPr/>
          </p:nvSpPr>
          <p:spPr>
            <a:xfrm>
              <a:off x="7600749" y="3576229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37"/>
            <p:cNvSpPr/>
            <p:nvPr/>
          </p:nvSpPr>
          <p:spPr>
            <a:xfrm>
              <a:off x="7798333" y="3576229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37"/>
            <p:cNvSpPr/>
            <p:nvPr/>
          </p:nvSpPr>
          <p:spPr>
            <a:xfrm>
              <a:off x="7408505" y="3960639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37"/>
            <p:cNvSpPr/>
            <p:nvPr/>
          </p:nvSpPr>
          <p:spPr>
            <a:xfrm>
              <a:off x="7600749" y="3960639"/>
              <a:ext cx="147300" cy="146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37"/>
            <p:cNvSpPr/>
            <p:nvPr/>
          </p:nvSpPr>
          <p:spPr>
            <a:xfrm>
              <a:off x="7798333" y="3960639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37"/>
            <p:cNvSpPr/>
            <p:nvPr/>
          </p:nvSpPr>
          <p:spPr>
            <a:xfrm>
              <a:off x="7408505" y="4345049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37"/>
            <p:cNvSpPr/>
            <p:nvPr/>
          </p:nvSpPr>
          <p:spPr>
            <a:xfrm>
              <a:off x="7600749" y="4345049"/>
              <a:ext cx="147300" cy="146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37"/>
            <p:cNvSpPr/>
            <p:nvPr/>
          </p:nvSpPr>
          <p:spPr>
            <a:xfrm>
              <a:off x="7995917" y="3576229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37"/>
            <p:cNvSpPr/>
            <p:nvPr/>
          </p:nvSpPr>
          <p:spPr>
            <a:xfrm>
              <a:off x="7403238" y="319193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37"/>
            <p:cNvSpPr txBox="1"/>
            <p:nvPr/>
          </p:nvSpPr>
          <p:spPr>
            <a:xfrm>
              <a:off x="6320501" y="2722713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Skills</a:t>
              </a:r>
              <a:endParaRPr b="1" sz="18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448" name="Google Shape;2448;p37"/>
            <p:cNvSpPr txBox="1"/>
            <p:nvPr/>
          </p:nvSpPr>
          <p:spPr>
            <a:xfrm>
              <a:off x="6368650" y="3136850"/>
              <a:ext cx="9384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Uranus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49" name="Google Shape;2449;p37"/>
            <p:cNvSpPr txBox="1"/>
            <p:nvPr/>
          </p:nvSpPr>
          <p:spPr>
            <a:xfrm>
              <a:off x="6368650" y="3521250"/>
              <a:ext cx="9384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Pluto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0" name="Google Shape;2450;p37"/>
            <p:cNvSpPr txBox="1"/>
            <p:nvPr/>
          </p:nvSpPr>
          <p:spPr>
            <a:xfrm>
              <a:off x="6368650" y="3905651"/>
              <a:ext cx="9384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1" name="Google Shape;2451;p37"/>
            <p:cNvSpPr txBox="1"/>
            <p:nvPr/>
          </p:nvSpPr>
          <p:spPr>
            <a:xfrm>
              <a:off x="6368650" y="4290051"/>
              <a:ext cx="9384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2" name="Google Shape;2452;p37"/>
            <p:cNvSpPr/>
            <p:nvPr/>
          </p:nvSpPr>
          <p:spPr>
            <a:xfrm>
              <a:off x="7403238" y="357634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37"/>
            <p:cNvSpPr/>
            <p:nvPr/>
          </p:nvSpPr>
          <p:spPr>
            <a:xfrm>
              <a:off x="7403238" y="396075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37"/>
            <p:cNvSpPr/>
            <p:nvPr/>
          </p:nvSpPr>
          <p:spPr>
            <a:xfrm>
              <a:off x="7403238" y="434516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37"/>
            <p:cNvSpPr/>
            <p:nvPr/>
          </p:nvSpPr>
          <p:spPr>
            <a:xfrm>
              <a:off x="7600823" y="319193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37"/>
            <p:cNvSpPr/>
            <p:nvPr/>
          </p:nvSpPr>
          <p:spPr>
            <a:xfrm>
              <a:off x="7600823" y="357634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37"/>
            <p:cNvSpPr/>
            <p:nvPr/>
          </p:nvSpPr>
          <p:spPr>
            <a:xfrm>
              <a:off x="7600823" y="396075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37"/>
            <p:cNvSpPr/>
            <p:nvPr/>
          </p:nvSpPr>
          <p:spPr>
            <a:xfrm>
              <a:off x="7600823" y="434516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37"/>
            <p:cNvSpPr/>
            <p:nvPr/>
          </p:nvSpPr>
          <p:spPr>
            <a:xfrm>
              <a:off x="7798407" y="319193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37"/>
            <p:cNvSpPr/>
            <p:nvPr/>
          </p:nvSpPr>
          <p:spPr>
            <a:xfrm>
              <a:off x="7798407" y="357634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37"/>
            <p:cNvSpPr/>
            <p:nvPr/>
          </p:nvSpPr>
          <p:spPr>
            <a:xfrm>
              <a:off x="7798407" y="396075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37"/>
            <p:cNvSpPr/>
            <p:nvPr/>
          </p:nvSpPr>
          <p:spPr>
            <a:xfrm>
              <a:off x="7798407" y="434516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37"/>
            <p:cNvSpPr/>
            <p:nvPr/>
          </p:nvSpPr>
          <p:spPr>
            <a:xfrm>
              <a:off x="7995991" y="319193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37"/>
            <p:cNvSpPr/>
            <p:nvPr/>
          </p:nvSpPr>
          <p:spPr>
            <a:xfrm>
              <a:off x="7995991" y="357634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37"/>
            <p:cNvSpPr/>
            <p:nvPr/>
          </p:nvSpPr>
          <p:spPr>
            <a:xfrm>
              <a:off x="7995991" y="396075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37"/>
            <p:cNvSpPr/>
            <p:nvPr/>
          </p:nvSpPr>
          <p:spPr>
            <a:xfrm>
              <a:off x="7995991" y="434516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37"/>
            <p:cNvSpPr/>
            <p:nvPr/>
          </p:nvSpPr>
          <p:spPr>
            <a:xfrm>
              <a:off x="8193576" y="319193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37"/>
            <p:cNvSpPr/>
            <p:nvPr/>
          </p:nvSpPr>
          <p:spPr>
            <a:xfrm>
              <a:off x="8193576" y="357634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37"/>
            <p:cNvSpPr/>
            <p:nvPr/>
          </p:nvSpPr>
          <p:spPr>
            <a:xfrm>
              <a:off x="8193576" y="396075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37"/>
            <p:cNvSpPr/>
            <p:nvPr/>
          </p:nvSpPr>
          <p:spPr>
            <a:xfrm>
              <a:off x="8193576" y="434516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1" name="Google Shape;2471;p37"/>
          <p:cNvGrpSpPr/>
          <p:nvPr/>
        </p:nvGrpSpPr>
        <p:grpSpPr>
          <a:xfrm>
            <a:off x="1035478" y="1272601"/>
            <a:ext cx="1752238" cy="1753182"/>
            <a:chOff x="1035478" y="1272601"/>
            <a:chExt cx="1752238" cy="1753182"/>
          </a:xfrm>
        </p:grpSpPr>
        <p:sp>
          <p:nvSpPr>
            <p:cNvPr id="2472" name="Google Shape;2472;p37"/>
            <p:cNvSpPr/>
            <p:nvPr/>
          </p:nvSpPr>
          <p:spPr>
            <a:xfrm>
              <a:off x="1218059" y="1645486"/>
              <a:ext cx="1451144" cy="1258329"/>
            </a:xfrm>
            <a:custGeom>
              <a:rect b="b" l="l" r="r" t="t"/>
              <a:pathLst>
                <a:path extrusionOk="0" h="43986" w="50726">
                  <a:moveTo>
                    <a:pt x="24289" y="1"/>
                  </a:moveTo>
                  <a:cubicBezTo>
                    <a:pt x="21891" y="1"/>
                    <a:pt x="19425" y="582"/>
                    <a:pt x="17520" y="1325"/>
                  </a:cubicBezTo>
                  <a:cubicBezTo>
                    <a:pt x="15619" y="2039"/>
                    <a:pt x="13818" y="3091"/>
                    <a:pt x="12291" y="4416"/>
                  </a:cubicBezTo>
                  <a:cubicBezTo>
                    <a:pt x="12136" y="4317"/>
                    <a:pt x="11946" y="4259"/>
                    <a:pt x="11752" y="4259"/>
                  </a:cubicBezTo>
                  <a:cubicBezTo>
                    <a:pt x="11479" y="4259"/>
                    <a:pt x="11200" y="4374"/>
                    <a:pt x="11001" y="4652"/>
                  </a:cubicBezTo>
                  <a:cubicBezTo>
                    <a:pt x="6655" y="11071"/>
                    <a:pt x="3428" y="17861"/>
                    <a:pt x="1527" y="25399"/>
                  </a:cubicBezTo>
                  <a:cubicBezTo>
                    <a:pt x="679" y="28759"/>
                    <a:pt x="0" y="32325"/>
                    <a:pt x="1187" y="35685"/>
                  </a:cubicBezTo>
                  <a:cubicBezTo>
                    <a:pt x="2410" y="39148"/>
                    <a:pt x="5840" y="41221"/>
                    <a:pt x="8793" y="43087"/>
                  </a:cubicBezTo>
                  <a:cubicBezTo>
                    <a:pt x="8939" y="43192"/>
                    <a:pt x="9098" y="43232"/>
                    <a:pt x="9262" y="43232"/>
                  </a:cubicBezTo>
                  <a:cubicBezTo>
                    <a:pt x="9365" y="43232"/>
                    <a:pt x="9470" y="43216"/>
                    <a:pt x="9575" y="43190"/>
                  </a:cubicBezTo>
                  <a:cubicBezTo>
                    <a:pt x="9575" y="43358"/>
                    <a:pt x="9608" y="43529"/>
                    <a:pt x="9608" y="43698"/>
                  </a:cubicBezTo>
                  <a:cubicBezTo>
                    <a:pt x="9638" y="43897"/>
                    <a:pt x="9793" y="43986"/>
                    <a:pt x="9957" y="43986"/>
                  </a:cubicBezTo>
                  <a:cubicBezTo>
                    <a:pt x="10157" y="43986"/>
                    <a:pt x="10371" y="43854"/>
                    <a:pt x="10390" y="43630"/>
                  </a:cubicBezTo>
                  <a:cubicBezTo>
                    <a:pt x="10458" y="40574"/>
                    <a:pt x="10865" y="37247"/>
                    <a:pt x="11884" y="34362"/>
                  </a:cubicBezTo>
                  <a:cubicBezTo>
                    <a:pt x="12595" y="32257"/>
                    <a:pt x="13275" y="30492"/>
                    <a:pt x="12392" y="28351"/>
                  </a:cubicBezTo>
                  <a:cubicBezTo>
                    <a:pt x="11713" y="26722"/>
                    <a:pt x="10797" y="24788"/>
                    <a:pt x="9303" y="23769"/>
                  </a:cubicBezTo>
                  <a:cubicBezTo>
                    <a:pt x="8149" y="22954"/>
                    <a:pt x="7163" y="22683"/>
                    <a:pt x="7027" y="21085"/>
                  </a:cubicBezTo>
                  <a:cubicBezTo>
                    <a:pt x="6973" y="20320"/>
                    <a:pt x="7446" y="18391"/>
                    <a:pt x="8305" y="18391"/>
                  </a:cubicBezTo>
                  <a:cubicBezTo>
                    <a:pt x="8513" y="18391"/>
                    <a:pt x="8744" y="18505"/>
                    <a:pt x="8996" y="18777"/>
                  </a:cubicBezTo>
                  <a:cubicBezTo>
                    <a:pt x="9139" y="18930"/>
                    <a:pt x="9327" y="18998"/>
                    <a:pt x="9517" y="18998"/>
                  </a:cubicBezTo>
                  <a:cubicBezTo>
                    <a:pt x="9916" y="18998"/>
                    <a:pt x="10322" y="18694"/>
                    <a:pt x="10322" y="18233"/>
                  </a:cubicBezTo>
                  <a:cubicBezTo>
                    <a:pt x="10322" y="17079"/>
                    <a:pt x="10355" y="15925"/>
                    <a:pt x="10526" y="14770"/>
                  </a:cubicBezTo>
                  <a:cubicBezTo>
                    <a:pt x="10762" y="14738"/>
                    <a:pt x="11001" y="14567"/>
                    <a:pt x="11102" y="14262"/>
                  </a:cubicBezTo>
                  <a:cubicBezTo>
                    <a:pt x="11544" y="12700"/>
                    <a:pt x="12052" y="11207"/>
                    <a:pt x="12223" y="9577"/>
                  </a:cubicBezTo>
                  <a:cubicBezTo>
                    <a:pt x="12495" y="9305"/>
                    <a:pt x="12902" y="9134"/>
                    <a:pt x="13581" y="9101"/>
                  </a:cubicBezTo>
                  <a:cubicBezTo>
                    <a:pt x="14293" y="9066"/>
                    <a:pt x="15075" y="8830"/>
                    <a:pt x="15855" y="8558"/>
                  </a:cubicBezTo>
                  <a:lnTo>
                    <a:pt x="16026" y="8558"/>
                  </a:lnTo>
                  <a:cubicBezTo>
                    <a:pt x="17210" y="8535"/>
                    <a:pt x="18394" y="8524"/>
                    <a:pt x="19578" y="8524"/>
                  </a:cubicBezTo>
                  <a:cubicBezTo>
                    <a:pt x="25252" y="8524"/>
                    <a:pt x="30927" y="8762"/>
                    <a:pt x="36601" y="8930"/>
                  </a:cubicBezTo>
                  <a:lnTo>
                    <a:pt x="36838" y="8930"/>
                  </a:lnTo>
                  <a:cubicBezTo>
                    <a:pt x="36941" y="9813"/>
                    <a:pt x="37041" y="10696"/>
                    <a:pt x="37145" y="11614"/>
                  </a:cubicBezTo>
                  <a:cubicBezTo>
                    <a:pt x="37212" y="12157"/>
                    <a:pt x="37177" y="12836"/>
                    <a:pt x="37652" y="13108"/>
                  </a:cubicBezTo>
                  <a:cubicBezTo>
                    <a:pt x="37688" y="13380"/>
                    <a:pt x="37788" y="13616"/>
                    <a:pt x="37924" y="13787"/>
                  </a:cubicBezTo>
                  <a:cubicBezTo>
                    <a:pt x="38027" y="13855"/>
                    <a:pt x="38095" y="13923"/>
                    <a:pt x="38196" y="13955"/>
                  </a:cubicBezTo>
                  <a:cubicBezTo>
                    <a:pt x="38367" y="15449"/>
                    <a:pt x="38231" y="17011"/>
                    <a:pt x="38774" y="18472"/>
                  </a:cubicBezTo>
                  <a:cubicBezTo>
                    <a:pt x="38881" y="18793"/>
                    <a:pt x="39153" y="18935"/>
                    <a:pt x="39421" y="18935"/>
                  </a:cubicBezTo>
                  <a:cubicBezTo>
                    <a:pt x="39746" y="18935"/>
                    <a:pt x="40064" y="18724"/>
                    <a:pt x="40064" y="18369"/>
                  </a:cubicBezTo>
                  <a:cubicBezTo>
                    <a:pt x="40199" y="18093"/>
                    <a:pt x="40323" y="17981"/>
                    <a:pt x="40435" y="17981"/>
                  </a:cubicBezTo>
                  <a:cubicBezTo>
                    <a:pt x="40860" y="17981"/>
                    <a:pt x="41116" y="19597"/>
                    <a:pt x="41116" y="19999"/>
                  </a:cubicBezTo>
                  <a:cubicBezTo>
                    <a:pt x="41151" y="21053"/>
                    <a:pt x="41116" y="22139"/>
                    <a:pt x="40608" y="23055"/>
                  </a:cubicBezTo>
                  <a:cubicBezTo>
                    <a:pt x="40029" y="24141"/>
                    <a:pt x="39182" y="23633"/>
                    <a:pt x="38842" y="24888"/>
                  </a:cubicBezTo>
                  <a:cubicBezTo>
                    <a:pt x="38503" y="26078"/>
                    <a:pt x="37756" y="27129"/>
                    <a:pt x="37245" y="28251"/>
                  </a:cubicBezTo>
                  <a:cubicBezTo>
                    <a:pt x="35276" y="32733"/>
                    <a:pt x="38842" y="37994"/>
                    <a:pt x="39793" y="42375"/>
                  </a:cubicBezTo>
                  <a:cubicBezTo>
                    <a:pt x="39867" y="42748"/>
                    <a:pt x="40216" y="42976"/>
                    <a:pt x="40572" y="42976"/>
                  </a:cubicBezTo>
                  <a:cubicBezTo>
                    <a:pt x="40700" y="42976"/>
                    <a:pt x="40830" y="42946"/>
                    <a:pt x="40947" y="42883"/>
                  </a:cubicBezTo>
                  <a:cubicBezTo>
                    <a:pt x="44410" y="40846"/>
                    <a:pt x="48213" y="38640"/>
                    <a:pt x="49332" y="34498"/>
                  </a:cubicBezTo>
                  <a:cubicBezTo>
                    <a:pt x="50726" y="29166"/>
                    <a:pt x="46888" y="23530"/>
                    <a:pt x="44614" y="19048"/>
                  </a:cubicBezTo>
                  <a:cubicBezTo>
                    <a:pt x="43356" y="16536"/>
                    <a:pt x="42542" y="13887"/>
                    <a:pt x="41727" y="11207"/>
                  </a:cubicBezTo>
                  <a:cubicBezTo>
                    <a:pt x="41048" y="8898"/>
                    <a:pt x="40268" y="6317"/>
                    <a:pt x="38671" y="4484"/>
                  </a:cubicBezTo>
                  <a:cubicBezTo>
                    <a:pt x="37552" y="3194"/>
                    <a:pt x="36362" y="2615"/>
                    <a:pt x="35140" y="2547"/>
                  </a:cubicBezTo>
                  <a:cubicBezTo>
                    <a:pt x="34564" y="2344"/>
                    <a:pt x="33953" y="2175"/>
                    <a:pt x="33478" y="2140"/>
                  </a:cubicBezTo>
                  <a:cubicBezTo>
                    <a:pt x="33329" y="2123"/>
                    <a:pt x="33182" y="2115"/>
                    <a:pt x="33038" y="2115"/>
                  </a:cubicBezTo>
                  <a:cubicBezTo>
                    <a:pt x="32325" y="2115"/>
                    <a:pt x="31671" y="2317"/>
                    <a:pt x="31134" y="2683"/>
                  </a:cubicBezTo>
                  <a:cubicBezTo>
                    <a:pt x="29496" y="708"/>
                    <a:pt x="26934" y="1"/>
                    <a:pt x="24289" y="1"/>
                  </a:cubicBezTo>
                  <a:close/>
                </a:path>
              </a:pathLst>
            </a:custGeom>
            <a:solidFill>
              <a:srgbClr val="8B15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37"/>
            <p:cNvSpPr/>
            <p:nvPr/>
          </p:nvSpPr>
          <p:spPr>
            <a:xfrm>
              <a:off x="1423953" y="1895458"/>
              <a:ext cx="969394" cy="631196"/>
            </a:xfrm>
            <a:custGeom>
              <a:rect b="b" l="l" r="r" t="t"/>
              <a:pathLst>
                <a:path extrusionOk="0" h="22064" w="33886">
                  <a:moveTo>
                    <a:pt x="28061" y="0"/>
                  </a:moveTo>
                  <a:cubicBezTo>
                    <a:pt x="27641" y="0"/>
                    <a:pt x="27202" y="193"/>
                    <a:pt x="26823" y="327"/>
                  </a:cubicBezTo>
                  <a:cubicBezTo>
                    <a:pt x="26144" y="566"/>
                    <a:pt x="25465" y="735"/>
                    <a:pt x="24750" y="770"/>
                  </a:cubicBezTo>
                  <a:cubicBezTo>
                    <a:pt x="24390" y="805"/>
                    <a:pt x="24031" y="820"/>
                    <a:pt x="23672" y="820"/>
                  </a:cubicBezTo>
                  <a:cubicBezTo>
                    <a:pt x="21937" y="820"/>
                    <a:pt x="20221" y="469"/>
                    <a:pt x="18503" y="327"/>
                  </a:cubicBezTo>
                  <a:cubicBezTo>
                    <a:pt x="17989" y="285"/>
                    <a:pt x="17472" y="271"/>
                    <a:pt x="16954" y="271"/>
                  </a:cubicBezTo>
                  <a:cubicBezTo>
                    <a:pt x="15740" y="271"/>
                    <a:pt x="14520" y="351"/>
                    <a:pt x="13306" y="351"/>
                  </a:cubicBezTo>
                  <a:cubicBezTo>
                    <a:pt x="12956" y="351"/>
                    <a:pt x="12605" y="345"/>
                    <a:pt x="12256" y="327"/>
                  </a:cubicBezTo>
                  <a:cubicBezTo>
                    <a:pt x="10219" y="227"/>
                    <a:pt x="8217" y="56"/>
                    <a:pt x="6180" y="56"/>
                  </a:cubicBezTo>
                  <a:cubicBezTo>
                    <a:pt x="6164" y="55"/>
                    <a:pt x="6148" y="55"/>
                    <a:pt x="6133" y="55"/>
                  </a:cubicBezTo>
                  <a:cubicBezTo>
                    <a:pt x="5318" y="55"/>
                    <a:pt x="5031" y="882"/>
                    <a:pt x="5330" y="1482"/>
                  </a:cubicBezTo>
                  <a:cubicBezTo>
                    <a:pt x="5262" y="1585"/>
                    <a:pt x="5229" y="1653"/>
                    <a:pt x="5194" y="1789"/>
                  </a:cubicBezTo>
                  <a:cubicBezTo>
                    <a:pt x="4718" y="3994"/>
                    <a:pt x="4618" y="6338"/>
                    <a:pt x="3632" y="8408"/>
                  </a:cubicBezTo>
                  <a:cubicBezTo>
                    <a:pt x="3292" y="9155"/>
                    <a:pt x="2513" y="9766"/>
                    <a:pt x="2513" y="10649"/>
                  </a:cubicBezTo>
                  <a:cubicBezTo>
                    <a:pt x="2478" y="10377"/>
                    <a:pt x="2410" y="10106"/>
                    <a:pt x="2377" y="9869"/>
                  </a:cubicBezTo>
                  <a:cubicBezTo>
                    <a:pt x="2290" y="9508"/>
                    <a:pt x="1978" y="9338"/>
                    <a:pt x="1669" y="9338"/>
                  </a:cubicBezTo>
                  <a:cubicBezTo>
                    <a:pt x="1367" y="9338"/>
                    <a:pt x="1068" y="9500"/>
                    <a:pt x="984" y="9801"/>
                  </a:cubicBezTo>
                  <a:cubicBezTo>
                    <a:pt x="951" y="9834"/>
                    <a:pt x="916" y="9902"/>
                    <a:pt x="883" y="9937"/>
                  </a:cubicBezTo>
                  <a:cubicBezTo>
                    <a:pt x="508" y="11159"/>
                    <a:pt x="0" y="14519"/>
                    <a:pt x="1902" y="14859"/>
                  </a:cubicBezTo>
                  <a:cubicBezTo>
                    <a:pt x="2377" y="14927"/>
                    <a:pt x="2410" y="14791"/>
                    <a:pt x="2649" y="15266"/>
                  </a:cubicBezTo>
                  <a:cubicBezTo>
                    <a:pt x="3157" y="16285"/>
                    <a:pt x="3428" y="17168"/>
                    <a:pt x="4107" y="18050"/>
                  </a:cubicBezTo>
                  <a:cubicBezTo>
                    <a:pt x="4754" y="18901"/>
                    <a:pt x="5397" y="19715"/>
                    <a:pt x="6348" y="20191"/>
                  </a:cubicBezTo>
                  <a:cubicBezTo>
                    <a:pt x="7742" y="20902"/>
                    <a:pt x="9404" y="21074"/>
                    <a:pt x="10933" y="21310"/>
                  </a:cubicBezTo>
                  <a:cubicBezTo>
                    <a:pt x="12663" y="21582"/>
                    <a:pt x="14396" y="21785"/>
                    <a:pt x="16126" y="21821"/>
                  </a:cubicBezTo>
                  <a:cubicBezTo>
                    <a:pt x="17880" y="21842"/>
                    <a:pt x="19679" y="22063"/>
                    <a:pt x="21451" y="22063"/>
                  </a:cubicBezTo>
                  <a:cubicBezTo>
                    <a:pt x="22323" y="22063"/>
                    <a:pt x="23188" y="22010"/>
                    <a:pt x="24039" y="21853"/>
                  </a:cubicBezTo>
                  <a:cubicBezTo>
                    <a:pt x="24582" y="21753"/>
                    <a:pt x="25090" y="21617"/>
                    <a:pt x="25601" y="21413"/>
                  </a:cubicBezTo>
                  <a:cubicBezTo>
                    <a:pt x="25769" y="21345"/>
                    <a:pt x="26891" y="20666"/>
                    <a:pt x="26891" y="20666"/>
                  </a:cubicBezTo>
                  <a:cubicBezTo>
                    <a:pt x="27025" y="20740"/>
                    <a:pt x="27173" y="20782"/>
                    <a:pt x="27325" y="20782"/>
                  </a:cubicBezTo>
                  <a:cubicBezTo>
                    <a:pt x="27518" y="20782"/>
                    <a:pt x="27719" y="20715"/>
                    <a:pt x="27909" y="20563"/>
                  </a:cubicBezTo>
                  <a:cubicBezTo>
                    <a:pt x="28724" y="20359"/>
                    <a:pt x="29403" y="19544"/>
                    <a:pt x="29911" y="18833"/>
                  </a:cubicBezTo>
                  <a:cubicBezTo>
                    <a:pt x="30047" y="18629"/>
                    <a:pt x="30082" y="18390"/>
                    <a:pt x="30047" y="18154"/>
                  </a:cubicBezTo>
                  <a:cubicBezTo>
                    <a:pt x="30422" y="17610"/>
                    <a:pt x="30726" y="17032"/>
                    <a:pt x="30930" y="16456"/>
                  </a:cubicBezTo>
                  <a:cubicBezTo>
                    <a:pt x="31066" y="16421"/>
                    <a:pt x="31237" y="16353"/>
                    <a:pt x="31305" y="16149"/>
                  </a:cubicBezTo>
                  <a:cubicBezTo>
                    <a:pt x="31473" y="15674"/>
                    <a:pt x="31609" y="15198"/>
                    <a:pt x="31677" y="14723"/>
                  </a:cubicBezTo>
                  <a:cubicBezTo>
                    <a:pt x="31712" y="14655"/>
                    <a:pt x="31712" y="14587"/>
                    <a:pt x="31745" y="14487"/>
                  </a:cubicBezTo>
                  <a:cubicBezTo>
                    <a:pt x="31836" y="14548"/>
                    <a:pt x="31942" y="14581"/>
                    <a:pt x="32048" y="14581"/>
                  </a:cubicBezTo>
                  <a:cubicBezTo>
                    <a:pt x="32179" y="14581"/>
                    <a:pt x="32312" y="14531"/>
                    <a:pt x="32424" y="14419"/>
                  </a:cubicBezTo>
                  <a:cubicBezTo>
                    <a:pt x="32459" y="14419"/>
                    <a:pt x="32492" y="14384"/>
                    <a:pt x="32527" y="14351"/>
                  </a:cubicBezTo>
                  <a:cubicBezTo>
                    <a:pt x="32653" y="14431"/>
                    <a:pt x="32798" y="14472"/>
                    <a:pt x="32941" y="14472"/>
                  </a:cubicBezTo>
                  <a:cubicBezTo>
                    <a:pt x="33220" y="14472"/>
                    <a:pt x="33488" y="14314"/>
                    <a:pt x="33578" y="13976"/>
                  </a:cubicBezTo>
                  <a:cubicBezTo>
                    <a:pt x="33782" y="13093"/>
                    <a:pt x="33885" y="12211"/>
                    <a:pt x="33749" y="11328"/>
                  </a:cubicBezTo>
                  <a:cubicBezTo>
                    <a:pt x="33817" y="10988"/>
                    <a:pt x="33850" y="10616"/>
                    <a:pt x="33817" y="10309"/>
                  </a:cubicBezTo>
                  <a:cubicBezTo>
                    <a:pt x="33792" y="9906"/>
                    <a:pt x="33419" y="9535"/>
                    <a:pt x="33046" y="9535"/>
                  </a:cubicBezTo>
                  <a:cubicBezTo>
                    <a:pt x="32886" y="9535"/>
                    <a:pt x="32727" y="9603"/>
                    <a:pt x="32595" y="9766"/>
                  </a:cubicBezTo>
                  <a:cubicBezTo>
                    <a:pt x="32120" y="9937"/>
                    <a:pt x="31916" y="10377"/>
                    <a:pt x="32152" y="10852"/>
                  </a:cubicBezTo>
                  <a:cubicBezTo>
                    <a:pt x="32187" y="10956"/>
                    <a:pt x="32220" y="11024"/>
                    <a:pt x="32255" y="11124"/>
                  </a:cubicBezTo>
                  <a:cubicBezTo>
                    <a:pt x="32255" y="11192"/>
                    <a:pt x="32220" y="11260"/>
                    <a:pt x="32187" y="11328"/>
                  </a:cubicBezTo>
                  <a:cubicBezTo>
                    <a:pt x="32152" y="11396"/>
                    <a:pt x="32120" y="11431"/>
                    <a:pt x="32084" y="11464"/>
                  </a:cubicBezTo>
                  <a:cubicBezTo>
                    <a:pt x="32152" y="11328"/>
                    <a:pt x="32016" y="11092"/>
                    <a:pt x="31984" y="10852"/>
                  </a:cubicBezTo>
                  <a:cubicBezTo>
                    <a:pt x="31813" y="10173"/>
                    <a:pt x="31337" y="9598"/>
                    <a:pt x="31169" y="8919"/>
                  </a:cubicBezTo>
                  <a:cubicBezTo>
                    <a:pt x="30930" y="8104"/>
                    <a:pt x="30897" y="7289"/>
                    <a:pt x="30626" y="6474"/>
                  </a:cubicBezTo>
                  <a:cubicBezTo>
                    <a:pt x="30218" y="5284"/>
                    <a:pt x="29743" y="4097"/>
                    <a:pt x="29640" y="2807"/>
                  </a:cubicBezTo>
                  <a:cubicBezTo>
                    <a:pt x="29572" y="1856"/>
                    <a:pt x="29504" y="838"/>
                    <a:pt x="28689" y="191"/>
                  </a:cubicBezTo>
                  <a:cubicBezTo>
                    <a:pt x="28492" y="52"/>
                    <a:pt x="28279" y="0"/>
                    <a:pt x="28061" y="0"/>
                  </a:cubicBezTo>
                  <a:close/>
                </a:path>
              </a:pathLst>
            </a:custGeom>
            <a:solidFill>
              <a:srgbClr val="F9C6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37"/>
            <p:cNvSpPr/>
            <p:nvPr/>
          </p:nvSpPr>
          <p:spPr>
            <a:xfrm>
              <a:off x="1035478" y="1272601"/>
              <a:ext cx="1752238" cy="1753182"/>
            </a:xfrm>
            <a:custGeom>
              <a:rect b="b" l="l" r="r" t="t"/>
              <a:pathLst>
                <a:path extrusionOk="0" fill="none" h="61284" w="61251">
                  <a:moveTo>
                    <a:pt x="61251" y="30626"/>
                  </a:moveTo>
                  <a:cubicBezTo>
                    <a:pt x="61251" y="47567"/>
                    <a:pt x="47534" y="61283"/>
                    <a:pt x="30626" y="61283"/>
                  </a:cubicBezTo>
                  <a:cubicBezTo>
                    <a:pt x="13717" y="61283"/>
                    <a:pt x="0" y="47567"/>
                    <a:pt x="0" y="30626"/>
                  </a:cubicBezTo>
                  <a:cubicBezTo>
                    <a:pt x="0" y="13717"/>
                    <a:pt x="13717" y="0"/>
                    <a:pt x="30626" y="0"/>
                  </a:cubicBezTo>
                  <a:cubicBezTo>
                    <a:pt x="47534" y="0"/>
                    <a:pt x="61251" y="13717"/>
                    <a:pt x="61251" y="30626"/>
                  </a:cubicBezTo>
                  <a:close/>
                </a:path>
              </a:pathLst>
            </a:custGeom>
            <a:noFill/>
            <a:ln cap="flat" cmpd="sng" w="35650">
              <a:solidFill>
                <a:srgbClr val="23292A"/>
              </a:solidFill>
              <a:prstDash val="solid"/>
              <a:miter lim="271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37"/>
            <p:cNvSpPr/>
            <p:nvPr/>
          </p:nvSpPr>
          <p:spPr>
            <a:xfrm>
              <a:off x="1426813" y="1888421"/>
              <a:ext cx="982067" cy="1130254"/>
            </a:xfrm>
            <a:custGeom>
              <a:rect b="b" l="l" r="r" t="t"/>
              <a:pathLst>
                <a:path extrusionOk="0" h="39509" w="34329">
                  <a:moveTo>
                    <a:pt x="5569" y="641"/>
                  </a:moveTo>
                  <a:cubicBezTo>
                    <a:pt x="7420" y="845"/>
                    <a:pt x="9296" y="896"/>
                    <a:pt x="11172" y="896"/>
                  </a:cubicBezTo>
                  <a:cubicBezTo>
                    <a:pt x="13048" y="896"/>
                    <a:pt x="14924" y="845"/>
                    <a:pt x="16773" y="845"/>
                  </a:cubicBezTo>
                  <a:cubicBezTo>
                    <a:pt x="19280" y="867"/>
                    <a:pt x="21799" y="929"/>
                    <a:pt x="24315" y="929"/>
                  </a:cubicBezTo>
                  <a:cubicBezTo>
                    <a:pt x="25787" y="929"/>
                    <a:pt x="27258" y="908"/>
                    <a:pt x="28725" y="845"/>
                  </a:cubicBezTo>
                  <a:cubicBezTo>
                    <a:pt x="28760" y="845"/>
                    <a:pt x="28760" y="812"/>
                    <a:pt x="28760" y="812"/>
                  </a:cubicBezTo>
                  <a:cubicBezTo>
                    <a:pt x="28896" y="1931"/>
                    <a:pt x="29268" y="3053"/>
                    <a:pt x="29575" y="4104"/>
                  </a:cubicBezTo>
                  <a:cubicBezTo>
                    <a:pt x="30287" y="6584"/>
                    <a:pt x="30830" y="9129"/>
                    <a:pt x="31577" y="11574"/>
                  </a:cubicBezTo>
                  <a:cubicBezTo>
                    <a:pt x="31634" y="11745"/>
                    <a:pt x="31764" y="11821"/>
                    <a:pt x="31885" y="11821"/>
                  </a:cubicBezTo>
                  <a:cubicBezTo>
                    <a:pt x="31908" y="11821"/>
                    <a:pt x="31930" y="11818"/>
                    <a:pt x="31952" y="11813"/>
                  </a:cubicBezTo>
                  <a:cubicBezTo>
                    <a:pt x="31952" y="11881"/>
                    <a:pt x="32003" y="11915"/>
                    <a:pt x="32058" y="11915"/>
                  </a:cubicBezTo>
                  <a:cubicBezTo>
                    <a:pt x="32113" y="11915"/>
                    <a:pt x="32172" y="11881"/>
                    <a:pt x="32188" y="11813"/>
                  </a:cubicBezTo>
                  <a:cubicBezTo>
                    <a:pt x="32359" y="11270"/>
                    <a:pt x="32460" y="10623"/>
                    <a:pt x="32799" y="10148"/>
                  </a:cubicBezTo>
                  <a:cubicBezTo>
                    <a:pt x="32907" y="9995"/>
                    <a:pt x="33005" y="9931"/>
                    <a:pt x="33092" y="9931"/>
                  </a:cubicBezTo>
                  <a:cubicBezTo>
                    <a:pt x="33529" y="9931"/>
                    <a:pt x="33717" y="11517"/>
                    <a:pt x="33717" y="11574"/>
                  </a:cubicBezTo>
                  <a:cubicBezTo>
                    <a:pt x="33717" y="12220"/>
                    <a:pt x="33717" y="12899"/>
                    <a:pt x="33546" y="13510"/>
                  </a:cubicBezTo>
                  <a:cubicBezTo>
                    <a:pt x="33478" y="13883"/>
                    <a:pt x="33378" y="14222"/>
                    <a:pt x="33206" y="14529"/>
                  </a:cubicBezTo>
                  <a:cubicBezTo>
                    <a:pt x="32834" y="14562"/>
                    <a:pt x="32460" y="14562"/>
                    <a:pt x="32087" y="14562"/>
                  </a:cubicBezTo>
                  <a:cubicBezTo>
                    <a:pt x="32054" y="14380"/>
                    <a:pt x="31915" y="14287"/>
                    <a:pt x="31778" y="14287"/>
                  </a:cubicBezTo>
                  <a:cubicBezTo>
                    <a:pt x="31635" y="14287"/>
                    <a:pt x="31493" y="14389"/>
                    <a:pt x="31476" y="14597"/>
                  </a:cubicBezTo>
                  <a:cubicBezTo>
                    <a:pt x="31237" y="17346"/>
                    <a:pt x="29982" y="19079"/>
                    <a:pt x="28182" y="20165"/>
                  </a:cubicBezTo>
                  <a:cubicBezTo>
                    <a:pt x="28793" y="19315"/>
                    <a:pt x="29167" y="18296"/>
                    <a:pt x="29404" y="17210"/>
                  </a:cubicBezTo>
                  <a:cubicBezTo>
                    <a:pt x="29425" y="17068"/>
                    <a:pt x="29310" y="16974"/>
                    <a:pt x="29201" y="16974"/>
                  </a:cubicBezTo>
                  <a:cubicBezTo>
                    <a:pt x="29129" y="16974"/>
                    <a:pt x="29059" y="17014"/>
                    <a:pt x="29032" y="17109"/>
                  </a:cubicBezTo>
                  <a:cubicBezTo>
                    <a:pt x="28657" y="18332"/>
                    <a:pt x="28385" y="19554"/>
                    <a:pt x="27502" y="20537"/>
                  </a:cubicBezTo>
                  <a:cubicBezTo>
                    <a:pt x="24583" y="21999"/>
                    <a:pt x="20544" y="22099"/>
                    <a:pt x="17181" y="22167"/>
                  </a:cubicBezTo>
                  <a:cubicBezTo>
                    <a:pt x="14465" y="22099"/>
                    <a:pt x="11273" y="22031"/>
                    <a:pt x="8625" y="21252"/>
                  </a:cubicBezTo>
                  <a:cubicBezTo>
                    <a:pt x="7538" y="20301"/>
                    <a:pt x="6927" y="19079"/>
                    <a:pt x="6691" y="17653"/>
                  </a:cubicBezTo>
                  <a:cubicBezTo>
                    <a:pt x="6663" y="17513"/>
                    <a:pt x="6571" y="17454"/>
                    <a:pt x="6476" y="17454"/>
                  </a:cubicBezTo>
                  <a:cubicBezTo>
                    <a:pt x="6339" y="17454"/>
                    <a:pt x="6195" y="17574"/>
                    <a:pt x="6216" y="17753"/>
                  </a:cubicBezTo>
                  <a:cubicBezTo>
                    <a:pt x="6351" y="18875"/>
                    <a:pt x="6859" y="20062"/>
                    <a:pt x="7674" y="20912"/>
                  </a:cubicBezTo>
                  <a:cubicBezTo>
                    <a:pt x="5094" y="19894"/>
                    <a:pt x="3160" y="18060"/>
                    <a:pt x="2853" y="14597"/>
                  </a:cubicBezTo>
                  <a:cubicBezTo>
                    <a:pt x="2836" y="14389"/>
                    <a:pt x="2695" y="14287"/>
                    <a:pt x="2556" y="14287"/>
                  </a:cubicBezTo>
                  <a:cubicBezTo>
                    <a:pt x="2423" y="14287"/>
                    <a:pt x="2293" y="14380"/>
                    <a:pt x="2277" y="14562"/>
                  </a:cubicBezTo>
                  <a:cubicBezTo>
                    <a:pt x="1902" y="14562"/>
                    <a:pt x="1530" y="14562"/>
                    <a:pt x="1155" y="14529"/>
                  </a:cubicBezTo>
                  <a:cubicBezTo>
                    <a:pt x="987" y="14222"/>
                    <a:pt x="884" y="13883"/>
                    <a:pt x="816" y="13510"/>
                  </a:cubicBezTo>
                  <a:cubicBezTo>
                    <a:pt x="647" y="12899"/>
                    <a:pt x="612" y="12220"/>
                    <a:pt x="612" y="11574"/>
                  </a:cubicBezTo>
                  <a:cubicBezTo>
                    <a:pt x="612" y="11517"/>
                    <a:pt x="825" y="9931"/>
                    <a:pt x="1249" y="9931"/>
                  </a:cubicBezTo>
                  <a:cubicBezTo>
                    <a:pt x="1334" y="9931"/>
                    <a:pt x="1428" y="9995"/>
                    <a:pt x="1530" y="10148"/>
                  </a:cubicBezTo>
                  <a:cubicBezTo>
                    <a:pt x="1870" y="10623"/>
                    <a:pt x="2005" y="11270"/>
                    <a:pt x="2141" y="11813"/>
                  </a:cubicBezTo>
                  <a:cubicBezTo>
                    <a:pt x="2158" y="11881"/>
                    <a:pt x="2217" y="11915"/>
                    <a:pt x="2276" y="11915"/>
                  </a:cubicBezTo>
                  <a:cubicBezTo>
                    <a:pt x="2335" y="11915"/>
                    <a:pt x="2395" y="11881"/>
                    <a:pt x="2413" y="11813"/>
                  </a:cubicBezTo>
                  <a:cubicBezTo>
                    <a:pt x="2434" y="11818"/>
                    <a:pt x="2457" y="11821"/>
                    <a:pt x="2479" y="11821"/>
                  </a:cubicBezTo>
                  <a:cubicBezTo>
                    <a:pt x="2599" y="11821"/>
                    <a:pt x="2728" y="11745"/>
                    <a:pt x="2785" y="11574"/>
                  </a:cubicBezTo>
                  <a:cubicBezTo>
                    <a:pt x="3464" y="9300"/>
                    <a:pt x="3975" y="6992"/>
                    <a:pt x="4618" y="4683"/>
                  </a:cubicBezTo>
                  <a:cubicBezTo>
                    <a:pt x="4686" y="4647"/>
                    <a:pt x="4686" y="4580"/>
                    <a:pt x="4654" y="4547"/>
                  </a:cubicBezTo>
                  <a:cubicBezTo>
                    <a:pt x="4686" y="4411"/>
                    <a:pt x="4722" y="4240"/>
                    <a:pt x="4790" y="4104"/>
                  </a:cubicBezTo>
                  <a:cubicBezTo>
                    <a:pt x="5094" y="2985"/>
                    <a:pt x="5501" y="1795"/>
                    <a:pt x="5569" y="641"/>
                  </a:cubicBezTo>
                  <a:close/>
                  <a:moveTo>
                    <a:pt x="13821" y="22914"/>
                  </a:moveTo>
                  <a:lnTo>
                    <a:pt x="13821" y="22914"/>
                  </a:lnTo>
                  <a:cubicBezTo>
                    <a:pt x="15179" y="23050"/>
                    <a:pt x="16570" y="23050"/>
                    <a:pt x="17928" y="23050"/>
                  </a:cubicBezTo>
                  <a:cubicBezTo>
                    <a:pt x="18335" y="23017"/>
                    <a:pt x="18778" y="23017"/>
                    <a:pt x="19185" y="23017"/>
                  </a:cubicBezTo>
                  <a:cubicBezTo>
                    <a:pt x="18743" y="24272"/>
                    <a:pt x="17895" y="25394"/>
                    <a:pt x="17452" y="26649"/>
                  </a:cubicBezTo>
                  <a:cubicBezTo>
                    <a:pt x="17352" y="26920"/>
                    <a:pt x="17284" y="27192"/>
                    <a:pt x="17216" y="27499"/>
                  </a:cubicBezTo>
                  <a:cubicBezTo>
                    <a:pt x="16434" y="25801"/>
                    <a:pt x="14093" y="25019"/>
                    <a:pt x="13821" y="22914"/>
                  </a:cubicBezTo>
                  <a:close/>
                  <a:moveTo>
                    <a:pt x="11282" y="1"/>
                  </a:moveTo>
                  <a:cubicBezTo>
                    <a:pt x="9355" y="1"/>
                    <a:pt x="7430" y="56"/>
                    <a:pt x="5536" y="269"/>
                  </a:cubicBezTo>
                  <a:cubicBezTo>
                    <a:pt x="5129" y="302"/>
                    <a:pt x="5026" y="812"/>
                    <a:pt x="4925" y="1116"/>
                  </a:cubicBezTo>
                  <a:cubicBezTo>
                    <a:pt x="4415" y="3154"/>
                    <a:pt x="3736" y="5123"/>
                    <a:pt x="3125" y="7127"/>
                  </a:cubicBezTo>
                  <a:cubicBezTo>
                    <a:pt x="2956" y="7739"/>
                    <a:pt x="2785" y="8314"/>
                    <a:pt x="2649" y="8893"/>
                  </a:cubicBezTo>
                  <a:cubicBezTo>
                    <a:pt x="2581" y="9197"/>
                    <a:pt x="2513" y="9504"/>
                    <a:pt x="2445" y="9844"/>
                  </a:cubicBezTo>
                  <a:cubicBezTo>
                    <a:pt x="2378" y="10047"/>
                    <a:pt x="2209" y="10487"/>
                    <a:pt x="2242" y="10726"/>
                  </a:cubicBezTo>
                  <a:cubicBezTo>
                    <a:pt x="2073" y="10012"/>
                    <a:pt x="1734" y="9333"/>
                    <a:pt x="1123" y="9197"/>
                  </a:cubicBezTo>
                  <a:cubicBezTo>
                    <a:pt x="1083" y="9190"/>
                    <a:pt x="1045" y="9187"/>
                    <a:pt x="1008" y="9187"/>
                  </a:cubicBezTo>
                  <a:cubicBezTo>
                    <a:pt x="131" y="9187"/>
                    <a:pt x="67" y="11052"/>
                    <a:pt x="36" y="11574"/>
                  </a:cubicBezTo>
                  <a:cubicBezTo>
                    <a:pt x="1" y="12628"/>
                    <a:pt x="36" y="14801"/>
                    <a:pt x="1087" y="15444"/>
                  </a:cubicBezTo>
                  <a:cubicBezTo>
                    <a:pt x="1425" y="15623"/>
                    <a:pt x="1715" y="15709"/>
                    <a:pt x="1959" y="15709"/>
                  </a:cubicBezTo>
                  <a:cubicBezTo>
                    <a:pt x="2133" y="15709"/>
                    <a:pt x="2284" y="15666"/>
                    <a:pt x="2411" y="15581"/>
                  </a:cubicBezTo>
                  <a:lnTo>
                    <a:pt x="2411" y="15581"/>
                  </a:lnTo>
                  <a:cubicBezTo>
                    <a:pt x="2351" y="15631"/>
                    <a:pt x="2753" y="16703"/>
                    <a:pt x="2785" y="16838"/>
                  </a:cubicBezTo>
                  <a:cubicBezTo>
                    <a:pt x="2921" y="17210"/>
                    <a:pt x="3057" y="17585"/>
                    <a:pt x="3260" y="17957"/>
                  </a:cubicBezTo>
                  <a:cubicBezTo>
                    <a:pt x="3600" y="18671"/>
                    <a:pt x="4110" y="19282"/>
                    <a:pt x="4722" y="19790"/>
                  </a:cubicBezTo>
                  <a:cubicBezTo>
                    <a:pt x="5061" y="20097"/>
                    <a:pt x="5401" y="20369"/>
                    <a:pt x="5773" y="20605"/>
                  </a:cubicBezTo>
                  <a:cubicBezTo>
                    <a:pt x="4925" y="22914"/>
                    <a:pt x="4450" y="25426"/>
                    <a:pt x="3975" y="27838"/>
                  </a:cubicBezTo>
                  <a:cubicBezTo>
                    <a:pt x="3499" y="30248"/>
                    <a:pt x="2921" y="32760"/>
                    <a:pt x="2684" y="35205"/>
                  </a:cubicBezTo>
                  <a:cubicBezTo>
                    <a:pt x="2664" y="35417"/>
                    <a:pt x="2852" y="35542"/>
                    <a:pt x="3031" y="35542"/>
                  </a:cubicBezTo>
                  <a:cubicBezTo>
                    <a:pt x="3168" y="35542"/>
                    <a:pt x="3299" y="35469"/>
                    <a:pt x="3328" y="35308"/>
                  </a:cubicBezTo>
                  <a:cubicBezTo>
                    <a:pt x="3975" y="32931"/>
                    <a:pt x="4211" y="30451"/>
                    <a:pt x="4654" y="28042"/>
                  </a:cubicBezTo>
                  <a:cubicBezTo>
                    <a:pt x="5061" y="25630"/>
                    <a:pt x="5672" y="23254"/>
                    <a:pt x="6148" y="20844"/>
                  </a:cubicBezTo>
                  <a:cubicBezTo>
                    <a:pt x="6995" y="21387"/>
                    <a:pt x="7946" y="21795"/>
                    <a:pt x="8932" y="22067"/>
                  </a:cubicBezTo>
                  <a:cubicBezTo>
                    <a:pt x="10051" y="22406"/>
                    <a:pt x="11205" y="22574"/>
                    <a:pt x="12395" y="22746"/>
                  </a:cubicBezTo>
                  <a:cubicBezTo>
                    <a:pt x="12767" y="22813"/>
                    <a:pt x="13142" y="22846"/>
                    <a:pt x="13549" y="22881"/>
                  </a:cubicBezTo>
                  <a:cubicBezTo>
                    <a:pt x="13481" y="23968"/>
                    <a:pt x="13989" y="24783"/>
                    <a:pt x="14704" y="25530"/>
                  </a:cubicBezTo>
                  <a:cubicBezTo>
                    <a:pt x="15586" y="26513"/>
                    <a:pt x="16401" y="27227"/>
                    <a:pt x="16977" y="28482"/>
                  </a:cubicBezTo>
                  <a:cubicBezTo>
                    <a:pt x="16877" y="29093"/>
                    <a:pt x="16809" y="29705"/>
                    <a:pt x="16773" y="30316"/>
                  </a:cubicBezTo>
                  <a:cubicBezTo>
                    <a:pt x="16537" y="33271"/>
                    <a:pt x="16673" y="36223"/>
                    <a:pt x="16673" y="39179"/>
                  </a:cubicBezTo>
                  <a:cubicBezTo>
                    <a:pt x="16689" y="39399"/>
                    <a:pt x="16859" y="39509"/>
                    <a:pt x="17025" y="39509"/>
                  </a:cubicBezTo>
                  <a:cubicBezTo>
                    <a:pt x="17190" y="39509"/>
                    <a:pt x="17352" y="39399"/>
                    <a:pt x="17352" y="39179"/>
                  </a:cubicBezTo>
                  <a:cubicBezTo>
                    <a:pt x="17352" y="36427"/>
                    <a:pt x="17317" y="33678"/>
                    <a:pt x="17352" y="30927"/>
                  </a:cubicBezTo>
                  <a:cubicBezTo>
                    <a:pt x="17385" y="29129"/>
                    <a:pt x="17692" y="27431"/>
                    <a:pt x="18471" y="25801"/>
                  </a:cubicBezTo>
                  <a:cubicBezTo>
                    <a:pt x="18946" y="24883"/>
                    <a:pt x="19321" y="24000"/>
                    <a:pt x="19490" y="22982"/>
                  </a:cubicBezTo>
                  <a:cubicBezTo>
                    <a:pt x="20712" y="22949"/>
                    <a:pt x="21902" y="22813"/>
                    <a:pt x="23124" y="22610"/>
                  </a:cubicBezTo>
                  <a:cubicBezTo>
                    <a:pt x="23599" y="22542"/>
                    <a:pt x="24107" y="22439"/>
                    <a:pt x="24583" y="22338"/>
                  </a:cubicBezTo>
                  <a:cubicBezTo>
                    <a:pt x="25058" y="22202"/>
                    <a:pt x="25501" y="21999"/>
                    <a:pt x="25941" y="21828"/>
                  </a:cubicBezTo>
                  <a:cubicBezTo>
                    <a:pt x="26248" y="21692"/>
                    <a:pt x="26552" y="21591"/>
                    <a:pt x="26891" y="21455"/>
                  </a:cubicBezTo>
                  <a:cubicBezTo>
                    <a:pt x="27502" y="21216"/>
                    <a:pt x="28114" y="20945"/>
                    <a:pt x="28657" y="20573"/>
                  </a:cubicBezTo>
                  <a:cubicBezTo>
                    <a:pt x="28760" y="22881"/>
                    <a:pt x="29200" y="25155"/>
                    <a:pt x="29743" y="27396"/>
                  </a:cubicBezTo>
                  <a:cubicBezTo>
                    <a:pt x="30390" y="29976"/>
                    <a:pt x="31069" y="32760"/>
                    <a:pt x="32188" y="35172"/>
                  </a:cubicBezTo>
                  <a:cubicBezTo>
                    <a:pt x="32247" y="35290"/>
                    <a:pt x="32343" y="35338"/>
                    <a:pt x="32440" y="35338"/>
                  </a:cubicBezTo>
                  <a:cubicBezTo>
                    <a:pt x="32623" y="35338"/>
                    <a:pt x="32811" y="35167"/>
                    <a:pt x="32766" y="34969"/>
                  </a:cubicBezTo>
                  <a:cubicBezTo>
                    <a:pt x="32188" y="32557"/>
                    <a:pt x="31205" y="30215"/>
                    <a:pt x="30558" y="27803"/>
                  </a:cubicBezTo>
                  <a:cubicBezTo>
                    <a:pt x="29847" y="25359"/>
                    <a:pt x="29336" y="22846"/>
                    <a:pt x="29064" y="20266"/>
                  </a:cubicBezTo>
                  <a:cubicBezTo>
                    <a:pt x="29947" y="19622"/>
                    <a:pt x="30694" y="18772"/>
                    <a:pt x="31205" y="17753"/>
                  </a:cubicBezTo>
                  <a:cubicBezTo>
                    <a:pt x="31340" y="17414"/>
                    <a:pt x="31476" y="17042"/>
                    <a:pt x="31612" y="16702"/>
                  </a:cubicBezTo>
                  <a:cubicBezTo>
                    <a:pt x="31645" y="16599"/>
                    <a:pt x="31984" y="15616"/>
                    <a:pt x="31952" y="15580"/>
                  </a:cubicBezTo>
                  <a:lnTo>
                    <a:pt x="31952" y="15580"/>
                  </a:lnTo>
                  <a:cubicBezTo>
                    <a:pt x="32078" y="15665"/>
                    <a:pt x="32229" y="15709"/>
                    <a:pt x="32402" y="15709"/>
                  </a:cubicBezTo>
                  <a:cubicBezTo>
                    <a:pt x="32643" y="15709"/>
                    <a:pt x="32925" y="15623"/>
                    <a:pt x="33242" y="15444"/>
                  </a:cubicBezTo>
                  <a:cubicBezTo>
                    <a:pt x="34293" y="14801"/>
                    <a:pt x="34328" y="12628"/>
                    <a:pt x="34293" y="11574"/>
                  </a:cubicBezTo>
                  <a:cubicBezTo>
                    <a:pt x="34262" y="11052"/>
                    <a:pt x="34198" y="9187"/>
                    <a:pt x="33352" y="9187"/>
                  </a:cubicBezTo>
                  <a:cubicBezTo>
                    <a:pt x="33317" y="9187"/>
                    <a:pt x="33280" y="9190"/>
                    <a:pt x="33242" y="9197"/>
                  </a:cubicBezTo>
                  <a:cubicBezTo>
                    <a:pt x="32935" y="9265"/>
                    <a:pt x="32731" y="9469"/>
                    <a:pt x="32563" y="9708"/>
                  </a:cubicBezTo>
                  <a:cubicBezTo>
                    <a:pt x="32479" y="9845"/>
                    <a:pt x="32352" y="10341"/>
                    <a:pt x="32179" y="10341"/>
                  </a:cubicBezTo>
                  <a:cubicBezTo>
                    <a:pt x="32139" y="10341"/>
                    <a:pt x="32097" y="10315"/>
                    <a:pt x="32052" y="10251"/>
                  </a:cubicBezTo>
                  <a:cubicBezTo>
                    <a:pt x="31884" y="10012"/>
                    <a:pt x="31848" y="9708"/>
                    <a:pt x="31816" y="9436"/>
                  </a:cubicBezTo>
                  <a:cubicBezTo>
                    <a:pt x="31780" y="9129"/>
                    <a:pt x="31713" y="8858"/>
                    <a:pt x="31645" y="8553"/>
                  </a:cubicBezTo>
                  <a:cubicBezTo>
                    <a:pt x="31441" y="7806"/>
                    <a:pt x="31205" y="7059"/>
                    <a:pt x="30966" y="6313"/>
                  </a:cubicBezTo>
                  <a:cubicBezTo>
                    <a:pt x="30830" y="5905"/>
                    <a:pt x="30694" y="5498"/>
                    <a:pt x="30593" y="5090"/>
                  </a:cubicBezTo>
                  <a:cubicBezTo>
                    <a:pt x="30458" y="4715"/>
                    <a:pt x="30322" y="4308"/>
                    <a:pt x="30186" y="3936"/>
                  </a:cubicBezTo>
                  <a:cubicBezTo>
                    <a:pt x="29779" y="2814"/>
                    <a:pt x="29608" y="1592"/>
                    <a:pt x="29132" y="473"/>
                  </a:cubicBezTo>
                  <a:cubicBezTo>
                    <a:pt x="29132" y="473"/>
                    <a:pt x="29100" y="437"/>
                    <a:pt x="29100" y="405"/>
                  </a:cubicBezTo>
                  <a:cubicBezTo>
                    <a:pt x="29064" y="234"/>
                    <a:pt x="28964" y="98"/>
                    <a:pt x="28725" y="98"/>
                  </a:cubicBezTo>
                  <a:cubicBezTo>
                    <a:pt x="27135" y="26"/>
                    <a:pt x="25539" y="3"/>
                    <a:pt x="23942" y="3"/>
                  </a:cubicBezTo>
                  <a:cubicBezTo>
                    <a:pt x="21788" y="3"/>
                    <a:pt x="19633" y="45"/>
                    <a:pt x="17488" y="65"/>
                  </a:cubicBezTo>
                  <a:cubicBezTo>
                    <a:pt x="15443" y="65"/>
                    <a:pt x="13362" y="1"/>
                    <a:pt x="11282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37"/>
            <p:cNvSpPr/>
            <p:nvPr/>
          </p:nvSpPr>
          <p:spPr>
            <a:xfrm>
              <a:off x="1697811" y="2211478"/>
              <a:ext cx="55899" cy="171731"/>
            </a:xfrm>
            <a:custGeom>
              <a:rect b="b" l="l" r="r" t="t"/>
              <a:pathLst>
                <a:path extrusionOk="0" h="6003" w="1954">
                  <a:moveTo>
                    <a:pt x="1117" y="0"/>
                  </a:moveTo>
                  <a:cubicBezTo>
                    <a:pt x="1028" y="0"/>
                    <a:pt x="934" y="60"/>
                    <a:pt x="916" y="179"/>
                  </a:cubicBezTo>
                  <a:cubicBezTo>
                    <a:pt x="884" y="484"/>
                    <a:pt x="952" y="823"/>
                    <a:pt x="984" y="1130"/>
                  </a:cubicBezTo>
                  <a:cubicBezTo>
                    <a:pt x="952" y="1130"/>
                    <a:pt x="884" y="1163"/>
                    <a:pt x="848" y="1230"/>
                  </a:cubicBezTo>
                  <a:cubicBezTo>
                    <a:pt x="816" y="1334"/>
                    <a:pt x="748" y="1434"/>
                    <a:pt x="680" y="1502"/>
                  </a:cubicBezTo>
                  <a:cubicBezTo>
                    <a:pt x="577" y="1230"/>
                    <a:pt x="476" y="959"/>
                    <a:pt x="305" y="755"/>
                  </a:cubicBezTo>
                  <a:cubicBezTo>
                    <a:pt x="275" y="714"/>
                    <a:pt x="238" y="698"/>
                    <a:pt x="203" y="698"/>
                  </a:cubicBezTo>
                  <a:cubicBezTo>
                    <a:pt x="120" y="698"/>
                    <a:pt x="44" y="786"/>
                    <a:pt x="69" y="858"/>
                  </a:cubicBezTo>
                  <a:cubicBezTo>
                    <a:pt x="169" y="1163"/>
                    <a:pt x="341" y="1470"/>
                    <a:pt x="544" y="1741"/>
                  </a:cubicBezTo>
                  <a:cubicBezTo>
                    <a:pt x="509" y="1774"/>
                    <a:pt x="509" y="1774"/>
                    <a:pt x="509" y="1809"/>
                  </a:cubicBezTo>
                  <a:cubicBezTo>
                    <a:pt x="509" y="1877"/>
                    <a:pt x="476" y="1977"/>
                    <a:pt x="476" y="2045"/>
                  </a:cubicBezTo>
                  <a:cubicBezTo>
                    <a:pt x="373" y="2352"/>
                    <a:pt x="305" y="2692"/>
                    <a:pt x="273" y="3031"/>
                  </a:cubicBezTo>
                  <a:cubicBezTo>
                    <a:pt x="137" y="3710"/>
                    <a:pt x="1" y="4389"/>
                    <a:pt x="101" y="5069"/>
                  </a:cubicBezTo>
                  <a:cubicBezTo>
                    <a:pt x="183" y="5389"/>
                    <a:pt x="494" y="6003"/>
                    <a:pt x="870" y="6003"/>
                  </a:cubicBezTo>
                  <a:cubicBezTo>
                    <a:pt x="972" y="6003"/>
                    <a:pt x="1079" y="5957"/>
                    <a:pt x="1188" y="5848"/>
                  </a:cubicBezTo>
                  <a:cubicBezTo>
                    <a:pt x="1663" y="5373"/>
                    <a:pt x="1595" y="4354"/>
                    <a:pt x="1595" y="3743"/>
                  </a:cubicBezTo>
                  <a:cubicBezTo>
                    <a:pt x="1595" y="3132"/>
                    <a:pt x="1563" y="2453"/>
                    <a:pt x="1460" y="1842"/>
                  </a:cubicBezTo>
                  <a:cubicBezTo>
                    <a:pt x="1631" y="1638"/>
                    <a:pt x="1799" y="1366"/>
                    <a:pt x="1902" y="1130"/>
                  </a:cubicBezTo>
                  <a:cubicBezTo>
                    <a:pt x="1954" y="1000"/>
                    <a:pt x="1849" y="833"/>
                    <a:pt x="1721" y="833"/>
                  </a:cubicBezTo>
                  <a:cubicBezTo>
                    <a:pt x="1680" y="833"/>
                    <a:pt x="1637" y="850"/>
                    <a:pt x="1595" y="891"/>
                  </a:cubicBezTo>
                  <a:cubicBezTo>
                    <a:pt x="1495" y="1027"/>
                    <a:pt x="1427" y="1198"/>
                    <a:pt x="1324" y="1366"/>
                  </a:cubicBezTo>
                  <a:lnTo>
                    <a:pt x="1324" y="1298"/>
                  </a:lnTo>
                  <a:cubicBezTo>
                    <a:pt x="1291" y="1230"/>
                    <a:pt x="1256" y="1198"/>
                    <a:pt x="1188" y="1163"/>
                  </a:cubicBezTo>
                  <a:cubicBezTo>
                    <a:pt x="1291" y="858"/>
                    <a:pt x="1256" y="484"/>
                    <a:pt x="1291" y="179"/>
                  </a:cubicBezTo>
                  <a:cubicBezTo>
                    <a:pt x="1291" y="60"/>
                    <a:pt x="1206" y="0"/>
                    <a:pt x="1117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37"/>
            <p:cNvSpPr/>
            <p:nvPr/>
          </p:nvSpPr>
          <p:spPr>
            <a:xfrm>
              <a:off x="2105737" y="2220545"/>
              <a:ext cx="59218" cy="162662"/>
            </a:xfrm>
            <a:custGeom>
              <a:rect b="b" l="l" r="r" t="t"/>
              <a:pathLst>
                <a:path extrusionOk="0" h="5686" w="2070">
                  <a:moveTo>
                    <a:pt x="1107" y="0"/>
                  </a:moveTo>
                  <a:cubicBezTo>
                    <a:pt x="1038" y="0"/>
                    <a:pt x="951" y="67"/>
                    <a:pt x="951" y="134"/>
                  </a:cubicBezTo>
                  <a:cubicBezTo>
                    <a:pt x="915" y="302"/>
                    <a:pt x="951" y="438"/>
                    <a:pt x="951" y="574"/>
                  </a:cubicBezTo>
                  <a:cubicBezTo>
                    <a:pt x="983" y="677"/>
                    <a:pt x="983" y="745"/>
                    <a:pt x="983" y="813"/>
                  </a:cubicBezTo>
                  <a:cubicBezTo>
                    <a:pt x="915" y="846"/>
                    <a:pt x="883" y="881"/>
                    <a:pt x="848" y="913"/>
                  </a:cubicBezTo>
                  <a:cubicBezTo>
                    <a:pt x="815" y="949"/>
                    <a:pt x="815" y="1017"/>
                    <a:pt x="780" y="1049"/>
                  </a:cubicBezTo>
                  <a:cubicBezTo>
                    <a:pt x="679" y="913"/>
                    <a:pt x="576" y="745"/>
                    <a:pt x="440" y="677"/>
                  </a:cubicBezTo>
                  <a:cubicBezTo>
                    <a:pt x="412" y="658"/>
                    <a:pt x="381" y="650"/>
                    <a:pt x="351" y="650"/>
                  </a:cubicBezTo>
                  <a:cubicBezTo>
                    <a:pt x="274" y="650"/>
                    <a:pt x="204" y="705"/>
                    <a:pt x="204" y="778"/>
                  </a:cubicBezTo>
                  <a:cubicBezTo>
                    <a:pt x="204" y="981"/>
                    <a:pt x="340" y="1117"/>
                    <a:pt x="440" y="1253"/>
                  </a:cubicBezTo>
                  <a:cubicBezTo>
                    <a:pt x="475" y="1288"/>
                    <a:pt x="508" y="1356"/>
                    <a:pt x="576" y="1389"/>
                  </a:cubicBezTo>
                  <a:cubicBezTo>
                    <a:pt x="543" y="1424"/>
                    <a:pt x="508" y="1457"/>
                    <a:pt x="508" y="1492"/>
                  </a:cubicBezTo>
                  <a:cubicBezTo>
                    <a:pt x="508" y="1560"/>
                    <a:pt x="475" y="1660"/>
                    <a:pt x="475" y="1728"/>
                  </a:cubicBezTo>
                  <a:cubicBezTo>
                    <a:pt x="372" y="2035"/>
                    <a:pt x="304" y="2375"/>
                    <a:pt x="272" y="2714"/>
                  </a:cubicBezTo>
                  <a:cubicBezTo>
                    <a:pt x="136" y="3393"/>
                    <a:pt x="0" y="4072"/>
                    <a:pt x="101" y="4752"/>
                  </a:cubicBezTo>
                  <a:cubicBezTo>
                    <a:pt x="182" y="5072"/>
                    <a:pt x="493" y="5686"/>
                    <a:pt x="869" y="5686"/>
                  </a:cubicBezTo>
                  <a:cubicBezTo>
                    <a:pt x="971" y="5686"/>
                    <a:pt x="1078" y="5640"/>
                    <a:pt x="1187" y="5531"/>
                  </a:cubicBezTo>
                  <a:cubicBezTo>
                    <a:pt x="1662" y="5056"/>
                    <a:pt x="1594" y="4037"/>
                    <a:pt x="1594" y="3426"/>
                  </a:cubicBezTo>
                  <a:cubicBezTo>
                    <a:pt x="1594" y="2850"/>
                    <a:pt x="1562" y="2204"/>
                    <a:pt x="1459" y="1593"/>
                  </a:cubicBezTo>
                  <a:cubicBezTo>
                    <a:pt x="1698" y="1457"/>
                    <a:pt x="1969" y="1253"/>
                    <a:pt x="2037" y="981"/>
                  </a:cubicBezTo>
                  <a:cubicBezTo>
                    <a:pt x="2070" y="913"/>
                    <a:pt x="1969" y="813"/>
                    <a:pt x="1866" y="813"/>
                  </a:cubicBezTo>
                  <a:cubicBezTo>
                    <a:pt x="1662" y="881"/>
                    <a:pt x="1527" y="1049"/>
                    <a:pt x="1358" y="1185"/>
                  </a:cubicBezTo>
                  <a:cubicBezTo>
                    <a:pt x="1358" y="1117"/>
                    <a:pt x="1323" y="1049"/>
                    <a:pt x="1323" y="981"/>
                  </a:cubicBezTo>
                  <a:cubicBezTo>
                    <a:pt x="1290" y="949"/>
                    <a:pt x="1290" y="949"/>
                    <a:pt x="1290" y="913"/>
                  </a:cubicBezTo>
                  <a:cubicBezTo>
                    <a:pt x="1290" y="642"/>
                    <a:pt x="1323" y="338"/>
                    <a:pt x="1187" y="66"/>
                  </a:cubicBezTo>
                  <a:cubicBezTo>
                    <a:pt x="1176" y="19"/>
                    <a:pt x="1144" y="0"/>
                    <a:pt x="1107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37"/>
            <p:cNvSpPr/>
            <p:nvPr/>
          </p:nvSpPr>
          <p:spPr>
            <a:xfrm>
              <a:off x="1880049" y="2189910"/>
              <a:ext cx="105276" cy="280182"/>
            </a:xfrm>
            <a:custGeom>
              <a:rect b="b" l="l" r="r" t="t"/>
              <a:pathLst>
                <a:path extrusionOk="0" h="9794" w="3680">
                  <a:moveTo>
                    <a:pt x="127" y="1"/>
                  </a:moveTo>
                  <a:cubicBezTo>
                    <a:pt x="61" y="1"/>
                    <a:pt x="1" y="61"/>
                    <a:pt x="46" y="151"/>
                  </a:cubicBezTo>
                  <a:cubicBezTo>
                    <a:pt x="1507" y="3003"/>
                    <a:pt x="81" y="5448"/>
                    <a:pt x="317" y="8335"/>
                  </a:cubicBezTo>
                  <a:cubicBezTo>
                    <a:pt x="453" y="9726"/>
                    <a:pt x="2287" y="9794"/>
                    <a:pt x="3340" y="9794"/>
                  </a:cubicBezTo>
                  <a:cubicBezTo>
                    <a:pt x="3680" y="9794"/>
                    <a:pt x="3680" y="9318"/>
                    <a:pt x="3340" y="9286"/>
                  </a:cubicBezTo>
                  <a:cubicBezTo>
                    <a:pt x="2490" y="9182"/>
                    <a:pt x="996" y="9250"/>
                    <a:pt x="861" y="8096"/>
                  </a:cubicBezTo>
                  <a:cubicBezTo>
                    <a:pt x="793" y="7452"/>
                    <a:pt x="964" y="6773"/>
                    <a:pt x="1064" y="6127"/>
                  </a:cubicBezTo>
                  <a:cubicBezTo>
                    <a:pt x="1336" y="3954"/>
                    <a:pt x="1472" y="1952"/>
                    <a:pt x="217" y="51"/>
                  </a:cubicBezTo>
                  <a:cubicBezTo>
                    <a:pt x="194" y="16"/>
                    <a:pt x="160" y="1"/>
                    <a:pt x="12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37"/>
            <p:cNvSpPr/>
            <p:nvPr/>
          </p:nvSpPr>
          <p:spPr>
            <a:xfrm>
              <a:off x="1621809" y="2669088"/>
              <a:ext cx="89456" cy="302982"/>
            </a:xfrm>
            <a:custGeom>
              <a:rect b="b" l="l" r="r" t="t"/>
              <a:pathLst>
                <a:path extrusionOk="0" h="10591" w="3127">
                  <a:moveTo>
                    <a:pt x="2803" y="0"/>
                  </a:moveTo>
                  <a:cubicBezTo>
                    <a:pt x="2699" y="0"/>
                    <a:pt x="2595" y="52"/>
                    <a:pt x="2555" y="172"/>
                  </a:cubicBezTo>
                  <a:cubicBezTo>
                    <a:pt x="1232" y="3466"/>
                    <a:pt x="892" y="6997"/>
                    <a:pt x="42" y="10393"/>
                  </a:cubicBezTo>
                  <a:cubicBezTo>
                    <a:pt x="1" y="10517"/>
                    <a:pt x="99" y="10590"/>
                    <a:pt x="189" y="10590"/>
                  </a:cubicBezTo>
                  <a:cubicBezTo>
                    <a:pt x="246" y="10590"/>
                    <a:pt x="301" y="10560"/>
                    <a:pt x="314" y="10493"/>
                  </a:cubicBezTo>
                  <a:cubicBezTo>
                    <a:pt x="1265" y="7098"/>
                    <a:pt x="1672" y="3567"/>
                    <a:pt x="3065" y="307"/>
                  </a:cubicBezTo>
                  <a:cubicBezTo>
                    <a:pt x="3126" y="123"/>
                    <a:pt x="2964" y="0"/>
                    <a:pt x="2803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37"/>
            <p:cNvSpPr/>
            <p:nvPr/>
          </p:nvSpPr>
          <p:spPr>
            <a:xfrm>
              <a:off x="2152104" y="2606216"/>
              <a:ext cx="113171" cy="355877"/>
            </a:xfrm>
            <a:custGeom>
              <a:rect b="b" l="l" r="r" t="t"/>
              <a:pathLst>
                <a:path extrusionOk="0" h="12440" w="3956">
                  <a:moveTo>
                    <a:pt x="349" y="0"/>
                  </a:moveTo>
                  <a:cubicBezTo>
                    <a:pt x="178" y="0"/>
                    <a:pt x="1" y="130"/>
                    <a:pt x="41" y="332"/>
                  </a:cubicBezTo>
                  <a:cubicBezTo>
                    <a:pt x="892" y="4442"/>
                    <a:pt x="2046" y="8481"/>
                    <a:pt x="3640" y="12352"/>
                  </a:cubicBezTo>
                  <a:cubicBezTo>
                    <a:pt x="3665" y="12414"/>
                    <a:pt x="3716" y="12440"/>
                    <a:pt x="3768" y="12440"/>
                  </a:cubicBezTo>
                  <a:cubicBezTo>
                    <a:pt x="3860" y="12440"/>
                    <a:pt x="3955" y="12359"/>
                    <a:pt x="3912" y="12251"/>
                  </a:cubicBezTo>
                  <a:cubicBezTo>
                    <a:pt x="2486" y="8313"/>
                    <a:pt x="1535" y="4271"/>
                    <a:pt x="620" y="197"/>
                  </a:cubicBezTo>
                  <a:cubicBezTo>
                    <a:pt x="578" y="60"/>
                    <a:pt x="465" y="0"/>
                    <a:pt x="349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37"/>
            <p:cNvSpPr/>
            <p:nvPr/>
          </p:nvSpPr>
          <p:spPr>
            <a:xfrm>
              <a:off x="1942578" y="2715770"/>
              <a:ext cx="24259" cy="18452"/>
            </a:xfrm>
            <a:custGeom>
              <a:rect b="b" l="l" r="r" t="t"/>
              <a:pathLst>
                <a:path extrusionOk="0" h="645" w="848">
                  <a:moveTo>
                    <a:pt x="440" y="1"/>
                  </a:moveTo>
                  <a:cubicBezTo>
                    <a:pt x="33" y="1"/>
                    <a:pt x="0" y="645"/>
                    <a:pt x="440" y="645"/>
                  </a:cubicBezTo>
                  <a:cubicBezTo>
                    <a:pt x="847" y="645"/>
                    <a:pt x="847" y="1"/>
                    <a:pt x="44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37"/>
            <p:cNvSpPr/>
            <p:nvPr/>
          </p:nvSpPr>
          <p:spPr>
            <a:xfrm>
              <a:off x="1960427" y="2785622"/>
              <a:ext cx="21027" cy="19539"/>
            </a:xfrm>
            <a:custGeom>
              <a:rect b="b" l="l" r="r" t="t"/>
              <a:pathLst>
                <a:path extrusionOk="0" h="683" w="735">
                  <a:moveTo>
                    <a:pt x="294" y="1"/>
                  </a:moveTo>
                  <a:cubicBezTo>
                    <a:pt x="154" y="1"/>
                    <a:pt x="0" y="123"/>
                    <a:pt x="20" y="308"/>
                  </a:cubicBezTo>
                  <a:cubicBezTo>
                    <a:pt x="55" y="343"/>
                    <a:pt x="55" y="376"/>
                    <a:pt x="88" y="411"/>
                  </a:cubicBezTo>
                  <a:cubicBezTo>
                    <a:pt x="88" y="547"/>
                    <a:pt x="191" y="683"/>
                    <a:pt x="359" y="683"/>
                  </a:cubicBezTo>
                  <a:cubicBezTo>
                    <a:pt x="598" y="683"/>
                    <a:pt x="734" y="343"/>
                    <a:pt x="495" y="207"/>
                  </a:cubicBezTo>
                  <a:lnTo>
                    <a:pt x="495" y="172"/>
                  </a:lnTo>
                  <a:cubicBezTo>
                    <a:pt x="468" y="52"/>
                    <a:pt x="384" y="1"/>
                    <a:pt x="294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37"/>
            <p:cNvSpPr/>
            <p:nvPr/>
          </p:nvSpPr>
          <p:spPr>
            <a:xfrm>
              <a:off x="1211223" y="1640051"/>
              <a:ext cx="1453833" cy="1033646"/>
            </a:xfrm>
            <a:custGeom>
              <a:rect b="b" l="l" r="r" t="t"/>
              <a:pathLst>
                <a:path extrusionOk="0" h="36132" w="50820">
                  <a:moveTo>
                    <a:pt x="23745" y="0"/>
                  </a:moveTo>
                  <a:cubicBezTo>
                    <a:pt x="19081" y="0"/>
                    <a:pt x="14059" y="2041"/>
                    <a:pt x="11104" y="4810"/>
                  </a:cubicBezTo>
                  <a:cubicBezTo>
                    <a:pt x="7505" y="8205"/>
                    <a:pt x="5672" y="13330"/>
                    <a:pt x="4110" y="17915"/>
                  </a:cubicBezTo>
                  <a:cubicBezTo>
                    <a:pt x="2105" y="23856"/>
                    <a:pt x="0" y="29391"/>
                    <a:pt x="172" y="35775"/>
                  </a:cubicBezTo>
                  <a:cubicBezTo>
                    <a:pt x="172" y="36012"/>
                    <a:pt x="358" y="36131"/>
                    <a:pt x="545" y="36131"/>
                  </a:cubicBezTo>
                  <a:cubicBezTo>
                    <a:pt x="732" y="36131"/>
                    <a:pt x="918" y="36012"/>
                    <a:pt x="918" y="35775"/>
                  </a:cubicBezTo>
                  <a:cubicBezTo>
                    <a:pt x="951" y="32787"/>
                    <a:pt x="1122" y="30035"/>
                    <a:pt x="1869" y="27115"/>
                  </a:cubicBezTo>
                  <a:cubicBezTo>
                    <a:pt x="2548" y="24603"/>
                    <a:pt x="3531" y="22193"/>
                    <a:pt x="4314" y="19714"/>
                  </a:cubicBezTo>
                  <a:cubicBezTo>
                    <a:pt x="5808" y="15267"/>
                    <a:pt x="7334" y="10750"/>
                    <a:pt x="10221" y="6947"/>
                  </a:cubicBezTo>
                  <a:cubicBezTo>
                    <a:pt x="13045" y="3176"/>
                    <a:pt x="18534" y="709"/>
                    <a:pt x="23690" y="709"/>
                  </a:cubicBezTo>
                  <a:cubicBezTo>
                    <a:pt x="26471" y="709"/>
                    <a:pt x="29155" y="1427"/>
                    <a:pt x="31272" y="3044"/>
                  </a:cubicBezTo>
                  <a:cubicBezTo>
                    <a:pt x="30897" y="3452"/>
                    <a:pt x="30558" y="3995"/>
                    <a:pt x="30354" y="4639"/>
                  </a:cubicBezTo>
                  <a:cubicBezTo>
                    <a:pt x="30293" y="4783"/>
                    <a:pt x="30393" y="4876"/>
                    <a:pt x="30503" y="4876"/>
                  </a:cubicBezTo>
                  <a:cubicBezTo>
                    <a:pt x="30576" y="4876"/>
                    <a:pt x="30654" y="4836"/>
                    <a:pt x="30694" y="4742"/>
                  </a:cubicBezTo>
                  <a:cubicBezTo>
                    <a:pt x="31377" y="3006"/>
                    <a:pt x="32561" y="2337"/>
                    <a:pt x="33856" y="2337"/>
                  </a:cubicBezTo>
                  <a:cubicBezTo>
                    <a:pt x="35778" y="2337"/>
                    <a:pt x="37945" y="3811"/>
                    <a:pt x="39081" y="5453"/>
                  </a:cubicBezTo>
                  <a:cubicBezTo>
                    <a:pt x="40711" y="7762"/>
                    <a:pt x="41254" y="10718"/>
                    <a:pt x="42102" y="13366"/>
                  </a:cubicBezTo>
                  <a:cubicBezTo>
                    <a:pt x="44242" y="20156"/>
                    <a:pt x="48316" y="26097"/>
                    <a:pt x="50014" y="33058"/>
                  </a:cubicBezTo>
                  <a:cubicBezTo>
                    <a:pt x="50070" y="33255"/>
                    <a:pt x="50224" y="33341"/>
                    <a:pt x="50379" y="33341"/>
                  </a:cubicBezTo>
                  <a:cubicBezTo>
                    <a:pt x="50599" y="33341"/>
                    <a:pt x="50820" y="33166"/>
                    <a:pt x="50761" y="32887"/>
                  </a:cubicBezTo>
                  <a:cubicBezTo>
                    <a:pt x="49707" y="28577"/>
                    <a:pt x="47841" y="24603"/>
                    <a:pt x="45972" y="20632"/>
                  </a:cubicBezTo>
                  <a:cubicBezTo>
                    <a:pt x="44207" y="16829"/>
                    <a:pt x="42849" y="13026"/>
                    <a:pt x="41526" y="9088"/>
                  </a:cubicBezTo>
                  <a:cubicBezTo>
                    <a:pt x="40608" y="6439"/>
                    <a:pt x="39149" y="3416"/>
                    <a:pt x="36433" y="2262"/>
                  </a:cubicBezTo>
                  <a:cubicBezTo>
                    <a:pt x="35689" y="1953"/>
                    <a:pt x="34939" y="1795"/>
                    <a:pt x="34227" y="1795"/>
                  </a:cubicBezTo>
                  <a:cubicBezTo>
                    <a:pt x="33216" y="1795"/>
                    <a:pt x="32280" y="2114"/>
                    <a:pt x="31544" y="2773"/>
                  </a:cubicBezTo>
                  <a:cubicBezTo>
                    <a:pt x="29494" y="814"/>
                    <a:pt x="26691" y="0"/>
                    <a:pt x="23745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37"/>
            <p:cNvSpPr/>
            <p:nvPr/>
          </p:nvSpPr>
          <p:spPr>
            <a:xfrm>
              <a:off x="2362117" y="2652441"/>
              <a:ext cx="100298" cy="198822"/>
            </a:xfrm>
            <a:custGeom>
              <a:rect b="b" l="l" r="r" t="t"/>
              <a:pathLst>
                <a:path extrusionOk="0" h="6950" w="3506">
                  <a:moveTo>
                    <a:pt x="146" y="1"/>
                  </a:moveTo>
                  <a:cubicBezTo>
                    <a:pt x="78" y="1"/>
                    <a:pt x="1" y="59"/>
                    <a:pt x="1" y="142"/>
                  </a:cubicBezTo>
                  <a:cubicBezTo>
                    <a:pt x="340" y="2451"/>
                    <a:pt x="1494" y="5203"/>
                    <a:pt x="3157" y="6900"/>
                  </a:cubicBezTo>
                  <a:cubicBezTo>
                    <a:pt x="3191" y="6935"/>
                    <a:pt x="3232" y="6950"/>
                    <a:pt x="3273" y="6950"/>
                  </a:cubicBezTo>
                  <a:cubicBezTo>
                    <a:pt x="3392" y="6950"/>
                    <a:pt x="3505" y="6822"/>
                    <a:pt x="3428" y="6697"/>
                  </a:cubicBezTo>
                  <a:cubicBezTo>
                    <a:pt x="2070" y="4624"/>
                    <a:pt x="680" y="2587"/>
                    <a:pt x="237" y="75"/>
                  </a:cubicBezTo>
                  <a:cubicBezTo>
                    <a:pt x="224" y="23"/>
                    <a:pt x="187" y="1"/>
                    <a:pt x="146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37"/>
            <p:cNvSpPr/>
            <p:nvPr/>
          </p:nvSpPr>
          <p:spPr>
            <a:xfrm>
              <a:off x="2403565" y="2505558"/>
              <a:ext cx="141178" cy="252747"/>
            </a:xfrm>
            <a:custGeom>
              <a:rect b="b" l="l" r="r" t="t"/>
              <a:pathLst>
                <a:path extrusionOk="0" h="8835" w="4935">
                  <a:moveTo>
                    <a:pt x="126" y="1"/>
                  </a:moveTo>
                  <a:cubicBezTo>
                    <a:pt x="60" y="1"/>
                    <a:pt x="0" y="61"/>
                    <a:pt x="45" y="152"/>
                  </a:cubicBezTo>
                  <a:cubicBezTo>
                    <a:pt x="1336" y="3105"/>
                    <a:pt x="2998" y="5924"/>
                    <a:pt x="4595" y="8741"/>
                  </a:cubicBezTo>
                  <a:cubicBezTo>
                    <a:pt x="4628" y="8807"/>
                    <a:pt x="4679" y="8834"/>
                    <a:pt x="4729" y="8834"/>
                  </a:cubicBezTo>
                  <a:cubicBezTo>
                    <a:pt x="4833" y="8834"/>
                    <a:pt x="4934" y="8720"/>
                    <a:pt x="4867" y="8605"/>
                  </a:cubicBezTo>
                  <a:cubicBezTo>
                    <a:pt x="3509" y="5652"/>
                    <a:pt x="1572" y="3004"/>
                    <a:pt x="214" y="49"/>
                  </a:cubicBezTo>
                  <a:cubicBezTo>
                    <a:pt x="191" y="16"/>
                    <a:pt x="158" y="1"/>
                    <a:pt x="126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37"/>
            <p:cNvSpPr/>
            <p:nvPr/>
          </p:nvSpPr>
          <p:spPr>
            <a:xfrm>
              <a:off x="2550620" y="2622892"/>
              <a:ext cx="48003" cy="63251"/>
            </a:xfrm>
            <a:custGeom>
              <a:rect b="b" l="l" r="r" t="t"/>
              <a:pathLst>
                <a:path extrusionOk="0" h="2211" w="1678">
                  <a:moveTo>
                    <a:pt x="220" y="1"/>
                  </a:moveTo>
                  <a:cubicBezTo>
                    <a:pt x="112" y="1"/>
                    <a:pt x="1" y="105"/>
                    <a:pt x="98" y="225"/>
                  </a:cubicBezTo>
                  <a:cubicBezTo>
                    <a:pt x="302" y="532"/>
                    <a:pt x="541" y="836"/>
                    <a:pt x="744" y="1175"/>
                  </a:cubicBezTo>
                  <a:cubicBezTo>
                    <a:pt x="948" y="1482"/>
                    <a:pt x="1116" y="1855"/>
                    <a:pt x="1355" y="2161"/>
                  </a:cubicBezTo>
                  <a:cubicBezTo>
                    <a:pt x="1390" y="2196"/>
                    <a:pt x="1429" y="2211"/>
                    <a:pt x="1466" y="2211"/>
                  </a:cubicBezTo>
                  <a:cubicBezTo>
                    <a:pt x="1577" y="2211"/>
                    <a:pt x="1678" y="2083"/>
                    <a:pt x="1627" y="1958"/>
                  </a:cubicBezTo>
                  <a:cubicBezTo>
                    <a:pt x="1355" y="1279"/>
                    <a:pt x="777" y="668"/>
                    <a:pt x="337" y="56"/>
                  </a:cubicBezTo>
                  <a:cubicBezTo>
                    <a:pt x="307" y="18"/>
                    <a:pt x="264" y="1"/>
                    <a:pt x="22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37"/>
            <p:cNvSpPr/>
            <p:nvPr/>
          </p:nvSpPr>
          <p:spPr>
            <a:xfrm>
              <a:off x="2484458" y="2388566"/>
              <a:ext cx="164207" cy="232808"/>
            </a:xfrm>
            <a:custGeom>
              <a:rect b="b" l="l" r="r" t="t"/>
              <a:pathLst>
                <a:path extrusionOk="0" h="8138" w="5740">
                  <a:moveTo>
                    <a:pt x="178" y="1"/>
                  </a:moveTo>
                  <a:cubicBezTo>
                    <a:pt x="84" y="1"/>
                    <a:pt x="0" y="77"/>
                    <a:pt x="69" y="168"/>
                  </a:cubicBezTo>
                  <a:cubicBezTo>
                    <a:pt x="1903" y="2748"/>
                    <a:pt x="3497" y="5497"/>
                    <a:pt x="5366" y="8045"/>
                  </a:cubicBezTo>
                  <a:cubicBezTo>
                    <a:pt x="5410" y="8111"/>
                    <a:pt x="5469" y="8138"/>
                    <a:pt x="5524" y="8138"/>
                  </a:cubicBezTo>
                  <a:cubicBezTo>
                    <a:pt x="5639" y="8138"/>
                    <a:pt x="5740" y="8023"/>
                    <a:pt x="5670" y="7909"/>
                  </a:cubicBezTo>
                  <a:cubicBezTo>
                    <a:pt x="3872" y="5293"/>
                    <a:pt x="2139" y="2612"/>
                    <a:pt x="306" y="64"/>
                  </a:cubicBezTo>
                  <a:cubicBezTo>
                    <a:pt x="272" y="19"/>
                    <a:pt x="224" y="1"/>
                    <a:pt x="178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37"/>
            <p:cNvSpPr/>
            <p:nvPr/>
          </p:nvSpPr>
          <p:spPr>
            <a:xfrm>
              <a:off x="2411488" y="2418944"/>
              <a:ext cx="87711" cy="128362"/>
            </a:xfrm>
            <a:custGeom>
              <a:rect b="b" l="l" r="r" t="t"/>
              <a:pathLst>
                <a:path extrusionOk="0" h="4487" w="3066">
                  <a:moveTo>
                    <a:pt x="229" y="1"/>
                  </a:moveTo>
                  <a:cubicBezTo>
                    <a:pt x="119" y="1"/>
                    <a:pt x="1" y="105"/>
                    <a:pt x="73" y="225"/>
                  </a:cubicBezTo>
                  <a:cubicBezTo>
                    <a:pt x="888" y="1651"/>
                    <a:pt x="1770" y="3009"/>
                    <a:pt x="2653" y="4402"/>
                  </a:cubicBezTo>
                  <a:cubicBezTo>
                    <a:pt x="2693" y="4462"/>
                    <a:pt x="2747" y="4487"/>
                    <a:pt x="2802" y="4487"/>
                  </a:cubicBezTo>
                  <a:cubicBezTo>
                    <a:pt x="2933" y="4487"/>
                    <a:pt x="3066" y="4343"/>
                    <a:pt x="2993" y="4199"/>
                  </a:cubicBezTo>
                  <a:cubicBezTo>
                    <a:pt x="2178" y="2773"/>
                    <a:pt x="1159" y="1482"/>
                    <a:pt x="344" y="56"/>
                  </a:cubicBezTo>
                  <a:cubicBezTo>
                    <a:pt x="316" y="18"/>
                    <a:pt x="273" y="1"/>
                    <a:pt x="229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37"/>
            <p:cNvSpPr/>
            <p:nvPr/>
          </p:nvSpPr>
          <p:spPr>
            <a:xfrm>
              <a:off x="2340321" y="2496633"/>
              <a:ext cx="47631" cy="97666"/>
            </a:xfrm>
            <a:custGeom>
              <a:rect b="b" l="l" r="r" t="t"/>
              <a:pathLst>
                <a:path extrusionOk="0" h="3414" w="1665">
                  <a:moveTo>
                    <a:pt x="196" y="0"/>
                  </a:moveTo>
                  <a:cubicBezTo>
                    <a:pt x="106" y="0"/>
                    <a:pt x="0" y="96"/>
                    <a:pt x="48" y="192"/>
                  </a:cubicBezTo>
                  <a:cubicBezTo>
                    <a:pt x="491" y="1244"/>
                    <a:pt x="999" y="2262"/>
                    <a:pt x="1406" y="3316"/>
                  </a:cubicBezTo>
                  <a:cubicBezTo>
                    <a:pt x="1421" y="3384"/>
                    <a:pt x="1467" y="3413"/>
                    <a:pt x="1516" y="3413"/>
                  </a:cubicBezTo>
                  <a:cubicBezTo>
                    <a:pt x="1588" y="3413"/>
                    <a:pt x="1665" y="3349"/>
                    <a:pt x="1645" y="3248"/>
                  </a:cubicBezTo>
                  <a:cubicBezTo>
                    <a:pt x="1270" y="2162"/>
                    <a:pt x="727" y="1143"/>
                    <a:pt x="287" y="57"/>
                  </a:cubicBezTo>
                  <a:cubicBezTo>
                    <a:pt x="267" y="17"/>
                    <a:pt x="233" y="0"/>
                    <a:pt x="196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37"/>
            <p:cNvSpPr/>
            <p:nvPr/>
          </p:nvSpPr>
          <p:spPr>
            <a:xfrm>
              <a:off x="1419462" y="2569688"/>
              <a:ext cx="94433" cy="320948"/>
            </a:xfrm>
            <a:custGeom>
              <a:rect b="b" l="l" r="r" t="t"/>
              <a:pathLst>
                <a:path extrusionOk="0" h="11219" w="3301">
                  <a:moveTo>
                    <a:pt x="3072" y="1"/>
                  </a:moveTo>
                  <a:cubicBezTo>
                    <a:pt x="3001" y="1"/>
                    <a:pt x="2933" y="45"/>
                    <a:pt x="2906" y="151"/>
                  </a:cubicBezTo>
                  <a:cubicBezTo>
                    <a:pt x="2127" y="3818"/>
                    <a:pt x="769" y="7314"/>
                    <a:pt x="22" y="10980"/>
                  </a:cubicBezTo>
                  <a:cubicBezTo>
                    <a:pt x="0" y="11124"/>
                    <a:pt x="115" y="11218"/>
                    <a:pt x="225" y="11218"/>
                  </a:cubicBezTo>
                  <a:cubicBezTo>
                    <a:pt x="297" y="11218"/>
                    <a:pt x="367" y="11177"/>
                    <a:pt x="394" y="11084"/>
                  </a:cubicBezTo>
                  <a:cubicBezTo>
                    <a:pt x="1176" y="7417"/>
                    <a:pt x="2702" y="3954"/>
                    <a:pt x="3281" y="251"/>
                  </a:cubicBezTo>
                  <a:cubicBezTo>
                    <a:pt x="3301" y="107"/>
                    <a:pt x="3183" y="1"/>
                    <a:pt x="3072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37"/>
            <p:cNvSpPr/>
            <p:nvPr/>
          </p:nvSpPr>
          <p:spPr>
            <a:xfrm>
              <a:off x="1314942" y="2544202"/>
              <a:ext cx="99354" cy="249229"/>
            </a:xfrm>
            <a:custGeom>
              <a:rect b="b" l="l" r="r" t="t"/>
              <a:pathLst>
                <a:path extrusionOk="0" h="8712" w="3473">
                  <a:moveTo>
                    <a:pt x="3224" y="0"/>
                  </a:moveTo>
                  <a:cubicBezTo>
                    <a:pt x="3166" y="0"/>
                    <a:pt x="3107" y="27"/>
                    <a:pt x="3064" y="91"/>
                  </a:cubicBezTo>
                  <a:cubicBezTo>
                    <a:pt x="1535" y="2672"/>
                    <a:pt x="891" y="5692"/>
                    <a:pt x="41" y="8544"/>
                  </a:cubicBezTo>
                  <a:cubicBezTo>
                    <a:pt x="1" y="8646"/>
                    <a:pt x="81" y="8711"/>
                    <a:pt x="160" y="8711"/>
                  </a:cubicBezTo>
                  <a:cubicBezTo>
                    <a:pt x="213" y="8711"/>
                    <a:pt x="266" y="8681"/>
                    <a:pt x="280" y="8612"/>
                  </a:cubicBezTo>
                  <a:cubicBezTo>
                    <a:pt x="1231" y="5795"/>
                    <a:pt x="2114" y="2976"/>
                    <a:pt x="3404" y="295"/>
                  </a:cubicBezTo>
                  <a:cubicBezTo>
                    <a:pt x="3473" y="131"/>
                    <a:pt x="3351" y="0"/>
                    <a:pt x="322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37"/>
            <p:cNvSpPr/>
            <p:nvPr/>
          </p:nvSpPr>
          <p:spPr>
            <a:xfrm>
              <a:off x="1644578" y="1697288"/>
              <a:ext cx="314311" cy="108565"/>
            </a:xfrm>
            <a:custGeom>
              <a:rect b="b" l="l" r="r" t="t"/>
              <a:pathLst>
                <a:path extrusionOk="0" h="3795" w="10987">
                  <a:moveTo>
                    <a:pt x="8818" y="1"/>
                  </a:moveTo>
                  <a:cubicBezTo>
                    <a:pt x="5740" y="1"/>
                    <a:pt x="2860" y="1745"/>
                    <a:pt x="232" y="3284"/>
                  </a:cubicBezTo>
                  <a:cubicBezTo>
                    <a:pt x="0" y="3428"/>
                    <a:pt x="139" y="3795"/>
                    <a:pt x="375" y="3795"/>
                  </a:cubicBezTo>
                  <a:cubicBezTo>
                    <a:pt x="415" y="3795"/>
                    <a:pt x="459" y="3784"/>
                    <a:pt x="504" y="3759"/>
                  </a:cubicBezTo>
                  <a:cubicBezTo>
                    <a:pt x="3452" y="2195"/>
                    <a:pt x="6158" y="550"/>
                    <a:pt x="9453" y="550"/>
                  </a:cubicBezTo>
                  <a:cubicBezTo>
                    <a:pt x="9878" y="550"/>
                    <a:pt x="10312" y="578"/>
                    <a:pt x="10758" y="636"/>
                  </a:cubicBezTo>
                  <a:cubicBezTo>
                    <a:pt x="10767" y="637"/>
                    <a:pt x="10776" y="638"/>
                    <a:pt x="10784" y="638"/>
                  </a:cubicBezTo>
                  <a:cubicBezTo>
                    <a:pt x="10964" y="638"/>
                    <a:pt x="10986" y="326"/>
                    <a:pt x="10825" y="261"/>
                  </a:cubicBezTo>
                  <a:cubicBezTo>
                    <a:pt x="10147" y="81"/>
                    <a:pt x="9478" y="1"/>
                    <a:pt x="8818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37"/>
            <p:cNvSpPr/>
            <p:nvPr/>
          </p:nvSpPr>
          <p:spPr>
            <a:xfrm>
              <a:off x="1897240" y="1765480"/>
              <a:ext cx="89055" cy="53496"/>
            </a:xfrm>
            <a:custGeom>
              <a:rect b="b" l="l" r="r" t="t"/>
              <a:pathLst>
                <a:path extrusionOk="0" h="1870" w="3113">
                  <a:moveTo>
                    <a:pt x="2725" y="1"/>
                  </a:moveTo>
                  <a:cubicBezTo>
                    <a:pt x="2696" y="1"/>
                    <a:pt x="2666" y="6"/>
                    <a:pt x="2636" y="17"/>
                  </a:cubicBezTo>
                  <a:cubicBezTo>
                    <a:pt x="1721" y="389"/>
                    <a:pt x="871" y="832"/>
                    <a:pt x="159" y="1511"/>
                  </a:cubicBezTo>
                  <a:cubicBezTo>
                    <a:pt x="0" y="1670"/>
                    <a:pt x="130" y="1870"/>
                    <a:pt x="307" y="1870"/>
                  </a:cubicBezTo>
                  <a:cubicBezTo>
                    <a:pt x="357" y="1870"/>
                    <a:pt x="411" y="1853"/>
                    <a:pt x="463" y="1815"/>
                  </a:cubicBezTo>
                  <a:cubicBezTo>
                    <a:pt x="1210" y="1272"/>
                    <a:pt x="1992" y="797"/>
                    <a:pt x="2840" y="425"/>
                  </a:cubicBezTo>
                  <a:cubicBezTo>
                    <a:pt x="3113" y="333"/>
                    <a:pt x="2954" y="1"/>
                    <a:pt x="272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37"/>
            <p:cNvSpPr/>
            <p:nvPr/>
          </p:nvSpPr>
          <p:spPr>
            <a:xfrm>
              <a:off x="2115634" y="1778324"/>
              <a:ext cx="51751" cy="40766"/>
            </a:xfrm>
            <a:custGeom>
              <a:rect b="b" l="l" r="r" t="t"/>
              <a:pathLst>
                <a:path extrusionOk="0" h="1425" w="1809">
                  <a:moveTo>
                    <a:pt x="1511" y="1"/>
                  </a:moveTo>
                  <a:cubicBezTo>
                    <a:pt x="1493" y="1"/>
                    <a:pt x="1473" y="3"/>
                    <a:pt x="1452" y="8"/>
                  </a:cubicBezTo>
                  <a:cubicBezTo>
                    <a:pt x="876" y="212"/>
                    <a:pt x="366" y="587"/>
                    <a:pt x="94" y="1130"/>
                  </a:cubicBezTo>
                  <a:cubicBezTo>
                    <a:pt x="1" y="1293"/>
                    <a:pt x="117" y="1424"/>
                    <a:pt x="253" y="1424"/>
                  </a:cubicBezTo>
                  <a:cubicBezTo>
                    <a:pt x="315" y="1424"/>
                    <a:pt x="381" y="1397"/>
                    <a:pt x="434" y="1334"/>
                  </a:cubicBezTo>
                  <a:cubicBezTo>
                    <a:pt x="705" y="926"/>
                    <a:pt x="1113" y="619"/>
                    <a:pt x="1588" y="451"/>
                  </a:cubicBezTo>
                  <a:cubicBezTo>
                    <a:pt x="1809" y="356"/>
                    <a:pt x="1738" y="1"/>
                    <a:pt x="1511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37"/>
            <p:cNvSpPr/>
            <p:nvPr/>
          </p:nvSpPr>
          <p:spPr>
            <a:xfrm>
              <a:off x="2311230" y="1829754"/>
              <a:ext cx="99640" cy="301008"/>
            </a:xfrm>
            <a:custGeom>
              <a:rect b="b" l="l" r="r" t="t"/>
              <a:pathLst>
                <a:path extrusionOk="0" h="10522" w="3483">
                  <a:moveTo>
                    <a:pt x="191" y="0"/>
                  </a:moveTo>
                  <a:cubicBezTo>
                    <a:pt x="95" y="0"/>
                    <a:pt x="1" y="100"/>
                    <a:pt x="47" y="215"/>
                  </a:cubicBezTo>
                  <a:cubicBezTo>
                    <a:pt x="1880" y="3339"/>
                    <a:pt x="1880" y="7073"/>
                    <a:pt x="3102" y="10401"/>
                  </a:cubicBezTo>
                  <a:cubicBezTo>
                    <a:pt x="3130" y="10483"/>
                    <a:pt x="3202" y="10521"/>
                    <a:pt x="3274" y="10521"/>
                  </a:cubicBezTo>
                  <a:cubicBezTo>
                    <a:pt x="3379" y="10521"/>
                    <a:pt x="3482" y="10440"/>
                    <a:pt x="3442" y="10297"/>
                  </a:cubicBezTo>
                  <a:cubicBezTo>
                    <a:pt x="2287" y="6938"/>
                    <a:pt x="2152" y="3203"/>
                    <a:pt x="318" y="79"/>
                  </a:cubicBezTo>
                  <a:cubicBezTo>
                    <a:pt x="286" y="23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37"/>
            <p:cNvSpPr/>
            <p:nvPr/>
          </p:nvSpPr>
          <p:spPr>
            <a:xfrm>
              <a:off x="1419462" y="1886734"/>
              <a:ext cx="122469" cy="237528"/>
            </a:xfrm>
            <a:custGeom>
              <a:rect b="b" l="l" r="r" t="t"/>
              <a:pathLst>
                <a:path extrusionOk="0" h="8303" w="4281">
                  <a:moveTo>
                    <a:pt x="4085" y="1"/>
                  </a:moveTo>
                  <a:cubicBezTo>
                    <a:pt x="4043" y="1"/>
                    <a:pt x="3999" y="18"/>
                    <a:pt x="3960" y="56"/>
                  </a:cubicBezTo>
                  <a:cubicBezTo>
                    <a:pt x="2227" y="2398"/>
                    <a:pt x="462" y="5217"/>
                    <a:pt x="22" y="8137"/>
                  </a:cubicBezTo>
                  <a:cubicBezTo>
                    <a:pt x="0" y="8238"/>
                    <a:pt x="65" y="8302"/>
                    <a:pt x="127" y="8302"/>
                  </a:cubicBezTo>
                  <a:cubicBezTo>
                    <a:pt x="169" y="8302"/>
                    <a:pt x="211" y="8273"/>
                    <a:pt x="225" y="8205"/>
                  </a:cubicBezTo>
                  <a:cubicBezTo>
                    <a:pt x="769" y="5149"/>
                    <a:pt x="2770" y="2840"/>
                    <a:pt x="4232" y="225"/>
                  </a:cubicBezTo>
                  <a:cubicBezTo>
                    <a:pt x="4280" y="105"/>
                    <a:pt x="4190" y="1"/>
                    <a:pt x="408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37"/>
            <p:cNvSpPr/>
            <p:nvPr/>
          </p:nvSpPr>
          <p:spPr>
            <a:xfrm>
              <a:off x="1259621" y="2297805"/>
              <a:ext cx="107049" cy="417040"/>
            </a:xfrm>
            <a:custGeom>
              <a:rect b="b" l="l" r="r" t="t"/>
              <a:pathLst>
                <a:path extrusionOk="0" h="14578" w="3742">
                  <a:moveTo>
                    <a:pt x="3444" y="0"/>
                  </a:moveTo>
                  <a:cubicBezTo>
                    <a:pt x="3371" y="0"/>
                    <a:pt x="3301" y="34"/>
                    <a:pt x="3265" y="114"/>
                  </a:cubicBezTo>
                  <a:cubicBezTo>
                    <a:pt x="992" y="4427"/>
                    <a:pt x="1196" y="9724"/>
                    <a:pt x="41" y="14341"/>
                  </a:cubicBezTo>
                  <a:cubicBezTo>
                    <a:pt x="0" y="14484"/>
                    <a:pt x="107" y="14578"/>
                    <a:pt x="214" y="14578"/>
                  </a:cubicBezTo>
                  <a:cubicBezTo>
                    <a:pt x="284" y="14578"/>
                    <a:pt x="354" y="14537"/>
                    <a:pt x="381" y="14442"/>
                  </a:cubicBezTo>
                  <a:cubicBezTo>
                    <a:pt x="1603" y="9724"/>
                    <a:pt x="1739" y="4835"/>
                    <a:pt x="3673" y="285"/>
                  </a:cubicBezTo>
                  <a:cubicBezTo>
                    <a:pt x="3741" y="127"/>
                    <a:pt x="3586" y="0"/>
                    <a:pt x="344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8" name="Google Shape;2498;p37"/>
          <p:cNvGrpSpPr/>
          <p:nvPr/>
        </p:nvGrpSpPr>
        <p:grpSpPr>
          <a:xfrm>
            <a:off x="883100" y="3160000"/>
            <a:ext cx="2051100" cy="750125"/>
            <a:chOff x="883100" y="3160000"/>
            <a:chExt cx="2051100" cy="750125"/>
          </a:xfrm>
        </p:grpSpPr>
        <p:sp>
          <p:nvSpPr>
            <p:cNvPr id="2499" name="Google Shape;2499;p37"/>
            <p:cNvSpPr txBox="1"/>
            <p:nvPr/>
          </p:nvSpPr>
          <p:spPr>
            <a:xfrm>
              <a:off x="1007401" y="3554925"/>
              <a:ext cx="18351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a gas giant and has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0" name="Google Shape;2500;p37"/>
            <p:cNvSpPr txBox="1"/>
            <p:nvPr/>
          </p:nvSpPr>
          <p:spPr>
            <a:xfrm>
              <a:off x="883100" y="3160000"/>
              <a:ext cx="2051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0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Helena Patterson</a:t>
              </a:r>
              <a:endParaRPr b="1" sz="20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38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sp>
        <p:nvSpPr>
          <p:cNvPr id="2506" name="Google Shape;2506;p38"/>
          <p:cNvSpPr/>
          <p:nvPr/>
        </p:nvSpPr>
        <p:spPr>
          <a:xfrm flipH="1">
            <a:off x="3145985" y="2616351"/>
            <a:ext cx="531993" cy="536831"/>
          </a:xfrm>
          <a:custGeom>
            <a:rect b="b" l="l" r="r" t="t"/>
            <a:pathLst>
              <a:path extrusionOk="0" h="24111" w="23891">
                <a:moveTo>
                  <a:pt x="23890" y="0"/>
                </a:moveTo>
                <a:lnTo>
                  <a:pt x="23890" y="0"/>
                </a:lnTo>
                <a:cubicBezTo>
                  <a:pt x="21355" y="221"/>
                  <a:pt x="18820" y="469"/>
                  <a:pt x="16313" y="469"/>
                </a:cubicBezTo>
                <a:cubicBezTo>
                  <a:pt x="16643" y="799"/>
                  <a:pt x="17002" y="1268"/>
                  <a:pt x="17332" y="1598"/>
                </a:cubicBezTo>
                <a:cubicBezTo>
                  <a:pt x="17691" y="1957"/>
                  <a:pt x="18021" y="2287"/>
                  <a:pt x="18131" y="2756"/>
                </a:cubicBezTo>
                <a:cubicBezTo>
                  <a:pt x="18242" y="2866"/>
                  <a:pt x="18379" y="3086"/>
                  <a:pt x="18131" y="3334"/>
                </a:cubicBezTo>
                <a:cubicBezTo>
                  <a:pt x="16643" y="4822"/>
                  <a:pt x="14797" y="6090"/>
                  <a:pt x="13199" y="7578"/>
                </a:cubicBezTo>
                <a:cubicBezTo>
                  <a:pt x="12400" y="8377"/>
                  <a:pt x="11821" y="9176"/>
                  <a:pt x="10664" y="9534"/>
                </a:cubicBezTo>
                <a:cubicBezTo>
                  <a:pt x="10090" y="9693"/>
                  <a:pt x="9454" y="9751"/>
                  <a:pt x="8802" y="9751"/>
                </a:cubicBezTo>
                <a:cubicBezTo>
                  <a:pt x="7640" y="9751"/>
                  <a:pt x="6425" y="9565"/>
                  <a:pt x="5401" y="9424"/>
                </a:cubicBezTo>
                <a:cubicBezTo>
                  <a:pt x="3555" y="9176"/>
                  <a:pt x="1709" y="9066"/>
                  <a:pt x="1" y="8845"/>
                </a:cubicBezTo>
                <a:lnTo>
                  <a:pt x="1" y="8845"/>
                </a:lnTo>
                <a:cubicBezTo>
                  <a:pt x="111" y="9975"/>
                  <a:pt x="111" y="11132"/>
                  <a:pt x="111" y="12179"/>
                </a:cubicBezTo>
                <a:cubicBezTo>
                  <a:pt x="111" y="13309"/>
                  <a:pt x="331" y="14466"/>
                  <a:pt x="111" y="15486"/>
                </a:cubicBezTo>
                <a:cubicBezTo>
                  <a:pt x="1957" y="15265"/>
                  <a:pt x="3665" y="15045"/>
                  <a:pt x="5401" y="14797"/>
                </a:cubicBezTo>
                <a:cubicBezTo>
                  <a:pt x="6514" y="14643"/>
                  <a:pt x="7853" y="14437"/>
                  <a:pt x="9104" y="14437"/>
                </a:cubicBezTo>
                <a:cubicBezTo>
                  <a:pt x="9650" y="14437"/>
                  <a:pt x="10179" y="14476"/>
                  <a:pt x="10664" y="14576"/>
                </a:cubicBezTo>
                <a:cubicBezTo>
                  <a:pt x="11821" y="14935"/>
                  <a:pt x="12400" y="15844"/>
                  <a:pt x="13199" y="16533"/>
                </a:cubicBezTo>
                <a:cubicBezTo>
                  <a:pt x="14797" y="18021"/>
                  <a:pt x="16643" y="19288"/>
                  <a:pt x="18131" y="20886"/>
                </a:cubicBezTo>
                <a:cubicBezTo>
                  <a:pt x="18379" y="20997"/>
                  <a:pt x="18242" y="21245"/>
                  <a:pt x="18131" y="21355"/>
                </a:cubicBezTo>
                <a:cubicBezTo>
                  <a:pt x="18021" y="21823"/>
                  <a:pt x="17691" y="22264"/>
                  <a:pt x="17332" y="22512"/>
                </a:cubicBezTo>
                <a:cubicBezTo>
                  <a:pt x="17002" y="22953"/>
                  <a:pt x="16643" y="23311"/>
                  <a:pt x="16313" y="23642"/>
                </a:cubicBezTo>
                <a:cubicBezTo>
                  <a:pt x="18820" y="23642"/>
                  <a:pt x="21355" y="24000"/>
                  <a:pt x="23890" y="24110"/>
                </a:cubicBezTo>
                <a:cubicBezTo>
                  <a:pt x="23642" y="21575"/>
                  <a:pt x="23201" y="18930"/>
                  <a:pt x="23201" y="16423"/>
                </a:cubicBezTo>
                <a:cubicBezTo>
                  <a:pt x="22953" y="16753"/>
                  <a:pt x="22623" y="17111"/>
                  <a:pt x="22265" y="17552"/>
                </a:cubicBezTo>
                <a:cubicBezTo>
                  <a:pt x="21934" y="17910"/>
                  <a:pt x="21576" y="18489"/>
                  <a:pt x="21135" y="18820"/>
                </a:cubicBezTo>
                <a:lnTo>
                  <a:pt x="20997" y="18820"/>
                </a:lnTo>
                <a:cubicBezTo>
                  <a:pt x="20887" y="18820"/>
                  <a:pt x="20777" y="18820"/>
                  <a:pt x="20666" y="18710"/>
                </a:cubicBezTo>
                <a:cubicBezTo>
                  <a:pt x="19509" y="18131"/>
                  <a:pt x="18600" y="16753"/>
                  <a:pt x="17801" y="15844"/>
                </a:cubicBezTo>
                <a:cubicBezTo>
                  <a:pt x="16754" y="14687"/>
                  <a:pt x="15486" y="13667"/>
                  <a:pt x="14687" y="12400"/>
                </a:cubicBezTo>
                <a:cubicBezTo>
                  <a:pt x="14577" y="12289"/>
                  <a:pt x="14467" y="12179"/>
                  <a:pt x="14577" y="12041"/>
                </a:cubicBezTo>
                <a:cubicBezTo>
                  <a:pt x="14467" y="11931"/>
                  <a:pt x="14577" y="11821"/>
                  <a:pt x="14687" y="11821"/>
                </a:cubicBezTo>
                <a:cubicBezTo>
                  <a:pt x="15486" y="10553"/>
                  <a:pt x="16754" y="9424"/>
                  <a:pt x="17801" y="8377"/>
                </a:cubicBezTo>
                <a:cubicBezTo>
                  <a:pt x="18600" y="7467"/>
                  <a:pt x="19509" y="5979"/>
                  <a:pt x="20666" y="5401"/>
                </a:cubicBezTo>
                <a:cubicBezTo>
                  <a:pt x="20777" y="5401"/>
                  <a:pt x="20887" y="5291"/>
                  <a:pt x="20997" y="5291"/>
                </a:cubicBezTo>
                <a:lnTo>
                  <a:pt x="21135" y="5401"/>
                </a:lnTo>
                <a:cubicBezTo>
                  <a:pt x="21576" y="5731"/>
                  <a:pt x="21934" y="6200"/>
                  <a:pt x="22265" y="6668"/>
                </a:cubicBezTo>
                <a:cubicBezTo>
                  <a:pt x="22623" y="6999"/>
                  <a:pt x="22953" y="7357"/>
                  <a:pt x="23201" y="7688"/>
                </a:cubicBezTo>
                <a:cubicBezTo>
                  <a:pt x="23201" y="5153"/>
                  <a:pt x="23642" y="2535"/>
                  <a:pt x="23890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38"/>
          <p:cNvSpPr/>
          <p:nvPr/>
        </p:nvSpPr>
        <p:spPr>
          <a:xfrm flipH="1">
            <a:off x="3055310" y="2619784"/>
            <a:ext cx="567576" cy="573057"/>
          </a:xfrm>
          <a:custGeom>
            <a:rect b="b" l="l" r="r" t="t"/>
            <a:pathLst>
              <a:path extrusionOk="0" h="25738" w="25489">
                <a:moveTo>
                  <a:pt x="24689" y="799"/>
                </a:moveTo>
                <a:lnTo>
                  <a:pt x="24689" y="799"/>
                </a:lnTo>
                <a:cubicBezTo>
                  <a:pt x="24441" y="3334"/>
                  <a:pt x="24000" y="5952"/>
                  <a:pt x="24000" y="8487"/>
                </a:cubicBezTo>
                <a:cubicBezTo>
                  <a:pt x="23752" y="8156"/>
                  <a:pt x="23422" y="7798"/>
                  <a:pt x="23064" y="7467"/>
                </a:cubicBezTo>
                <a:cubicBezTo>
                  <a:pt x="22733" y="6999"/>
                  <a:pt x="22375" y="6530"/>
                  <a:pt x="21934" y="6200"/>
                </a:cubicBezTo>
                <a:lnTo>
                  <a:pt x="21796" y="6090"/>
                </a:lnTo>
                <a:cubicBezTo>
                  <a:pt x="21686" y="6090"/>
                  <a:pt x="21576" y="6200"/>
                  <a:pt x="21465" y="6200"/>
                </a:cubicBezTo>
                <a:cubicBezTo>
                  <a:pt x="20308" y="6778"/>
                  <a:pt x="19399" y="8266"/>
                  <a:pt x="18600" y="9176"/>
                </a:cubicBezTo>
                <a:cubicBezTo>
                  <a:pt x="17553" y="10223"/>
                  <a:pt x="16285" y="11352"/>
                  <a:pt x="15486" y="12620"/>
                </a:cubicBezTo>
                <a:cubicBezTo>
                  <a:pt x="15376" y="12620"/>
                  <a:pt x="15266" y="12730"/>
                  <a:pt x="15376" y="12840"/>
                </a:cubicBezTo>
                <a:cubicBezTo>
                  <a:pt x="15266" y="12978"/>
                  <a:pt x="15376" y="13088"/>
                  <a:pt x="15486" y="13199"/>
                </a:cubicBezTo>
                <a:cubicBezTo>
                  <a:pt x="16285" y="14466"/>
                  <a:pt x="17553" y="15486"/>
                  <a:pt x="18600" y="16643"/>
                </a:cubicBezTo>
                <a:cubicBezTo>
                  <a:pt x="19399" y="17552"/>
                  <a:pt x="20308" y="18930"/>
                  <a:pt x="21465" y="19509"/>
                </a:cubicBezTo>
                <a:cubicBezTo>
                  <a:pt x="21576" y="19619"/>
                  <a:pt x="21686" y="19619"/>
                  <a:pt x="21796" y="19619"/>
                </a:cubicBezTo>
                <a:lnTo>
                  <a:pt x="21934" y="19619"/>
                </a:lnTo>
                <a:cubicBezTo>
                  <a:pt x="22375" y="19288"/>
                  <a:pt x="22733" y="18709"/>
                  <a:pt x="23064" y="18351"/>
                </a:cubicBezTo>
                <a:cubicBezTo>
                  <a:pt x="23422" y="17910"/>
                  <a:pt x="23752" y="17552"/>
                  <a:pt x="24000" y="17222"/>
                </a:cubicBezTo>
                <a:cubicBezTo>
                  <a:pt x="24000" y="19729"/>
                  <a:pt x="24441" y="22374"/>
                  <a:pt x="24689" y="24909"/>
                </a:cubicBezTo>
                <a:cubicBezTo>
                  <a:pt x="22154" y="24799"/>
                  <a:pt x="19619" y="24441"/>
                  <a:pt x="17112" y="24441"/>
                </a:cubicBezTo>
                <a:cubicBezTo>
                  <a:pt x="17442" y="24110"/>
                  <a:pt x="17801" y="23752"/>
                  <a:pt x="18131" y="23311"/>
                </a:cubicBezTo>
                <a:cubicBezTo>
                  <a:pt x="18490" y="23063"/>
                  <a:pt x="18820" y="22622"/>
                  <a:pt x="18930" y="22154"/>
                </a:cubicBezTo>
                <a:cubicBezTo>
                  <a:pt x="19041" y="22044"/>
                  <a:pt x="19178" y="21796"/>
                  <a:pt x="18930" y="21685"/>
                </a:cubicBezTo>
                <a:cubicBezTo>
                  <a:pt x="17442" y="20087"/>
                  <a:pt x="15596" y="18820"/>
                  <a:pt x="13998" y="17332"/>
                </a:cubicBezTo>
                <a:cubicBezTo>
                  <a:pt x="13199" y="16643"/>
                  <a:pt x="12620" y="15734"/>
                  <a:pt x="11463" y="15375"/>
                </a:cubicBezTo>
                <a:cubicBezTo>
                  <a:pt x="10978" y="15275"/>
                  <a:pt x="10449" y="15236"/>
                  <a:pt x="9903" y="15236"/>
                </a:cubicBezTo>
                <a:cubicBezTo>
                  <a:pt x="8652" y="15236"/>
                  <a:pt x="7313" y="15442"/>
                  <a:pt x="6200" y="15596"/>
                </a:cubicBezTo>
                <a:cubicBezTo>
                  <a:pt x="4464" y="15844"/>
                  <a:pt x="2756" y="16064"/>
                  <a:pt x="910" y="16285"/>
                </a:cubicBezTo>
                <a:cubicBezTo>
                  <a:pt x="1130" y="15265"/>
                  <a:pt x="910" y="14108"/>
                  <a:pt x="910" y="12978"/>
                </a:cubicBezTo>
                <a:cubicBezTo>
                  <a:pt x="910" y="11931"/>
                  <a:pt x="910" y="10774"/>
                  <a:pt x="800" y="9644"/>
                </a:cubicBezTo>
                <a:lnTo>
                  <a:pt x="800" y="9644"/>
                </a:lnTo>
                <a:cubicBezTo>
                  <a:pt x="2508" y="9865"/>
                  <a:pt x="4354" y="9975"/>
                  <a:pt x="6200" y="10223"/>
                </a:cubicBezTo>
                <a:cubicBezTo>
                  <a:pt x="7224" y="10364"/>
                  <a:pt x="8439" y="10550"/>
                  <a:pt x="9601" y="10550"/>
                </a:cubicBezTo>
                <a:cubicBezTo>
                  <a:pt x="10253" y="10550"/>
                  <a:pt x="10889" y="10492"/>
                  <a:pt x="11463" y="10333"/>
                </a:cubicBezTo>
                <a:cubicBezTo>
                  <a:pt x="12620" y="9975"/>
                  <a:pt x="13199" y="9176"/>
                  <a:pt x="13998" y="8377"/>
                </a:cubicBezTo>
                <a:cubicBezTo>
                  <a:pt x="15596" y="6889"/>
                  <a:pt x="17442" y="5621"/>
                  <a:pt x="18930" y="4133"/>
                </a:cubicBezTo>
                <a:cubicBezTo>
                  <a:pt x="19178" y="3885"/>
                  <a:pt x="19041" y="3665"/>
                  <a:pt x="18930" y="3555"/>
                </a:cubicBezTo>
                <a:cubicBezTo>
                  <a:pt x="18820" y="3086"/>
                  <a:pt x="18490" y="2756"/>
                  <a:pt x="18131" y="2397"/>
                </a:cubicBezTo>
                <a:cubicBezTo>
                  <a:pt x="17801" y="2067"/>
                  <a:pt x="17442" y="1598"/>
                  <a:pt x="17112" y="1268"/>
                </a:cubicBezTo>
                <a:cubicBezTo>
                  <a:pt x="19619" y="1268"/>
                  <a:pt x="22154" y="1020"/>
                  <a:pt x="24689" y="799"/>
                </a:cubicBezTo>
                <a:close/>
                <a:moveTo>
                  <a:pt x="25130" y="0"/>
                </a:moveTo>
                <a:cubicBezTo>
                  <a:pt x="22264" y="221"/>
                  <a:pt x="19289" y="331"/>
                  <a:pt x="16533" y="799"/>
                </a:cubicBezTo>
                <a:cubicBezTo>
                  <a:pt x="16285" y="799"/>
                  <a:pt x="15955" y="1130"/>
                  <a:pt x="16175" y="1378"/>
                </a:cubicBezTo>
                <a:cubicBezTo>
                  <a:pt x="16533" y="1819"/>
                  <a:pt x="17112" y="2287"/>
                  <a:pt x="17553" y="2756"/>
                </a:cubicBezTo>
                <a:cubicBezTo>
                  <a:pt x="17801" y="2976"/>
                  <a:pt x="18021" y="3444"/>
                  <a:pt x="18242" y="3665"/>
                </a:cubicBezTo>
                <a:cubicBezTo>
                  <a:pt x="16974" y="4354"/>
                  <a:pt x="15955" y="5401"/>
                  <a:pt x="14907" y="6310"/>
                </a:cubicBezTo>
                <a:cubicBezTo>
                  <a:pt x="13309" y="7688"/>
                  <a:pt x="12290" y="9286"/>
                  <a:pt x="10086" y="9534"/>
                </a:cubicBezTo>
                <a:cubicBezTo>
                  <a:pt x="9625" y="9582"/>
                  <a:pt x="9166" y="9601"/>
                  <a:pt x="8709" y="9601"/>
                </a:cubicBezTo>
                <a:cubicBezTo>
                  <a:pt x="6573" y="9601"/>
                  <a:pt x="4463" y="9173"/>
                  <a:pt x="2329" y="9173"/>
                </a:cubicBezTo>
                <a:cubicBezTo>
                  <a:pt x="1748" y="9173"/>
                  <a:pt x="1165" y="9205"/>
                  <a:pt x="579" y="9286"/>
                </a:cubicBezTo>
                <a:cubicBezTo>
                  <a:pt x="579" y="9286"/>
                  <a:pt x="442" y="9286"/>
                  <a:pt x="442" y="9396"/>
                </a:cubicBezTo>
                <a:cubicBezTo>
                  <a:pt x="221" y="10553"/>
                  <a:pt x="221" y="11821"/>
                  <a:pt x="221" y="12978"/>
                </a:cubicBezTo>
                <a:cubicBezTo>
                  <a:pt x="221" y="14108"/>
                  <a:pt x="1" y="15486"/>
                  <a:pt x="442" y="16643"/>
                </a:cubicBezTo>
                <a:cubicBezTo>
                  <a:pt x="442" y="16721"/>
                  <a:pt x="621" y="16799"/>
                  <a:pt x="765" y="16799"/>
                </a:cubicBezTo>
                <a:cubicBezTo>
                  <a:pt x="824" y="16799"/>
                  <a:pt x="878" y="16785"/>
                  <a:pt x="910" y="16753"/>
                </a:cubicBezTo>
                <a:cubicBezTo>
                  <a:pt x="1285" y="16798"/>
                  <a:pt x="1661" y="16818"/>
                  <a:pt x="2040" y="16818"/>
                </a:cubicBezTo>
                <a:cubicBezTo>
                  <a:pt x="4316" y="16818"/>
                  <a:pt x="6660" y="16119"/>
                  <a:pt x="8998" y="16119"/>
                </a:cubicBezTo>
                <a:cubicBezTo>
                  <a:pt x="9361" y="16119"/>
                  <a:pt x="9723" y="16136"/>
                  <a:pt x="10086" y="16174"/>
                </a:cubicBezTo>
                <a:cubicBezTo>
                  <a:pt x="12152" y="16533"/>
                  <a:pt x="13089" y="17910"/>
                  <a:pt x="14577" y="19178"/>
                </a:cubicBezTo>
                <a:cubicBezTo>
                  <a:pt x="15734" y="20197"/>
                  <a:pt x="16864" y="21355"/>
                  <a:pt x="18242" y="22154"/>
                </a:cubicBezTo>
                <a:cubicBezTo>
                  <a:pt x="18021" y="22374"/>
                  <a:pt x="17801" y="22732"/>
                  <a:pt x="17553" y="22953"/>
                </a:cubicBezTo>
                <a:cubicBezTo>
                  <a:pt x="17112" y="23421"/>
                  <a:pt x="16533" y="23862"/>
                  <a:pt x="16175" y="24441"/>
                </a:cubicBezTo>
                <a:cubicBezTo>
                  <a:pt x="15985" y="24655"/>
                  <a:pt x="16205" y="24931"/>
                  <a:pt x="16429" y="24931"/>
                </a:cubicBezTo>
                <a:cubicBezTo>
                  <a:pt x="16464" y="24931"/>
                  <a:pt x="16499" y="24924"/>
                  <a:pt x="16533" y="24909"/>
                </a:cubicBezTo>
                <a:cubicBezTo>
                  <a:pt x="19289" y="25488"/>
                  <a:pt x="22264" y="25488"/>
                  <a:pt x="25130" y="25708"/>
                </a:cubicBezTo>
                <a:cubicBezTo>
                  <a:pt x="25176" y="25728"/>
                  <a:pt x="25216" y="25738"/>
                  <a:pt x="25253" y="25738"/>
                </a:cubicBezTo>
                <a:cubicBezTo>
                  <a:pt x="25415" y="25738"/>
                  <a:pt x="25488" y="25558"/>
                  <a:pt x="25488" y="25378"/>
                </a:cubicBezTo>
                <a:cubicBezTo>
                  <a:pt x="25378" y="22622"/>
                  <a:pt x="25240" y="19729"/>
                  <a:pt x="24689" y="16974"/>
                </a:cubicBezTo>
                <a:cubicBezTo>
                  <a:pt x="24689" y="16753"/>
                  <a:pt x="24551" y="16753"/>
                  <a:pt x="24441" y="16643"/>
                </a:cubicBezTo>
                <a:cubicBezTo>
                  <a:pt x="24368" y="16643"/>
                  <a:pt x="24343" y="16594"/>
                  <a:pt x="24302" y="16594"/>
                </a:cubicBezTo>
                <a:cubicBezTo>
                  <a:pt x="24282" y="16594"/>
                  <a:pt x="24258" y="16606"/>
                  <a:pt x="24221" y="16643"/>
                </a:cubicBezTo>
                <a:cubicBezTo>
                  <a:pt x="23752" y="16863"/>
                  <a:pt x="23174" y="17222"/>
                  <a:pt x="22843" y="17662"/>
                </a:cubicBezTo>
                <a:cubicBezTo>
                  <a:pt x="22485" y="18021"/>
                  <a:pt x="22154" y="18489"/>
                  <a:pt x="21686" y="18820"/>
                </a:cubicBezTo>
                <a:cubicBezTo>
                  <a:pt x="21107" y="17800"/>
                  <a:pt x="19977" y="16863"/>
                  <a:pt x="19178" y="16064"/>
                </a:cubicBezTo>
                <a:cubicBezTo>
                  <a:pt x="18242" y="15045"/>
                  <a:pt x="17222" y="13777"/>
                  <a:pt x="16175" y="12840"/>
                </a:cubicBezTo>
                <a:cubicBezTo>
                  <a:pt x="17222" y="12041"/>
                  <a:pt x="18242" y="10774"/>
                  <a:pt x="19178" y="9754"/>
                </a:cubicBezTo>
                <a:cubicBezTo>
                  <a:pt x="19977" y="8955"/>
                  <a:pt x="21107" y="8018"/>
                  <a:pt x="21686" y="6999"/>
                </a:cubicBezTo>
                <a:cubicBezTo>
                  <a:pt x="22154" y="7330"/>
                  <a:pt x="22485" y="7798"/>
                  <a:pt x="22843" y="8156"/>
                </a:cubicBezTo>
                <a:cubicBezTo>
                  <a:pt x="23174" y="8487"/>
                  <a:pt x="23752" y="8845"/>
                  <a:pt x="24221" y="9176"/>
                </a:cubicBezTo>
                <a:cubicBezTo>
                  <a:pt x="24331" y="9176"/>
                  <a:pt x="24331" y="9176"/>
                  <a:pt x="24441" y="9065"/>
                </a:cubicBezTo>
                <a:cubicBezTo>
                  <a:pt x="24551" y="9065"/>
                  <a:pt x="24689" y="8955"/>
                  <a:pt x="24689" y="8845"/>
                </a:cubicBezTo>
                <a:cubicBezTo>
                  <a:pt x="25240" y="6090"/>
                  <a:pt x="25378" y="3196"/>
                  <a:pt x="25488" y="331"/>
                </a:cubicBezTo>
                <a:cubicBezTo>
                  <a:pt x="25488" y="221"/>
                  <a:pt x="25378" y="0"/>
                  <a:pt x="2513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38"/>
          <p:cNvSpPr/>
          <p:nvPr/>
        </p:nvSpPr>
        <p:spPr>
          <a:xfrm>
            <a:off x="3526664" y="1794422"/>
            <a:ext cx="2090846" cy="1971655"/>
          </a:xfrm>
          <a:custGeom>
            <a:rect b="b" l="l" r="r" t="t"/>
            <a:pathLst>
              <a:path extrusionOk="0" h="46766" w="49599">
                <a:moveTo>
                  <a:pt x="4024" y="1652"/>
                </a:moveTo>
                <a:lnTo>
                  <a:pt x="4024" y="2671"/>
                </a:lnTo>
                <a:cubicBezTo>
                  <a:pt x="3445" y="3030"/>
                  <a:pt x="2866" y="3498"/>
                  <a:pt x="2315" y="3939"/>
                </a:cubicBezTo>
                <a:cubicBezTo>
                  <a:pt x="1737" y="4297"/>
                  <a:pt x="1268" y="4738"/>
                  <a:pt x="800" y="5096"/>
                </a:cubicBezTo>
                <a:cubicBezTo>
                  <a:pt x="800" y="4876"/>
                  <a:pt x="690" y="4518"/>
                  <a:pt x="690" y="4187"/>
                </a:cubicBezTo>
                <a:lnTo>
                  <a:pt x="800" y="4187"/>
                </a:lnTo>
                <a:cubicBezTo>
                  <a:pt x="1489" y="3829"/>
                  <a:pt x="2067" y="3030"/>
                  <a:pt x="2756" y="2561"/>
                </a:cubicBezTo>
                <a:cubicBezTo>
                  <a:pt x="3224" y="2341"/>
                  <a:pt x="3693" y="1983"/>
                  <a:pt x="4024" y="1652"/>
                </a:cubicBezTo>
                <a:close/>
                <a:moveTo>
                  <a:pt x="4024" y="3140"/>
                </a:moveTo>
                <a:lnTo>
                  <a:pt x="4024" y="4407"/>
                </a:lnTo>
                <a:cubicBezTo>
                  <a:pt x="3445" y="4738"/>
                  <a:pt x="3004" y="5206"/>
                  <a:pt x="2425" y="5675"/>
                </a:cubicBezTo>
                <a:cubicBezTo>
                  <a:pt x="1957" y="6006"/>
                  <a:pt x="1489" y="6364"/>
                  <a:pt x="1048" y="6805"/>
                </a:cubicBezTo>
                <a:cubicBezTo>
                  <a:pt x="937" y="6364"/>
                  <a:pt x="937" y="5895"/>
                  <a:pt x="800" y="5427"/>
                </a:cubicBezTo>
                <a:cubicBezTo>
                  <a:pt x="1489" y="4986"/>
                  <a:pt x="2067" y="4518"/>
                  <a:pt x="2646" y="4049"/>
                </a:cubicBezTo>
                <a:cubicBezTo>
                  <a:pt x="3114" y="3719"/>
                  <a:pt x="3555" y="3498"/>
                  <a:pt x="4024" y="3140"/>
                </a:cubicBezTo>
                <a:close/>
                <a:moveTo>
                  <a:pt x="4024" y="4876"/>
                </a:moveTo>
                <a:lnTo>
                  <a:pt x="4024" y="6364"/>
                </a:lnTo>
                <a:cubicBezTo>
                  <a:pt x="3114" y="6942"/>
                  <a:pt x="2177" y="7741"/>
                  <a:pt x="1268" y="8430"/>
                </a:cubicBezTo>
                <a:cubicBezTo>
                  <a:pt x="1158" y="8541"/>
                  <a:pt x="1268" y="8651"/>
                  <a:pt x="1378" y="8651"/>
                </a:cubicBezTo>
                <a:cubicBezTo>
                  <a:pt x="2177" y="8072"/>
                  <a:pt x="3224" y="7493"/>
                  <a:pt x="4024" y="6805"/>
                </a:cubicBezTo>
                <a:cubicBezTo>
                  <a:pt x="4024" y="7163"/>
                  <a:pt x="4134" y="7493"/>
                  <a:pt x="4134" y="7741"/>
                </a:cubicBezTo>
                <a:cubicBezTo>
                  <a:pt x="3693" y="8072"/>
                  <a:pt x="3224" y="8430"/>
                  <a:pt x="2866" y="8761"/>
                </a:cubicBezTo>
                <a:cubicBezTo>
                  <a:pt x="2315" y="9229"/>
                  <a:pt x="1847" y="9698"/>
                  <a:pt x="1268" y="10028"/>
                </a:cubicBezTo>
                <a:cubicBezTo>
                  <a:pt x="1158" y="9119"/>
                  <a:pt x="1158" y="8072"/>
                  <a:pt x="1048" y="7053"/>
                </a:cubicBezTo>
                <a:cubicBezTo>
                  <a:pt x="1626" y="6584"/>
                  <a:pt x="2177" y="6253"/>
                  <a:pt x="2756" y="5785"/>
                </a:cubicBezTo>
                <a:cubicBezTo>
                  <a:pt x="3224" y="5427"/>
                  <a:pt x="3693" y="5206"/>
                  <a:pt x="4024" y="4876"/>
                </a:cubicBezTo>
                <a:close/>
                <a:moveTo>
                  <a:pt x="4134" y="8182"/>
                </a:moveTo>
                <a:lnTo>
                  <a:pt x="4134" y="9229"/>
                </a:lnTo>
                <a:cubicBezTo>
                  <a:pt x="3114" y="9808"/>
                  <a:pt x="2315" y="10607"/>
                  <a:pt x="1378" y="11406"/>
                </a:cubicBezTo>
                <a:cubicBezTo>
                  <a:pt x="1378" y="11075"/>
                  <a:pt x="1268" y="10717"/>
                  <a:pt x="1268" y="10387"/>
                </a:cubicBezTo>
                <a:cubicBezTo>
                  <a:pt x="1847" y="9918"/>
                  <a:pt x="2315" y="9560"/>
                  <a:pt x="2866" y="9119"/>
                </a:cubicBezTo>
                <a:cubicBezTo>
                  <a:pt x="3224" y="8871"/>
                  <a:pt x="3693" y="8541"/>
                  <a:pt x="4134" y="8182"/>
                </a:cubicBezTo>
                <a:close/>
                <a:moveTo>
                  <a:pt x="4134" y="9560"/>
                </a:moveTo>
                <a:cubicBezTo>
                  <a:pt x="4134" y="10028"/>
                  <a:pt x="4134" y="10497"/>
                  <a:pt x="4244" y="10938"/>
                </a:cubicBezTo>
                <a:cubicBezTo>
                  <a:pt x="3693" y="11296"/>
                  <a:pt x="3224" y="11627"/>
                  <a:pt x="2646" y="11985"/>
                </a:cubicBezTo>
                <a:cubicBezTo>
                  <a:pt x="2315" y="12315"/>
                  <a:pt x="1847" y="12674"/>
                  <a:pt x="1489" y="12894"/>
                </a:cubicBezTo>
                <a:cubicBezTo>
                  <a:pt x="1489" y="12563"/>
                  <a:pt x="1378" y="12095"/>
                  <a:pt x="1378" y="11627"/>
                </a:cubicBezTo>
                <a:cubicBezTo>
                  <a:pt x="2315" y="11075"/>
                  <a:pt x="3335" y="10387"/>
                  <a:pt x="4134" y="9560"/>
                </a:cubicBezTo>
                <a:close/>
                <a:moveTo>
                  <a:pt x="4244" y="11296"/>
                </a:moveTo>
                <a:lnTo>
                  <a:pt x="4244" y="12784"/>
                </a:lnTo>
                <a:cubicBezTo>
                  <a:pt x="3913" y="13004"/>
                  <a:pt x="3555" y="13362"/>
                  <a:pt x="3114" y="13693"/>
                </a:cubicBezTo>
                <a:cubicBezTo>
                  <a:pt x="2646" y="14051"/>
                  <a:pt x="2067" y="14382"/>
                  <a:pt x="1626" y="14740"/>
                </a:cubicBezTo>
                <a:cubicBezTo>
                  <a:pt x="1626" y="14272"/>
                  <a:pt x="1489" y="13693"/>
                  <a:pt x="1489" y="13252"/>
                </a:cubicBezTo>
                <a:cubicBezTo>
                  <a:pt x="1957" y="12894"/>
                  <a:pt x="2425" y="12563"/>
                  <a:pt x="3004" y="12205"/>
                </a:cubicBezTo>
                <a:cubicBezTo>
                  <a:pt x="3335" y="11875"/>
                  <a:pt x="3803" y="11627"/>
                  <a:pt x="4244" y="11296"/>
                </a:cubicBezTo>
                <a:close/>
                <a:moveTo>
                  <a:pt x="4244" y="13252"/>
                </a:moveTo>
                <a:cubicBezTo>
                  <a:pt x="4382" y="13583"/>
                  <a:pt x="4382" y="13941"/>
                  <a:pt x="4382" y="14272"/>
                </a:cubicBezTo>
                <a:cubicBezTo>
                  <a:pt x="3335" y="14740"/>
                  <a:pt x="2536" y="15429"/>
                  <a:pt x="1737" y="16118"/>
                </a:cubicBezTo>
                <a:cubicBezTo>
                  <a:pt x="1626" y="15760"/>
                  <a:pt x="1626" y="15429"/>
                  <a:pt x="1626" y="15071"/>
                </a:cubicBezTo>
                <a:cubicBezTo>
                  <a:pt x="2315" y="14630"/>
                  <a:pt x="2866" y="14272"/>
                  <a:pt x="3445" y="13831"/>
                </a:cubicBezTo>
                <a:cubicBezTo>
                  <a:pt x="3803" y="13583"/>
                  <a:pt x="4024" y="13473"/>
                  <a:pt x="4244" y="13252"/>
                </a:cubicBezTo>
                <a:close/>
                <a:moveTo>
                  <a:pt x="4382" y="14630"/>
                </a:moveTo>
                <a:cubicBezTo>
                  <a:pt x="4382" y="15209"/>
                  <a:pt x="4382" y="15649"/>
                  <a:pt x="4492" y="16228"/>
                </a:cubicBezTo>
                <a:cubicBezTo>
                  <a:pt x="3555" y="16807"/>
                  <a:pt x="2646" y="17385"/>
                  <a:pt x="1737" y="17964"/>
                </a:cubicBezTo>
                <a:lnTo>
                  <a:pt x="1737" y="16449"/>
                </a:lnTo>
                <a:cubicBezTo>
                  <a:pt x="2536" y="15760"/>
                  <a:pt x="3555" y="15319"/>
                  <a:pt x="4382" y="14630"/>
                </a:cubicBezTo>
                <a:close/>
                <a:moveTo>
                  <a:pt x="4492" y="16697"/>
                </a:moveTo>
                <a:lnTo>
                  <a:pt x="4492" y="17716"/>
                </a:lnTo>
                <a:cubicBezTo>
                  <a:pt x="4134" y="17826"/>
                  <a:pt x="3693" y="18184"/>
                  <a:pt x="3335" y="18405"/>
                </a:cubicBezTo>
                <a:cubicBezTo>
                  <a:pt x="2866" y="18763"/>
                  <a:pt x="2315" y="18984"/>
                  <a:pt x="1847" y="19342"/>
                </a:cubicBezTo>
                <a:lnTo>
                  <a:pt x="1847" y="18184"/>
                </a:lnTo>
                <a:cubicBezTo>
                  <a:pt x="2646" y="17716"/>
                  <a:pt x="3693" y="17275"/>
                  <a:pt x="4492" y="16697"/>
                </a:cubicBezTo>
                <a:close/>
                <a:moveTo>
                  <a:pt x="4602" y="17964"/>
                </a:moveTo>
                <a:lnTo>
                  <a:pt x="4602" y="19204"/>
                </a:lnTo>
                <a:cubicBezTo>
                  <a:pt x="4244" y="19342"/>
                  <a:pt x="3803" y="19672"/>
                  <a:pt x="3445" y="19893"/>
                </a:cubicBezTo>
                <a:cubicBezTo>
                  <a:pt x="3004" y="20251"/>
                  <a:pt x="2425" y="20719"/>
                  <a:pt x="1957" y="21050"/>
                </a:cubicBezTo>
                <a:cubicBezTo>
                  <a:pt x="1957" y="20582"/>
                  <a:pt x="1957" y="20031"/>
                  <a:pt x="1847" y="19562"/>
                </a:cubicBezTo>
                <a:cubicBezTo>
                  <a:pt x="2425" y="19342"/>
                  <a:pt x="3004" y="18984"/>
                  <a:pt x="3445" y="18653"/>
                </a:cubicBezTo>
                <a:cubicBezTo>
                  <a:pt x="3803" y="18405"/>
                  <a:pt x="4244" y="18295"/>
                  <a:pt x="4602" y="17964"/>
                </a:cubicBezTo>
                <a:close/>
                <a:moveTo>
                  <a:pt x="4602" y="19562"/>
                </a:moveTo>
                <a:cubicBezTo>
                  <a:pt x="4712" y="20031"/>
                  <a:pt x="4712" y="20471"/>
                  <a:pt x="4712" y="20940"/>
                </a:cubicBezTo>
                <a:cubicBezTo>
                  <a:pt x="3913" y="21519"/>
                  <a:pt x="3224" y="22207"/>
                  <a:pt x="2425" y="22648"/>
                </a:cubicBezTo>
                <a:cubicBezTo>
                  <a:pt x="2177" y="22648"/>
                  <a:pt x="2425" y="22896"/>
                  <a:pt x="2536" y="22896"/>
                </a:cubicBezTo>
                <a:cubicBezTo>
                  <a:pt x="3224" y="22428"/>
                  <a:pt x="4134" y="21959"/>
                  <a:pt x="4823" y="21271"/>
                </a:cubicBezTo>
                <a:lnTo>
                  <a:pt x="4823" y="22318"/>
                </a:lnTo>
                <a:cubicBezTo>
                  <a:pt x="4492" y="22538"/>
                  <a:pt x="4134" y="22896"/>
                  <a:pt x="3803" y="23117"/>
                </a:cubicBezTo>
                <a:cubicBezTo>
                  <a:pt x="3224" y="23585"/>
                  <a:pt x="2756" y="24026"/>
                  <a:pt x="2177" y="24384"/>
                </a:cubicBezTo>
                <a:lnTo>
                  <a:pt x="2177" y="24026"/>
                </a:lnTo>
                <a:cubicBezTo>
                  <a:pt x="2067" y="23117"/>
                  <a:pt x="2067" y="22207"/>
                  <a:pt x="1957" y="21271"/>
                </a:cubicBezTo>
                <a:cubicBezTo>
                  <a:pt x="2536" y="20940"/>
                  <a:pt x="3114" y="20582"/>
                  <a:pt x="3555" y="20251"/>
                </a:cubicBezTo>
                <a:cubicBezTo>
                  <a:pt x="3913" y="20031"/>
                  <a:pt x="4382" y="19783"/>
                  <a:pt x="4602" y="19562"/>
                </a:cubicBezTo>
                <a:close/>
                <a:moveTo>
                  <a:pt x="4823" y="22648"/>
                </a:moveTo>
                <a:cubicBezTo>
                  <a:pt x="4933" y="23117"/>
                  <a:pt x="4933" y="23585"/>
                  <a:pt x="4933" y="24026"/>
                </a:cubicBezTo>
                <a:cubicBezTo>
                  <a:pt x="4602" y="24274"/>
                  <a:pt x="4134" y="24605"/>
                  <a:pt x="3803" y="24853"/>
                </a:cubicBezTo>
                <a:cubicBezTo>
                  <a:pt x="3335" y="25293"/>
                  <a:pt x="2756" y="25652"/>
                  <a:pt x="2315" y="25982"/>
                </a:cubicBezTo>
                <a:cubicBezTo>
                  <a:pt x="2177" y="25541"/>
                  <a:pt x="2177" y="25073"/>
                  <a:pt x="2177" y="24605"/>
                </a:cubicBezTo>
                <a:cubicBezTo>
                  <a:pt x="3114" y="24026"/>
                  <a:pt x="4134" y="23475"/>
                  <a:pt x="4823" y="22648"/>
                </a:cubicBezTo>
                <a:close/>
                <a:moveTo>
                  <a:pt x="4933" y="24494"/>
                </a:moveTo>
                <a:cubicBezTo>
                  <a:pt x="5071" y="24853"/>
                  <a:pt x="5071" y="25183"/>
                  <a:pt x="5071" y="25541"/>
                </a:cubicBezTo>
                <a:cubicBezTo>
                  <a:pt x="4712" y="25762"/>
                  <a:pt x="4382" y="25982"/>
                  <a:pt x="4024" y="26341"/>
                </a:cubicBezTo>
                <a:cubicBezTo>
                  <a:pt x="3445" y="26671"/>
                  <a:pt x="3004" y="27250"/>
                  <a:pt x="2425" y="27718"/>
                </a:cubicBezTo>
                <a:cubicBezTo>
                  <a:pt x="2414" y="27730"/>
                  <a:pt x="2405" y="27742"/>
                  <a:pt x="2398" y="27753"/>
                </a:cubicBezTo>
                <a:lnTo>
                  <a:pt x="2398" y="27753"/>
                </a:lnTo>
                <a:cubicBezTo>
                  <a:pt x="2370" y="27251"/>
                  <a:pt x="2343" y="26745"/>
                  <a:pt x="2315" y="26230"/>
                </a:cubicBezTo>
                <a:cubicBezTo>
                  <a:pt x="3224" y="25652"/>
                  <a:pt x="4244" y="25183"/>
                  <a:pt x="4933" y="24494"/>
                </a:cubicBezTo>
                <a:close/>
                <a:moveTo>
                  <a:pt x="5071" y="25872"/>
                </a:moveTo>
                <a:cubicBezTo>
                  <a:pt x="5181" y="26341"/>
                  <a:pt x="5181" y="26919"/>
                  <a:pt x="5181" y="27360"/>
                </a:cubicBezTo>
                <a:cubicBezTo>
                  <a:pt x="4933" y="27608"/>
                  <a:pt x="4712" y="27828"/>
                  <a:pt x="4492" y="27939"/>
                </a:cubicBezTo>
                <a:cubicBezTo>
                  <a:pt x="3913" y="28407"/>
                  <a:pt x="3335" y="28848"/>
                  <a:pt x="2756" y="29316"/>
                </a:cubicBezTo>
                <a:cubicBezTo>
                  <a:pt x="2668" y="29316"/>
                  <a:pt x="2721" y="29457"/>
                  <a:pt x="2802" y="29457"/>
                </a:cubicBezTo>
                <a:cubicBezTo>
                  <a:pt x="2822" y="29457"/>
                  <a:pt x="2844" y="29449"/>
                  <a:pt x="2866" y="29427"/>
                </a:cubicBezTo>
                <a:cubicBezTo>
                  <a:pt x="3555" y="29096"/>
                  <a:pt x="4134" y="28738"/>
                  <a:pt x="4712" y="28297"/>
                </a:cubicBezTo>
                <a:cubicBezTo>
                  <a:pt x="4933" y="28159"/>
                  <a:pt x="5071" y="28049"/>
                  <a:pt x="5291" y="27828"/>
                </a:cubicBezTo>
                <a:cubicBezTo>
                  <a:pt x="5291" y="28159"/>
                  <a:pt x="5291" y="28628"/>
                  <a:pt x="5401" y="28986"/>
                </a:cubicBezTo>
                <a:cubicBezTo>
                  <a:pt x="5071" y="29206"/>
                  <a:pt x="4712" y="29427"/>
                  <a:pt x="4492" y="29675"/>
                </a:cubicBezTo>
                <a:cubicBezTo>
                  <a:pt x="3913" y="30005"/>
                  <a:pt x="3445" y="30474"/>
                  <a:pt x="2866" y="30804"/>
                </a:cubicBezTo>
                <a:cubicBezTo>
                  <a:pt x="2866" y="30915"/>
                  <a:pt x="3004" y="31052"/>
                  <a:pt x="3004" y="31052"/>
                </a:cubicBezTo>
                <a:cubicBezTo>
                  <a:pt x="3693" y="30584"/>
                  <a:pt x="4244" y="30226"/>
                  <a:pt x="4823" y="29785"/>
                </a:cubicBezTo>
                <a:cubicBezTo>
                  <a:pt x="4933" y="29675"/>
                  <a:pt x="5181" y="29537"/>
                  <a:pt x="5401" y="29316"/>
                </a:cubicBezTo>
                <a:lnTo>
                  <a:pt x="5401" y="30226"/>
                </a:lnTo>
                <a:cubicBezTo>
                  <a:pt x="4933" y="30474"/>
                  <a:pt x="4602" y="30915"/>
                  <a:pt x="4134" y="31273"/>
                </a:cubicBezTo>
                <a:cubicBezTo>
                  <a:pt x="3693" y="31603"/>
                  <a:pt x="3224" y="31962"/>
                  <a:pt x="2646" y="32292"/>
                </a:cubicBezTo>
                <a:cubicBezTo>
                  <a:pt x="2565" y="30777"/>
                  <a:pt x="2484" y="29336"/>
                  <a:pt x="2403" y="27861"/>
                </a:cubicBezTo>
                <a:lnTo>
                  <a:pt x="2403" y="27861"/>
                </a:lnTo>
                <a:cubicBezTo>
                  <a:pt x="2414" y="27869"/>
                  <a:pt x="2428" y="27874"/>
                  <a:pt x="2444" y="27874"/>
                </a:cubicBezTo>
                <a:cubicBezTo>
                  <a:pt x="2471" y="27874"/>
                  <a:pt x="2503" y="27861"/>
                  <a:pt x="2536" y="27828"/>
                </a:cubicBezTo>
                <a:cubicBezTo>
                  <a:pt x="3114" y="27360"/>
                  <a:pt x="3693" y="26919"/>
                  <a:pt x="4244" y="26561"/>
                </a:cubicBezTo>
                <a:cubicBezTo>
                  <a:pt x="4492" y="26341"/>
                  <a:pt x="4823" y="26093"/>
                  <a:pt x="5071" y="25872"/>
                </a:cubicBezTo>
                <a:close/>
                <a:moveTo>
                  <a:pt x="5511" y="30584"/>
                </a:moveTo>
                <a:cubicBezTo>
                  <a:pt x="5511" y="31052"/>
                  <a:pt x="5511" y="31383"/>
                  <a:pt x="5622" y="31851"/>
                </a:cubicBezTo>
                <a:cubicBezTo>
                  <a:pt x="5071" y="32182"/>
                  <a:pt x="4602" y="32540"/>
                  <a:pt x="4134" y="32871"/>
                </a:cubicBezTo>
                <a:cubicBezTo>
                  <a:pt x="3693" y="33229"/>
                  <a:pt x="3224" y="33560"/>
                  <a:pt x="2756" y="33918"/>
                </a:cubicBezTo>
                <a:cubicBezTo>
                  <a:pt x="2756" y="33450"/>
                  <a:pt x="2756" y="32981"/>
                  <a:pt x="2646" y="32650"/>
                </a:cubicBezTo>
                <a:cubicBezTo>
                  <a:pt x="3693" y="32072"/>
                  <a:pt x="4712" y="31383"/>
                  <a:pt x="5511" y="30584"/>
                </a:cubicBezTo>
                <a:close/>
                <a:moveTo>
                  <a:pt x="5622" y="32182"/>
                </a:moveTo>
                <a:cubicBezTo>
                  <a:pt x="5622" y="32650"/>
                  <a:pt x="5622" y="32981"/>
                  <a:pt x="5759" y="33450"/>
                </a:cubicBezTo>
                <a:cubicBezTo>
                  <a:pt x="5181" y="33808"/>
                  <a:pt x="4823" y="34138"/>
                  <a:pt x="4244" y="34607"/>
                </a:cubicBezTo>
                <a:cubicBezTo>
                  <a:pt x="3803" y="34827"/>
                  <a:pt x="3335" y="35185"/>
                  <a:pt x="2866" y="35516"/>
                </a:cubicBezTo>
                <a:cubicBezTo>
                  <a:pt x="2866" y="35048"/>
                  <a:pt x="2866" y="34607"/>
                  <a:pt x="2756" y="34138"/>
                </a:cubicBezTo>
                <a:cubicBezTo>
                  <a:pt x="3803" y="33670"/>
                  <a:pt x="4823" y="32981"/>
                  <a:pt x="5622" y="32182"/>
                </a:cubicBezTo>
                <a:close/>
                <a:moveTo>
                  <a:pt x="5759" y="33808"/>
                </a:moveTo>
                <a:cubicBezTo>
                  <a:pt x="5759" y="34249"/>
                  <a:pt x="5870" y="34717"/>
                  <a:pt x="5870" y="35048"/>
                </a:cubicBezTo>
                <a:cubicBezTo>
                  <a:pt x="5401" y="35406"/>
                  <a:pt x="4933" y="35626"/>
                  <a:pt x="4492" y="35985"/>
                </a:cubicBezTo>
                <a:cubicBezTo>
                  <a:pt x="4024" y="36315"/>
                  <a:pt x="3445" y="36673"/>
                  <a:pt x="3004" y="37114"/>
                </a:cubicBezTo>
                <a:cubicBezTo>
                  <a:pt x="3004" y="36673"/>
                  <a:pt x="3004" y="36205"/>
                  <a:pt x="2866" y="35737"/>
                </a:cubicBezTo>
                <a:cubicBezTo>
                  <a:pt x="3913" y="35296"/>
                  <a:pt x="4933" y="34607"/>
                  <a:pt x="5759" y="33808"/>
                </a:cubicBezTo>
                <a:close/>
                <a:moveTo>
                  <a:pt x="5870" y="35516"/>
                </a:moveTo>
                <a:cubicBezTo>
                  <a:pt x="5870" y="35874"/>
                  <a:pt x="5980" y="36315"/>
                  <a:pt x="5980" y="36673"/>
                </a:cubicBezTo>
                <a:cubicBezTo>
                  <a:pt x="5511" y="36894"/>
                  <a:pt x="5071" y="37362"/>
                  <a:pt x="4712" y="37583"/>
                </a:cubicBezTo>
                <a:cubicBezTo>
                  <a:pt x="4134" y="38051"/>
                  <a:pt x="3693" y="38492"/>
                  <a:pt x="3114" y="38850"/>
                </a:cubicBezTo>
                <a:lnTo>
                  <a:pt x="3114" y="38051"/>
                </a:lnTo>
                <a:cubicBezTo>
                  <a:pt x="3114" y="37803"/>
                  <a:pt x="3004" y="37583"/>
                  <a:pt x="3004" y="37362"/>
                </a:cubicBezTo>
                <a:cubicBezTo>
                  <a:pt x="3555" y="37004"/>
                  <a:pt x="4244" y="36563"/>
                  <a:pt x="4823" y="36205"/>
                </a:cubicBezTo>
                <a:cubicBezTo>
                  <a:pt x="5181" y="35985"/>
                  <a:pt x="5511" y="35737"/>
                  <a:pt x="5870" y="35516"/>
                </a:cubicBezTo>
                <a:close/>
                <a:moveTo>
                  <a:pt x="5980" y="37004"/>
                </a:moveTo>
                <a:cubicBezTo>
                  <a:pt x="6090" y="37472"/>
                  <a:pt x="6090" y="37803"/>
                  <a:pt x="6090" y="38272"/>
                </a:cubicBezTo>
                <a:cubicBezTo>
                  <a:pt x="5071" y="38960"/>
                  <a:pt x="4134" y="39649"/>
                  <a:pt x="3224" y="40448"/>
                </a:cubicBezTo>
                <a:cubicBezTo>
                  <a:pt x="3224" y="40007"/>
                  <a:pt x="3114" y="39539"/>
                  <a:pt x="3114" y="39071"/>
                </a:cubicBezTo>
                <a:cubicBezTo>
                  <a:pt x="3803" y="38740"/>
                  <a:pt x="4382" y="38272"/>
                  <a:pt x="4933" y="37803"/>
                </a:cubicBezTo>
                <a:cubicBezTo>
                  <a:pt x="5291" y="37583"/>
                  <a:pt x="5622" y="37362"/>
                  <a:pt x="5980" y="37004"/>
                </a:cubicBezTo>
                <a:close/>
                <a:moveTo>
                  <a:pt x="6090" y="38630"/>
                </a:moveTo>
                <a:cubicBezTo>
                  <a:pt x="6200" y="39071"/>
                  <a:pt x="6200" y="39429"/>
                  <a:pt x="6200" y="39870"/>
                </a:cubicBezTo>
                <a:cubicBezTo>
                  <a:pt x="5759" y="40118"/>
                  <a:pt x="5401" y="40448"/>
                  <a:pt x="5071" y="40807"/>
                </a:cubicBezTo>
                <a:cubicBezTo>
                  <a:pt x="4382" y="41137"/>
                  <a:pt x="3803" y="41606"/>
                  <a:pt x="3224" y="42074"/>
                </a:cubicBezTo>
                <a:lnTo>
                  <a:pt x="3224" y="40696"/>
                </a:lnTo>
                <a:cubicBezTo>
                  <a:pt x="3803" y="40228"/>
                  <a:pt x="4382" y="39870"/>
                  <a:pt x="5071" y="39429"/>
                </a:cubicBezTo>
                <a:cubicBezTo>
                  <a:pt x="5291" y="39181"/>
                  <a:pt x="5622" y="39071"/>
                  <a:pt x="5870" y="38850"/>
                </a:cubicBezTo>
                <a:cubicBezTo>
                  <a:pt x="5980" y="38740"/>
                  <a:pt x="6090" y="38740"/>
                  <a:pt x="6090" y="38630"/>
                </a:cubicBezTo>
                <a:close/>
                <a:moveTo>
                  <a:pt x="26425" y="853"/>
                </a:moveTo>
                <a:cubicBezTo>
                  <a:pt x="33754" y="853"/>
                  <a:pt x="41111" y="1073"/>
                  <a:pt x="48579" y="1294"/>
                </a:cubicBezTo>
                <a:cubicBezTo>
                  <a:pt x="47642" y="7741"/>
                  <a:pt x="48000" y="14520"/>
                  <a:pt x="47890" y="21050"/>
                </a:cubicBezTo>
                <a:cubicBezTo>
                  <a:pt x="47780" y="27939"/>
                  <a:pt x="47421" y="34937"/>
                  <a:pt x="47890" y="41716"/>
                </a:cubicBezTo>
                <a:cubicBezTo>
                  <a:pt x="41111" y="42074"/>
                  <a:pt x="34333" y="42184"/>
                  <a:pt x="27445" y="42405"/>
                </a:cubicBezTo>
                <a:cubicBezTo>
                  <a:pt x="20776" y="42515"/>
                  <a:pt x="14026" y="42405"/>
                  <a:pt x="7358" y="43094"/>
                </a:cubicBezTo>
                <a:lnTo>
                  <a:pt x="7358" y="42983"/>
                </a:lnTo>
                <a:cubicBezTo>
                  <a:pt x="6669" y="29096"/>
                  <a:pt x="6311" y="15071"/>
                  <a:pt x="4492" y="1294"/>
                </a:cubicBezTo>
                <a:lnTo>
                  <a:pt x="4492" y="1294"/>
                </a:lnTo>
                <a:cubicBezTo>
                  <a:pt x="5083" y="1316"/>
                  <a:pt x="5674" y="1325"/>
                  <a:pt x="6265" y="1325"/>
                </a:cubicBezTo>
                <a:cubicBezTo>
                  <a:pt x="9340" y="1325"/>
                  <a:pt x="12417" y="1073"/>
                  <a:pt x="15514" y="1073"/>
                </a:cubicBezTo>
                <a:cubicBezTo>
                  <a:pt x="19178" y="963"/>
                  <a:pt x="22733" y="963"/>
                  <a:pt x="26425" y="853"/>
                </a:cubicBezTo>
                <a:close/>
                <a:moveTo>
                  <a:pt x="6311" y="40338"/>
                </a:moveTo>
                <a:lnTo>
                  <a:pt x="6311" y="41495"/>
                </a:lnTo>
                <a:cubicBezTo>
                  <a:pt x="5291" y="42184"/>
                  <a:pt x="4382" y="42983"/>
                  <a:pt x="3335" y="43782"/>
                </a:cubicBezTo>
                <a:lnTo>
                  <a:pt x="3335" y="42294"/>
                </a:lnTo>
                <a:cubicBezTo>
                  <a:pt x="3913" y="41826"/>
                  <a:pt x="4492" y="41495"/>
                  <a:pt x="5181" y="41027"/>
                </a:cubicBezTo>
                <a:cubicBezTo>
                  <a:pt x="5511" y="40807"/>
                  <a:pt x="5870" y="40559"/>
                  <a:pt x="6311" y="40338"/>
                </a:cubicBezTo>
                <a:close/>
                <a:moveTo>
                  <a:pt x="6448" y="42074"/>
                </a:moveTo>
                <a:lnTo>
                  <a:pt x="6448" y="43094"/>
                </a:lnTo>
                <a:cubicBezTo>
                  <a:pt x="5980" y="43452"/>
                  <a:pt x="5511" y="43782"/>
                  <a:pt x="5071" y="44141"/>
                </a:cubicBezTo>
                <a:cubicBezTo>
                  <a:pt x="4602" y="44581"/>
                  <a:pt x="4024" y="44940"/>
                  <a:pt x="3445" y="45270"/>
                </a:cubicBezTo>
                <a:cubicBezTo>
                  <a:pt x="3445" y="44829"/>
                  <a:pt x="3445" y="44361"/>
                  <a:pt x="3335" y="44003"/>
                </a:cubicBezTo>
                <a:cubicBezTo>
                  <a:pt x="4382" y="43452"/>
                  <a:pt x="5511" y="42763"/>
                  <a:pt x="6448" y="42074"/>
                </a:cubicBezTo>
                <a:close/>
                <a:moveTo>
                  <a:pt x="45355" y="42983"/>
                </a:moveTo>
                <a:cubicBezTo>
                  <a:pt x="44335" y="43782"/>
                  <a:pt x="43398" y="44692"/>
                  <a:pt x="42489" y="45518"/>
                </a:cubicBezTo>
                <a:lnTo>
                  <a:pt x="41001" y="45518"/>
                </a:lnTo>
                <a:cubicBezTo>
                  <a:pt x="41222" y="45381"/>
                  <a:pt x="41332" y="45270"/>
                  <a:pt x="41580" y="45050"/>
                </a:cubicBezTo>
                <a:cubicBezTo>
                  <a:pt x="42131" y="44471"/>
                  <a:pt x="42820" y="43893"/>
                  <a:pt x="43288" y="43094"/>
                </a:cubicBezTo>
                <a:cubicBezTo>
                  <a:pt x="43977" y="43094"/>
                  <a:pt x="44666" y="43094"/>
                  <a:pt x="45355" y="42983"/>
                </a:cubicBezTo>
                <a:close/>
                <a:moveTo>
                  <a:pt x="47091" y="42873"/>
                </a:moveTo>
                <a:lnTo>
                  <a:pt x="47091" y="42873"/>
                </a:lnTo>
                <a:cubicBezTo>
                  <a:pt x="46402" y="43452"/>
                  <a:pt x="45713" y="44003"/>
                  <a:pt x="45134" y="44471"/>
                </a:cubicBezTo>
                <a:cubicBezTo>
                  <a:pt x="44886" y="44581"/>
                  <a:pt x="44197" y="45050"/>
                  <a:pt x="43867" y="45518"/>
                </a:cubicBezTo>
                <a:lnTo>
                  <a:pt x="43068" y="45518"/>
                </a:lnTo>
                <a:cubicBezTo>
                  <a:pt x="43977" y="44829"/>
                  <a:pt x="44776" y="44003"/>
                  <a:pt x="45575" y="42983"/>
                </a:cubicBezTo>
                <a:cubicBezTo>
                  <a:pt x="46044" y="42983"/>
                  <a:pt x="46512" y="42983"/>
                  <a:pt x="47091" y="42873"/>
                </a:cubicBezTo>
                <a:close/>
                <a:moveTo>
                  <a:pt x="4241" y="45161"/>
                </a:moveTo>
                <a:cubicBezTo>
                  <a:pt x="4022" y="45271"/>
                  <a:pt x="3802" y="45381"/>
                  <a:pt x="3555" y="45629"/>
                </a:cubicBezTo>
                <a:lnTo>
                  <a:pt x="3555" y="45518"/>
                </a:lnTo>
                <a:cubicBezTo>
                  <a:pt x="3802" y="45381"/>
                  <a:pt x="4022" y="45271"/>
                  <a:pt x="4241" y="45161"/>
                </a:cubicBezTo>
                <a:close/>
                <a:moveTo>
                  <a:pt x="17801" y="43672"/>
                </a:moveTo>
                <a:cubicBezTo>
                  <a:pt x="16891" y="44141"/>
                  <a:pt x="16092" y="44940"/>
                  <a:pt x="15155" y="45629"/>
                </a:cubicBezTo>
                <a:lnTo>
                  <a:pt x="13337" y="45629"/>
                </a:lnTo>
                <a:cubicBezTo>
                  <a:pt x="13778" y="45270"/>
                  <a:pt x="14246" y="44940"/>
                  <a:pt x="14715" y="44581"/>
                </a:cubicBezTo>
                <a:cubicBezTo>
                  <a:pt x="15155" y="44251"/>
                  <a:pt x="15624" y="44003"/>
                  <a:pt x="15954" y="43672"/>
                </a:cubicBezTo>
                <a:close/>
                <a:moveTo>
                  <a:pt x="19399" y="43562"/>
                </a:moveTo>
                <a:cubicBezTo>
                  <a:pt x="19068" y="43893"/>
                  <a:pt x="18600" y="44251"/>
                  <a:pt x="18269" y="44581"/>
                </a:cubicBezTo>
                <a:lnTo>
                  <a:pt x="17222" y="45629"/>
                </a:lnTo>
                <a:lnTo>
                  <a:pt x="15844" y="45629"/>
                </a:lnTo>
                <a:cubicBezTo>
                  <a:pt x="16643" y="45050"/>
                  <a:pt x="17470" y="44361"/>
                  <a:pt x="18159" y="43672"/>
                </a:cubicBezTo>
                <a:cubicBezTo>
                  <a:pt x="18600" y="43562"/>
                  <a:pt x="18958" y="43562"/>
                  <a:pt x="19399" y="43562"/>
                </a:cubicBezTo>
                <a:close/>
                <a:moveTo>
                  <a:pt x="21713" y="43562"/>
                </a:moveTo>
                <a:cubicBezTo>
                  <a:pt x="21355" y="43782"/>
                  <a:pt x="21024" y="44141"/>
                  <a:pt x="20666" y="44471"/>
                </a:cubicBezTo>
                <a:cubicBezTo>
                  <a:pt x="20225" y="44829"/>
                  <a:pt x="19867" y="45270"/>
                  <a:pt x="19399" y="45629"/>
                </a:cubicBezTo>
                <a:lnTo>
                  <a:pt x="17690" y="45629"/>
                </a:lnTo>
                <a:cubicBezTo>
                  <a:pt x="17911" y="45381"/>
                  <a:pt x="18269" y="45160"/>
                  <a:pt x="18489" y="44829"/>
                </a:cubicBezTo>
                <a:cubicBezTo>
                  <a:pt x="18958" y="44471"/>
                  <a:pt x="19537" y="44003"/>
                  <a:pt x="19867" y="43562"/>
                </a:cubicBezTo>
                <a:close/>
                <a:moveTo>
                  <a:pt x="23311" y="43452"/>
                </a:moveTo>
                <a:cubicBezTo>
                  <a:pt x="23091" y="43672"/>
                  <a:pt x="22843" y="44003"/>
                  <a:pt x="22512" y="44251"/>
                </a:cubicBezTo>
                <a:lnTo>
                  <a:pt x="21135" y="45629"/>
                </a:lnTo>
                <a:lnTo>
                  <a:pt x="19977" y="45629"/>
                </a:lnTo>
                <a:cubicBezTo>
                  <a:pt x="20336" y="45270"/>
                  <a:pt x="20666" y="45050"/>
                  <a:pt x="21024" y="44692"/>
                </a:cubicBezTo>
                <a:cubicBezTo>
                  <a:pt x="21355" y="44361"/>
                  <a:pt x="21934" y="43893"/>
                  <a:pt x="22292" y="43452"/>
                </a:cubicBezTo>
                <a:close/>
                <a:moveTo>
                  <a:pt x="25957" y="43452"/>
                </a:moveTo>
                <a:cubicBezTo>
                  <a:pt x="25736" y="43672"/>
                  <a:pt x="25378" y="43893"/>
                  <a:pt x="25158" y="44141"/>
                </a:cubicBezTo>
                <a:cubicBezTo>
                  <a:pt x="24579" y="44581"/>
                  <a:pt x="24111" y="45050"/>
                  <a:pt x="23670" y="45518"/>
                </a:cubicBezTo>
                <a:lnTo>
                  <a:pt x="23670" y="45629"/>
                </a:lnTo>
                <a:lnTo>
                  <a:pt x="21603" y="45629"/>
                </a:lnTo>
                <a:cubicBezTo>
                  <a:pt x="21934" y="45270"/>
                  <a:pt x="22402" y="44940"/>
                  <a:pt x="22733" y="44581"/>
                </a:cubicBezTo>
                <a:cubicBezTo>
                  <a:pt x="23091" y="44141"/>
                  <a:pt x="23532" y="43782"/>
                  <a:pt x="24000" y="43452"/>
                </a:cubicBezTo>
                <a:close/>
                <a:moveTo>
                  <a:pt x="28133" y="43314"/>
                </a:moveTo>
                <a:cubicBezTo>
                  <a:pt x="27803" y="43672"/>
                  <a:pt x="27445" y="44141"/>
                  <a:pt x="26976" y="44471"/>
                </a:cubicBezTo>
                <a:cubicBezTo>
                  <a:pt x="26645" y="44829"/>
                  <a:pt x="26287" y="45160"/>
                  <a:pt x="25957" y="45629"/>
                </a:cubicBezTo>
                <a:lnTo>
                  <a:pt x="24000" y="45629"/>
                </a:lnTo>
                <a:cubicBezTo>
                  <a:pt x="24469" y="45160"/>
                  <a:pt x="24910" y="44829"/>
                  <a:pt x="25378" y="44471"/>
                </a:cubicBezTo>
                <a:cubicBezTo>
                  <a:pt x="25846" y="44141"/>
                  <a:pt x="26177" y="43782"/>
                  <a:pt x="26535" y="43314"/>
                </a:cubicBezTo>
                <a:close/>
                <a:moveTo>
                  <a:pt x="31467" y="43314"/>
                </a:moveTo>
                <a:cubicBezTo>
                  <a:pt x="31109" y="43562"/>
                  <a:pt x="30889" y="43893"/>
                  <a:pt x="30668" y="44141"/>
                </a:cubicBezTo>
                <a:cubicBezTo>
                  <a:pt x="30200" y="44581"/>
                  <a:pt x="29732" y="45050"/>
                  <a:pt x="29291" y="45629"/>
                </a:cubicBezTo>
                <a:lnTo>
                  <a:pt x="28354" y="45629"/>
                </a:lnTo>
                <a:cubicBezTo>
                  <a:pt x="28602" y="45381"/>
                  <a:pt x="28822" y="45160"/>
                  <a:pt x="29043" y="45050"/>
                </a:cubicBezTo>
                <a:cubicBezTo>
                  <a:pt x="29511" y="44581"/>
                  <a:pt x="30090" y="44141"/>
                  <a:pt x="30310" y="43672"/>
                </a:cubicBezTo>
                <a:cubicBezTo>
                  <a:pt x="30388" y="43594"/>
                  <a:pt x="30356" y="43516"/>
                  <a:pt x="30291" y="43516"/>
                </a:cubicBezTo>
                <a:cubicBezTo>
                  <a:pt x="30265" y="43516"/>
                  <a:pt x="30232" y="43530"/>
                  <a:pt x="30200" y="43562"/>
                </a:cubicBezTo>
                <a:cubicBezTo>
                  <a:pt x="29621" y="43782"/>
                  <a:pt x="29180" y="44361"/>
                  <a:pt x="28822" y="44829"/>
                </a:cubicBezTo>
                <a:cubicBezTo>
                  <a:pt x="28602" y="45050"/>
                  <a:pt x="28244" y="45270"/>
                  <a:pt x="28023" y="45629"/>
                </a:cubicBezTo>
                <a:lnTo>
                  <a:pt x="26287" y="45629"/>
                </a:lnTo>
                <a:cubicBezTo>
                  <a:pt x="26645" y="45270"/>
                  <a:pt x="26976" y="45050"/>
                  <a:pt x="27334" y="44692"/>
                </a:cubicBezTo>
                <a:cubicBezTo>
                  <a:pt x="27803" y="44251"/>
                  <a:pt x="28354" y="43893"/>
                  <a:pt x="28602" y="43314"/>
                </a:cubicBezTo>
                <a:close/>
                <a:moveTo>
                  <a:pt x="37089" y="43314"/>
                </a:moveTo>
                <a:cubicBezTo>
                  <a:pt x="36179" y="44003"/>
                  <a:pt x="35242" y="44829"/>
                  <a:pt x="34333" y="45629"/>
                </a:cubicBezTo>
                <a:lnTo>
                  <a:pt x="29732" y="45629"/>
                </a:lnTo>
                <a:cubicBezTo>
                  <a:pt x="30090" y="45160"/>
                  <a:pt x="30558" y="44829"/>
                  <a:pt x="30999" y="44361"/>
                </a:cubicBezTo>
                <a:lnTo>
                  <a:pt x="32046" y="43314"/>
                </a:lnTo>
                <a:lnTo>
                  <a:pt x="33066" y="43314"/>
                </a:lnTo>
                <a:cubicBezTo>
                  <a:pt x="32955" y="43452"/>
                  <a:pt x="32845" y="43672"/>
                  <a:pt x="32625" y="43782"/>
                </a:cubicBezTo>
                <a:cubicBezTo>
                  <a:pt x="32046" y="44361"/>
                  <a:pt x="31467" y="44829"/>
                  <a:pt x="30889" y="45270"/>
                </a:cubicBezTo>
                <a:cubicBezTo>
                  <a:pt x="30798" y="45361"/>
                  <a:pt x="30857" y="45546"/>
                  <a:pt x="30942" y="45546"/>
                </a:cubicBezTo>
                <a:cubicBezTo>
                  <a:pt x="30960" y="45546"/>
                  <a:pt x="30980" y="45538"/>
                  <a:pt x="30999" y="45518"/>
                </a:cubicBezTo>
                <a:cubicBezTo>
                  <a:pt x="31688" y="45160"/>
                  <a:pt x="32267" y="44692"/>
                  <a:pt x="32845" y="44141"/>
                </a:cubicBezTo>
                <a:cubicBezTo>
                  <a:pt x="33066" y="43893"/>
                  <a:pt x="33424" y="43672"/>
                  <a:pt x="33754" y="43314"/>
                </a:cubicBezTo>
                <a:lnTo>
                  <a:pt x="35242" y="43314"/>
                </a:lnTo>
                <a:cubicBezTo>
                  <a:pt x="34912" y="43562"/>
                  <a:pt x="34691" y="43782"/>
                  <a:pt x="34554" y="43893"/>
                </a:cubicBezTo>
                <a:cubicBezTo>
                  <a:pt x="34113" y="44361"/>
                  <a:pt x="33644" y="44829"/>
                  <a:pt x="33066" y="45270"/>
                </a:cubicBezTo>
                <a:cubicBezTo>
                  <a:pt x="32988" y="45348"/>
                  <a:pt x="33074" y="45438"/>
                  <a:pt x="33179" y="45438"/>
                </a:cubicBezTo>
                <a:cubicBezTo>
                  <a:pt x="33224" y="45438"/>
                  <a:pt x="33272" y="45422"/>
                  <a:pt x="33314" y="45381"/>
                </a:cubicBezTo>
                <a:cubicBezTo>
                  <a:pt x="33754" y="45050"/>
                  <a:pt x="34223" y="44692"/>
                  <a:pt x="34691" y="44251"/>
                </a:cubicBezTo>
                <a:cubicBezTo>
                  <a:pt x="34912" y="44141"/>
                  <a:pt x="35132" y="43893"/>
                  <a:pt x="35380" y="43782"/>
                </a:cubicBezTo>
                <a:lnTo>
                  <a:pt x="35821" y="43314"/>
                </a:lnTo>
                <a:close/>
                <a:moveTo>
                  <a:pt x="39155" y="43204"/>
                </a:moveTo>
                <a:cubicBezTo>
                  <a:pt x="38824" y="43562"/>
                  <a:pt x="38576" y="43782"/>
                  <a:pt x="38356" y="44141"/>
                </a:cubicBezTo>
                <a:cubicBezTo>
                  <a:pt x="37777" y="44581"/>
                  <a:pt x="37199" y="45050"/>
                  <a:pt x="36758" y="45629"/>
                </a:cubicBezTo>
                <a:lnTo>
                  <a:pt x="34912" y="45629"/>
                </a:lnTo>
                <a:cubicBezTo>
                  <a:pt x="35931" y="44940"/>
                  <a:pt x="37089" y="44141"/>
                  <a:pt x="37888" y="43314"/>
                </a:cubicBezTo>
                <a:cubicBezTo>
                  <a:pt x="38356" y="43314"/>
                  <a:pt x="38824" y="43204"/>
                  <a:pt x="39155" y="43204"/>
                </a:cubicBezTo>
                <a:close/>
                <a:moveTo>
                  <a:pt x="40643" y="43204"/>
                </a:moveTo>
                <a:cubicBezTo>
                  <a:pt x="39734" y="43893"/>
                  <a:pt x="39045" y="44692"/>
                  <a:pt x="38246" y="45518"/>
                </a:cubicBezTo>
                <a:lnTo>
                  <a:pt x="38246" y="45629"/>
                </a:lnTo>
                <a:lnTo>
                  <a:pt x="37089" y="45629"/>
                </a:lnTo>
                <a:cubicBezTo>
                  <a:pt x="37667" y="45160"/>
                  <a:pt x="38136" y="44829"/>
                  <a:pt x="38576" y="44361"/>
                </a:cubicBezTo>
                <a:cubicBezTo>
                  <a:pt x="38935" y="44003"/>
                  <a:pt x="39513" y="43672"/>
                  <a:pt x="39844" y="43204"/>
                </a:cubicBezTo>
                <a:close/>
                <a:moveTo>
                  <a:pt x="42958" y="43094"/>
                </a:moveTo>
                <a:lnTo>
                  <a:pt x="42958" y="43094"/>
                </a:lnTo>
                <a:cubicBezTo>
                  <a:pt x="42489" y="43562"/>
                  <a:pt x="42131" y="44003"/>
                  <a:pt x="41690" y="44361"/>
                </a:cubicBezTo>
                <a:cubicBezTo>
                  <a:pt x="41332" y="44829"/>
                  <a:pt x="41001" y="45270"/>
                  <a:pt x="40533" y="45518"/>
                </a:cubicBezTo>
                <a:cubicBezTo>
                  <a:pt x="39844" y="45518"/>
                  <a:pt x="39155" y="45629"/>
                  <a:pt x="38576" y="45629"/>
                </a:cubicBezTo>
                <a:cubicBezTo>
                  <a:pt x="39376" y="44829"/>
                  <a:pt x="40423" y="44003"/>
                  <a:pt x="41332" y="43204"/>
                </a:cubicBezTo>
                <a:cubicBezTo>
                  <a:pt x="41910" y="43204"/>
                  <a:pt x="42379" y="43204"/>
                  <a:pt x="42958" y="43094"/>
                </a:cubicBezTo>
                <a:close/>
                <a:moveTo>
                  <a:pt x="11711" y="43672"/>
                </a:moveTo>
                <a:cubicBezTo>
                  <a:pt x="11381" y="44003"/>
                  <a:pt x="11022" y="44251"/>
                  <a:pt x="10692" y="44471"/>
                </a:cubicBezTo>
                <a:cubicBezTo>
                  <a:pt x="10223" y="44940"/>
                  <a:pt x="9755" y="45270"/>
                  <a:pt x="9314" y="45739"/>
                </a:cubicBezTo>
                <a:lnTo>
                  <a:pt x="8377" y="45739"/>
                </a:lnTo>
                <a:cubicBezTo>
                  <a:pt x="8625" y="45518"/>
                  <a:pt x="8846" y="45381"/>
                  <a:pt x="9066" y="45160"/>
                </a:cubicBezTo>
                <a:cubicBezTo>
                  <a:pt x="9645" y="44692"/>
                  <a:pt x="10333" y="44361"/>
                  <a:pt x="10802" y="43782"/>
                </a:cubicBezTo>
                <a:lnTo>
                  <a:pt x="10802" y="43672"/>
                </a:lnTo>
                <a:close/>
                <a:moveTo>
                  <a:pt x="15403" y="43672"/>
                </a:moveTo>
                <a:cubicBezTo>
                  <a:pt x="14467" y="44251"/>
                  <a:pt x="13668" y="44940"/>
                  <a:pt x="12979" y="45629"/>
                </a:cubicBezTo>
                <a:lnTo>
                  <a:pt x="11821" y="45629"/>
                </a:lnTo>
                <a:cubicBezTo>
                  <a:pt x="12648" y="45160"/>
                  <a:pt x="13447" y="44581"/>
                  <a:pt x="14136" y="43893"/>
                </a:cubicBezTo>
                <a:cubicBezTo>
                  <a:pt x="14246" y="43893"/>
                  <a:pt x="14136" y="43782"/>
                  <a:pt x="14136" y="43782"/>
                </a:cubicBezTo>
                <a:cubicBezTo>
                  <a:pt x="13089" y="44251"/>
                  <a:pt x="12180" y="44940"/>
                  <a:pt x="11270" y="45629"/>
                </a:cubicBezTo>
                <a:cubicBezTo>
                  <a:pt x="10802" y="45629"/>
                  <a:pt x="10223" y="45739"/>
                  <a:pt x="9755" y="45739"/>
                </a:cubicBezTo>
                <a:cubicBezTo>
                  <a:pt x="10113" y="45381"/>
                  <a:pt x="10333" y="45160"/>
                  <a:pt x="10692" y="44940"/>
                </a:cubicBezTo>
                <a:cubicBezTo>
                  <a:pt x="11270" y="44471"/>
                  <a:pt x="11821" y="44141"/>
                  <a:pt x="12290" y="43672"/>
                </a:cubicBezTo>
                <a:close/>
                <a:moveTo>
                  <a:pt x="10581" y="43672"/>
                </a:moveTo>
                <a:cubicBezTo>
                  <a:pt x="10003" y="44003"/>
                  <a:pt x="9534" y="44361"/>
                  <a:pt x="9066" y="44829"/>
                </a:cubicBezTo>
                <a:cubicBezTo>
                  <a:pt x="8735" y="45160"/>
                  <a:pt x="8377" y="45381"/>
                  <a:pt x="8046" y="45739"/>
                </a:cubicBezTo>
                <a:cubicBezTo>
                  <a:pt x="7578" y="45849"/>
                  <a:pt x="7137" y="45849"/>
                  <a:pt x="6669" y="45849"/>
                </a:cubicBezTo>
                <a:cubicBezTo>
                  <a:pt x="6999" y="45518"/>
                  <a:pt x="7358" y="45160"/>
                  <a:pt x="7688" y="44940"/>
                </a:cubicBezTo>
                <a:cubicBezTo>
                  <a:pt x="8157" y="44471"/>
                  <a:pt x="8735" y="44141"/>
                  <a:pt x="9204" y="43672"/>
                </a:cubicBezTo>
                <a:close/>
                <a:moveTo>
                  <a:pt x="8625" y="43672"/>
                </a:moveTo>
                <a:cubicBezTo>
                  <a:pt x="7688" y="44251"/>
                  <a:pt x="6999" y="45050"/>
                  <a:pt x="6311" y="45849"/>
                </a:cubicBezTo>
                <a:cubicBezTo>
                  <a:pt x="5622" y="45849"/>
                  <a:pt x="4933" y="45959"/>
                  <a:pt x="4244" y="45959"/>
                </a:cubicBezTo>
                <a:cubicBezTo>
                  <a:pt x="4602" y="45629"/>
                  <a:pt x="5071" y="45270"/>
                  <a:pt x="5511" y="44940"/>
                </a:cubicBezTo>
                <a:cubicBezTo>
                  <a:pt x="5980" y="44581"/>
                  <a:pt x="6559" y="44141"/>
                  <a:pt x="6999" y="43672"/>
                </a:cubicBezTo>
                <a:close/>
                <a:moveTo>
                  <a:pt x="31869" y="1"/>
                </a:moveTo>
                <a:cubicBezTo>
                  <a:pt x="29899" y="1"/>
                  <a:pt x="27928" y="18"/>
                  <a:pt x="25957" y="54"/>
                </a:cubicBezTo>
                <a:cubicBezTo>
                  <a:pt x="22154" y="54"/>
                  <a:pt x="18379" y="164"/>
                  <a:pt x="14715" y="274"/>
                </a:cubicBezTo>
                <a:cubicBezTo>
                  <a:pt x="11270" y="384"/>
                  <a:pt x="7688" y="274"/>
                  <a:pt x="4244" y="853"/>
                </a:cubicBezTo>
                <a:cubicBezTo>
                  <a:pt x="4134" y="853"/>
                  <a:pt x="4134" y="853"/>
                  <a:pt x="4134" y="963"/>
                </a:cubicBezTo>
                <a:lnTo>
                  <a:pt x="4024" y="963"/>
                </a:lnTo>
                <a:cubicBezTo>
                  <a:pt x="3335" y="1184"/>
                  <a:pt x="2756" y="1652"/>
                  <a:pt x="2177" y="1983"/>
                </a:cubicBezTo>
                <a:cubicBezTo>
                  <a:pt x="1626" y="2451"/>
                  <a:pt x="800" y="2919"/>
                  <a:pt x="359" y="3498"/>
                </a:cubicBezTo>
                <a:lnTo>
                  <a:pt x="359" y="3719"/>
                </a:lnTo>
                <a:cubicBezTo>
                  <a:pt x="249" y="3719"/>
                  <a:pt x="249" y="3829"/>
                  <a:pt x="249" y="3939"/>
                </a:cubicBezTo>
                <a:cubicBezTo>
                  <a:pt x="1" y="6116"/>
                  <a:pt x="249" y="8430"/>
                  <a:pt x="359" y="10607"/>
                </a:cubicBezTo>
                <a:cubicBezTo>
                  <a:pt x="469" y="15209"/>
                  <a:pt x="800" y="19672"/>
                  <a:pt x="1158" y="24274"/>
                </a:cubicBezTo>
                <a:cubicBezTo>
                  <a:pt x="1626" y="31493"/>
                  <a:pt x="1957" y="38850"/>
                  <a:pt x="3114" y="45959"/>
                </a:cubicBezTo>
                <a:cubicBezTo>
                  <a:pt x="3004" y="46069"/>
                  <a:pt x="3004" y="46207"/>
                  <a:pt x="3114" y="46207"/>
                </a:cubicBezTo>
                <a:lnTo>
                  <a:pt x="3114" y="46317"/>
                </a:lnTo>
                <a:cubicBezTo>
                  <a:pt x="3114" y="46538"/>
                  <a:pt x="3335" y="46538"/>
                  <a:pt x="3445" y="46538"/>
                </a:cubicBezTo>
                <a:cubicBezTo>
                  <a:pt x="3445" y="46538"/>
                  <a:pt x="3555" y="46538"/>
                  <a:pt x="3693" y="46428"/>
                </a:cubicBezTo>
                <a:cubicBezTo>
                  <a:pt x="6212" y="46685"/>
                  <a:pt x="8769" y="46765"/>
                  <a:pt x="11336" y="46765"/>
                </a:cubicBezTo>
                <a:cubicBezTo>
                  <a:pt x="15649" y="46765"/>
                  <a:pt x="19989" y="46538"/>
                  <a:pt x="24221" y="46538"/>
                </a:cubicBezTo>
                <a:cubicBezTo>
                  <a:pt x="30668" y="46428"/>
                  <a:pt x="37199" y="46538"/>
                  <a:pt x="43757" y="46317"/>
                </a:cubicBezTo>
                <a:cubicBezTo>
                  <a:pt x="43821" y="46446"/>
                  <a:pt x="43924" y="46500"/>
                  <a:pt x="44047" y="46500"/>
                </a:cubicBezTo>
                <a:cubicBezTo>
                  <a:pt x="44135" y="46500"/>
                  <a:pt x="44233" y="46473"/>
                  <a:pt x="44335" y="46428"/>
                </a:cubicBezTo>
                <a:cubicBezTo>
                  <a:pt x="45245" y="46069"/>
                  <a:pt x="46044" y="45160"/>
                  <a:pt x="46843" y="44471"/>
                </a:cubicBezTo>
                <a:cubicBezTo>
                  <a:pt x="47532" y="43782"/>
                  <a:pt x="48468" y="43204"/>
                  <a:pt x="48799" y="42294"/>
                </a:cubicBezTo>
                <a:cubicBezTo>
                  <a:pt x="48799" y="42294"/>
                  <a:pt x="48799" y="42184"/>
                  <a:pt x="48689" y="42074"/>
                </a:cubicBezTo>
                <a:cubicBezTo>
                  <a:pt x="49157" y="35296"/>
                  <a:pt x="48909" y="28297"/>
                  <a:pt x="48909" y="21519"/>
                </a:cubicBezTo>
                <a:cubicBezTo>
                  <a:pt x="49019" y="14740"/>
                  <a:pt x="49598" y="7741"/>
                  <a:pt x="49019" y="1073"/>
                </a:cubicBezTo>
                <a:cubicBezTo>
                  <a:pt x="49157" y="743"/>
                  <a:pt x="49019" y="384"/>
                  <a:pt x="48579" y="384"/>
                </a:cubicBezTo>
                <a:cubicBezTo>
                  <a:pt x="43054" y="140"/>
                  <a:pt x="37469" y="1"/>
                  <a:pt x="31869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9" name="Google Shape;2509;p38"/>
          <p:cNvSpPr/>
          <p:nvPr/>
        </p:nvSpPr>
        <p:spPr>
          <a:xfrm>
            <a:off x="4464989" y="3551178"/>
            <a:ext cx="457077" cy="40702"/>
          </a:xfrm>
          <a:custGeom>
            <a:rect b="b" l="l" r="r" t="t"/>
            <a:pathLst>
              <a:path extrusionOk="0" h="1338" w="15028">
                <a:moveTo>
                  <a:pt x="15028" y="1"/>
                </a:moveTo>
                <a:cubicBezTo>
                  <a:pt x="12375" y="1"/>
                  <a:pt x="9637" y="107"/>
                  <a:pt x="6984" y="446"/>
                </a:cubicBezTo>
                <a:cubicBezTo>
                  <a:pt x="4861" y="722"/>
                  <a:pt x="2739" y="531"/>
                  <a:pt x="616" y="722"/>
                </a:cubicBezTo>
                <a:lnTo>
                  <a:pt x="1" y="722"/>
                </a:lnTo>
                <a:cubicBezTo>
                  <a:pt x="1954" y="1168"/>
                  <a:pt x="3970" y="1338"/>
                  <a:pt x="6007" y="1338"/>
                </a:cubicBezTo>
                <a:cubicBezTo>
                  <a:pt x="9191" y="1338"/>
                  <a:pt x="12205" y="892"/>
                  <a:pt x="150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38"/>
          <p:cNvSpPr/>
          <p:nvPr/>
        </p:nvSpPr>
        <p:spPr>
          <a:xfrm>
            <a:off x="4935544" y="3399798"/>
            <a:ext cx="2616" cy="2616"/>
          </a:xfrm>
          <a:custGeom>
            <a:rect b="b" l="l" r="r" t="t"/>
            <a:pathLst>
              <a:path extrusionOk="0" h="86" w="86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ubicBezTo>
                  <a:pt x="1" y="0"/>
                  <a:pt x="85" y="85"/>
                  <a:pt x="1" y="0"/>
                </a:cubicBezTo>
                <a:close/>
              </a:path>
            </a:pathLst>
          </a:custGeom>
          <a:solidFill>
            <a:srgbClr val="3838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38"/>
          <p:cNvSpPr/>
          <p:nvPr/>
        </p:nvSpPr>
        <p:spPr>
          <a:xfrm>
            <a:off x="5013640" y="3423676"/>
            <a:ext cx="2616" cy="30"/>
          </a:xfrm>
          <a:custGeom>
            <a:rect b="b" l="l" r="r" t="t"/>
            <a:pathLst>
              <a:path extrusionOk="0" h="1" w="86">
                <a:moveTo>
                  <a:pt x="86" y="1"/>
                </a:moveTo>
                <a:lnTo>
                  <a:pt x="86" y="1"/>
                </a:lnTo>
                <a:cubicBezTo>
                  <a:pt x="86" y="1"/>
                  <a:pt x="1" y="1"/>
                  <a:pt x="86" y="1"/>
                </a:cubicBezTo>
                <a:close/>
              </a:path>
            </a:pathLst>
          </a:custGeom>
          <a:solidFill>
            <a:srgbClr val="3838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p38"/>
          <p:cNvSpPr/>
          <p:nvPr/>
        </p:nvSpPr>
        <p:spPr>
          <a:xfrm>
            <a:off x="5671991" y="2616351"/>
            <a:ext cx="531993" cy="536831"/>
          </a:xfrm>
          <a:custGeom>
            <a:rect b="b" l="l" r="r" t="t"/>
            <a:pathLst>
              <a:path extrusionOk="0" h="24111" w="23891">
                <a:moveTo>
                  <a:pt x="23890" y="0"/>
                </a:moveTo>
                <a:lnTo>
                  <a:pt x="23890" y="0"/>
                </a:lnTo>
                <a:cubicBezTo>
                  <a:pt x="21355" y="221"/>
                  <a:pt x="18820" y="469"/>
                  <a:pt x="16313" y="469"/>
                </a:cubicBezTo>
                <a:cubicBezTo>
                  <a:pt x="16643" y="799"/>
                  <a:pt x="17002" y="1268"/>
                  <a:pt x="17332" y="1598"/>
                </a:cubicBezTo>
                <a:cubicBezTo>
                  <a:pt x="17691" y="1957"/>
                  <a:pt x="18021" y="2287"/>
                  <a:pt x="18131" y="2756"/>
                </a:cubicBezTo>
                <a:cubicBezTo>
                  <a:pt x="18242" y="2866"/>
                  <a:pt x="18379" y="3086"/>
                  <a:pt x="18131" y="3334"/>
                </a:cubicBezTo>
                <a:cubicBezTo>
                  <a:pt x="16643" y="4822"/>
                  <a:pt x="14797" y="6090"/>
                  <a:pt x="13199" y="7578"/>
                </a:cubicBezTo>
                <a:cubicBezTo>
                  <a:pt x="12400" y="8377"/>
                  <a:pt x="11821" y="9176"/>
                  <a:pt x="10664" y="9534"/>
                </a:cubicBezTo>
                <a:cubicBezTo>
                  <a:pt x="10090" y="9693"/>
                  <a:pt x="9454" y="9751"/>
                  <a:pt x="8802" y="9751"/>
                </a:cubicBezTo>
                <a:cubicBezTo>
                  <a:pt x="7640" y="9751"/>
                  <a:pt x="6425" y="9565"/>
                  <a:pt x="5401" y="9424"/>
                </a:cubicBezTo>
                <a:cubicBezTo>
                  <a:pt x="3555" y="9176"/>
                  <a:pt x="1709" y="9066"/>
                  <a:pt x="1" y="8845"/>
                </a:cubicBezTo>
                <a:lnTo>
                  <a:pt x="1" y="8845"/>
                </a:lnTo>
                <a:cubicBezTo>
                  <a:pt x="111" y="9975"/>
                  <a:pt x="111" y="11132"/>
                  <a:pt x="111" y="12179"/>
                </a:cubicBezTo>
                <a:cubicBezTo>
                  <a:pt x="111" y="13309"/>
                  <a:pt x="331" y="14466"/>
                  <a:pt x="111" y="15486"/>
                </a:cubicBezTo>
                <a:cubicBezTo>
                  <a:pt x="1957" y="15265"/>
                  <a:pt x="3665" y="15045"/>
                  <a:pt x="5401" y="14797"/>
                </a:cubicBezTo>
                <a:cubicBezTo>
                  <a:pt x="6514" y="14643"/>
                  <a:pt x="7853" y="14437"/>
                  <a:pt x="9104" y="14437"/>
                </a:cubicBezTo>
                <a:cubicBezTo>
                  <a:pt x="9650" y="14437"/>
                  <a:pt x="10179" y="14476"/>
                  <a:pt x="10664" y="14576"/>
                </a:cubicBezTo>
                <a:cubicBezTo>
                  <a:pt x="11821" y="14935"/>
                  <a:pt x="12400" y="15844"/>
                  <a:pt x="13199" y="16533"/>
                </a:cubicBezTo>
                <a:cubicBezTo>
                  <a:pt x="14797" y="18021"/>
                  <a:pt x="16643" y="19288"/>
                  <a:pt x="18131" y="20886"/>
                </a:cubicBezTo>
                <a:cubicBezTo>
                  <a:pt x="18379" y="20997"/>
                  <a:pt x="18242" y="21245"/>
                  <a:pt x="18131" y="21355"/>
                </a:cubicBezTo>
                <a:cubicBezTo>
                  <a:pt x="18021" y="21823"/>
                  <a:pt x="17691" y="22264"/>
                  <a:pt x="17332" y="22512"/>
                </a:cubicBezTo>
                <a:cubicBezTo>
                  <a:pt x="17002" y="22953"/>
                  <a:pt x="16643" y="23311"/>
                  <a:pt x="16313" y="23642"/>
                </a:cubicBezTo>
                <a:cubicBezTo>
                  <a:pt x="18820" y="23642"/>
                  <a:pt x="21355" y="24000"/>
                  <a:pt x="23890" y="24110"/>
                </a:cubicBezTo>
                <a:cubicBezTo>
                  <a:pt x="23642" y="21575"/>
                  <a:pt x="23201" y="18930"/>
                  <a:pt x="23201" y="16423"/>
                </a:cubicBezTo>
                <a:cubicBezTo>
                  <a:pt x="22953" y="16753"/>
                  <a:pt x="22623" y="17111"/>
                  <a:pt x="22265" y="17552"/>
                </a:cubicBezTo>
                <a:cubicBezTo>
                  <a:pt x="21934" y="17910"/>
                  <a:pt x="21576" y="18489"/>
                  <a:pt x="21135" y="18820"/>
                </a:cubicBezTo>
                <a:lnTo>
                  <a:pt x="20997" y="18820"/>
                </a:lnTo>
                <a:cubicBezTo>
                  <a:pt x="20887" y="18820"/>
                  <a:pt x="20777" y="18820"/>
                  <a:pt x="20666" y="18710"/>
                </a:cubicBezTo>
                <a:cubicBezTo>
                  <a:pt x="19509" y="18131"/>
                  <a:pt x="18600" y="16753"/>
                  <a:pt x="17801" y="15844"/>
                </a:cubicBezTo>
                <a:cubicBezTo>
                  <a:pt x="16754" y="14687"/>
                  <a:pt x="15486" y="13667"/>
                  <a:pt x="14687" y="12400"/>
                </a:cubicBezTo>
                <a:cubicBezTo>
                  <a:pt x="14577" y="12289"/>
                  <a:pt x="14467" y="12179"/>
                  <a:pt x="14577" y="12041"/>
                </a:cubicBezTo>
                <a:cubicBezTo>
                  <a:pt x="14467" y="11931"/>
                  <a:pt x="14577" y="11821"/>
                  <a:pt x="14687" y="11821"/>
                </a:cubicBezTo>
                <a:cubicBezTo>
                  <a:pt x="15486" y="10553"/>
                  <a:pt x="16754" y="9424"/>
                  <a:pt x="17801" y="8377"/>
                </a:cubicBezTo>
                <a:cubicBezTo>
                  <a:pt x="18600" y="7467"/>
                  <a:pt x="19509" y="5979"/>
                  <a:pt x="20666" y="5401"/>
                </a:cubicBezTo>
                <a:cubicBezTo>
                  <a:pt x="20777" y="5401"/>
                  <a:pt x="20887" y="5291"/>
                  <a:pt x="20997" y="5291"/>
                </a:cubicBezTo>
                <a:lnTo>
                  <a:pt x="21135" y="5401"/>
                </a:lnTo>
                <a:cubicBezTo>
                  <a:pt x="21576" y="5731"/>
                  <a:pt x="21934" y="6200"/>
                  <a:pt x="22265" y="6668"/>
                </a:cubicBezTo>
                <a:cubicBezTo>
                  <a:pt x="22623" y="6999"/>
                  <a:pt x="22953" y="7357"/>
                  <a:pt x="23201" y="7688"/>
                </a:cubicBezTo>
                <a:cubicBezTo>
                  <a:pt x="23201" y="5153"/>
                  <a:pt x="23642" y="2535"/>
                  <a:pt x="238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38"/>
          <p:cNvSpPr/>
          <p:nvPr/>
        </p:nvSpPr>
        <p:spPr>
          <a:xfrm>
            <a:off x="5545051" y="2647433"/>
            <a:ext cx="567576" cy="545453"/>
          </a:xfrm>
          <a:custGeom>
            <a:rect b="b" l="l" r="r" t="t"/>
            <a:pathLst>
              <a:path extrusionOk="0" h="25738" w="25489">
                <a:moveTo>
                  <a:pt x="24689" y="799"/>
                </a:moveTo>
                <a:lnTo>
                  <a:pt x="24689" y="799"/>
                </a:lnTo>
                <a:cubicBezTo>
                  <a:pt x="24441" y="3334"/>
                  <a:pt x="24000" y="5952"/>
                  <a:pt x="24000" y="8487"/>
                </a:cubicBezTo>
                <a:cubicBezTo>
                  <a:pt x="23752" y="8156"/>
                  <a:pt x="23422" y="7798"/>
                  <a:pt x="23064" y="7467"/>
                </a:cubicBezTo>
                <a:cubicBezTo>
                  <a:pt x="22733" y="6999"/>
                  <a:pt x="22375" y="6530"/>
                  <a:pt x="21934" y="6200"/>
                </a:cubicBezTo>
                <a:lnTo>
                  <a:pt x="21796" y="6090"/>
                </a:lnTo>
                <a:cubicBezTo>
                  <a:pt x="21686" y="6090"/>
                  <a:pt x="21576" y="6200"/>
                  <a:pt x="21465" y="6200"/>
                </a:cubicBezTo>
                <a:cubicBezTo>
                  <a:pt x="20308" y="6778"/>
                  <a:pt x="19399" y="8266"/>
                  <a:pt x="18600" y="9176"/>
                </a:cubicBezTo>
                <a:cubicBezTo>
                  <a:pt x="17553" y="10223"/>
                  <a:pt x="16285" y="11352"/>
                  <a:pt x="15486" y="12620"/>
                </a:cubicBezTo>
                <a:cubicBezTo>
                  <a:pt x="15376" y="12620"/>
                  <a:pt x="15266" y="12730"/>
                  <a:pt x="15376" y="12840"/>
                </a:cubicBezTo>
                <a:cubicBezTo>
                  <a:pt x="15266" y="12978"/>
                  <a:pt x="15376" y="13088"/>
                  <a:pt x="15486" y="13199"/>
                </a:cubicBezTo>
                <a:cubicBezTo>
                  <a:pt x="16285" y="14466"/>
                  <a:pt x="17553" y="15486"/>
                  <a:pt x="18600" y="16643"/>
                </a:cubicBezTo>
                <a:cubicBezTo>
                  <a:pt x="19399" y="17552"/>
                  <a:pt x="20308" y="18930"/>
                  <a:pt x="21465" y="19509"/>
                </a:cubicBezTo>
                <a:cubicBezTo>
                  <a:pt x="21576" y="19619"/>
                  <a:pt x="21686" y="19619"/>
                  <a:pt x="21796" y="19619"/>
                </a:cubicBezTo>
                <a:lnTo>
                  <a:pt x="21934" y="19619"/>
                </a:lnTo>
                <a:cubicBezTo>
                  <a:pt x="22375" y="19288"/>
                  <a:pt x="22733" y="18709"/>
                  <a:pt x="23064" y="18351"/>
                </a:cubicBezTo>
                <a:cubicBezTo>
                  <a:pt x="23422" y="17910"/>
                  <a:pt x="23752" y="17552"/>
                  <a:pt x="24000" y="17222"/>
                </a:cubicBezTo>
                <a:cubicBezTo>
                  <a:pt x="24000" y="19729"/>
                  <a:pt x="24441" y="22374"/>
                  <a:pt x="24689" y="24909"/>
                </a:cubicBezTo>
                <a:cubicBezTo>
                  <a:pt x="22154" y="24799"/>
                  <a:pt x="19619" y="24441"/>
                  <a:pt x="17112" y="24441"/>
                </a:cubicBezTo>
                <a:cubicBezTo>
                  <a:pt x="17442" y="24110"/>
                  <a:pt x="17801" y="23752"/>
                  <a:pt x="18131" y="23311"/>
                </a:cubicBezTo>
                <a:cubicBezTo>
                  <a:pt x="18490" y="23063"/>
                  <a:pt x="18820" y="22622"/>
                  <a:pt x="18930" y="22154"/>
                </a:cubicBezTo>
                <a:cubicBezTo>
                  <a:pt x="19041" y="22044"/>
                  <a:pt x="19178" y="21796"/>
                  <a:pt x="18930" y="21685"/>
                </a:cubicBezTo>
                <a:cubicBezTo>
                  <a:pt x="17442" y="20087"/>
                  <a:pt x="15596" y="18820"/>
                  <a:pt x="13998" y="17332"/>
                </a:cubicBezTo>
                <a:cubicBezTo>
                  <a:pt x="13199" y="16643"/>
                  <a:pt x="12620" y="15734"/>
                  <a:pt x="11463" y="15375"/>
                </a:cubicBezTo>
                <a:cubicBezTo>
                  <a:pt x="10978" y="15275"/>
                  <a:pt x="10449" y="15236"/>
                  <a:pt x="9903" y="15236"/>
                </a:cubicBezTo>
                <a:cubicBezTo>
                  <a:pt x="8652" y="15236"/>
                  <a:pt x="7313" y="15442"/>
                  <a:pt x="6200" y="15596"/>
                </a:cubicBezTo>
                <a:cubicBezTo>
                  <a:pt x="4464" y="15844"/>
                  <a:pt x="2756" y="16064"/>
                  <a:pt x="910" y="16285"/>
                </a:cubicBezTo>
                <a:cubicBezTo>
                  <a:pt x="1130" y="15265"/>
                  <a:pt x="910" y="14108"/>
                  <a:pt x="910" y="12978"/>
                </a:cubicBezTo>
                <a:cubicBezTo>
                  <a:pt x="910" y="11931"/>
                  <a:pt x="910" y="10774"/>
                  <a:pt x="800" y="9644"/>
                </a:cubicBezTo>
                <a:lnTo>
                  <a:pt x="800" y="9644"/>
                </a:lnTo>
                <a:cubicBezTo>
                  <a:pt x="2508" y="9865"/>
                  <a:pt x="4354" y="9975"/>
                  <a:pt x="6200" y="10223"/>
                </a:cubicBezTo>
                <a:cubicBezTo>
                  <a:pt x="7224" y="10364"/>
                  <a:pt x="8439" y="10550"/>
                  <a:pt x="9601" y="10550"/>
                </a:cubicBezTo>
                <a:cubicBezTo>
                  <a:pt x="10253" y="10550"/>
                  <a:pt x="10889" y="10492"/>
                  <a:pt x="11463" y="10333"/>
                </a:cubicBezTo>
                <a:cubicBezTo>
                  <a:pt x="12620" y="9975"/>
                  <a:pt x="13199" y="9176"/>
                  <a:pt x="13998" y="8377"/>
                </a:cubicBezTo>
                <a:cubicBezTo>
                  <a:pt x="15596" y="6889"/>
                  <a:pt x="17442" y="5621"/>
                  <a:pt x="18930" y="4133"/>
                </a:cubicBezTo>
                <a:cubicBezTo>
                  <a:pt x="19178" y="3885"/>
                  <a:pt x="19041" y="3665"/>
                  <a:pt x="18930" y="3555"/>
                </a:cubicBezTo>
                <a:cubicBezTo>
                  <a:pt x="18820" y="3086"/>
                  <a:pt x="18490" y="2756"/>
                  <a:pt x="18131" y="2397"/>
                </a:cubicBezTo>
                <a:cubicBezTo>
                  <a:pt x="17801" y="2067"/>
                  <a:pt x="17442" y="1598"/>
                  <a:pt x="17112" y="1268"/>
                </a:cubicBezTo>
                <a:cubicBezTo>
                  <a:pt x="19619" y="1268"/>
                  <a:pt x="22154" y="1020"/>
                  <a:pt x="24689" y="799"/>
                </a:cubicBezTo>
                <a:close/>
                <a:moveTo>
                  <a:pt x="25130" y="0"/>
                </a:moveTo>
                <a:cubicBezTo>
                  <a:pt x="22264" y="221"/>
                  <a:pt x="19289" y="331"/>
                  <a:pt x="16533" y="799"/>
                </a:cubicBezTo>
                <a:cubicBezTo>
                  <a:pt x="16285" y="799"/>
                  <a:pt x="15955" y="1130"/>
                  <a:pt x="16175" y="1378"/>
                </a:cubicBezTo>
                <a:cubicBezTo>
                  <a:pt x="16533" y="1819"/>
                  <a:pt x="17112" y="2287"/>
                  <a:pt x="17553" y="2756"/>
                </a:cubicBezTo>
                <a:cubicBezTo>
                  <a:pt x="17801" y="2976"/>
                  <a:pt x="18021" y="3444"/>
                  <a:pt x="18242" y="3665"/>
                </a:cubicBezTo>
                <a:cubicBezTo>
                  <a:pt x="16974" y="4354"/>
                  <a:pt x="15955" y="5401"/>
                  <a:pt x="14907" y="6310"/>
                </a:cubicBezTo>
                <a:cubicBezTo>
                  <a:pt x="13309" y="7688"/>
                  <a:pt x="12290" y="9286"/>
                  <a:pt x="10086" y="9534"/>
                </a:cubicBezTo>
                <a:cubicBezTo>
                  <a:pt x="9625" y="9582"/>
                  <a:pt x="9166" y="9601"/>
                  <a:pt x="8709" y="9601"/>
                </a:cubicBezTo>
                <a:cubicBezTo>
                  <a:pt x="6573" y="9601"/>
                  <a:pt x="4463" y="9173"/>
                  <a:pt x="2329" y="9173"/>
                </a:cubicBezTo>
                <a:cubicBezTo>
                  <a:pt x="1748" y="9173"/>
                  <a:pt x="1165" y="9205"/>
                  <a:pt x="579" y="9286"/>
                </a:cubicBezTo>
                <a:cubicBezTo>
                  <a:pt x="579" y="9286"/>
                  <a:pt x="442" y="9286"/>
                  <a:pt x="442" y="9396"/>
                </a:cubicBezTo>
                <a:cubicBezTo>
                  <a:pt x="221" y="10553"/>
                  <a:pt x="221" y="11821"/>
                  <a:pt x="221" y="12978"/>
                </a:cubicBezTo>
                <a:cubicBezTo>
                  <a:pt x="221" y="14108"/>
                  <a:pt x="1" y="15486"/>
                  <a:pt x="442" y="16643"/>
                </a:cubicBezTo>
                <a:cubicBezTo>
                  <a:pt x="442" y="16721"/>
                  <a:pt x="621" y="16799"/>
                  <a:pt x="765" y="16799"/>
                </a:cubicBezTo>
                <a:cubicBezTo>
                  <a:pt x="824" y="16799"/>
                  <a:pt x="878" y="16785"/>
                  <a:pt x="910" y="16753"/>
                </a:cubicBezTo>
                <a:cubicBezTo>
                  <a:pt x="1285" y="16798"/>
                  <a:pt x="1661" y="16818"/>
                  <a:pt x="2040" y="16818"/>
                </a:cubicBezTo>
                <a:cubicBezTo>
                  <a:pt x="4316" y="16818"/>
                  <a:pt x="6660" y="16119"/>
                  <a:pt x="8998" y="16119"/>
                </a:cubicBezTo>
                <a:cubicBezTo>
                  <a:pt x="9361" y="16119"/>
                  <a:pt x="9723" y="16136"/>
                  <a:pt x="10086" y="16174"/>
                </a:cubicBezTo>
                <a:cubicBezTo>
                  <a:pt x="12152" y="16533"/>
                  <a:pt x="13089" y="17910"/>
                  <a:pt x="14577" y="19178"/>
                </a:cubicBezTo>
                <a:cubicBezTo>
                  <a:pt x="15734" y="20197"/>
                  <a:pt x="16864" y="21355"/>
                  <a:pt x="18242" y="22154"/>
                </a:cubicBezTo>
                <a:cubicBezTo>
                  <a:pt x="18021" y="22374"/>
                  <a:pt x="17801" y="22732"/>
                  <a:pt x="17553" y="22953"/>
                </a:cubicBezTo>
                <a:cubicBezTo>
                  <a:pt x="17112" y="23421"/>
                  <a:pt x="16533" y="23862"/>
                  <a:pt x="16175" y="24441"/>
                </a:cubicBezTo>
                <a:cubicBezTo>
                  <a:pt x="15985" y="24655"/>
                  <a:pt x="16205" y="24931"/>
                  <a:pt x="16429" y="24931"/>
                </a:cubicBezTo>
                <a:cubicBezTo>
                  <a:pt x="16464" y="24931"/>
                  <a:pt x="16499" y="24924"/>
                  <a:pt x="16533" y="24909"/>
                </a:cubicBezTo>
                <a:cubicBezTo>
                  <a:pt x="19289" y="25488"/>
                  <a:pt x="22264" y="25488"/>
                  <a:pt x="25130" y="25708"/>
                </a:cubicBezTo>
                <a:cubicBezTo>
                  <a:pt x="25176" y="25728"/>
                  <a:pt x="25216" y="25738"/>
                  <a:pt x="25253" y="25738"/>
                </a:cubicBezTo>
                <a:cubicBezTo>
                  <a:pt x="25415" y="25738"/>
                  <a:pt x="25488" y="25558"/>
                  <a:pt x="25488" y="25378"/>
                </a:cubicBezTo>
                <a:cubicBezTo>
                  <a:pt x="25378" y="22622"/>
                  <a:pt x="25240" y="19729"/>
                  <a:pt x="24689" y="16974"/>
                </a:cubicBezTo>
                <a:cubicBezTo>
                  <a:pt x="24689" y="16753"/>
                  <a:pt x="24551" y="16753"/>
                  <a:pt x="24441" y="16643"/>
                </a:cubicBezTo>
                <a:cubicBezTo>
                  <a:pt x="24368" y="16643"/>
                  <a:pt x="24343" y="16594"/>
                  <a:pt x="24302" y="16594"/>
                </a:cubicBezTo>
                <a:cubicBezTo>
                  <a:pt x="24282" y="16594"/>
                  <a:pt x="24258" y="16606"/>
                  <a:pt x="24221" y="16643"/>
                </a:cubicBezTo>
                <a:cubicBezTo>
                  <a:pt x="23752" y="16863"/>
                  <a:pt x="23174" y="17222"/>
                  <a:pt x="22843" y="17662"/>
                </a:cubicBezTo>
                <a:cubicBezTo>
                  <a:pt x="22485" y="18021"/>
                  <a:pt x="22154" y="18489"/>
                  <a:pt x="21686" y="18820"/>
                </a:cubicBezTo>
                <a:cubicBezTo>
                  <a:pt x="21107" y="17800"/>
                  <a:pt x="19977" y="16863"/>
                  <a:pt x="19178" y="16064"/>
                </a:cubicBezTo>
                <a:cubicBezTo>
                  <a:pt x="18242" y="15045"/>
                  <a:pt x="17222" y="13777"/>
                  <a:pt x="16175" y="12840"/>
                </a:cubicBezTo>
                <a:cubicBezTo>
                  <a:pt x="17222" y="12041"/>
                  <a:pt x="18242" y="10774"/>
                  <a:pt x="19178" y="9754"/>
                </a:cubicBezTo>
                <a:cubicBezTo>
                  <a:pt x="19977" y="8955"/>
                  <a:pt x="21107" y="8018"/>
                  <a:pt x="21686" y="6999"/>
                </a:cubicBezTo>
                <a:cubicBezTo>
                  <a:pt x="22154" y="7330"/>
                  <a:pt x="22485" y="7798"/>
                  <a:pt x="22843" y="8156"/>
                </a:cubicBezTo>
                <a:cubicBezTo>
                  <a:pt x="23174" y="8487"/>
                  <a:pt x="23752" y="8845"/>
                  <a:pt x="24221" y="9176"/>
                </a:cubicBezTo>
                <a:cubicBezTo>
                  <a:pt x="24331" y="9176"/>
                  <a:pt x="24331" y="9176"/>
                  <a:pt x="24441" y="9065"/>
                </a:cubicBezTo>
                <a:cubicBezTo>
                  <a:pt x="24551" y="9065"/>
                  <a:pt x="24689" y="8955"/>
                  <a:pt x="24689" y="8845"/>
                </a:cubicBezTo>
                <a:cubicBezTo>
                  <a:pt x="25240" y="6090"/>
                  <a:pt x="25378" y="3196"/>
                  <a:pt x="25488" y="331"/>
                </a:cubicBezTo>
                <a:cubicBezTo>
                  <a:pt x="25488" y="221"/>
                  <a:pt x="25378" y="0"/>
                  <a:pt x="2513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p38"/>
          <p:cNvSpPr txBox="1"/>
          <p:nvPr/>
        </p:nvSpPr>
        <p:spPr>
          <a:xfrm>
            <a:off x="3752550" y="1345575"/>
            <a:ext cx="1638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Luke James</a:t>
            </a:r>
            <a:endParaRPr sz="20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15" name="Google Shape;2515;p38"/>
          <p:cNvSpPr txBox="1"/>
          <p:nvPr/>
        </p:nvSpPr>
        <p:spPr>
          <a:xfrm>
            <a:off x="3598950" y="3815075"/>
            <a:ext cx="1946100" cy="9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the fifth planet from the Sun and the largest of them all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16" name="Google Shape;2516;p38"/>
          <p:cNvGrpSpPr/>
          <p:nvPr/>
        </p:nvGrpSpPr>
        <p:grpSpPr>
          <a:xfrm>
            <a:off x="460889" y="1641632"/>
            <a:ext cx="2742146" cy="940556"/>
            <a:chOff x="460889" y="1641632"/>
            <a:chExt cx="2742146" cy="940556"/>
          </a:xfrm>
        </p:grpSpPr>
        <p:grpSp>
          <p:nvGrpSpPr>
            <p:cNvPr id="2517" name="Google Shape;2517;p38"/>
            <p:cNvGrpSpPr/>
            <p:nvPr/>
          </p:nvGrpSpPr>
          <p:grpSpPr>
            <a:xfrm>
              <a:off x="2504387" y="1794564"/>
              <a:ext cx="698648" cy="634692"/>
              <a:chOff x="2504387" y="1794558"/>
              <a:chExt cx="698648" cy="634692"/>
            </a:xfrm>
          </p:grpSpPr>
          <p:sp>
            <p:nvSpPr>
              <p:cNvPr id="2518" name="Google Shape;2518;p38"/>
              <p:cNvSpPr/>
              <p:nvPr/>
            </p:nvSpPr>
            <p:spPr>
              <a:xfrm>
                <a:off x="2504387" y="1794558"/>
                <a:ext cx="698648" cy="634692"/>
              </a:xfrm>
              <a:custGeom>
                <a:rect b="b" l="l" r="r" t="t"/>
                <a:pathLst>
                  <a:path extrusionOk="0" h="28988" w="31909">
                    <a:moveTo>
                      <a:pt x="14191" y="833"/>
                    </a:moveTo>
                    <a:cubicBezTo>
                      <a:pt x="14228" y="855"/>
                      <a:pt x="14274" y="868"/>
                      <a:pt x="14329" y="868"/>
                    </a:cubicBezTo>
                    <a:cubicBezTo>
                      <a:pt x="21465" y="978"/>
                      <a:pt x="28106" y="4533"/>
                      <a:pt x="29373" y="12110"/>
                    </a:cubicBezTo>
                    <a:cubicBezTo>
                      <a:pt x="30641" y="19577"/>
                      <a:pt x="25240" y="26576"/>
                      <a:pt x="17911" y="27513"/>
                    </a:cubicBezTo>
                    <a:cubicBezTo>
                      <a:pt x="17184" y="27612"/>
                      <a:pt x="16423" y="27664"/>
                      <a:pt x="15647" y="27664"/>
                    </a:cubicBezTo>
                    <a:cubicBezTo>
                      <a:pt x="12128" y="27664"/>
                      <a:pt x="8300" y="26597"/>
                      <a:pt x="5952" y="24069"/>
                    </a:cubicBezTo>
                    <a:cubicBezTo>
                      <a:pt x="3555" y="21423"/>
                      <a:pt x="2398" y="17511"/>
                      <a:pt x="2398" y="13956"/>
                    </a:cubicBezTo>
                    <a:cubicBezTo>
                      <a:pt x="2508" y="10291"/>
                      <a:pt x="3665" y="6709"/>
                      <a:pt x="6420" y="4202"/>
                    </a:cubicBezTo>
                    <a:cubicBezTo>
                      <a:pt x="8582" y="2130"/>
                      <a:pt x="11277" y="1218"/>
                      <a:pt x="14191" y="833"/>
                    </a:cubicBezTo>
                    <a:close/>
                    <a:moveTo>
                      <a:pt x="14260" y="1"/>
                    </a:moveTo>
                    <a:cubicBezTo>
                      <a:pt x="9337" y="1"/>
                      <a:pt x="4421" y="3417"/>
                      <a:pt x="2398" y="7977"/>
                    </a:cubicBezTo>
                    <a:cubicBezTo>
                      <a:pt x="0" y="13598"/>
                      <a:pt x="1130" y="21864"/>
                      <a:pt x="6062" y="25887"/>
                    </a:cubicBezTo>
                    <a:cubicBezTo>
                      <a:pt x="8618" y="27981"/>
                      <a:pt x="12039" y="28988"/>
                      <a:pt x="15454" y="28988"/>
                    </a:cubicBezTo>
                    <a:cubicBezTo>
                      <a:pt x="18962" y="28988"/>
                      <a:pt x="22465" y="27925"/>
                      <a:pt x="25020" y="25887"/>
                    </a:cubicBezTo>
                    <a:cubicBezTo>
                      <a:pt x="29952" y="22112"/>
                      <a:pt x="31908" y="15665"/>
                      <a:pt x="29952" y="9823"/>
                    </a:cubicBezTo>
                    <a:cubicBezTo>
                      <a:pt x="28171" y="4385"/>
                      <a:pt x="22808" y="52"/>
                      <a:pt x="17021" y="52"/>
                    </a:cubicBezTo>
                    <a:cubicBezTo>
                      <a:pt x="16618" y="52"/>
                      <a:pt x="16213" y="73"/>
                      <a:pt x="15807" y="116"/>
                    </a:cubicBezTo>
                    <a:lnTo>
                      <a:pt x="15807" y="116"/>
                    </a:lnTo>
                    <a:cubicBezTo>
                      <a:pt x="15293" y="38"/>
                      <a:pt x="14777" y="1"/>
                      <a:pt x="14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38"/>
              <p:cNvSpPr/>
              <p:nvPr/>
            </p:nvSpPr>
            <p:spPr>
              <a:xfrm>
                <a:off x="2708322" y="1932414"/>
                <a:ext cx="291537" cy="358992"/>
              </a:xfrm>
              <a:custGeom>
                <a:rect b="b" l="l" r="r" t="t"/>
                <a:pathLst>
                  <a:path extrusionOk="0" h="19324" w="15693">
                    <a:moveTo>
                      <a:pt x="7824" y="1132"/>
                    </a:moveTo>
                    <a:cubicBezTo>
                      <a:pt x="8714" y="1132"/>
                      <a:pt x="9554" y="1551"/>
                      <a:pt x="10088" y="2264"/>
                    </a:cubicBezTo>
                    <a:cubicBezTo>
                      <a:pt x="9551" y="2977"/>
                      <a:pt x="8711" y="3393"/>
                      <a:pt x="7824" y="3396"/>
                    </a:cubicBezTo>
                    <a:lnTo>
                      <a:pt x="5049" y="3396"/>
                    </a:lnTo>
                    <a:cubicBezTo>
                      <a:pt x="5321" y="2080"/>
                      <a:pt x="6477" y="1135"/>
                      <a:pt x="7824" y="1132"/>
                    </a:cubicBezTo>
                    <a:close/>
                    <a:moveTo>
                      <a:pt x="10595" y="3393"/>
                    </a:moveTo>
                    <a:cubicBezTo>
                      <a:pt x="10635" y="3580"/>
                      <a:pt x="10653" y="3771"/>
                      <a:pt x="10653" y="3964"/>
                    </a:cubicBezTo>
                    <a:lnTo>
                      <a:pt x="10653" y="6304"/>
                    </a:lnTo>
                    <a:cubicBezTo>
                      <a:pt x="10653" y="7865"/>
                      <a:pt x="9385" y="9133"/>
                      <a:pt x="7824" y="9133"/>
                    </a:cubicBezTo>
                    <a:cubicBezTo>
                      <a:pt x="6260" y="9133"/>
                      <a:pt x="4991" y="7865"/>
                      <a:pt x="4991" y="6304"/>
                    </a:cubicBezTo>
                    <a:lnTo>
                      <a:pt x="4991" y="4529"/>
                    </a:lnTo>
                    <a:lnTo>
                      <a:pt x="7824" y="4529"/>
                    </a:lnTo>
                    <a:cubicBezTo>
                      <a:pt x="8859" y="4525"/>
                      <a:pt x="9856" y="4121"/>
                      <a:pt x="10595" y="3393"/>
                    </a:cubicBezTo>
                    <a:close/>
                    <a:moveTo>
                      <a:pt x="6465" y="10027"/>
                    </a:moveTo>
                    <a:cubicBezTo>
                      <a:pt x="6903" y="10187"/>
                      <a:pt x="7362" y="10267"/>
                      <a:pt x="7823" y="10267"/>
                    </a:cubicBezTo>
                    <a:cubicBezTo>
                      <a:pt x="8283" y="10267"/>
                      <a:pt x="8743" y="10187"/>
                      <a:pt x="9182" y="10027"/>
                    </a:cubicBezTo>
                    <a:lnTo>
                      <a:pt x="9182" y="10027"/>
                    </a:lnTo>
                    <a:lnTo>
                      <a:pt x="7824" y="12071"/>
                    </a:lnTo>
                    <a:lnTo>
                      <a:pt x="6465" y="10027"/>
                    </a:lnTo>
                    <a:close/>
                    <a:moveTo>
                      <a:pt x="10152" y="10610"/>
                    </a:moveTo>
                    <a:lnTo>
                      <a:pt x="11051" y="11476"/>
                    </a:lnTo>
                    <a:lnTo>
                      <a:pt x="9433" y="13904"/>
                    </a:lnTo>
                    <a:lnTo>
                      <a:pt x="8551" y="13022"/>
                    </a:lnTo>
                    <a:lnTo>
                      <a:pt x="10152" y="10610"/>
                    </a:lnTo>
                    <a:close/>
                    <a:moveTo>
                      <a:pt x="5493" y="10610"/>
                    </a:moveTo>
                    <a:lnTo>
                      <a:pt x="7096" y="13022"/>
                    </a:lnTo>
                    <a:lnTo>
                      <a:pt x="6211" y="13907"/>
                    </a:lnTo>
                    <a:lnTo>
                      <a:pt x="4593" y="11476"/>
                    </a:lnTo>
                    <a:lnTo>
                      <a:pt x="5493" y="10610"/>
                    </a:lnTo>
                    <a:close/>
                    <a:moveTo>
                      <a:pt x="3630" y="12074"/>
                    </a:moveTo>
                    <a:lnTo>
                      <a:pt x="5653" y="15109"/>
                    </a:lnTo>
                    <a:cubicBezTo>
                      <a:pt x="5746" y="15251"/>
                      <a:pt x="5900" y="15341"/>
                      <a:pt x="6069" y="15356"/>
                    </a:cubicBezTo>
                    <a:cubicBezTo>
                      <a:pt x="6087" y="15359"/>
                      <a:pt x="6106" y="15359"/>
                      <a:pt x="6124" y="15359"/>
                    </a:cubicBezTo>
                    <a:cubicBezTo>
                      <a:pt x="6275" y="15359"/>
                      <a:pt x="6417" y="15302"/>
                      <a:pt x="6525" y="15193"/>
                    </a:cubicBezTo>
                    <a:lnTo>
                      <a:pt x="7256" y="14463"/>
                    </a:lnTo>
                    <a:lnTo>
                      <a:pt x="7256" y="18192"/>
                    </a:lnTo>
                    <a:lnTo>
                      <a:pt x="2247" y="18192"/>
                    </a:lnTo>
                    <a:lnTo>
                      <a:pt x="1332" y="13502"/>
                    </a:lnTo>
                    <a:cubicBezTo>
                      <a:pt x="1329" y="13493"/>
                      <a:pt x="1326" y="13484"/>
                      <a:pt x="1326" y="13475"/>
                    </a:cubicBezTo>
                    <a:cubicBezTo>
                      <a:pt x="1235" y="13110"/>
                      <a:pt x="1438" y="12735"/>
                      <a:pt x="1791" y="12612"/>
                    </a:cubicBezTo>
                    <a:lnTo>
                      <a:pt x="3630" y="12074"/>
                    </a:lnTo>
                    <a:close/>
                    <a:moveTo>
                      <a:pt x="12015" y="12074"/>
                    </a:moveTo>
                    <a:lnTo>
                      <a:pt x="13899" y="12612"/>
                    </a:lnTo>
                    <a:cubicBezTo>
                      <a:pt x="14252" y="12735"/>
                      <a:pt x="14454" y="13110"/>
                      <a:pt x="14367" y="13475"/>
                    </a:cubicBezTo>
                    <a:cubicBezTo>
                      <a:pt x="14364" y="13481"/>
                      <a:pt x="14361" y="13490"/>
                      <a:pt x="14361" y="13496"/>
                    </a:cubicBezTo>
                    <a:lnTo>
                      <a:pt x="13395" y="18192"/>
                    </a:lnTo>
                    <a:lnTo>
                      <a:pt x="8388" y="18192"/>
                    </a:lnTo>
                    <a:lnTo>
                      <a:pt x="8388" y="14463"/>
                    </a:lnTo>
                    <a:lnTo>
                      <a:pt x="9119" y="15196"/>
                    </a:lnTo>
                    <a:cubicBezTo>
                      <a:pt x="9228" y="15302"/>
                      <a:pt x="9370" y="15362"/>
                      <a:pt x="9521" y="15362"/>
                    </a:cubicBezTo>
                    <a:cubicBezTo>
                      <a:pt x="9539" y="15362"/>
                      <a:pt x="9557" y="15359"/>
                      <a:pt x="9578" y="15359"/>
                    </a:cubicBezTo>
                    <a:cubicBezTo>
                      <a:pt x="9744" y="15341"/>
                      <a:pt x="9898" y="15251"/>
                      <a:pt x="9992" y="15109"/>
                    </a:cubicBezTo>
                    <a:lnTo>
                      <a:pt x="12015" y="12074"/>
                    </a:lnTo>
                    <a:close/>
                    <a:moveTo>
                      <a:pt x="7823" y="1"/>
                    </a:moveTo>
                    <a:cubicBezTo>
                      <a:pt x="7476" y="1"/>
                      <a:pt x="7126" y="46"/>
                      <a:pt x="6779" y="141"/>
                    </a:cubicBezTo>
                    <a:cubicBezTo>
                      <a:pt x="5055" y="612"/>
                      <a:pt x="3859" y="2176"/>
                      <a:pt x="3859" y="3964"/>
                    </a:cubicBezTo>
                    <a:lnTo>
                      <a:pt x="3859" y="6304"/>
                    </a:lnTo>
                    <a:cubicBezTo>
                      <a:pt x="3859" y="7355"/>
                      <a:pt x="4279" y="8363"/>
                      <a:pt x="5022" y="9106"/>
                    </a:cubicBezTo>
                    <a:lnTo>
                      <a:pt x="5022" y="9489"/>
                    </a:lnTo>
                    <a:lnTo>
                      <a:pt x="3539" y="10921"/>
                    </a:lnTo>
                    <a:lnTo>
                      <a:pt x="1462" y="11528"/>
                    </a:lnTo>
                    <a:lnTo>
                      <a:pt x="1444" y="11534"/>
                    </a:lnTo>
                    <a:cubicBezTo>
                      <a:pt x="529" y="11842"/>
                      <a:pt x="0" y="12796"/>
                      <a:pt x="221" y="13735"/>
                    </a:cubicBezTo>
                    <a:lnTo>
                      <a:pt x="1223" y="18868"/>
                    </a:lnTo>
                    <a:cubicBezTo>
                      <a:pt x="1274" y="19131"/>
                      <a:pt x="1507" y="19324"/>
                      <a:pt x="1779" y="19324"/>
                    </a:cubicBezTo>
                    <a:cubicBezTo>
                      <a:pt x="1794" y="19324"/>
                      <a:pt x="1809" y="19324"/>
                      <a:pt x="1824" y="19321"/>
                    </a:cubicBezTo>
                    <a:cubicBezTo>
                      <a:pt x="1839" y="19321"/>
                      <a:pt x="1854" y="19324"/>
                      <a:pt x="1869" y="19324"/>
                    </a:cubicBezTo>
                    <a:lnTo>
                      <a:pt x="13856" y="19324"/>
                    </a:lnTo>
                    <a:cubicBezTo>
                      <a:pt x="14125" y="19324"/>
                      <a:pt x="14358" y="19134"/>
                      <a:pt x="14412" y="18871"/>
                    </a:cubicBezTo>
                    <a:lnTo>
                      <a:pt x="15469" y="13735"/>
                    </a:lnTo>
                    <a:cubicBezTo>
                      <a:pt x="15692" y="12796"/>
                      <a:pt x="15164" y="11842"/>
                      <a:pt x="14249" y="11534"/>
                    </a:cubicBezTo>
                    <a:lnTo>
                      <a:pt x="14225" y="11525"/>
                    </a:lnTo>
                    <a:lnTo>
                      <a:pt x="12108" y="10921"/>
                    </a:lnTo>
                    <a:lnTo>
                      <a:pt x="10623" y="9489"/>
                    </a:lnTo>
                    <a:lnTo>
                      <a:pt x="10623" y="9103"/>
                    </a:lnTo>
                    <a:cubicBezTo>
                      <a:pt x="11368" y="8363"/>
                      <a:pt x="11785" y="7355"/>
                      <a:pt x="11785" y="6304"/>
                    </a:cubicBezTo>
                    <a:lnTo>
                      <a:pt x="11785" y="3964"/>
                    </a:lnTo>
                    <a:cubicBezTo>
                      <a:pt x="11785" y="3281"/>
                      <a:pt x="11610" y="2611"/>
                      <a:pt x="11275" y="2019"/>
                    </a:cubicBezTo>
                    <a:cubicBezTo>
                      <a:pt x="11263" y="1995"/>
                      <a:pt x="11251" y="1971"/>
                      <a:pt x="11233" y="1950"/>
                    </a:cubicBezTo>
                    <a:cubicBezTo>
                      <a:pt x="10507" y="720"/>
                      <a:pt x="9197" y="1"/>
                      <a:pt x="78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520" name="Google Shape;2520;p38"/>
              <p:cNvSpPr/>
              <p:nvPr/>
            </p:nvSpPr>
            <p:spPr>
              <a:xfrm>
                <a:off x="2906210" y="2226299"/>
                <a:ext cx="42097" cy="21067"/>
              </a:xfrm>
              <a:custGeom>
                <a:rect b="b" l="l" r="r" t="t"/>
                <a:pathLst>
                  <a:path extrusionOk="0" h="1134" w="2266">
                    <a:moveTo>
                      <a:pt x="569" y="1"/>
                    </a:moveTo>
                    <a:cubicBezTo>
                      <a:pt x="254" y="1"/>
                      <a:pt x="1" y="255"/>
                      <a:pt x="1" y="569"/>
                    </a:cubicBezTo>
                    <a:cubicBezTo>
                      <a:pt x="1" y="880"/>
                      <a:pt x="254" y="1133"/>
                      <a:pt x="569" y="1133"/>
                    </a:cubicBezTo>
                    <a:lnTo>
                      <a:pt x="1701" y="1133"/>
                    </a:lnTo>
                    <a:cubicBezTo>
                      <a:pt x="2012" y="1133"/>
                      <a:pt x="2265" y="880"/>
                      <a:pt x="2265" y="569"/>
                    </a:cubicBezTo>
                    <a:cubicBezTo>
                      <a:pt x="2265" y="255"/>
                      <a:pt x="2012" y="1"/>
                      <a:pt x="17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  <p:grpSp>
          <p:nvGrpSpPr>
            <p:cNvPr id="2521" name="Google Shape;2521;p38"/>
            <p:cNvGrpSpPr/>
            <p:nvPr/>
          </p:nvGrpSpPr>
          <p:grpSpPr>
            <a:xfrm>
              <a:off x="460889" y="1641632"/>
              <a:ext cx="1939800" cy="940556"/>
              <a:chOff x="460889" y="1641632"/>
              <a:chExt cx="1939800" cy="940556"/>
            </a:xfrm>
          </p:grpSpPr>
          <p:sp>
            <p:nvSpPr>
              <p:cNvPr id="2522" name="Google Shape;2522;p38"/>
              <p:cNvSpPr/>
              <p:nvPr/>
            </p:nvSpPr>
            <p:spPr>
              <a:xfrm>
                <a:off x="460889" y="2075488"/>
                <a:ext cx="1876500" cy="5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0000" spcFirstLastPara="1" rIns="274300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Roboto"/>
                    <a:ea typeface="Roboto"/>
                    <a:cs typeface="Roboto"/>
                    <a:sym typeface="Roboto"/>
                  </a:rPr>
                  <a:t>Saturn is composed mostly of hydrogen and also helium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23" name="Google Shape;2523;p38"/>
              <p:cNvSpPr txBox="1"/>
              <p:nvPr/>
            </p:nvSpPr>
            <p:spPr>
              <a:xfrm>
                <a:off x="460889" y="1641632"/>
                <a:ext cx="1939800" cy="43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Bio</a:t>
                </a:r>
                <a:endParaRPr sz="18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grpSp>
        <p:nvGrpSpPr>
          <p:cNvPr id="2524" name="Google Shape;2524;p38"/>
          <p:cNvGrpSpPr/>
          <p:nvPr/>
        </p:nvGrpSpPr>
        <p:grpSpPr>
          <a:xfrm>
            <a:off x="457353" y="3235856"/>
            <a:ext cx="2745685" cy="940569"/>
            <a:chOff x="457353" y="3235856"/>
            <a:chExt cx="2745685" cy="940569"/>
          </a:xfrm>
        </p:grpSpPr>
        <p:grpSp>
          <p:nvGrpSpPr>
            <p:cNvPr id="2525" name="Google Shape;2525;p38"/>
            <p:cNvGrpSpPr/>
            <p:nvPr/>
          </p:nvGrpSpPr>
          <p:grpSpPr>
            <a:xfrm>
              <a:off x="2504390" y="3385888"/>
              <a:ext cx="698648" cy="634692"/>
              <a:chOff x="2504390" y="3385888"/>
              <a:chExt cx="698648" cy="634692"/>
            </a:xfrm>
          </p:grpSpPr>
          <p:sp>
            <p:nvSpPr>
              <p:cNvPr id="2526" name="Google Shape;2526;p38"/>
              <p:cNvSpPr/>
              <p:nvPr/>
            </p:nvSpPr>
            <p:spPr>
              <a:xfrm>
                <a:off x="2504390" y="3385888"/>
                <a:ext cx="698648" cy="634692"/>
              </a:xfrm>
              <a:custGeom>
                <a:rect b="b" l="l" r="r" t="t"/>
                <a:pathLst>
                  <a:path extrusionOk="0" h="28988" w="31909">
                    <a:moveTo>
                      <a:pt x="14191" y="833"/>
                    </a:moveTo>
                    <a:cubicBezTo>
                      <a:pt x="14228" y="855"/>
                      <a:pt x="14274" y="868"/>
                      <a:pt x="14329" y="868"/>
                    </a:cubicBezTo>
                    <a:cubicBezTo>
                      <a:pt x="21465" y="978"/>
                      <a:pt x="28106" y="4533"/>
                      <a:pt x="29373" y="12110"/>
                    </a:cubicBezTo>
                    <a:cubicBezTo>
                      <a:pt x="30641" y="19577"/>
                      <a:pt x="25240" y="26576"/>
                      <a:pt x="17911" y="27513"/>
                    </a:cubicBezTo>
                    <a:cubicBezTo>
                      <a:pt x="17184" y="27612"/>
                      <a:pt x="16423" y="27664"/>
                      <a:pt x="15647" y="27664"/>
                    </a:cubicBezTo>
                    <a:cubicBezTo>
                      <a:pt x="12128" y="27664"/>
                      <a:pt x="8300" y="26597"/>
                      <a:pt x="5952" y="24069"/>
                    </a:cubicBezTo>
                    <a:cubicBezTo>
                      <a:pt x="3555" y="21423"/>
                      <a:pt x="2398" y="17511"/>
                      <a:pt x="2398" y="13956"/>
                    </a:cubicBezTo>
                    <a:cubicBezTo>
                      <a:pt x="2508" y="10291"/>
                      <a:pt x="3665" y="6709"/>
                      <a:pt x="6420" y="4202"/>
                    </a:cubicBezTo>
                    <a:cubicBezTo>
                      <a:pt x="8582" y="2130"/>
                      <a:pt x="11277" y="1218"/>
                      <a:pt x="14191" y="833"/>
                    </a:cubicBezTo>
                    <a:close/>
                    <a:moveTo>
                      <a:pt x="14260" y="1"/>
                    </a:moveTo>
                    <a:cubicBezTo>
                      <a:pt x="9337" y="1"/>
                      <a:pt x="4421" y="3417"/>
                      <a:pt x="2398" y="7977"/>
                    </a:cubicBezTo>
                    <a:cubicBezTo>
                      <a:pt x="0" y="13598"/>
                      <a:pt x="1130" y="21864"/>
                      <a:pt x="6062" y="25887"/>
                    </a:cubicBezTo>
                    <a:cubicBezTo>
                      <a:pt x="8618" y="27981"/>
                      <a:pt x="12039" y="28988"/>
                      <a:pt x="15454" y="28988"/>
                    </a:cubicBezTo>
                    <a:cubicBezTo>
                      <a:pt x="18962" y="28988"/>
                      <a:pt x="22465" y="27925"/>
                      <a:pt x="25020" y="25887"/>
                    </a:cubicBezTo>
                    <a:cubicBezTo>
                      <a:pt x="29952" y="22112"/>
                      <a:pt x="31908" y="15665"/>
                      <a:pt x="29952" y="9823"/>
                    </a:cubicBezTo>
                    <a:cubicBezTo>
                      <a:pt x="28171" y="4385"/>
                      <a:pt x="22808" y="52"/>
                      <a:pt x="17021" y="52"/>
                    </a:cubicBezTo>
                    <a:cubicBezTo>
                      <a:pt x="16618" y="52"/>
                      <a:pt x="16213" y="73"/>
                      <a:pt x="15807" y="116"/>
                    </a:cubicBezTo>
                    <a:lnTo>
                      <a:pt x="15807" y="116"/>
                    </a:lnTo>
                    <a:cubicBezTo>
                      <a:pt x="15293" y="38"/>
                      <a:pt x="14777" y="1"/>
                      <a:pt x="1426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27" name="Google Shape;2527;p38"/>
              <p:cNvGrpSpPr/>
              <p:nvPr/>
            </p:nvGrpSpPr>
            <p:grpSpPr>
              <a:xfrm>
                <a:off x="2666383" y="3519868"/>
                <a:ext cx="374662" cy="371413"/>
                <a:chOff x="2652851" y="3519868"/>
                <a:chExt cx="374662" cy="371413"/>
              </a:xfrm>
            </p:grpSpPr>
            <p:sp>
              <p:nvSpPr>
                <p:cNvPr id="2528" name="Google Shape;2528;p38"/>
                <p:cNvSpPr/>
                <p:nvPr/>
              </p:nvSpPr>
              <p:spPr>
                <a:xfrm>
                  <a:off x="2652851" y="3519868"/>
                  <a:ext cx="374662" cy="371413"/>
                </a:xfrm>
                <a:custGeom>
                  <a:rect b="b" l="l" r="r" t="t"/>
                  <a:pathLst>
                    <a:path extrusionOk="0" h="11775" w="11878">
                      <a:moveTo>
                        <a:pt x="7306" y="663"/>
                      </a:moveTo>
                      <a:cubicBezTo>
                        <a:pt x="7389" y="663"/>
                        <a:pt x="7475" y="671"/>
                        <a:pt x="7562" y="685"/>
                      </a:cubicBezTo>
                      <a:cubicBezTo>
                        <a:pt x="7814" y="780"/>
                        <a:pt x="8034" y="937"/>
                        <a:pt x="8192" y="1126"/>
                      </a:cubicBezTo>
                      <a:cubicBezTo>
                        <a:pt x="7908" y="1189"/>
                        <a:pt x="7656" y="1347"/>
                        <a:pt x="7467" y="1567"/>
                      </a:cubicBezTo>
                      <a:cubicBezTo>
                        <a:pt x="7341" y="1662"/>
                        <a:pt x="7341" y="1914"/>
                        <a:pt x="7467" y="2008"/>
                      </a:cubicBezTo>
                      <a:cubicBezTo>
                        <a:pt x="7530" y="2071"/>
                        <a:pt x="7617" y="2103"/>
                        <a:pt x="7703" y="2103"/>
                      </a:cubicBezTo>
                      <a:cubicBezTo>
                        <a:pt x="7790" y="2103"/>
                        <a:pt x="7877" y="2071"/>
                        <a:pt x="7940" y="2008"/>
                      </a:cubicBezTo>
                      <a:cubicBezTo>
                        <a:pt x="8129" y="1819"/>
                        <a:pt x="8412" y="1693"/>
                        <a:pt x="8696" y="1693"/>
                      </a:cubicBezTo>
                      <a:cubicBezTo>
                        <a:pt x="8979" y="1693"/>
                        <a:pt x="9231" y="1819"/>
                        <a:pt x="9452" y="2008"/>
                      </a:cubicBezTo>
                      <a:cubicBezTo>
                        <a:pt x="9767" y="2355"/>
                        <a:pt x="9830" y="2764"/>
                        <a:pt x="9673" y="3174"/>
                      </a:cubicBezTo>
                      <a:cubicBezTo>
                        <a:pt x="9389" y="3237"/>
                        <a:pt x="9137" y="3395"/>
                        <a:pt x="8885" y="3584"/>
                      </a:cubicBezTo>
                      <a:cubicBezTo>
                        <a:pt x="8759" y="3710"/>
                        <a:pt x="8759" y="3962"/>
                        <a:pt x="8885" y="4056"/>
                      </a:cubicBezTo>
                      <a:cubicBezTo>
                        <a:pt x="8948" y="4119"/>
                        <a:pt x="9035" y="4151"/>
                        <a:pt x="9121" y="4151"/>
                      </a:cubicBezTo>
                      <a:cubicBezTo>
                        <a:pt x="9208" y="4151"/>
                        <a:pt x="9294" y="4119"/>
                        <a:pt x="9358" y="4056"/>
                      </a:cubicBezTo>
                      <a:cubicBezTo>
                        <a:pt x="9547" y="3867"/>
                        <a:pt x="9830" y="3741"/>
                        <a:pt x="10114" y="3741"/>
                      </a:cubicBezTo>
                      <a:cubicBezTo>
                        <a:pt x="10397" y="3741"/>
                        <a:pt x="10649" y="3867"/>
                        <a:pt x="10870" y="4056"/>
                      </a:cubicBezTo>
                      <a:cubicBezTo>
                        <a:pt x="11059" y="4277"/>
                        <a:pt x="11185" y="4529"/>
                        <a:pt x="11185" y="4812"/>
                      </a:cubicBezTo>
                      <a:cubicBezTo>
                        <a:pt x="11185" y="5096"/>
                        <a:pt x="11059" y="5379"/>
                        <a:pt x="10870" y="5568"/>
                      </a:cubicBezTo>
                      <a:cubicBezTo>
                        <a:pt x="10649" y="5757"/>
                        <a:pt x="10397" y="5883"/>
                        <a:pt x="10114" y="5883"/>
                      </a:cubicBezTo>
                      <a:cubicBezTo>
                        <a:pt x="9925" y="5883"/>
                        <a:pt x="9767" y="6041"/>
                        <a:pt x="9767" y="6230"/>
                      </a:cubicBezTo>
                      <a:cubicBezTo>
                        <a:pt x="9767" y="6451"/>
                        <a:pt x="9925" y="6608"/>
                        <a:pt x="10114" y="6608"/>
                      </a:cubicBezTo>
                      <a:cubicBezTo>
                        <a:pt x="10429" y="6608"/>
                        <a:pt x="10712" y="6514"/>
                        <a:pt x="10964" y="6356"/>
                      </a:cubicBezTo>
                      <a:cubicBezTo>
                        <a:pt x="11090" y="6514"/>
                        <a:pt x="11122" y="6703"/>
                        <a:pt x="11122" y="6955"/>
                      </a:cubicBezTo>
                      <a:cubicBezTo>
                        <a:pt x="11122" y="7270"/>
                        <a:pt x="11027" y="7553"/>
                        <a:pt x="10807" y="7742"/>
                      </a:cubicBezTo>
                      <a:cubicBezTo>
                        <a:pt x="10618" y="7931"/>
                        <a:pt x="10366" y="8057"/>
                        <a:pt x="10082" y="8057"/>
                      </a:cubicBezTo>
                      <a:cubicBezTo>
                        <a:pt x="9799" y="8057"/>
                        <a:pt x="9515" y="7931"/>
                        <a:pt x="9326" y="7742"/>
                      </a:cubicBezTo>
                      <a:cubicBezTo>
                        <a:pt x="9137" y="7553"/>
                        <a:pt x="9011" y="7270"/>
                        <a:pt x="9011" y="6986"/>
                      </a:cubicBezTo>
                      <a:cubicBezTo>
                        <a:pt x="9011" y="6703"/>
                        <a:pt x="9137" y="6419"/>
                        <a:pt x="9326" y="6230"/>
                      </a:cubicBezTo>
                      <a:cubicBezTo>
                        <a:pt x="9452" y="6104"/>
                        <a:pt x="9452" y="5883"/>
                        <a:pt x="9326" y="5757"/>
                      </a:cubicBezTo>
                      <a:cubicBezTo>
                        <a:pt x="9263" y="5694"/>
                        <a:pt x="9176" y="5663"/>
                        <a:pt x="9090" y="5663"/>
                      </a:cubicBezTo>
                      <a:cubicBezTo>
                        <a:pt x="9003" y="5663"/>
                        <a:pt x="8916" y="5694"/>
                        <a:pt x="8853" y="5757"/>
                      </a:cubicBezTo>
                      <a:cubicBezTo>
                        <a:pt x="8538" y="6072"/>
                        <a:pt x="8349" y="6514"/>
                        <a:pt x="8349" y="6986"/>
                      </a:cubicBezTo>
                      <a:cubicBezTo>
                        <a:pt x="8349" y="7112"/>
                        <a:pt x="8349" y="7207"/>
                        <a:pt x="8381" y="7333"/>
                      </a:cubicBezTo>
                      <a:cubicBezTo>
                        <a:pt x="7562" y="7459"/>
                        <a:pt x="6932" y="8215"/>
                        <a:pt x="6932" y="9034"/>
                      </a:cubicBezTo>
                      <a:cubicBezTo>
                        <a:pt x="6932" y="9223"/>
                        <a:pt x="7089" y="9381"/>
                        <a:pt x="7278" y="9381"/>
                      </a:cubicBezTo>
                      <a:cubicBezTo>
                        <a:pt x="7467" y="9381"/>
                        <a:pt x="7625" y="9223"/>
                        <a:pt x="7625" y="9034"/>
                      </a:cubicBezTo>
                      <a:cubicBezTo>
                        <a:pt x="7625" y="8435"/>
                        <a:pt x="8097" y="8026"/>
                        <a:pt x="8664" y="8026"/>
                      </a:cubicBezTo>
                      <a:lnTo>
                        <a:pt x="8696" y="8026"/>
                      </a:lnTo>
                      <a:cubicBezTo>
                        <a:pt x="8727" y="8089"/>
                        <a:pt x="8822" y="8120"/>
                        <a:pt x="8853" y="8215"/>
                      </a:cubicBezTo>
                      <a:cubicBezTo>
                        <a:pt x="9074" y="8435"/>
                        <a:pt x="9326" y="8561"/>
                        <a:pt x="9641" y="8656"/>
                      </a:cubicBezTo>
                      <a:cubicBezTo>
                        <a:pt x="9673" y="8750"/>
                        <a:pt x="9704" y="8908"/>
                        <a:pt x="9704" y="9034"/>
                      </a:cubicBezTo>
                      <a:cubicBezTo>
                        <a:pt x="9704" y="9507"/>
                        <a:pt x="9452" y="9853"/>
                        <a:pt x="9011" y="10011"/>
                      </a:cubicBezTo>
                      <a:cubicBezTo>
                        <a:pt x="8979" y="9853"/>
                        <a:pt x="8853" y="9759"/>
                        <a:pt x="8664" y="9759"/>
                      </a:cubicBezTo>
                      <a:cubicBezTo>
                        <a:pt x="8444" y="9759"/>
                        <a:pt x="8286" y="9916"/>
                        <a:pt x="8286" y="10105"/>
                      </a:cubicBezTo>
                      <a:cubicBezTo>
                        <a:pt x="8286" y="10704"/>
                        <a:pt x="7814" y="11113"/>
                        <a:pt x="7278" y="11113"/>
                      </a:cubicBezTo>
                      <a:cubicBezTo>
                        <a:pt x="6711" y="11113"/>
                        <a:pt x="6239" y="10641"/>
                        <a:pt x="6239" y="10105"/>
                      </a:cubicBezTo>
                      <a:lnTo>
                        <a:pt x="6239" y="6640"/>
                      </a:lnTo>
                      <a:cubicBezTo>
                        <a:pt x="6522" y="6860"/>
                        <a:pt x="6932" y="6986"/>
                        <a:pt x="7278" y="6986"/>
                      </a:cubicBezTo>
                      <a:cubicBezTo>
                        <a:pt x="7467" y="6986"/>
                        <a:pt x="7625" y="6829"/>
                        <a:pt x="7625" y="6640"/>
                      </a:cubicBezTo>
                      <a:cubicBezTo>
                        <a:pt x="7625" y="6451"/>
                        <a:pt x="7467" y="6293"/>
                        <a:pt x="7278" y="6293"/>
                      </a:cubicBezTo>
                      <a:cubicBezTo>
                        <a:pt x="6680" y="6293"/>
                        <a:pt x="6239" y="5820"/>
                        <a:pt x="6239" y="5253"/>
                      </a:cubicBezTo>
                      <a:lnTo>
                        <a:pt x="6239" y="1788"/>
                      </a:lnTo>
                      <a:lnTo>
                        <a:pt x="6239" y="1756"/>
                      </a:lnTo>
                      <a:lnTo>
                        <a:pt x="6239" y="1725"/>
                      </a:lnTo>
                      <a:cubicBezTo>
                        <a:pt x="6239" y="1441"/>
                        <a:pt x="6365" y="1158"/>
                        <a:pt x="6554" y="969"/>
                      </a:cubicBezTo>
                      <a:cubicBezTo>
                        <a:pt x="6772" y="750"/>
                        <a:pt x="7027" y="663"/>
                        <a:pt x="7306" y="663"/>
                      </a:cubicBezTo>
                      <a:close/>
                      <a:moveTo>
                        <a:pt x="4492" y="726"/>
                      </a:moveTo>
                      <a:cubicBezTo>
                        <a:pt x="4756" y="726"/>
                        <a:pt x="5012" y="813"/>
                        <a:pt x="5230" y="1032"/>
                      </a:cubicBezTo>
                      <a:cubicBezTo>
                        <a:pt x="5419" y="1221"/>
                        <a:pt x="5545" y="1504"/>
                        <a:pt x="5545" y="1788"/>
                      </a:cubicBezTo>
                      <a:lnTo>
                        <a:pt x="5545" y="1819"/>
                      </a:lnTo>
                      <a:lnTo>
                        <a:pt x="5545" y="5285"/>
                      </a:lnTo>
                      <a:cubicBezTo>
                        <a:pt x="5545" y="5883"/>
                        <a:pt x="5073" y="6325"/>
                        <a:pt x="4506" y="6325"/>
                      </a:cubicBezTo>
                      <a:cubicBezTo>
                        <a:pt x="4317" y="6325"/>
                        <a:pt x="4159" y="6482"/>
                        <a:pt x="4159" y="6671"/>
                      </a:cubicBezTo>
                      <a:cubicBezTo>
                        <a:pt x="4159" y="6860"/>
                        <a:pt x="4317" y="7018"/>
                        <a:pt x="4506" y="7018"/>
                      </a:cubicBezTo>
                      <a:cubicBezTo>
                        <a:pt x="4915" y="7018"/>
                        <a:pt x="5262" y="6892"/>
                        <a:pt x="5545" y="6671"/>
                      </a:cubicBezTo>
                      <a:lnTo>
                        <a:pt x="5545" y="10105"/>
                      </a:lnTo>
                      <a:lnTo>
                        <a:pt x="5545" y="10137"/>
                      </a:lnTo>
                      <a:cubicBezTo>
                        <a:pt x="5545" y="10704"/>
                        <a:pt x="5073" y="11176"/>
                        <a:pt x="4506" y="11176"/>
                      </a:cubicBezTo>
                      <a:cubicBezTo>
                        <a:pt x="3939" y="11176"/>
                        <a:pt x="3498" y="10704"/>
                        <a:pt x="3498" y="10137"/>
                      </a:cubicBezTo>
                      <a:cubicBezTo>
                        <a:pt x="3498" y="9948"/>
                        <a:pt x="3340" y="9790"/>
                        <a:pt x="3151" y="9790"/>
                      </a:cubicBezTo>
                      <a:cubicBezTo>
                        <a:pt x="2994" y="9790"/>
                        <a:pt x="2836" y="9916"/>
                        <a:pt x="2773" y="10074"/>
                      </a:cubicBezTo>
                      <a:cubicBezTo>
                        <a:pt x="2395" y="9916"/>
                        <a:pt x="2080" y="9538"/>
                        <a:pt x="2080" y="9065"/>
                      </a:cubicBezTo>
                      <a:cubicBezTo>
                        <a:pt x="2080" y="8908"/>
                        <a:pt x="2111" y="8813"/>
                        <a:pt x="2143" y="8687"/>
                      </a:cubicBezTo>
                      <a:cubicBezTo>
                        <a:pt x="2426" y="8593"/>
                        <a:pt x="2710" y="8435"/>
                        <a:pt x="2930" y="8246"/>
                      </a:cubicBezTo>
                      <a:cubicBezTo>
                        <a:pt x="2994" y="8215"/>
                        <a:pt x="3057" y="8120"/>
                        <a:pt x="3088" y="8057"/>
                      </a:cubicBezTo>
                      <a:lnTo>
                        <a:pt x="3151" y="8057"/>
                      </a:lnTo>
                      <a:cubicBezTo>
                        <a:pt x="3718" y="8057"/>
                        <a:pt x="4159" y="8530"/>
                        <a:pt x="4159" y="9065"/>
                      </a:cubicBezTo>
                      <a:cubicBezTo>
                        <a:pt x="4159" y="9286"/>
                        <a:pt x="4317" y="9444"/>
                        <a:pt x="4506" y="9444"/>
                      </a:cubicBezTo>
                      <a:cubicBezTo>
                        <a:pt x="4726" y="9444"/>
                        <a:pt x="4884" y="9286"/>
                        <a:pt x="4884" y="9065"/>
                      </a:cubicBezTo>
                      <a:cubicBezTo>
                        <a:pt x="4884" y="8215"/>
                        <a:pt x="4254" y="7490"/>
                        <a:pt x="3403" y="7396"/>
                      </a:cubicBezTo>
                      <a:cubicBezTo>
                        <a:pt x="3466" y="7270"/>
                        <a:pt x="3466" y="7144"/>
                        <a:pt x="3466" y="7018"/>
                      </a:cubicBezTo>
                      <a:cubicBezTo>
                        <a:pt x="3466" y="6545"/>
                        <a:pt x="3246" y="6104"/>
                        <a:pt x="2930" y="5820"/>
                      </a:cubicBezTo>
                      <a:cubicBezTo>
                        <a:pt x="2883" y="5757"/>
                        <a:pt x="2797" y="5726"/>
                        <a:pt x="2706" y="5726"/>
                      </a:cubicBezTo>
                      <a:cubicBezTo>
                        <a:pt x="2615" y="5726"/>
                        <a:pt x="2521" y="5757"/>
                        <a:pt x="2458" y="5820"/>
                      </a:cubicBezTo>
                      <a:cubicBezTo>
                        <a:pt x="2363" y="5915"/>
                        <a:pt x="2363" y="6167"/>
                        <a:pt x="2458" y="6262"/>
                      </a:cubicBezTo>
                      <a:cubicBezTo>
                        <a:pt x="2678" y="6482"/>
                        <a:pt x="2773" y="6734"/>
                        <a:pt x="2773" y="7018"/>
                      </a:cubicBezTo>
                      <a:cubicBezTo>
                        <a:pt x="2773" y="7301"/>
                        <a:pt x="2678" y="7585"/>
                        <a:pt x="2458" y="7774"/>
                      </a:cubicBezTo>
                      <a:cubicBezTo>
                        <a:pt x="2269" y="7963"/>
                        <a:pt x="1985" y="8089"/>
                        <a:pt x="1733" y="8089"/>
                      </a:cubicBezTo>
                      <a:cubicBezTo>
                        <a:pt x="1450" y="8089"/>
                        <a:pt x="1166" y="7963"/>
                        <a:pt x="977" y="7774"/>
                      </a:cubicBezTo>
                      <a:cubicBezTo>
                        <a:pt x="788" y="7585"/>
                        <a:pt x="662" y="7301"/>
                        <a:pt x="662" y="7018"/>
                      </a:cubicBezTo>
                      <a:cubicBezTo>
                        <a:pt x="662" y="6829"/>
                        <a:pt x="725" y="6640"/>
                        <a:pt x="820" y="6419"/>
                      </a:cubicBezTo>
                      <a:cubicBezTo>
                        <a:pt x="1103" y="6608"/>
                        <a:pt x="1355" y="6671"/>
                        <a:pt x="1670" y="6671"/>
                      </a:cubicBezTo>
                      <a:cubicBezTo>
                        <a:pt x="1891" y="6671"/>
                        <a:pt x="2048" y="6514"/>
                        <a:pt x="2048" y="6325"/>
                      </a:cubicBezTo>
                      <a:cubicBezTo>
                        <a:pt x="2048" y="6104"/>
                        <a:pt x="1891" y="5946"/>
                        <a:pt x="1670" y="5946"/>
                      </a:cubicBezTo>
                      <a:cubicBezTo>
                        <a:pt x="1418" y="5946"/>
                        <a:pt x="1135" y="5852"/>
                        <a:pt x="946" y="5631"/>
                      </a:cubicBezTo>
                      <a:cubicBezTo>
                        <a:pt x="725" y="5442"/>
                        <a:pt x="631" y="5159"/>
                        <a:pt x="631" y="4907"/>
                      </a:cubicBezTo>
                      <a:cubicBezTo>
                        <a:pt x="631" y="4623"/>
                        <a:pt x="725" y="4340"/>
                        <a:pt x="946" y="4151"/>
                      </a:cubicBezTo>
                      <a:cubicBezTo>
                        <a:pt x="1135" y="3962"/>
                        <a:pt x="1418" y="3836"/>
                        <a:pt x="1670" y="3836"/>
                      </a:cubicBezTo>
                      <a:cubicBezTo>
                        <a:pt x="1954" y="3836"/>
                        <a:pt x="2237" y="3962"/>
                        <a:pt x="2426" y="4151"/>
                      </a:cubicBezTo>
                      <a:cubicBezTo>
                        <a:pt x="2489" y="4214"/>
                        <a:pt x="2576" y="4245"/>
                        <a:pt x="2663" y="4245"/>
                      </a:cubicBezTo>
                      <a:cubicBezTo>
                        <a:pt x="2749" y="4245"/>
                        <a:pt x="2836" y="4214"/>
                        <a:pt x="2899" y="4151"/>
                      </a:cubicBezTo>
                      <a:cubicBezTo>
                        <a:pt x="3025" y="4025"/>
                        <a:pt x="3025" y="3804"/>
                        <a:pt x="2899" y="3678"/>
                      </a:cubicBezTo>
                      <a:cubicBezTo>
                        <a:pt x="2678" y="3426"/>
                        <a:pt x="2426" y="3332"/>
                        <a:pt x="2111" y="3237"/>
                      </a:cubicBezTo>
                      <a:cubicBezTo>
                        <a:pt x="1954" y="2859"/>
                        <a:pt x="2048" y="2418"/>
                        <a:pt x="2363" y="2103"/>
                      </a:cubicBezTo>
                      <a:cubicBezTo>
                        <a:pt x="2552" y="1914"/>
                        <a:pt x="2836" y="1788"/>
                        <a:pt x="3088" y="1788"/>
                      </a:cubicBezTo>
                      <a:cubicBezTo>
                        <a:pt x="3372" y="1788"/>
                        <a:pt x="3655" y="1914"/>
                        <a:pt x="3844" y="2103"/>
                      </a:cubicBezTo>
                      <a:cubicBezTo>
                        <a:pt x="3907" y="2166"/>
                        <a:pt x="3994" y="2197"/>
                        <a:pt x="4080" y="2197"/>
                      </a:cubicBezTo>
                      <a:cubicBezTo>
                        <a:pt x="4167" y="2197"/>
                        <a:pt x="4254" y="2166"/>
                        <a:pt x="4317" y="2103"/>
                      </a:cubicBezTo>
                      <a:cubicBezTo>
                        <a:pt x="4443" y="1977"/>
                        <a:pt x="4443" y="1756"/>
                        <a:pt x="4317" y="1630"/>
                      </a:cubicBezTo>
                      <a:cubicBezTo>
                        <a:pt x="4128" y="1441"/>
                        <a:pt x="3876" y="1284"/>
                        <a:pt x="3624" y="1189"/>
                      </a:cubicBezTo>
                      <a:cubicBezTo>
                        <a:pt x="3781" y="969"/>
                        <a:pt x="3970" y="811"/>
                        <a:pt x="4254" y="748"/>
                      </a:cubicBezTo>
                      <a:cubicBezTo>
                        <a:pt x="4333" y="734"/>
                        <a:pt x="4413" y="726"/>
                        <a:pt x="4492" y="726"/>
                      </a:cubicBezTo>
                      <a:close/>
                      <a:moveTo>
                        <a:pt x="7254" y="0"/>
                      </a:moveTo>
                      <a:cubicBezTo>
                        <a:pt x="6817" y="0"/>
                        <a:pt x="6387" y="190"/>
                        <a:pt x="6049" y="528"/>
                      </a:cubicBezTo>
                      <a:cubicBezTo>
                        <a:pt x="6018" y="559"/>
                        <a:pt x="5923" y="654"/>
                        <a:pt x="5892" y="717"/>
                      </a:cubicBezTo>
                      <a:cubicBezTo>
                        <a:pt x="5860" y="654"/>
                        <a:pt x="5766" y="622"/>
                        <a:pt x="5734" y="528"/>
                      </a:cubicBezTo>
                      <a:cubicBezTo>
                        <a:pt x="5391" y="185"/>
                        <a:pt x="4972" y="13"/>
                        <a:pt x="4521" y="13"/>
                      </a:cubicBezTo>
                      <a:cubicBezTo>
                        <a:pt x="4392" y="13"/>
                        <a:pt x="4261" y="27"/>
                        <a:pt x="4128" y="55"/>
                      </a:cubicBezTo>
                      <a:cubicBezTo>
                        <a:pt x="3561" y="181"/>
                        <a:pt x="3151" y="559"/>
                        <a:pt x="2899" y="1126"/>
                      </a:cubicBezTo>
                      <a:cubicBezTo>
                        <a:pt x="2552" y="1158"/>
                        <a:pt x="2206" y="1347"/>
                        <a:pt x="1922" y="1599"/>
                      </a:cubicBezTo>
                      <a:cubicBezTo>
                        <a:pt x="1481" y="2040"/>
                        <a:pt x="1324" y="2607"/>
                        <a:pt x="1450" y="3206"/>
                      </a:cubicBezTo>
                      <a:cubicBezTo>
                        <a:pt x="1103" y="3237"/>
                        <a:pt x="788" y="3458"/>
                        <a:pt x="505" y="3678"/>
                      </a:cubicBezTo>
                      <a:cubicBezTo>
                        <a:pt x="190" y="3993"/>
                        <a:pt x="1" y="4434"/>
                        <a:pt x="1" y="4907"/>
                      </a:cubicBezTo>
                      <a:cubicBezTo>
                        <a:pt x="1" y="5285"/>
                        <a:pt x="127" y="5663"/>
                        <a:pt x="347" y="5915"/>
                      </a:cubicBezTo>
                      <a:cubicBezTo>
                        <a:pt x="127" y="6230"/>
                        <a:pt x="1" y="6608"/>
                        <a:pt x="1" y="6955"/>
                      </a:cubicBezTo>
                      <a:cubicBezTo>
                        <a:pt x="1" y="7427"/>
                        <a:pt x="190" y="7868"/>
                        <a:pt x="505" y="8183"/>
                      </a:cubicBezTo>
                      <a:cubicBezTo>
                        <a:pt x="788" y="8435"/>
                        <a:pt x="1103" y="8593"/>
                        <a:pt x="1450" y="8624"/>
                      </a:cubicBezTo>
                      <a:cubicBezTo>
                        <a:pt x="1418" y="8750"/>
                        <a:pt x="1418" y="8876"/>
                        <a:pt x="1418" y="9002"/>
                      </a:cubicBezTo>
                      <a:cubicBezTo>
                        <a:pt x="1418" y="9916"/>
                        <a:pt x="2080" y="10609"/>
                        <a:pt x="2962" y="10735"/>
                      </a:cubicBezTo>
                      <a:cubicBezTo>
                        <a:pt x="3214" y="11365"/>
                        <a:pt x="3813" y="11775"/>
                        <a:pt x="4569" y="11775"/>
                      </a:cubicBezTo>
                      <a:cubicBezTo>
                        <a:pt x="5104" y="11775"/>
                        <a:pt x="5640" y="11523"/>
                        <a:pt x="5955" y="11082"/>
                      </a:cubicBezTo>
                      <a:cubicBezTo>
                        <a:pt x="6270" y="11523"/>
                        <a:pt x="6774" y="11775"/>
                        <a:pt x="7310" y="11775"/>
                      </a:cubicBezTo>
                      <a:cubicBezTo>
                        <a:pt x="8034" y="11775"/>
                        <a:pt x="8664" y="11365"/>
                        <a:pt x="8948" y="10735"/>
                      </a:cubicBezTo>
                      <a:cubicBezTo>
                        <a:pt x="9799" y="10609"/>
                        <a:pt x="10460" y="9916"/>
                        <a:pt x="10460" y="9002"/>
                      </a:cubicBezTo>
                      <a:cubicBezTo>
                        <a:pt x="10460" y="8876"/>
                        <a:pt x="10460" y="8750"/>
                        <a:pt x="10429" y="8624"/>
                      </a:cubicBezTo>
                      <a:cubicBezTo>
                        <a:pt x="10775" y="8593"/>
                        <a:pt x="11090" y="8404"/>
                        <a:pt x="11374" y="8183"/>
                      </a:cubicBezTo>
                      <a:cubicBezTo>
                        <a:pt x="11689" y="7837"/>
                        <a:pt x="11878" y="7427"/>
                        <a:pt x="11878" y="6955"/>
                      </a:cubicBezTo>
                      <a:cubicBezTo>
                        <a:pt x="11878" y="6545"/>
                        <a:pt x="11783" y="6199"/>
                        <a:pt x="11531" y="5915"/>
                      </a:cubicBezTo>
                      <a:cubicBezTo>
                        <a:pt x="11689" y="5663"/>
                        <a:pt x="11815" y="5285"/>
                        <a:pt x="11815" y="4907"/>
                      </a:cubicBezTo>
                      <a:cubicBezTo>
                        <a:pt x="11815" y="4434"/>
                        <a:pt x="11594" y="3993"/>
                        <a:pt x="11279" y="3678"/>
                      </a:cubicBezTo>
                      <a:cubicBezTo>
                        <a:pt x="11027" y="3395"/>
                        <a:pt x="10712" y="3237"/>
                        <a:pt x="10334" y="3206"/>
                      </a:cubicBezTo>
                      <a:cubicBezTo>
                        <a:pt x="10460" y="2670"/>
                        <a:pt x="10303" y="2040"/>
                        <a:pt x="9862" y="1599"/>
                      </a:cubicBezTo>
                      <a:cubicBezTo>
                        <a:pt x="9610" y="1315"/>
                        <a:pt x="9231" y="1158"/>
                        <a:pt x="8885" y="1126"/>
                      </a:cubicBezTo>
                      <a:cubicBezTo>
                        <a:pt x="8664" y="559"/>
                        <a:pt x="8223" y="181"/>
                        <a:pt x="7656" y="55"/>
                      </a:cubicBezTo>
                      <a:cubicBezTo>
                        <a:pt x="7523" y="18"/>
                        <a:pt x="7388" y="0"/>
                        <a:pt x="725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29" name="Google Shape;2529;p38"/>
                <p:cNvSpPr/>
                <p:nvPr/>
              </p:nvSpPr>
              <p:spPr>
                <a:xfrm>
                  <a:off x="2872481" y="3611026"/>
                  <a:ext cx="34791" cy="83493"/>
                </a:xfrm>
                <a:custGeom>
                  <a:rect b="b" l="l" r="r" t="t"/>
                  <a:pathLst>
                    <a:path extrusionOk="0" h="2647" w="1103">
                      <a:moveTo>
                        <a:pt x="740" y="1"/>
                      </a:moveTo>
                      <a:cubicBezTo>
                        <a:pt x="654" y="1"/>
                        <a:pt x="567" y="32"/>
                        <a:pt x="504" y="95"/>
                      </a:cubicBezTo>
                      <a:cubicBezTo>
                        <a:pt x="189" y="410"/>
                        <a:pt x="0" y="820"/>
                        <a:pt x="0" y="1292"/>
                      </a:cubicBezTo>
                      <a:cubicBezTo>
                        <a:pt x="0" y="1765"/>
                        <a:pt x="189" y="2206"/>
                        <a:pt x="504" y="2521"/>
                      </a:cubicBezTo>
                      <a:cubicBezTo>
                        <a:pt x="599" y="2584"/>
                        <a:pt x="662" y="2647"/>
                        <a:pt x="756" y="2647"/>
                      </a:cubicBezTo>
                      <a:cubicBezTo>
                        <a:pt x="819" y="2647"/>
                        <a:pt x="945" y="2615"/>
                        <a:pt x="977" y="2521"/>
                      </a:cubicBezTo>
                      <a:cubicBezTo>
                        <a:pt x="1103" y="2395"/>
                        <a:pt x="1103" y="2174"/>
                        <a:pt x="977" y="2048"/>
                      </a:cubicBezTo>
                      <a:cubicBezTo>
                        <a:pt x="788" y="1859"/>
                        <a:pt x="662" y="1576"/>
                        <a:pt x="662" y="1292"/>
                      </a:cubicBezTo>
                      <a:cubicBezTo>
                        <a:pt x="662" y="1040"/>
                        <a:pt x="788" y="757"/>
                        <a:pt x="977" y="536"/>
                      </a:cubicBezTo>
                      <a:cubicBezTo>
                        <a:pt x="1103" y="442"/>
                        <a:pt x="1103" y="253"/>
                        <a:pt x="977" y="95"/>
                      </a:cubicBezTo>
                      <a:cubicBezTo>
                        <a:pt x="914" y="32"/>
                        <a:pt x="827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0" name="Google Shape;2530;p38"/>
                <p:cNvSpPr/>
                <p:nvPr/>
              </p:nvSpPr>
              <p:spPr>
                <a:xfrm>
                  <a:off x="2770126" y="3612036"/>
                  <a:ext cx="34791" cy="83493"/>
                </a:xfrm>
                <a:custGeom>
                  <a:rect b="b" l="l" r="r" t="t"/>
                  <a:pathLst>
                    <a:path extrusionOk="0" h="2647" w="1103">
                      <a:moveTo>
                        <a:pt x="362" y="0"/>
                      </a:moveTo>
                      <a:cubicBezTo>
                        <a:pt x="276" y="0"/>
                        <a:pt x="189" y="32"/>
                        <a:pt x="126" y="95"/>
                      </a:cubicBezTo>
                      <a:cubicBezTo>
                        <a:pt x="0" y="221"/>
                        <a:pt x="0" y="441"/>
                        <a:pt x="126" y="567"/>
                      </a:cubicBezTo>
                      <a:cubicBezTo>
                        <a:pt x="315" y="756"/>
                        <a:pt x="441" y="1040"/>
                        <a:pt x="441" y="1323"/>
                      </a:cubicBezTo>
                      <a:cubicBezTo>
                        <a:pt x="441" y="1575"/>
                        <a:pt x="315" y="1859"/>
                        <a:pt x="126" y="2048"/>
                      </a:cubicBezTo>
                      <a:cubicBezTo>
                        <a:pt x="0" y="2174"/>
                        <a:pt x="0" y="2426"/>
                        <a:pt x="126" y="2520"/>
                      </a:cubicBezTo>
                      <a:cubicBezTo>
                        <a:pt x="221" y="2615"/>
                        <a:pt x="284" y="2646"/>
                        <a:pt x="378" y="2646"/>
                      </a:cubicBezTo>
                      <a:cubicBezTo>
                        <a:pt x="441" y="2646"/>
                        <a:pt x="567" y="2615"/>
                        <a:pt x="599" y="2520"/>
                      </a:cubicBezTo>
                      <a:cubicBezTo>
                        <a:pt x="977" y="2174"/>
                        <a:pt x="1103" y="1733"/>
                        <a:pt x="1103" y="1323"/>
                      </a:cubicBezTo>
                      <a:cubicBezTo>
                        <a:pt x="1103" y="851"/>
                        <a:pt x="914" y="410"/>
                        <a:pt x="599" y="95"/>
                      </a:cubicBezTo>
                      <a:cubicBezTo>
                        <a:pt x="536" y="32"/>
                        <a:pt x="449" y="0"/>
                        <a:pt x="36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531" name="Google Shape;2531;p38"/>
            <p:cNvGrpSpPr/>
            <p:nvPr/>
          </p:nvGrpSpPr>
          <p:grpSpPr>
            <a:xfrm>
              <a:off x="457353" y="3235856"/>
              <a:ext cx="1939800" cy="940569"/>
              <a:chOff x="457353" y="3468131"/>
              <a:chExt cx="1939800" cy="940569"/>
            </a:xfrm>
          </p:grpSpPr>
          <p:sp>
            <p:nvSpPr>
              <p:cNvPr id="2532" name="Google Shape;2532;p38"/>
              <p:cNvSpPr/>
              <p:nvPr/>
            </p:nvSpPr>
            <p:spPr>
              <a:xfrm flipH="1">
                <a:off x="457353" y="3902000"/>
                <a:ext cx="1876500" cy="5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274300" spcFirstLastPara="1" rIns="274300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Jupiter is a gas giant and the biggest object in the whole Solar System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33" name="Google Shape;2533;p38"/>
              <p:cNvSpPr txBox="1"/>
              <p:nvPr/>
            </p:nvSpPr>
            <p:spPr>
              <a:xfrm flipH="1">
                <a:off x="457353" y="3468131"/>
                <a:ext cx="1939800" cy="43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3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Personality</a:t>
                </a:r>
                <a:endParaRPr sz="18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grpSp>
        <p:nvGrpSpPr>
          <p:cNvPr id="2534" name="Google Shape;2534;p38"/>
          <p:cNvGrpSpPr/>
          <p:nvPr/>
        </p:nvGrpSpPr>
        <p:grpSpPr>
          <a:xfrm>
            <a:off x="5941140" y="3232953"/>
            <a:ext cx="2742145" cy="940572"/>
            <a:chOff x="5941140" y="3232953"/>
            <a:chExt cx="2742145" cy="940572"/>
          </a:xfrm>
        </p:grpSpPr>
        <p:grpSp>
          <p:nvGrpSpPr>
            <p:cNvPr id="2535" name="Google Shape;2535;p38"/>
            <p:cNvGrpSpPr/>
            <p:nvPr/>
          </p:nvGrpSpPr>
          <p:grpSpPr>
            <a:xfrm>
              <a:off x="5941140" y="3385888"/>
              <a:ext cx="698648" cy="634692"/>
              <a:chOff x="5941140" y="3385888"/>
              <a:chExt cx="698648" cy="634692"/>
            </a:xfrm>
          </p:grpSpPr>
          <p:sp>
            <p:nvSpPr>
              <p:cNvPr id="2536" name="Google Shape;2536;p38"/>
              <p:cNvSpPr/>
              <p:nvPr/>
            </p:nvSpPr>
            <p:spPr>
              <a:xfrm flipH="1">
                <a:off x="5941140" y="3385888"/>
                <a:ext cx="698648" cy="634692"/>
              </a:xfrm>
              <a:custGeom>
                <a:rect b="b" l="l" r="r" t="t"/>
                <a:pathLst>
                  <a:path extrusionOk="0" h="28988" w="31909">
                    <a:moveTo>
                      <a:pt x="14191" y="833"/>
                    </a:moveTo>
                    <a:cubicBezTo>
                      <a:pt x="14228" y="855"/>
                      <a:pt x="14274" y="868"/>
                      <a:pt x="14329" y="868"/>
                    </a:cubicBezTo>
                    <a:cubicBezTo>
                      <a:pt x="21465" y="978"/>
                      <a:pt x="28106" y="4533"/>
                      <a:pt x="29373" y="12110"/>
                    </a:cubicBezTo>
                    <a:cubicBezTo>
                      <a:pt x="30641" y="19577"/>
                      <a:pt x="25240" y="26576"/>
                      <a:pt x="17911" y="27513"/>
                    </a:cubicBezTo>
                    <a:cubicBezTo>
                      <a:pt x="17184" y="27612"/>
                      <a:pt x="16423" y="27664"/>
                      <a:pt x="15647" y="27664"/>
                    </a:cubicBezTo>
                    <a:cubicBezTo>
                      <a:pt x="12128" y="27664"/>
                      <a:pt x="8300" y="26597"/>
                      <a:pt x="5952" y="24069"/>
                    </a:cubicBezTo>
                    <a:cubicBezTo>
                      <a:pt x="3555" y="21423"/>
                      <a:pt x="2398" y="17511"/>
                      <a:pt x="2398" y="13956"/>
                    </a:cubicBezTo>
                    <a:cubicBezTo>
                      <a:pt x="2508" y="10291"/>
                      <a:pt x="3665" y="6709"/>
                      <a:pt x="6420" y="4202"/>
                    </a:cubicBezTo>
                    <a:cubicBezTo>
                      <a:pt x="8582" y="2130"/>
                      <a:pt x="11277" y="1218"/>
                      <a:pt x="14191" y="833"/>
                    </a:cubicBezTo>
                    <a:close/>
                    <a:moveTo>
                      <a:pt x="14260" y="1"/>
                    </a:moveTo>
                    <a:cubicBezTo>
                      <a:pt x="9337" y="1"/>
                      <a:pt x="4421" y="3417"/>
                      <a:pt x="2398" y="7977"/>
                    </a:cubicBezTo>
                    <a:cubicBezTo>
                      <a:pt x="0" y="13598"/>
                      <a:pt x="1130" y="21864"/>
                      <a:pt x="6062" y="25887"/>
                    </a:cubicBezTo>
                    <a:cubicBezTo>
                      <a:pt x="8618" y="27981"/>
                      <a:pt x="12039" y="28988"/>
                      <a:pt x="15454" y="28988"/>
                    </a:cubicBezTo>
                    <a:cubicBezTo>
                      <a:pt x="18962" y="28988"/>
                      <a:pt x="22465" y="27925"/>
                      <a:pt x="25020" y="25887"/>
                    </a:cubicBezTo>
                    <a:cubicBezTo>
                      <a:pt x="29952" y="22112"/>
                      <a:pt x="31908" y="15665"/>
                      <a:pt x="29952" y="9823"/>
                    </a:cubicBezTo>
                    <a:cubicBezTo>
                      <a:pt x="28171" y="4385"/>
                      <a:pt x="22808" y="52"/>
                      <a:pt x="17021" y="52"/>
                    </a:cubicBezTo>
                    <a:cubicBezTo>
                      <a:pt x="16618" y="52"/>
                      <a:pt x="16213" y="73"/>
                      <a:pt x="15807" y="116"/>
                    </a:cubicBezTo>
                    <a:lnTo>
                      <a:pt x="15807" y="116"/>
                    </a:lnTo>
                    <a:cubicBezTo>
                      <a:pt x="15293" y="38"/>
                      <a:pt x="14777" y="1"/>
                      <a:pt x="142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7" name="Google Shape;2537;p38"/>
              <p:cNvSpPr/>
              <p:nvPr/>
            </p:nvSpPr>
            <p:spPr>
              <a:xfrm>
                <a:off x="6122169" y="3526632"/>
                <a:ext cx="359029" cy="359010"/>
              </a:xfrm>
              <a:custGeom>
                <a:rect b="b" l="l" r="r" t="t"/>
                <a:pathLst>
                  <a:path extrusionOk="0" h="19325" w="19326">
                    <a:moveTo>
                      <a:pt x="9663" y="1132"/>
                    </a:moveTo>
                    <a:cubicBezTo>
                      <a:pt x="14367" y="1132"/>
                      <a:pt x="18193" y="4958"/>
                      <a:pt x="18193" y="9662"/>
                    </a:cubicBezTo>
                    <a:cubicBezTo>
                      <a:pt x="18193" y="14367"/>
                      <a:pt x="14367" y="18192"/>
                      <a:pt x="9663" y="18192"/>
                    </a:cubicBezTo>
                    <a:cubicBezTo>
                      <a:pt x="4959" y="18192"/>
                      <a:pt x="1133" y="14367"/>
                      <a:pt x="1133" y="9662"/>
                    </a:cubicBezTo>
                    <a:cubicBezTo>
                      <a:pt x="1133" y="4958"/>
                      <a:pt x="4959" y="1132"/>
                      <a:pt x="9663" y="1132"/>
                    </a:cubicBezTo>
                    <a:close/>
                    <a:moveTo>
                      <a:pt x="9663" y="0"/>
                    </a:moveTo>
                    <a:cubicBezTo>
                      <a:pt x="7094" y="0"/>
                      <a:pt x="4669" y="1009"/>
                      <a:pt x="2839" y="2838"/>
                    </a:cubicBezTo>
                    <a:cubicBezTo>
                      <a:pt x="1009" y="4668"/>
                      <a:pt x="1" y="7093"/>
                      <a:pt x="1" y="9662"/>
                    </a:cubicBezTo>
                    <a:cubicBezTo>
                      <a:pt x="1" y="12232"/>
                      <a:pt x="1009" y="14657"/>
                      <a:pt x="2839" y="16486"/>
                    </a:cubicBezTo>
                    <a:cubicBezTo>
                      <a:pt x="4669" y="18316"/>
                      <a:pt x="7094" y="19325"/>
                      <a:pt x="9663" y="19325"/>
                    </a:cubicBezTo>
                    <a:cubicBezTo>
                      <a:pt x="12233" y="19325"/>
                      <a:pt x="14657" y="18316"/>
                      <a:pt x="16487" y="16486"/>
                    </a:cubicBezTo>
                    <a:cubicBezTo>
                      <a:pt x="18317" y="14657"/>
                      <a:pt x="19325" y="12232"/>
                      <a:pt x="19325" y="9662"/>
                    </a:cubicBezTo>
                    <a:cubicBezTo>
                      <a:pt x="19325" y="7093"/>
                      <a:pt x="18317" y="4668"/>
                      <a:pt x="16487" y="2838"/>
                    </a:cubicBezTo>
                    <a:cubicBezTo>
                      <a:pt x="14657" y="1009"/>
                      <a:pt x="12233" y="0"/>
                      <a:pt x="966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538" name="Google Shape;2538;p38"/>
              <p:cNvSpPr/>
              <p:nvPr/>
            </p:nvSpPr>
            <p:spPr>
              <a:xfrm>
                <a:off x="6207049" y="3632487"/>
                <a:ext cx="65597" cy="63164"/>
              </a:xfrm>
              <a:custGeom>
                <a:rect b="b" l="l" r="r" t="t"/>
                <a:pathLst>
                  <a:path extrusionOk="0" h="3400" w="3531">
                    <a:moveTo>
                      <a:pt x="1697" y="1135"/>
                    </a:moveTo>
                    <a:cubicBezTo>
                      <a:pt x="2202" y="1135"/>
                      <a:pt x="2455" y="1742"/>
                      <a:pt x="2099" y="2101"/>
                    </a:cubicBezTo>
                    <a:cubicBezTo>
                      <a:pt x="1983" y="2216"/>
                      <a:pt x="1841" y="2268"/>
                      <a:pt x="1702" y="2268"/>
                    </a:cubicBezTo>
                    <a:cubicBezTo>
                      <a:pt x="1411" y="2268"/>
                      <a:pt x="1133" y="2041"/>
                      <a:pt x="1133" y="1700"/>
                    </a:cubicBezTo>
                    <a:cubicBezTo>
                      <a:pt x="1133" y="1386"/>
                      <a:pt x="1383" y="1135"/>
                      <a:pt x="1697" y="1135"/>
                    </a:cubicBezTo>
                    <a:close/>
                    <a:moveTo>
                      <a:pt x="1697" y="0"/>
                    </a:moveTo>
                    <a:cubicBezTo>
                      <a:pt x="1479" y="0"/>
                      <a:pt x="1258" y="43"/>
                      <a:pt x="1048" y="130"/>
                    </a:cubicBezTo>
                    <a:cubicBezTo>
                      <a:pt x="414" y="392"/>
                      <a:pt x="0" y="1011"/>
                      <a:pt x="0" y="1700"/>
                    </a:cubicBezTo>
                    <a:cubicBezTo>
                      <a:pt x="0" y="2639"/>
                      <a:pt x="758" y="3397"/>
                      <a:pt x="1697" y="3400"/>
                    </a:cubicBezTo>
                    <a:cubicBezTo>
                      <a:pt x="2386" y="3400"/>
                      <a:pt x="3005" y="2983"/>
                      <a:pt x="3267" y="2349"/>
                    </a:cubicBezTo>
                    <a:cubicBezTo>
                      <a:pt x="3530" y="1715"/>
                      <a:pt x="3385" y="984"/>
                      <a:pt x="2899" y="498"/>
                    </a:cubicBezTo>
                    <a:cubicBezTo>
                      <a:pt x="2574" y="173"/>
                      <a:pt x="2139" y="0"/>
                      <a:pt x="16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539" name="Google Shape;2539;p38"/>
              <p:cNvSpPr/>
              <p:nvPr/>
            </p:nvSpPr>
            <p:spPr>
              <a:xfrm>
                <a:off x="6330738" y="3632524"/>
                <a:ext cx="65634" cy="63126"/>
              </a:xfrm>
              <a:custGeom>
                <a:rect b="b" l="l" r="r" t="t"/>
                <a:pathLst>
                  <a:path extrusionOk="0" h="3398" w="3533">
                    <a:moveTo>
                      <a:pt x="1829" y="1130"/>
                    </a:moveTo>
                    <a:cubicBezTo>
                      <a:pt x="2121" y="1130"/>
                      <a:pt x="2401" y="1356"/>
                      <a:pt x="2401" y="1698"/>
                    </a:cubicBezTo>
                    <a:cubicBezTo>
                      <a:pt x="2401" y="2012"/>
                      <a:pt x="2147" y="2265"/>
                      <a:pt x="1833" y="2265"/>
                    </a:cubicBezTo>
                    <a:cubicBezTo>
                      <a:pt x="1329" y="2265"/>
                      <a:pt x="1075" y="1656"/>
                      <a:pt x="1431" y="1296"/>
                    </a:cubicBezTo>
                    <a:cubicBezTo>
                      <a:pt x="1547" y="1181"/>
                      <a:pt x="1690" y="1130"/>
                      <a:pt x="1829" y="1130"/>
                    </a:cubicBezTo>
                    <a:close/>
                    <a:moveTo>
                      <a:pt x="1833" y="1"/>
                    </a:moveTo>
                    <a:cubicBezTo>
                      <a:pt x="1145" y="1"/>
                      <a:pt x="526" y="415"/>
                      <a:pt x="263" y="1049"/>
                    </a:cubicBezTo>
                    <a:cubicBezTo>
                      <a:pt x="0" y="1683"/>
                      <a:pt x="145" y="2413"/>
                      <a:pt x="631" y="2900"/>
                    </a:cubicBezTo>
                    <a:cubicBezTo>
                      <a:pt x="956" y="3225"/>
                      <a:pt x="1391" y="3397"/>
                      <a:pt x="1833" y="3397"/>
                    </a:cubicBezTo>
                    <a:cubicBezTo>
                      <a:pt x="2052" y="3397"/>
                      <a:pt x="2272" y="3355"/>
                      <a:pt x="2482" y="3268"/>
                    </a:cubicBezTo>
                    <a:cubicBezTo>
                      <a:pt x="3116" y="3005"/>
                      <a:pt x="3533" y="2386"/>
                      <a:pt x="3533" y="1698"/>
                    </a:cubicBezTo>
                    <a:cubicBezTo>
                      <a:pt x="3530" y="759"/>
                      <a:pt x="2772" y="1"/>
                      <a:pt x="183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540" name="Google Shape;2540;p38"/>
              <p:cNvSpPr/>
              <p:nvPr/>
            </p:nvSpPr>
            <p:spPr>
              <a:xfrm>
                <a:off x="6208554" y="3716680"/>
                <a:ext cx="186258" cy="84137"/>
              </a:xfrm>
              <a:custGeom>
                <a:rect b="b" l="l" r="r" t="t"/>
                <a:pathLst>
                  <a:path extrusionOk="0" h="4529" w="10026">
                    <a:moveTo>
                      <a:pt x="5006" y="0"/>
                    </a:moveTo>
                    <a:cubicBezTo>
                      <a:pt x="2684" y="0"/>
                      <a:pt x="659" y="1572"/>
                      <a:pt x="79" y="3820"/>
                    </a:cubicBezTo>
                    <a:cubicBezTo>
                      <a:pt x="1" y="4125"/>
                      <a:pt x="182" y="4433"/>
                      <a:pt x="487" y="4511"/>
                    </a:cubicBezTo>
                    <a:cubicBezTo>
                      <a:pt x="533" y="4523"/>
                      <a:pt x="580" y="4528"/>
                      <a:pt x="625" y="4528"/>
                    </a:cubicBezTo>
                    <a:cubicBezTo>
                      <a:pt x="878" y="4528"/>
                      <a:pt x="1109" y="4359"/>
                      <a:pt x="1175" y="4103"/>
                    </a:cubicBezTo>
                    <a:cubicBezTo>
                      <a:pt x="1625" y="2352"/>
                      <a:pt x="3205" y="1126"/>
                      <a:pt x="5013" y="1126"/>
                    </a:cubicBezTo>
                    <a:cubicBezTo>
                      <a:pt x="6822" y="1126"/>
                      <a:pt x="8401" y="2352"/>
                      <a:pt x="8851" y="4103"/>
                    </a:cubicBezTo>
                    <a:cubicBezTo>
                      <a:pt x="8917" y="4359"/>
                      <a:pt x="9148" y="4528"/>
                      <a:pt x="9401" y="4528"/>
                    </a:cubicBezTo>
                    <a:cubicBezTo>
                      <a:pt x="9447" y="4528"/>
                      <a:pt x="9493" y="4523"/>
                      <a:pt x="9539" y="4511"/>
                    </a:cubicBezTo>
                    <a:cubicBezTo>
                      <a:pt x="9844" y="4433"/>
                      <a:pt x="10025" y="4125"/>
                      <a:pt x="9947" y="3820"/>
                    </a:cubicBezTo>
                    <a:cubicBezTo>
                      <a:pt x="9368" y="1572"/>
                      <a:pt x="7342" y="0"/>
                      <a:pt x="5020" y="0"/>
                    </a:cubicBezTo>
                    <a:cubicBezTo>
                      <a:pt x="5018" y="0"/>
                      <a:pt x="5015" y="0"/>
                      <a:pt x="5013" y="0"/>
                    </a:cubicBezTo>
                    <a:cubicBezTo>
                      <a:pt x="5011" y="0"/>
                      <a:pt x="5009" y="0"/>
                      <a:pt x="50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  <p:grpSp>
          <p:nvGrpSpPr>
            <p:cNvPr id="2541" name="Google Shape;2541;p38"/>
            <p:cNvGrpSpPr/>
            <p:nvPr/>
          </p:nvGrpSpPr>
          <p:grpSpPr>
            <a:xfrm>
              <a:off x="6743485" y="3232953"/>
              <a:ext cx="1939800" cy="940572"/>
              <a:chOff x="6743485" y="3232953"/>
              <a:chExt cx="1939800" cy="940572"/>
            </a:xfrm>
          </p:grpSpPr>
          <p:sp>
            <p:nvSpPr>
              <p:cNvPr id="2542" name="Google Shape;2542;p38"/>
              <p:cNvSpPr/>
              <p:nvPr/>
            </p:nvSpPr>
            <p:spPr>
              <a:xfrm flipH="1">
                <a:off x="6743485" y="3666825"/>
                <a:ext cx="1939800" cy="5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274300" spcFirstLastPara="1" rIns="274300" wrap="square" tIns="9142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Despite being red, planet Mars is a cold place full of iron oxide dust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43" name="Google Shape;2543;p38"/>
              <p:cNvSpPr txBox="1"/>
              <p:nvPr/>
            </p:nvSpPr>
            <p:spPr>
              <a:xfrm flipH="1">
                <a:off x="6743485" y="3232953"/>
                <a:ext cx="1939800" cy="43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4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Frustrations</a:t>
                </a:r>
                <a:endParaRPr sz="18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grpSp>
        <p:nvGrpSpPr>
          <p:cNvPr id="2544" name="Google Shape;2544;p38"/>
          <p:cNvGrpSpPr/>
          <p:nvPr/>
        </p:nvGrpSpPr>
        <p:grpSpPr>
          <a:xfrm>
            <a:off x="5941115" y="1613444"/>
            <a:ext cx="2742170" cy="940556"/>
            <a:chOff x="5941115" y="1613444"/>
            <a:chExt cx="2742170" cy="940556"/>
          </a:xfrm>
        </p:grpSpPr>
        <p:grpSp>
          <p:nvGrpSpPr>
            <p:cNvPr id="2545" name="Google Shape;2545;p38"/>
            <p:cNvGrpSpPr/>
            <p:nvPr/>
          </p:nvGrpSpPr>
          <p:grpSpPr>
            <a:xfrm>
              <a:off x="5941115" y="1766376"/>
              <a:ext cx="698648" cy="634692"/>
              <a:chOff x="5941115" y="1868229"/>
              <a:chExt cx="698648" cy="634692"/>
            </a:xfrm>
          </p:grpSpPr>
          <p:sp>
            <p:nvSpPr>
              <p:cNvPr id="2546" name="Google Shape;2546;p38"/>
              <p:cNvSpPr/>
              <p:nvPr/>
            </p:nvSpPr>
            <p:spPr>
              <a:xfrm flipH="1">
                <a:off x="5941115" y="1868229"/>
                <a:ext cx="698648" cy="634692"/>
              </a:xfrm>
              <a:custGeom>
                <a:rect b="b" l="l" r="r" t="t"/>
                <a:pathLst>
                  <a:path extrusionOk="0" h="28988" w="31909">
                    <a:moveTo>
                      <a:pt x="14191" y="833"/>
                    </a:moveTo>
                    <a:cubicBezTo>
                      <a:pt x="14228" y="855"/>
                      <a:pt x="14274" y="868"/>
                      <a:pt x="14329" y="868"/>
                    </a:cubicBezTo>
                    <a:cubicBezTo>
                      <a:pt x="21465" y="978"/>
                      <a:pt x="28106" y="4533"/>
                      <a:pt x="29373" y="12110"/>
                    </a:cubicBezTo>
                    <a:cubicBezTo>
                      <a:pt x="30641" y="19577"/>
                      <a:pt x="25240" y="26576"/>
                      <a:pt x="17911" y="27513"/>
                    </a:cubicBezTo>
                    <a:cubicBezTo>
                      <a:pt x="17184" y="27612"/>
                      <a:pt x="16423" y="27664"/>
                      <a:pt x="15647" y="27664"/>
                    </a:cubicBezTo>
                    <a:cubicBezTo>
                      <a:pt x="12128" y="27664"/>
                      <a:pt x="8300" y="26597"/>
                      <a:pt x="5952" y="24069"/>
                    </a:cubicBezTo>
                    <a:cubicBezTo>
                      <a:pt x="3555" y="21423"/>
                      <a:pt x="2398" y="17511"/>
                      <a:pt x="2398" y="13956"/>
                    </a:cubicBezTo>
                    <a:cubicBezTo>
                      <a:pt x="2508" y="10291"/>
                      <a:pt x="3665" y="6709"/>
                      <a:pt x="6420" y="4202"/>
                    </a:cubicBezTo>
                    <a:cubicBezTo>
                      <a:pt x="8582" y="2130"/>
                      <a:pt x="11277" y="1218"/>
                      <a:pt x="14191" y="833"/>
                    </a:cubicBezTo>
                    <a:close/>
                    <a:moveTo>
                      <a:pt x="14260" y="1"/>
                    </a:moveTo>
                    <a:cubicBezTo>
                      <a:pt x="9337" y="1"/>
                      <a:pt x="4421" y="3417"/>
                      <a:pt x="2398" y="7977"/>
                    </a:cubicBezTo>
                    <a:cubicBezTo>
                      <a:pt x="0" y="13598"/>
                      <a:pt x="1130" y="21864"/>
                      <a:pt x="6062" y="25887"/>
                    </a:cubicBezTo>
                    <a:cubicBezTo>
                      <a:pt x="8618" y="27981"/>
                      <a:pt x="12039" y="28988"/>
                      <a:pt x="15454" y="28988"/>
                    </a:cubicBezTo>
                    <a:cubicBezTo>
                      <a:pt x="18962" y="28988"/>
                      <a:pt x="22465" y="27925"/>
                      <a:pt x="25020" y="25887"/>
                    </a:cubicBezTo>
                    <a:cubicBezTo>
                      <a:pt x="29952" y="22112"/>
                      <a:pt x="31908" y="15665"/>
                      <a:pt x="29952" y="9823"/>
                    </a:cubicBezTo>
                    <a:cubicBezTo>
                      <a:pt x="28171" y="4385"/>
                      <a:pt x="22808" y="52"/>
                      <a:pt x="17021" y="52"/>
                    </a:cubicBezTo>
                    <a:cubicBezTo>
                      <a:pt x="16618" y="52"/>
                      <a:pt x="16213" y="73"/>
                      <a:pt x="15807" y="116"/>
                    </a:cubicBezTo>
                    <a:lnTo>
                      <a:pt x="15807" y="116"/>
                    </a:lnTo>
                    <a:cubicBezTo>
                      <a:pt x="15293" y="38"/>
                      <a:pt x="14777" y="1"/>
                      <a:pt x="142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47" name="Google Shape;2547;p38"/>
              <p:cNvGrpSpPr/>
              <p:nvPr/>
            </p:nvGrpSpPr>
            <p:grpSpPr>
              <a:xfrm>
                <a:off x="6126821" y="1974082"/>
                <a:ext cx="368767" cy="367771"/>
                <a:chOff x="3962775" y="2683025"/>
                <a:chExt cx="296175" cy="295375"/>
              </a:xfrm>
            </p:grpSpPr>
            <p:sp>
              <p:nvSpPr>
                <p:cNvPr id="2548" name="Google Shape;2548;p38"/>
                <p:cNvSpPr/>
                <p:nvPr/>
              </p:nvSpPr>
              <p:spPr>
                <a:xfrm>
                  <a:off x="3962775" y="2838200"/>
                  <a:ext cx="296175" cy="140200"/>
                </a:xfrm>
                <a:custGeom>
                  <a:rect b="b" l="l" r="r" t="t"/>
                  <a:pathLst>
                    <a:path extrusionOk="0" h="5608" w="11847">
                      <a:moveTo>
                        <a:pt x="3530" y="3466"/>
                      </a:moveTo>
                      <a:lnTo>
                        <a:pt x="3530" y="4883"/>
                      </a:lnTo>
                      <a:lnTo>
                        <a:pt x="757" y="4883"/>
                      </a:lnTo>
                      <a:lnTo>
                        <a:pt x="757" y="3466"/>
                      </a:lnTo>
                      <a:close/>
                      <a:moveTo>
                        <a:pt x="7688" y="725"/>
                      </a:moveTo>
                      <a:lnTo>
                        <a:pt x="7688" y="4883"/>
                      </a:lnTo>
                      <a:lnTo>
                        <a:pt x="4223" y="4883"/>
                      </a:lnTo>
                      <a:lnTo>
                        <a:pt x="4223" y="725"/>
                      </a:lnTo>
                      <a:close/>
                      <a:moveTo>
                        <a:pt x="11185" y="2111"/>
                      </a:moveTo>
                      <a:lnTo>
                        <a:pt x="11185" y="4883"/>
                      </a:lnTo>
                      <a:lnTo>
                        <a:pt x="8381" y="4883"/>
                      </a:lnTo>
                      <a:lnTo>
                        <a:pt x="8381" y="2111"/>
                      </a:lnTo>
                      <a:close/>
                      <a:moveTo>
                        <a:pt x="3845" y="0"/>
                      </a:moveTo>
                      <a:cubicBezTo>
                        <a:pt x="3656" y="0"/>
                        <a:pt x="3498" y="158"/>
                        <a:pt x="3498" y="378"/>
                      </a:cubicBezTo>
                      <a:lnTo>
                        <a:pt x="3498" y="2804"/>
                      </a:lnTo>
                      <a:lnTo>
                        <a:pt x="348" y="2804"/>
                      </a:lnTo>
                      <a:cubicBezTo>
                        <a:pt x="158" y="2804"/>
                        <a:pt x="1" y="2962"/>
                        <a:pt x="1" y="3151"/>
                      </a:cubicBezTo>
                      <a:lnTo>
                        <a:pt x="1" y="5261"/>
                      </a:lnTo>
                      <a:cubicBezTo>
                        <a:pt x="1" y="5450"/>
                        <a:pt x="158" y="5608"/>
                        <a:pt x="348" y="5608"/>
                      </a:cubicBezTo>
                      <a:lnTo>
                        <a:pt x="11500" y="5608"/>
                      </a:lnTo>
                      <a:cubicBezTo>
                        <a:pt x="11689" y="5608"/>
                        <a:pt x="11847" y="5450"/>
                        <a:pt x="11847" y="5261"/>
                      </a:cubicBezTo>
                      <a:lnTo>
                        <a:pt x="11847" y="1733"/>
                      </a:lnTo>
                      <a:cubicBezTo>
                        <a:pt x="11847" y="1544"/>
                        <a:pt x="11689" y="1386"/>
                        <a:pt x="11532" y="1386"/>
                      </a:cubicBezTo>
                      <a:lnTo>
                        <a:pt x="8381" y="1386"/>
                      </a:lnTo>
                      <a:lnTo>
                        <a:pt x="8381" y="378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9" name="Google Shape;2549;p38"/>
                <p:cNvSpPr/>
                <p:nvPr/>
              </p:nvSpPr>
              <p:spPr>
                <a:xfrm>
                  <a:off x="4051000" y="2683025"/>
                  <a:ext cx="122100" cy="138650"/>
                </a:xfrm>
                <a:custGeom>
                  <a:rect b="b" l="l" r="r" t="t"/>
                  <a:pathLst>
                    <a:path extrusionOk="0" h="5546" w="4884">
                      <a:moveTo>
                        <a:pt x="2426" y="662"/>
                      </a:moveTo>
                      <a:cubicBezTo>
                        <a:pt x="2804" y="662"/>
                        <a:pt x="3120" y="977"/>
                        <a:pt x="3120" y="1387"/>
                      </a:cubicBezTo>
                      <a:cubicBezTo>
                        <a:pt x="3120" y="1765"/>
                        <a:pt x="2804" y="2080"/>
                        <a:pt x="2426" y="2080"/>
                      </a:cubicBezTo>
                      <a:cubicBezTo>
                        <a:pt x="2017" y="2080"/>
                        <a:pt x="1702" y="1765"/>
                        <a:pt x="1702" y="1387"/>
                      </a:cubicBezTo>
                      <a:cubicBezTo>
                        <a:pt x="1702" y="977"/>
                        <a:pt x="2017" y="662"/>
                        <a:pt x="2426" y="662"/>
                      </a:cubicBezTo>
                      <a:close/>
                      <a:moveTo>
                        <a:pt x="2426" y="2742"/>
                      </a:moveTo>
                      <a:cubicBezTo>
                        <a:pt x="3340" y="2742"/>
                        <a:pt x="4128" y="3529"/>
                        <a:pt x="4128" y="4474"/>
                      </a:cubicBezTo>
                      <a:lnTo>
                        <a:pt x="4128" y="4852"/>
                      </a:lnTo>
                      <a:lnTo>
                        <a:pt x="694" y="4852"/>
                      </a:lnTo>
                      <a:lnTo>
                        <a:pt x="694" y="4474"/>
                      </a:lnTo>
                      <a:cubicBezTo>
                        <a:pt x="694" y="3498"/>
                        <a:pt x="1481" y="2742"/>
                        <a:pt x="2426" y="2742"/>
                      </a:cubicBezTo>
                      <a:close/>
                      <a:moveTo>
                        <a:pt x="2489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3"/>
                        <a:pt x="1229" y="2049"/>
                        <a:pt x="1450" y="2269"/>
                      </a:cubicBezTo>
                      <a:cubicBezTo>
                        <a:pt x="568" y="2679"/>
                        <a:pt x="1" y="3498"/>
                        <a:pt x="1" y="4474"/>
                      </a:cubicBezTo>
                      <a:lnTo>
                        <a:pt x="1" y="5199"/>
                      </a:lnTo>
                      <a:cubicBezTo>
                        <a:pt x="1" y="5388"/>
                        <a:pt x="158" y="5546"/>
                        <a:pt x="379" y="5546"/>
                      </a:cubicBezTo>
                      <a:lnTo>
                        <a:pt x="4537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48" y="2679"/>
                        <a:pt x="3529" y="2269"/>
                      </a:cubicBezTo>
                      <a:cubicBezTo>
                        <a:pt x="3750" y="2049"/>
                        <a:pt x="3876" y="1733"/>
                        <a:pt x="3876" y="1387"/>
                      </a:cubicBezTo>
                      <a:cubicBezTo>
                        <a:pt x="3876" y="631"/>
                        <a:pt x="3246" y="1"/>
                        <a:pt x="248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0" name="Google Shape;2550;p38"/>
                <p:cNvSpPr/>
                <p:nvPr/>
              </p:nvSpPr>
              <p:spPr>
                <a:xfrm>
                  <a:off x="4084875" y="2873200"/>
                  <a:ext cx="52800" cy="69775"/>
                </a:xfrm>
                <a:custGeom>
                  <a:rect b="b" l="l" r="r" t="t"/>
                  <a:pathLst>
                    <a:path extrusionOk="0" h="2791" w="2112">
                      <a:moveTo>
                        <a:pt x="1095" y="0"/>
                      </a:moveTo>
                      <a:cubicBezTo>
                        <a:pt x="1001" y="0"/>
                        <a:pt x="903" y="28"/>
                        <a:pt x="819" y="112"/>
                      </a:cubicBezTo>
                      <a:lnTo>
                        <a:pt x="126" y="805"/>
                      </a:lnTo>
                      <a:cubicBezTo>
                        <a:pt x="0" y="931"/>
                        <a:pt x="0" y="1184"/>
                        <a:pt x="126" y="1278"/>
                      </a:cubicBezTo>
                      <a:cubicBezTo>
                        <a:pt x="205" y="1341"/>
                        <a:pt x="292" y="1373"/>
                        <a:pt x="378" y="1373"/>
                      </a:cubicBezTo>
                      <a:cubicBezTo>
                        <a:pt x="465" y="1373"/>
                        <a:pt x="552" y="1341"/>
                        <a:pt x="630" y="1278"/>
                      </a:cubicBezTo>
                      <a:lnTo>
                        <a:pt x="756" y="1184"/>
                      </a:lnTo>
                      <a:lnTo>
                        <a:pt x="756" y="2066"/>
                      </a:lnTo>
                      <a:lnTo>
                        <a:pt x="378" y="2066"/>
                      </a:lnTo>
                      <a:cubicBezTo>
                        <a:pt x="189" y="2066"/>
                        <a:pt x="32" y="2223"/>
                        <a:pt x="32" y="2444"/>
                      </a:cubicBezTo>
                      <a:cubicBezTo>
                        <a:pt x="32" y="2633"/>
                        <a:pt x="189" y="2790"/>
                        <a:pt x="378" y="2790"/>
                      </a:cubicBezTo>
                      <a:lnTo>
                        <a:pt x="1765" y="2790"/>
                      </a:lnTo>
                      <a:cubicBezTo>
                        <a:pt x="1954" y="2790"/>
                        <a:pt x="2111" y="2633"/>
                        <a:pt x="2111" y="2444"/>
                      </a:cubicBezTo>
                      <a:cubicBezTo>
                        <a:pt x="2111" y="2223"/>
                        <a:pt x="1954" y="2066"/>
                        <a:pt x="1765" y="2066"/>
                      </a:cubicBezTo>
                      <a:lnTo>
                        <a:pt x="1418" y="2066"/>
                      </a:lnTo>
                      <a:lnTo>
                        <a:pt x="1418" y="333"/>
                      </a:lnTo>
                      <a:cubicBezTo>
                        <a:pt x="1418" y="175"/>
                        <a:pt x="1323" y="81"/>
                        <a:pt x="1229" y="18"/>
                      </a:cubicBezTo>
                      <a:cubicBezTo>
                        <a:pt x="1187" y="7"/>
                        <a:pt x="1141" y="0"/>
                        <a:pt x="109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551" name="Google Shape;2551;p38"/>
            <p:cNvGrpSpPr/>
            <p:nvPr/>
          </p:nvGrpSpPr>
          <p:grpSpPr>
            <a:xfrm>
              <a:off x="6743485" y="1613444"/>
              <a:ext cx="1939800" cy="940556"/>
              <a:chOff x="6743485" y="1613444"/>
              <a:chExt cx="1939800" cy="940556"/>
            </a:xfrm>
          </p:grpSpPr>
          <p:sp>
            <p:nvSpPr>
              <p:cNvPr id="2552" name="Google Shape;2552;p38"/>
              <p:cNvSpPr/>
              <p:nvPr/>
            </p:nvSpPr>
            <p:spPr>
              <a:xfrm>
                <a:off x="6743485" y="2047300"/>
                <a:ext cx="1939800" cy="5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270000" spcFirstLastPara="1" rIns="274300" wrap="square" tIns="9142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 and also the smallest one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53" name="Google Shape;2553;p38"/>
              <p:cNvSpPr txBox="1"/>
              <p:nvPr/>
            </p:nvSpPr>
            <p:spPr>
              <a:xfrm>
                <a:off x="6743485" y="1613444"/>
                <a:ext cx="1939800" cy="43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Goals</a:t>
                </a:r>
                <a:endParaRPr sz="18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sp>
        <p:nvSpPr>
          <p:cNvPr id="2554" name="Google Shape;2554;p38"/>
          <p:cNvSpPr/>
          <p:nvPr/>
        </p:nvSpPr>
        <p:spPr>
          <a:xfrm>
            <a:off x="4206024" y="2036633"/>
            <a:ext cx="732107" cy="1239418"/>
          </a:xfrm>
          <a:custGeom>
            <a:rect b="b" l="l" r="r" t="t"/>
            <a:pathLst>
              <a:path extrusionOk="0" h="30490" w="18010">
                <a:moveTo>
                  <a:pt x="9825" y="4009"/>
                </a:moveTo>
                <a:cubicBezTo>
                  <a:pt x="10516" y="4009"/>
                  <a:pt x="11120" y="4228"/>
                  <a:pt x="11299" y="4998"/>
                </a:cubicBezTo>
                <a:cubicBezTo>
                  <a:pt x="11164" y="4957"/>
                  <a:pt x="11025" y="4926"/>
                  <a:pt x="10887" y="4905"/>
                </a:cubicBezTo>
                <a:cubicBezTo>
                  <a:pt x="10738" y="4587"/>
                  <a:pt x="10323" y="4417"/>
                  <a:pt x="9982" y="4355"/>
                </a:cubicBezTo>
                <a:cubicBezTo>
                  <a:pt x="9816" y="4324"/>
                  <a:pt x="9644" y="4311"/>
                  <a:pt x="9468" y="4311"/>
                </a:cubicBezTo>
                <a:cubicBezTo>
                  <a:pt x="8925" y="4311"/>
                  <a:pt x="8345" y="4440"/>
                  <a:pt x="7825" y="4609"/>
                </a:cubicBezTo>
                <a:cubicBezTo>
                  <a:pt x="7926" y="4492"/>
                  <a:pt x="8030" y="4375"/>
                  <a:pt x="8139" y="4267"/>
                </a:cubicBezTo>
                <a:cubicBezTo>
                  <a:pt x="8635" y="4155"/>
                  <a:pt x="9259" y="4009"/>
                  <a:pt x="9825" y="4009"/>
                </a:cubicBezTo>
                <a:close/>
                <a:moveTo>
                  <a:pt x="9409" y="4581"/>
                </a:moveTo>
                <a:cubicBezTo>
                  <a:pt x="9617" y="4581"/>
                  <a:pt x="9813" y="4602"/>
                  <a:pt x="10032" y="4661"/>
                </a:cubicBezTo>
                <a:cubicBezTo>
                  <a:pt x="10175" y="4701"/>
                  <a:pt x="10308" y="4767"/>
                  <a:pt x="10424" y="4858"/>
                </a:cubicBezTo>
                <a:cubicBezTo>
                  <a:pt x="10345" y="4854"/>
                  <a:pt x="10265" y="4852"/>
                  <a:pt x="10185" y="4852"/>
                </a:cubicBezTo>
                <a:cubicBezTo>
                  <a:pt x="9671" y="4852"/>
                  <a:pt x="9138" y="4933"/>
                  <a:pt x="8673" y="5085"/>
                </a:cubicBezTo>
                <a:cubicBezTo>
                  <a:pt x="8484" y="5005"/>
                  <a:pt x="8258" y="4977"/>
                  <a:pt x="8067" y="4963"/>
                </a:cubicBezTo>
                <a:cubicBezTo>
                  <a:pt x="8024" y="4961"/>
                  <a:pt x="7980" y="4959"/>
                  <a:pt x="7936" y="4959"/>
                </a:cubicBezTo>
                <a:cubicBezTo>
                  <a:pt x="7796" y="4959"/>
                  <a:pt x="7657" y="4974"/>
                  <a:pt x="7520" y="5002"/>
                </a:cubicBezTo>
                <a:cubicBezTo>
                  <a:pt x="7555" y="4954"/>
                  <a:pt x="7588" y="4907"/>
                  <a:pt x="7625" y="4859"/>
                </a:cubicBezTo>
                <a:cubicBezTo>
                  <a:pt x="8122" y="4730"/>
                  <a:pt x="8618" y="4627"/>
                  <a:pt x="9138" y="4591"/>
                </a:cubicBezTo>
                <a:cubicBezTo>
                  <a:pt x="9232" y="4585"/>
                  <a:pt x="9322" y="4581"/>
                  <a:pt x="9409" y="4581"/>
                </a:cubicBezTo>
                <a:close/>
                <a:moveTo>
                  <a:pt x="10043" y="3409"/>
                </a:moveTo>
                <a:cubicBezTo>
                  <a:pt x="11091" y="3409"/>
                  <a:pt x="12091" y="4047"/>
                  <a:pt x="12128" y="5222"/>
                </a:cubicBezTo>
                <a:lnTo>
                  <a:pt x="12116" y="5222"/>
                </a:lnTo>
                <a:cubicBezTo>
                  <a:pt x="11976" y="5173"/>
                  <a:pt x="11831" y="5148"/>
                  <a:pt x="11682" y="5148"/>
                </a:cubicBezTo>
                <a:cubicBezTo>
                  <a:pt x="11644" y="5130"/>
                  <a:pt x="11598" y="5117"/>
                  <a:pt x="11560" y="5100"/>
                </a:cubicBezTo>
                <a:cubicBezTo>
                  <a:pt x="11468" y="4100"/>
                  <a:pt x="10621" y="3759"/>
                  <a:pt x="9703" y="3759"/>
                </a:cubicBezTo>
                <a:cubicBezTo>
                  <a:pt x="9307" y="3759"/>
                  <a:pt x="8898" y="3823"/>
                  <a:pt x="8530" y="3924"/>
                </a:cubicBezTo>
                <a:cubicBezTo>
                  <a:pt x="8776" y="3741"/>
                  <a:pt x="9042" y="3592"/>
                  <a:pt x="9337" y="3508"/>
                </a:cubicBezTo>
                <a:cubicBezTo>
                  <a:pt x="9568" y="3442"/>
                  <a:pt x="9807" y="3409"/>
                  <a:pt x="10043" y="3409"/>
                </a:cubicBezTo>
                <a:close/>
                <a:moveTo>
                  <a:pt x="12335" y="4883"/>
                </a:moveTo>
                <a:cubicBezTo>
                  <a:pt x="12337" y="4884"/>
                  <a:pt x="12340" y="4886"/>
                  <a:pt x="12343" y="4887"/>
                </a:cubicBezTo>
                <a:cubicBezTo>
                  <a:pt x="12332" y="4959"/>
                  <a:pt x="12363" y="5039"/>
                  <a:pt x="12439" y="5057"/>
                </a:cubicBezTo>
                <a:cubicBezTo>
                  <a:pt x="12992" y="5184"/>
                  <a:pt x="13422" y="5355"/>
                  <a:pt x="13779" y="5733"/>
                </a:cubicBezTo>
                <a:cubicBezTo>
                  <a:pt x="13331" y="5453"/>
                  <a:pt x="12765" y="5279"/>
                  <a:pt x="12282" y="5233"/>
                </a:cubicBezTo>
                <a:cubicBezTo>
                  <a:pt x="12313" y="5118"/>
                  <a:pt x="12331" y="5001"/>
                  <a:pt x="12335" y="4883"/>
                </a:cubicBezTo>
                <a:close/>
                <a:moveTo>
                  <a:pt x="7855" y="5174"/>
                </a:moveTo>
                <a:cubicBezTo>
                  <a:pt x="7905" y="5174"/>
                  <a:pt x="7955" y="5176"/>
                  <a:pt x="8005" y="5179"/>
                </a:cubicBezTo>
                <a:cubicBezTo>
                  <a:pt x="8100" y="5188"/>
                  <a:pt x="8194" y="5208"/>
                  <a:pt x="8285" y="5237"/>
                </a:cubicBezTo>
                <a:cubicBezTo>
                  <a:pt x="8173" y="5288"/>
                  <a:pt x="8066" y="5346"/>
                  <a:pt x="7963" y="5411"/>
                </a:cubicBezTo>
                <a:cubicBezTo>
                  <a:pt x="7572" y="5553"/>
                  <a:pt x="7198" y="5736"/>
                  <a:pt x="6848" y="5959"/>
                </a:cubicBezTo>
                <a:cubicBezTo>
                  <a:pt x="6870" y="5927"/>
                  <a:pt x="6891" y="5892"/>
                  <a:pt x="6914" y="5858"/>
                </a:cubicBezTo>
                <a:cubicBezTo>
                  <a:pt x="7049" y="5657"/>
                  <a:pt x="7196" y="5446"/>
                  <a:pt x="7350" y="5233"/>
                </a:cubicBezTo>
                <a:cubicBezTo>
                  <a:pt x="7515" y="5194"/>
                  <a:pt x="7686" y="5174"/>
                  <a:pt x="7855" y="5174"/>
                </a:cubicBezTo>
                <a:close/>
                <a:moveTo>
                  <a:pt x="13202" y="1387"/>
                </a:moveTo>
                <a:cubicBezTo>
                  <a:pt x="14884" y="1387"/>
                  <a:pt x="16265" y="2438"/>
                  <a:pt x="16871" y="4308"/>
                </a:cubicBezTo>
                <a:cubicBezTo>
                  <a:pt x="17321" y="5697"/>
                  <a:pt x="17541" y="7077"/>
                  <a:pt x="17184" y="8517"/>
                </a:cubicBezTo>
                <a:cubicBezTo>
                  <a:pt x="17051" y="9047"/>
                  <a:pt x="16913" y="9858"/>
                  <a:pt x="16603" y="10313"/>
                </a:cubicBezTo>
                <a:cubicBezTo>
                  <a:pt x="16357" y="10672"/>
                  <a:pt x="16040" y="10714"/>
                  <a:pt x="15711" y="10770"/>
                </a:cubicBezTo>
                <a:cubicBezTo>
                  <a:pt x="15961" y="7958"/>
                  <a:pt x="14372" y="4760"/>
                  <a:pt x="12693" y="4760"/>
                </a:cubicBezTo>
                <a:cubicBezTo>
                  <a:pt x="12673" y="4760"/>
                  <a:pt x="12653" y="4760"/>
                  <a:pt x="12633" y="4761"/>
                </a:cubicBezTo>
                <a:cubicBezTo>
                  <a:pt x="13279" y="3628"/>
                  <a:pt x="12675" y="2485"/>
                  <a:pt x="11759" y="1629"/>
                </a:cubicBezTo>
                <a:cubicBezTo>
                  <a:pt x="12256" y="1466"/>
                  <a:pt x="12740" y="1387"/>
                  <a:pt x="13202" y="1387"/>
                </a:cubicBezTo>
                <a:close/>
                <a:moveTo>
                  <a:pt x="7609" y="458"/>
                </a:moveTo>
                <a:cubicBezTo>
                  <a:pt x="7857" y="458"/>
                  <a:pt x="8105" y="475"/>
                  <a:pt x="8353" y="508"/>
                </a:cubicBezTo>
                <a:cubicBezTo>
                  <a:pt x="9282" y="633"/>
                  <a:pt x="10177" y="974"/>
                  <a:pt x="10942" y="1520"/>
                </a:cubicBezTo>
                <a:cubicBezTo>
                  <a:pt x="12015" y="2287"/>
                  <a:pt x="12469" y="3281"/>
                  <a:pt x="12308" y="4553"/>
                </a:cubicBezTo>
                <a:cubicBezTo>
                  <a:pt x="12188" y="3924"/>
                  <a:pt x="11676" y="3396"/>
                  <a:pt x="11058" y="3138"/>
                </a:cubicBezTo>
                <a:cubicBezTo>
                  <a:pt x="10736" y="3004"/>
                  <a:pt x="10402" y="2943"/>
                  <a:pt x="10072" y="2943"/>
                </a:cubicBezTo>
                <a:cubicBezTo>
                  <a:pt x="9271" y="2943"/>
                  <a:pt x="8486" y="3304"/>
                  <a:pt x="7902" y="3869"/>
                </a:cubicBezTo>
                <a:cubicBezTo>
                  <a:pt x="5995" y="5721"/>
                  <a:pt x="4411" y="8872"/>
                  <a:pt x="4792" y="11604"/>
                </a:cubicBezTo>
                <a:cubicBezTo>
                  <a:pt x="4026" y="11186"/>
                  <a:pt x="3317" y="10693"/>
                  <a:pt x="2598" y="10199"/>
                </a:cubicBezTo>
                <a:cubicBezTo>
                  <a:pt x="2153" y="9892"/>
                  <a:pt x="1686" y="9609"/>
                  <a:pt x="1255" y="9283"/>
                </a:cubicBezTo>
                <a:cubicBezTo>
                  <a:pt x="1057" y="9133"/>
                  <a:pt x="635" y="8899"/>
                  <a:pt x="578" y="8640"/>
                </a:cubicBezTo>
                <a:cubicBezTo>
                  <a:pt x="545" y="8485"/>
                  <a:pt x="693" y="8151"/>
                  <a:pt x="733" y="7994"/>
                </a:cubicBezTo>
                <a:cubicBezTo>
                  <a:pt x="1221" y="6093"/>
                  <a:pt x="1934" y="4002"/>
                  <a:pt x="3225" y="2485"/>
                </a:cubicBezTo>
                <a:cubicBezTo>
                  <a:pt x="4319" y="1200"/>
                  <a:pt x="5940" y="458"/>
                  <a:pt x="7609" y="458"/>
                </a:cubicBezTo>
                <a:close/>
                <a:moveTo>
                  <a:pt x="2069" y="10558"/>
                </a:moveTo>
                <a:cubicBezTo>
                  <a:pt x="2143" y="10558"/>
                  <a:pt x="2220" y="10566"/>
                  <a:pt x="2300" y="10580"/>
                </a:cubicBezTo>
                <a:cubicBezTo>
                  <a:pt x="2411" y="10659"/>
                  <a:pt x="2521" y="10736"/>
                  <a:pt x="2634" y="10814"/>
                </a:cubicBezTo>
                <a:cubicBezTo>
                  <a:pt x="2635" y="10925"/>
                  <a:pt x="2644" y="11040"/>
                  <a:pt x="2646" y="11147"/>
                </a:cubicBezTo>
                <a:cubicBezTo>
                  <a:pt x="2647" y="11309"/>
                  <a:pt x="2650" y="11469"/>
                  <a:pt x="2673" y="11626"/>
                </a:cubicBezTo>
                <a:cubicBezTo>
                  <a:pt x="2689" y="12362"/>
                  <a:pt x="2708" y="13096"/>
                  <a:pt x="2729" y="13830"/>
                </a:cubicBezTo>
                <a:cubicBezTo>
                  <a:pt x="1924" y="13652"/>
                  <a:pt x="1488" y="13042"/>
                  <a:pt x="1348" y="12189"/>
                </a:cubicBezTo>
                <a:cubicBezTo>
                  <a:pt x="1293" y="11842"/>
                  <a:pt x="1267" y="11442"/>
                  <a:pt x="1382" y="11104"/>
                </a:cubicBezTo>
                <a:cubicBezTo>
                  <a:pt x="1519" y="10697"/>
                  <a:pt x="1762" y="10558"/>
                  <a:pt x="2069" y="10558"/>
                </a:cubicBezTo>
                <a:close/>
                <a:moveTo>
                  <a:pt x="15834" y="11236"/>
                </a:moveTo>
                <a:cubicBezTo>
                  <a:pt x="16577" y="11236"/>
                  <a:pt x="16741" y="12109"/>
                  <a:pt x="16570" y="12679"/>
                </a:cubicBezTo>
                <a:cubicBezTo>
                  <a:pt x="16493" y="12941"/>
                  <a:pt x="16351" y="13191"/>
                  <a:pt x="16210" y="13423"/>
                </a:cubicBezTo>
                <a:cubicBezTo>
                  <a:pt x="15964" y="13828"/>
                  <a:pt x="15689" y="14144"/>
                  <a:pt x="15298" y="14367"/>
                </a:cubicBezTo>
                <a:cubicBezTo>
                  <a:pt x="15417" y="13328"/>
                  <a:pt x="15537" y="12290"/>
                  <a:pt x="15656" y="11251"/>
                </a:cubicBezTo>
                <a:cubicBezTo>
                  <a:pt x="15719" y="11241"/>
                  <a:pt x="15778" y="11236"/>
                  <a:pt x="15834" y="11236"/>
                </a:cubicBezTo>
                <a:close/>
                <a:moveTo>
                  <a:pt x="10037" y="5378"/>
                </a:moveTo>
                <a:cubicBezTo>
                  <a:pt x="10531" y="5378"/>
                  <a:pt x="11018" y="5468"/>
                  <a:pt x="11504" y="5468"/>
                </a:cubicBezTo>
                <a:cubicBezTo>
                  <a:pt x="11619" y="5468"/>
                  <a:pt x="11735" y="5463"/>
                  <a:pt x="11850" y="5450"/>
                </a:cubicBezTo>
                <a:cubicBezTo>
                  <a:pt x="11874" y="5449"/>
                  <a:pt x="11896" y="5437"/>
                  <a:pt x="11911" y="5419"/>
                </a:cubicBezTo>
                <a:cubicBezTo>
                  <a:pt x="12386" y="5508"/>
                  <a:pt x="12840" y="5595"/>
                  <a:pt x="13279" y="5812"/>
                </a:cubicBezTo>
                <a:cubicBezTo>
                  <a:pt x="13651" y="5996"/>
                  <a:pt x="13938" y="6306"/>
                  <a:pt x="14290" y="6509"/>
                </a:cubicBezTo>
                <a:cubicBezTo>
                  <a:pt x="14486" y="6906"/>
                  <a:pt x="14637" y="7333"/>
                  <a:pt x="14754" y="7755"/>
                </a:cubicBezTo>
                <a:cubicBezTo>
                  <a:pt x="15067" y="8872"/>
                  <a:pt x="15108" y="11140"/>
                  <a:pt x="15168" y="11140"/>
                </a:cubicBezTo>
                <a:cubicBezTo>
                  <a:pt x="15169" y="11140"/>
                  <a:pt x="15169" y="11140"/>
                  <a:pt x="15170" y="11140"/>
                </a:cubicBezTo>
                <a:cubicBezTo>
                  <a:pt x="15178" y="11157"/>
                  <a:pt x="15190" y="11174"/>
                  <a:pt x="15204" y="11189"/>
                </a:cubicBezTo>
                <a:cubicBezTo>
                  <a:pt x="15036" y="12609"/>
                  <a:pt x="14866" y="14031"/>
                  <a:pt x="14698" y="15451"/>
                </a:cubicBezTo>
                <a:cubicBezTo>
                  <a:pt x="14549" y="16709"/>
                  <a:pt x="14672" y="18510"/>
                  <a:pt x="13729" y="19454"/>
                </a:cubicBezTo>
                <a:cubicBezTo>
                  <a:pt x="13666" y="19516"/>
                  <a:pt x="13598" y="19576"/>
                  <a:pt x="13531" y="19635"/>
                </a:cubicBezTo>
                <a:cubicBezTo>
                  <a:pt x="13496" y="19646"/>
                  <a:pt x="13468" y="19672"/>
                  <a:pt x="13455" y="19705"/>
                </a:cubicBezTo>
                <a:cubicBezTo>
                  <a:pt x="12622" y="20432"/>
                  <a:pt x="11519" y="20997"/>
                  <a:pt x="10611" y="21573"/>
                </a:cubicBezTo>
                <a:cubicBezTo>
                  <a:pt x="10120" y="21885"/>
                  <a:pt x="9666" y="22170"/>
                  <a:pt x="9122" y="22170"/>
                </a:cubicBezTo>
                <a:cubicBezTo>
                  <a:pt x="8962" y="22170"/>
                  <a:pt x="8793" y="22145"/>
                  <a:pt x="8614" y="22088"/>
                </a:cubicBezTo>
                <a:cubicBezTo>
                  <a:pt x="8054" y="21913"/>
                  <a:pt x="7517" y="21551"/>
                  <a:pt x="7006" y="21267"/>
                </a:cubicBezTo>
                <a:cubicBezTo>
                  <a:pt x="5959" y="20685"/>
                  <a:pt x="4879" y="20049"/>
                  <a:pt x="4014" y="19211"/>
                </a:cubicBezTo>
                <a:cubicBezTo>
                  <a:pt x="2985" y="18212"/>
                  <a:pt x="3222" y="16585"/>
                  <a:pt x="3155" y="15253"/>
                </a:cubicBezTo>
                <a:cubicBezTo>
                  <a:pt x="3095" y="14039"/>
                  <a:pt x="3028" y="12828"/>
                  <a:pt x="2957" y="11616"/>
                </a:cubicBezTo>
                <a:cubicBezTo>
                  <a:pt x="2985" y="11445"/>
                  <a:pt x="2985" y="11271"/>
                  <a:pt x="2978" y="11093"/>
                </a:cubicBezTo>
                <a:cubicBezTo>
                  <a:pt x="2978" y="11077"/>
                  <a:pt x="2978" y="11062"/>
                  <a:pt x="2976" y="11046"/>
                </a:cubicBezTo>
                <a:lnTo>
                  <a:pt x="2976" y="11046"/>
                </a:lnTo>
                <a:cubicBezTo>
                  <a:pt x="3555" y="11427"/>
                  <a:pt x="4160" y="11760"/>
                  <a:pt x="4803" y="11929"/>
                </a:cubicBezTo>
                <a:cubicBezTo>
                  <a:pt x="4813" y="11932"/>
                  <a:pt x="4824" y="11933"/>
                  <a:pt x="4834" y="11933"/>
                </a:cubicBezTo>
                <a:cubicBezTo>
                  <a:pt x="4844" y="11933"/>
                  <a:pt x="4855" y="11932"/>
                  <a:pt x="4865" y="11929"/>
                </a:cubicBezTo>
                <a:cubicBezTo>
                  <a:pt x="4883" y="11945"/>
                  <a:pt x="4906" y="11953"/>
                  <a:pt x="4930" y="11953"/>
                </a:cubicBezTo>
                <a:cubicBezTo>
                  <a:pt x="4987" y="11953"/>
                  <a:pt x="5049" y="11909"/>
                  <a:pt x="5057" y="11842"/>
                </a:cubicBezTo>
                <a:cubicBezTo>
                  <a:pt x="5306" y="9886"/>
                  <a:pt x="5578" y="8158"/>
                  <a:pt x="6533" y="6476"/>
                </a:cubicBezTo>
                <a:cubicBezTo>
                  <a:pt x="6760" y="6343"/>
                  <a:pt x="6988" y="6211"/>
                  <a:pt x="7223" y="6092"/>
                </a:cubicBezTo>
                <a:cubicBezTo>
                  <a:pt x="7389" y="6007"/>
                  <a:pt x="7558" y="5931"/>
                  <a:pt x="7725" y="5855"/>
                </a:cubicBezTo>
                <a:lnTo>
                  <a:pt x="7738" y="5851"/>
                </a:lnTo>
                <a:cubicBezTo>
                  <a:pt x="8384" y="5790"/>
                  <a:pt x="8981" y="5481"/>
                  <a:pt x="9636" y="5401"/>
                </a:cubicBezTo>
                <a:cubicBezTo>
                  <a:pt x="9771" y="5385"/>
                  <a:pt x="9904" y="5378"/>
                  <a:pt x="10037" y="5378"/>
                </a:cubicBezTo>
                <a:close/>
                <a:moveTo>
                  <a:pt x="4212" y="26115"/>
                </a:moveTo>
                <a:lnTo>
                  <a:pt x="4212" y="26115"/>
                </a:lnTo>
                <a:cubicBezTo>
                  <a:pt x="4201" y="26245"/>
                  <a:pt x="4192" y="26377"/>
                  <a:pt x="4182" y="26507"/>
                </a:cubicBezTo>
                <a:cubicBezTo>
                  <a:pt x="4181" y="26533"/>
                  <a:pt x="4184" y="26560"/>
                  <a:pt x="4192" y="26585"/>
                </a:cubicBezTo>
                <a:cubicBezTo>
                  <a:pt x="4192" y="26617"/>
                  <a:pt x="4197" y="26648"/>
                  <a:pt x="4198" y="26679"/>
                </a:cubicBezTo>
                <a:cubicBezTo>
                  <a:pt x="4035" y="26684"/>
                  <a:pt x="3868" y="26761"/>
                  <a:pt x="3715" y="26812"/>
                </a:cubicBezTo>
                <a:cubicBezTo>
                  <a:pt x="3532" y="26871"/>
                  <a:pt x="3348" y="26931"/>
                  <a:pt x="3168" y="27002"/>
                </a:cubicBezTo>
                <a:cubicBezTo>
                  <a:pt x="2942" y="26373"/>
                  <a:pt x="4012" y="26239"/>
                  <a:pt x="4212" y="26115"/>
                </a:cubicBezTo>
                <a:close/>
                <a:moveTo>
                  <a:pt x="4027" y="26992"/>
                </a:moveTo>
                <a:cubicBezTo>
                  <a:pt x="4131" y="27071"/>
                  <a:pt x="4239" y="27147"/>
                  <a:pt x="4347" y="27217"/>
                </a:cubicBezTo>
                <a:cubicBezTo>
                  <a:pt x="4271" y="27264"/>
                  <a:pt x="4200" y="27321"/>
                  <a:pt x="4155" y="27351"/>
                </a:cubicBezTo>
                <a:cubicBezTo>
                  <a:pt x="4000" y="27450"/>
                  <a:pt x="3819" y="27546"/>
                  <a:pt x="3665" y="27663"/>
                </a:cubicBezTo>
                <a:cubicBezTo>
                  <a:pt x="3575" y="27577"/>
                  <a:pt x="3493" y="27485"/>
                  <a:pt x="3417" y="27385"/>
                </a:cubicBezTo>
                <a:cubicBezTo>
                  <a:pt x="3366" y="27330"/>
                  <a:pt x="3319" y="27270"/>
                  <a:pt x="3275" y="27209"/>
                </a:cubicBezTo>
                <a:cubicBezTo>
                  <a:pt x="3462" y="27167"/>
                  <a:pt x="3646" y="27115"/>
                  <a:pt x="3826" y="27054"/>
                </a:cubicBezTo>
                <a:cubicBezTo>
                  <a:pt x="3890" y="27034"/>
                  <a:pt x="3959" y="27014"/>
                  <a:pt x="4027" y="26992"/>
                </a:cubicBezTo>
                <a:close/>
                <a:moveTo>
                  <a:pt x="14949" y="27419"/>
                </a:moveTo>
                <a:cubicBezTo>
                  <a:pt x="15010" y="27488"/>
                  <a:pt x="15089" y="27546"/>
                  <a:pt x="15195" y="27610"/>
                </a:cubicBezTo>
                <a:cubicBezTo>
                  <a:pt x="15309" y="27654"/>
                  <a:pt x="15421" y="27705"/>
                  <a:pt x="15531" y="27758"/>
                </a:cubicBezTo>
                <a:cubicBezTo>
                  <a:pt x="15507" y="27851"/>
                  <a:pt x="15475" y="27939"/>
                  <a:pt x="15431" y="28023"/>
                </a:cubicBezTo>
                <a:cubicBezTo>
                  <a:pt x="15306" y="27925"/>
                  <a:pt x="15143" y="27857"/>
                  <a:pt x="15015" y="27793"/>
                </a:cubicBezTo>
                <a:cubicBezTo>
                  <a:pt x="14919" y="27747"/>
                  <a:pt x="14824" y="27702"/>
                  <a:pt x="14726" y="27659"/>
                </a:cubicBezTo>
                <a:cubicBezTo>
                  <a:pt x="14806" y="27584"/>
                  <a:pt x="14881" y="27504"/>
                  <a:pt x="14949" y="27419"/>
                </a:cubicBezTo>
                <a:close/>
                <a:moveTo>
                  <a:pt x="13422" y="20295"/>
                </a:moveTo>
                <a:lnTo>
                  <a:pt x="13422" y="20295"/>
                </a:lnTo>
                <a:cubicBezTo>
                  <a:pt x="13376" y="21502"/>
                  <a:pt x="13443" y="22708"/>
                  <a:pt x="13572" y="23909"/>
                </a:cubicBezTo>
                <a:cubicBezTo>
                  <a:pt x="13693" y="25018"/>
                  <a:pt x="13781" y="26276"/>
                  <a:pt x="14136" y="27358"/>
                </a:cubicBezTo>
                <a:cubicBezTo>
                  <a:pt x="13672" y="27622"/>
                  <a:pt x="13213" y="27864"/>
                  <a:pt x="12651" y="27982"/>
                </a:cubicBezTo>
                <a:cubicBezTo>
                  <a:pt x="12173" y="28080"/>
                  <a:pt x="11686" y="28116"/>
                  <a:pt x="11198" y="28116"/>
                </a:cubicBezTo>
                <a:cubicBezTo>
                  <a:pt x="10676" y="28116"/>
                  <a:pt x="10153" y="28075"/>
                  <a:pt x="9638" y="28029"/>
                </a:cubicBezTo>
                <a:cubicBezTo>
                  <a:pt x="7859" y="27869"/>
                  <a:pt x="6183" y="27622"/>
                  <a:pt x="4551" y="26920"/>
                </a:cubicBezTo>
                <a:cubicBezTo>
                  <a:pt x="4652" y="26688"/>
                  <a:pt x="4700" y="26380"/>
                  <a:pt x="4639" y="26152"/>
                </a:cubicBezTo>
                <a:cubicBezTo>
                  <a:pt x="4785" y="24294"/>
                  <a:pt x="4987" y="22420"/>
                  <a:pt x="5010" y="20558"/>
                </a:cubicBezTo>
                <a:cubicBezTo>
                  <a:pt x="5675" y="21014"/>
                  <a:pt x="6388" y="21413"/>
                  <a:pt x="7074" y="21788"/>
                </a:cubicBezTo>
                <a:cubicBezTo>
                  <a:pt x="7786" y="22178"/>
                  <a:pt x="8460" y="22629"/>
                  <a:pt x="9222" y="22629"/>
                </a:cubicBezTo>
                <a:cubicBezTo>
                  <a:pt x="9452" y="22629"/>
                  <a:pt x="9689" y="22588"/>
                  <a:pt x="9939" y="22492"/>
                </a:cubicBezTo>
                <a:cubicBezTo>
                  <a:pt x="11147" y="22024"/>
                  <a:pt x="12363" y="21076"/>
                  <a:pt x="13422" y="20295"/>
                </a:cubicBezTo>
                <a:close/>
                <a:moveTo>
                  <a:pt x="4681" y="27416"/>
                </a:moveTo>
                <a:cubicBezTo>
                  <a:pt x="4821" y="27495"/>
                  <a:pt x="4968" y="27560"/>
                  <a:pt x="5114" y="27627"/>
                </a:cubicBezTo>
                <a:cubicBezTo>
                  <a:pt x="4971" y="27709"/>
                  <a:pt x="4843" y="27818"/>
                  <a:pt x="4719" y="27925"/>
                </a:cubicBezTo>
                <a:cubicBezTo>
                  <a:pt x="4606" y="28022"/>
                  <a:pt x="4493" y="28119"/>
                  <a:pt x="4389" y="28226"/>
                </a:cubicBezTo>
                <a:cubicBezTo>
                  <a:pt x="4233" y="28123"/>
                  <a:pt x="4079" y="28017"/>
                  <a:pt x="3936" y="27904"/>
                </a:cubicBezTo>
                <a:cubicBezTo>
                  <a:pt x="4078" y="27831"/>
                  <a:pt x="4213" y="27741"/>
                  <a:pt x="4338" y="27662"/>
                </a:cubicBezTo>
                <a:cubicBezTo>
                  <a:pt x="4414" y="27614"/>
                  <a:pt x="4593" y="27526"/>
                  <a:pt x="4681" y="27416"/>
                </a:cubicBezTo>
                <a:close/>
                <a:moveTo>
                  <a:pt x="14437" y="27894"/>
                </a:moveTo>
                <a:cubicBezTo>
                  <a:pt x="14580" y="27973"/>
                  <a:pt x="14727" y="28046"/>
                  <a:pt x="14869" y="28125"/>
                </a:cubicBezTo>
                <a:cubicBezTo>
                  <a:pt x="14976" y="28186"/>
                  <a:pt x="15088" y="28268"/>
                  <a:pt x="15204" y="28327"/>
                </a:cubicBezTo>
                <a:cubicBezTo>
                  <a:pt x="15143" y="28382"/>
                  <a:pt x="15074" y="28431"/>
                  <a:pt x="15003" y="28470"/>
                </a:cubicBezTo>
                <a:cubicBezTo>
                  <a:pt x="14937" y="28521"/>
                  <a:pt x="14869" y="28568"/>
                  <a:pt x="14799" y="28613"/>
                </a:cubicBezTo>
                <a:cubicBezTo>
                  <a:pt x="14675" y="28469"/>
                  <a:pt x="14439" y="28384"/>
                  <a:pt x="14293" y="28293"/>
                </a:cubicBezTo>
                <a:cubicBezTo>
                  <a:pt x="14218" y="28247"/>
                  <a:pt x="14138" y="28187"/>
                  <a:pt x="14055" y="28128"/>
                </a:cubicBezTo>
                <a:cubicBezTo>
                  <a:pt x="14187" y="28059"/>
                  <a:pt x="14315" y="27982"/>
                  <a:pt x="14437" y="27894"/>
                </a:cubicBezTo>
                <a:close/>
                <a:moveTo>
                  <a:pt x="5398" y="27751"/>
                </a:moveTo>
                <a:cubicBezTo>
                  <a:pt x="5502" y="27793"/>
                  <a:pt x="5608" y="27827"/>
                  <a:pt x="5714" y="27864"/>
                </a:cubicBezTo>
                <a:cubicBezTo>
                  <a:pt x="5568" y="28098"/>
                  <a:pt x="5425" y="28333"/>
                  <a:pt x="5294" y="28579"/>
                </a:cubicBezTo>
                <a:cubicBezTo>
                  <a:pt x="5269" y="28625"/>
                  <a:pt x="5242" y="28672"/>
                  <a:pt x="5220" y="28720"/>
                </a:cubicBezTo>
                <a:cubicBezTo>
                  <a:pt x="5056" y="28628"/>
                  <a:pt x="4880" y="28528"/>
                  <a:pt x="4702" y="28421"/>
                </a:cubicBezTo>
                <a:cubicBezTo>
                  <a:pt x="4797" y="28345"/>
                  <a:pt x="4889" y="28262"/>
                  <a:pt x="4980" y="28186"/>
                </a:cubicBezTo>
                <a:cubicBezTo>
                  <a:pt x="5135" y="28055"/>
                  <a:pt x="5287" y="27921"/>
                  <a:pt x="5398" y="27751"/>
                </a:cubicBezTo>
                <a:close/>
                <a:moveTo>
                  <a:pt x="13700" y="28285"/>
                </a:moveTo>
                <a:cubicBezTo>
                  <a:pt x="13824" y="28388"/>
                  <a:pt x="13976" y="28471"/>
                  <a:pt x="14093" y="28547"/>
                </a:cubicBezTo>
                <a:cubicBezTo>
                  <a:pt x="14196" y="28614"/>
                  <a:pt x="14330" y="28725"/>
                  <a:pt x="14470" y="28798"/>
                </a:cubicBezTo>
                <a:cubicBezTo>
                  <a:pt x="14330" y="28869"/>
                  <a:pt x="14190" y="28936"/>
                  <a:pt x="14058" y="29001"/>
                </a:cubicBezTo>
                <a:cubicBezTo>
                  <a:pt x="13934" y="29062"/>
                  <a:pt x="13804" y="29112"/>
                  <a:pt x="13676" y="29165"/>
                </a:cubicBezTo>
                <a:cubicBezTo>
                  <a:pt x="13499" y="28909"/>
                  <a:pt x="13286" y="28680"/>
                  <a:pt x="13044" y="28483"/>
                </a:cubicBezTo>
                <a:cubicBezTo>
                  <a:pt x="13267" y="28433"/>
                  <a:pt x="13486" y="28367"/>
                  <a:pt x="13700" y="28285"/>
                </a:cubicBezTo>
                <a:close/>
                <a:moveTo>
                  <a:pt x="6001" y="27961"/>
                </a:moveTo>
                <a:cubicBezTo>
                  <a:pt x="6211" y="28025"/>
                  <a:pt x="6425" y="28080"/>
                  <a:pt x="6641" y="28131"/>
                </a:cubicBezTo>
                <a:cubicBezTo>
                  <a:pt x="6540" y="28369"/>
                  <a:pt x="6472" y="28628"/>
                  <a:pt x="6409" y="28873"/>
                </a:cubicBezTo>
                <a:cubicBezTo>
                  <a:pt x="6379" y="28990"/>
                  <a:pt x="6336" y="29119"/>
                  <a:pt x="6314" y="29250"/>
                </a:cubicBezTo>
                <a:cubicBezTo>
                  <a:pt x="6055" y="29143"/>
                  <a:pt x="5800" y="29027"/>
                  <a:pt x="5553" y="28899"/>
                </a:cubicBezTo>
                <a:cubicBezTo>
                  <a:pt x="5608" y="28792"/>
                  <a:pt x="5656" y="28678"/>
                  <a:pt x="5703" y="28583"/>
                </a:cubicBezTo>
                <a:cubicBezTo>
                  <a:pt x="5811" y="28379"/>
                  <a:pt x="5904" y="28169"/>
                  <a:pt x="6001" y="27961"/>
                </a:cubicBezTo>
                <a:close/>
                <a:moveTo>
                  <a:pt x="12672" y="28556"/>
                </a:moveTo>
                <a:cubicBezTo>
                  <a:pt x="12785" y="28668"/>
                  <a:pt x="12947" y="28762"/>
                  <a:pt x="13047" y="28860"/>
                </a:cubicBezTo>
                <a:cubicBezTo>
                  <a:pt x="13176" y="28991"/>
                  <a:pt x="13294" y="29134"/>
                  <a:pt x="13398" y="29286"/>
                </a:cubicBezTo>
                <a:cubicBezTo>
                  <a:pt x="13130" y="29390"/>
                  <a:pt x="12858" y="29485"/>
                  <a:pt x="12581" y="29566"/>
                </a:cubicBezTo>
                <a:cubicBezTo>
                  <a:pt x="12509" y="29393"/>
                  <a:pt x="12395" y="29210"/>
                  <a:pt x="12304" y="29074"/>
                </a:cubicBezTo>
                <a:cubicBezTo>
                  <a:pt x="12234" y="28969"/>
                  <a:pt x="12157" y="28869"/>
                  <a:pt x="12073" y="28775"/>
                </a:cubicBezTo>
                <a:cubicBezTo>
                  <a:pt x="12048" y="28747"/>
                  <a:pt x="11985" y="28695"/>
                  <a:pt x="11929" y="28638"/>
                </a:cubicBezTo>
                <a:cubicBezTo>
                  <a:pt x="12177" y="28623"/>
                  <a:pt x="12426" y="28595"/>
                  <a:pt x="12672" y="28556"/>
                </a:cubicBezTo>
                <a:close/>
                <a:moveTo>
                  <a:pt x="6942" y="28199"/>
                </a:moveTo>
                <a:cubicBezTo>
                  <a:pt x="7176" y="28248"/>
                  <a:pt x="7411" y="28290"/>
                  <a:pt x="7648" y="28326"/>
                </a:cubicBezTo>
                <a:cubicBezTo>
                  <a:pt x="7563" y="28538"/>
                  <a:pt x="7512" y="28766"/>
                  <a:pt x="7466" y="28988"/>
                </a:cubicBezTo>
                <a:lnTo>
                  <a:pt x="7464" y="28988"/>
                </a:lnTo>
                <a:cubicBezTo>
                  <a:pt x="7424" y="29186"/>
                  <a:pt x="7374" y="29402"/>
                  <a:pt x="7359" y="29613"/>
                </a:cubicBezTo>
                <a:cubicBezTo>
                  <a:pt x="7112" y="29543"/>
                  <a:pt x="6867" y="29463"/>
                  <a:pt x="6626" y="29374"/>
                </a:cubicBezTo>
                <a:cubicBezTo>
                  <a:pt x="6668" y="29238"/>
                  <a:pt x="6690" y="29089"/>
                  <a:pt x="6725" y="28961"/>
                </a:cubicBezTo>
                <a:cubicBezTo>
                  <a:pt x="6792" y="28708"/>
                  <a:pt x="6881" y="28455"/>
                  <a:pt x="6942" y="28199"/>
                </a:cubicBezTo>
                <a:close/>
                <a:moveTo>
                  <a:pt x="11597" y="28653"/>
                </a:moveTo>
                <a:cubicBezTo>
                  <a:pt x="11673" y="28839"/>
                  <a:pt x="11898" y="29007"/>
                  <a:pt x="12000" y="29152"/>
                </a:cubicBezTo>
                <a:cubicBezTo>
                  <a:pt x="12076" y="29260"/>
                  <a:pt x="12164" y="29490"/>
                  <a:pt x="12283" y="29647"/>
                </a:cubicBezTo>
                <a:cubicBezTo>
                  <a:pt x="11997" y="29722"/>
                  <a:pt x="11710" y="29787"/>
                  <a:pt x="11420" y="29835"/>
                </a:cubicBezTo>
                <a:cubicBezTo>
                  <a:pt x="11371" y="29607"/>
                  <a:pt x="11268" y="29380"/>
                  <a:pt x="11193" y="29168"/>
                </a:cubicBezTo>
                <a:cubicBezTo>
                  <a:pt x="11174" y="29119"/>
                  <a:pt x="11056" y="28854"/>
                  <a:pt x="10958" y="28653"/>
                </a:cubicBezTo>
                <a:lnTo>
                  <a:pt x="10958" y="28653"/>
                </a:lnTo>
                <a:cubicBezTo>
                  <a:pt x="11062" y="28656"/>
                  <a:pt x="11168" y="28658"/>
                  <a:pt x="11275" y="28658"/>
                </a:cubicBezTo>
                <a:cubicBezTo>
                  <a:pt x="11381" y="28658"/>
                  <a:pt x="11489" y="28656"/>
                  <a:pt x="11597" y="28653"/>
                </a:cubicBezTo>
                <a:close/>
                <a:moveTo>
                  <a:pt x="7908" y="28363"/>
                </a:moveTo>
                <a:cubicBezTo>
                  <a:pt x="8133" y="28394"/>
                  <a:pt x="8358" y="28419"/>
                  <a:pt x="8582" y="28445"/>
                </a:cubicBezTo>
                <a:cubicBezTo>
                  <a:pt x="8596" y="28802"/>
                  <a:pt x="8661" y="29162"/>
                  <a:pt x="8707" y="29514"/>
                </a:cubicBezTo>
                <a:cubicBezTo>
                  <a:pt x="8724" y="29640"/>
                  <a:pt x="8725" y="29774"/>
                  <a:pt x="8755" y="29895"/>
                </a:cubicBezTo>
                <a:cubicBezTo>
                  <a:pt x="8395" y="29847"/>
                  <a:pt x="8036" y="29780"/>
                  <a:pt x="7683" y="29694"/>
                </a:cubicBezTo>
                <a:cubicBezTo>
                  <a:pt x="7720" y="29467"/>
                  <a:pt x="7729" y="29234"/>
                  <a:pt x="7773" y="29009"/>
                </a:cubicBezTo>
                <a:cubicBezTo>
                  <a:pt x="7814" y="28793"/>
                  <a:pt x="7869" y="28579"/>
                  <a:pt x="7908" y="28363"/>
                </a:cubicBezTo>
                <a:close/>
                <a:moveTo>
                  <a:pt x="10086" y="28602"/>
                </a:moveTo>
                <a:lnTo>
                  <a:pt x="10086" y="28602"/>
                </a:lnTo>
                <a:cubicBezTo>
                  <a:pt x="10278" y="28619"/>
                  <a:pt x="10479" y="28634"/>
                  <a:pt x="10687" y="28643"/>
                </a:cubicBezTo>
                <a:cubicBezTo>
                  <a:pt x="10727" y="28726"/>
                  <a:pt x="10774" y="28803"/>
                  <a:pt x="10796" y="28857"/>
                </a:cubicBezTo>
                <a:cubicBezTo>
                  <a:pt x="10928" y="29171"/>
                  <a:pt x="11001" y="29558"/>
                  <a:pt x="11152" y="29878"/>
                </a:cubicBezTo>
                <a:cubicBezTo>
                  <a:pt x="10826" y="29921"/>
                  <a:pt x="10498" y="29950"/>
                  <a:pt x="10171" y="29960"/>
                </a:cubicBezTo>
                <a:cubicBezTo>
                  <a:pt x="10159" y="29920"/>
                  <a:pt x="10147" y="29880"/>
                  <a:pt x="10136" y="29834"/>
                </a:cubicBezTo>
                <a:cubicBezTo>
                  <a:pt x="10089" y="29618"/>
                  <a:pt x="10077" y="29384"/>
                  <a:pt x="10067" y="29164"/>
                </a:cubicBezTo>
                <a:cubicBezTo>
                  <a:pt x="10059" y="28995"/>
                  <a:pt x="10092" y="28792"/>
                  <a:pt x="10086" y="28602"/>
                </a:cubicBezTo>
                <a:close/>
                <a:moveTo>
                  <a:pt x="8882" y="28482"/>
                </a:moveTo>
                <a:lnTo>
                  <a:pt x="8882" y="28482"/>
                </a:lnTo>
                <a:cubicBezTo>
                  <a:pt x="9173" y="28513"/>
                  <a:pt x="9462" y="28541"/>
                  <a:pt x="9746" y="28570"/>
                </a:cubicBezTo>
                <a:cubicBezTo>
                  <a:pt x="9688" y="28857"/>
                  <a:pt x="9732" y="29217"/>
                  <a:pt x="9748" y="29441"/>
                </a:cubicBezTo>
                <a:cubicBezTo>
                  <a:pt x="9758" y="29589"/>
                  <a:pt x="9767" y="29795"/>
                  <a:pt x="9824" y="29962"/>
                </a:cubicBezTo>
                <a:cubicBezTo>
                  <a:pt x="9762" y="29962"/>
                  <a:pt x="9700" y="29963"/>
                  <a:pt x="9638" y="29963"/>
                </a:cubicBezTo>
                <a:cubicBezTo>
                  <a:pt x="9607" y="29963"/>
                  <a:pt x="9575" y="29963"/>
                  <a:pt x="9544" y="29962"/>
                </a:cubicBezTo>
                <a:cubicBezTo>
                  <a:pt x="9389" y="29957"/>
                  <a:pt x="9234" y="29947"/>
                  <a:pt x="9080" y="29933"/>
                </a:cubicBezTo>
                <a:cubicBezTo>
                  <a:pt x="9086" y="29756"/>
                  <a:pt x="9036" y="29569"/>
                  <a:pt x="9013" y="29396"/>
                </a:cubicBezTo>
                <a:cubicBezTo>
                  <a:pt x="8971" y="29094"/>
                  <a:pt x="8944" y="28783"/>
                  <a:pt x="8882" y="28482"/>
                </a:cubicBezTo>
                <a:close/>
                <a:moveTo>
                  <a:pt x="7629" y="0"/>
                </a:moveTo>
                <a:cubicBezTo>
                  <a:pt x="6236" y="0"/>
                  <a:pt x="4854" y="465"/>
                  <a:pt x="3735" y="1351"/>
                </a:cubicBezTo>
                <a:cubicBezTo>
                  <a:pt x="1817" y="2872"/>
                  <a:pt x="859" y="5572"/>
                  <a:pt x="279" y="7869"/>
                </a:cubicBezTo>
                <a:cubicBezTo>
                  <a:pt x="204" y="8167"/>
                  <a:pt x="1" y="8646"/>
                  <a:pt x="130" y="8962"/>
                </a:cubicBezTo>
                <a:cubicBezTo>
                  <a:pt x="301" y="9376"/>
                  <a:pt x="989" y="9661"/>
                  <a:pt x="1321" y="9885"/>
                </a:cubicBezTo>
                <a:cubicBezTo>
                  <a:pt x="1468" y="9984"/>
                  <a:pt x="1616" y="10089"/>
                  <a:pt x="1765" y="10194"/>
                </a:cubicBezTo>
                <a:cubicBezTo>
                  <a:pt x="1107" y="10364"/>
                  <a:pt x="828" y="11479"/>
                  <a:pt x="953" y="12241"/>
                </a:cubicBezTo>
                <a:cubicBezTo>
                  <a:pt x="1060" y="12904"/>
                  <a:pt x="1400" y="13639"/>
                  <a:pt x="1964" y="14033"/>
                </a:cubicBezTo>
                <a:cubicBezTo>
                  <a:pt x="2136" y="14154"/>
                  <a:pt x="2358" y="14244"/>
                  <a:pt x="2562" y="14244"/>
                </a:cubicBezTo>
                <a:cubicBezTo>
                  <a:pt x="2624" y="14244"/>
                  <a:pt x="2685" y="14235"/>
                  <a:pt x="2743" y="14217"/>
                </a:cubicBezTo>
                <a:cubicBezTo>
                  <a:pt x="2763" y="14921"/>
                  <a:pt x="2786" y="15625"/>
                  <a:pt x="2813" y="16329"/>
                </a:cubicBezTo>
                <a:cubicBezTo>
                  <a:pt x="2856" y="17478"/>
                  <a:pt x="2772" y="18520"/>
                  <a:pt x="3613" y="19400"/>
                </a:cubicBezTo>
                <a:cubicBezTo>
                  <a:pt x="3951" y="19753"/>
                  <a:pt x="4332" y="20071"/>
                  <a:pt x="4736" y="20365"/>
                </a:cubicBezTo>
                <a:cubicBezTo>
                  <a:pt x="4468" y="22149"/>
                  <a:pt x="4370" y="23970"/>
                  <a:pt x="4237" y="25773"/>
                </a:cubicBezTo>
                <a:cubicBezTo>
                  <a:pt x="3755" y="25920"/>
                  <a:pt x="2757" y="26203"/>
                  <a:pt x="2603" y="26749"/>
                </a:cubicBezTo>
                <a:cubicBezTo>
                  <a:pt x="2425" y="27373"/>
                  <a:pt x="3377" y="27986"/>
                  <a:pt x="3761" y="28294"/>
                </a:cubicBezTo>
                <a:cubicBezTo>
                  <a:pt x="5200" y="29448"/>
                  <a:pt x="6954" y="30197"/>
                  <a:pt x="8785" y="30420"/>
                </a:cubicBezTo>
                <a:cubicBezTo>
                  <a:pt x="9170" y="30467"/>
                  <a:pt x="9557" y="30490"/>
                  <a:pt x="9943" y="30490"/>
                </a:cubicBezTo>
                <a:cubicBezTo>
                  <a:pt x="11510" y="30490"/>
                  <a:pt x="13067" y="30110"/>
                  <a:pt x="14467" y="29394"/>
                </a:cubicBezTo>
                <a:cubicBezTo>
                  <a:pt x="14979" y="29132"/>
                  <a:pt x="16027" y="28683"/>
                  <a:pt x="16148" y="28025"/>
                </a:cubicBezTo>
                <a:cubicBezTo>
                  <a:pt x="16280" y="27307"/>
                  <a:pt x="15488" y="27374"/>
                  <a:pt x="15171" y="26958"/>
                </a:cubicBezTo>
                <a:cubicBezTo>
                  <a:pt x="15128" y="26901"/>
                  <a:pt x="15060" y="26872"/>
                  <a:pt x="14995" y="26872"/>
                </a:cubicBezTo>
                <a:cubicBezTo>
                  <a:pt x="14926" y="26872"/>
                  <a:pt x="14861" y="26904"/>
                  <a:pt x="14832" y="26969"/>
                </a:cubicBezTo>
                <a:cubicBezTo>
                  <a:pt x="14829" y="26971"/>
                  <a:pt x="14826" y="26971"/>
                  <a:pt x="14823" y="26972"/>
                </a:cubicBezTo>
                <a:cubicBezTo>
                  <a:pt x="14724" y="27025"/>
                  <a:pt x="14629" y="27077"/>
                  <a:pt x="14535" y="27130"/>
                </a:cubicBezTo>
                <a:cubicBezTo>
                  <a:pt x="14422" y="26000"/>
                  <a:pt x="14120" y="24857"/>
                  <a:pt x="13996" y="23736"/>
                </a:cubicBezTo>
                <a:cubicBezTo>
                  <a:pt x="13861" y="22516"/>
                  <a:pt x="13800" y="21289"/>
                  <a:pt x="13720" y="20064"/>
                </a:cubicBezTo>
                <a:cubicBezTo>
                  <a:pt x="14510" y="19436"/>
                  <a:pt x="14784" y="18796"/>
                  <a:pt x="14908" y="17755"/>
                </a:cubicBezTo>
                <a:cubicBezTo>
                  <a:pt x="15021" y="16795"/>
                  <a:pt x="15128" y="15835"/>
                  <a:pt x="15238" y="14876"/>
                </a:cubicBezTo>
                <a:cubicBezTo>
                  <a:pt x="16128" y="14669"/>
                  <a:pt x="16846" y="13361"/>
                  <a:pt x="16971" y="12537"/>
                </a:cubicBezTo>
                <a:cubicBezTo>
                  <a:pt x="17056" y="11973"/>
                  <a:pt x="16834" y="11369"/>
                  <a:pt x="16398" y="11126"/>
                </a:cubicBezTo>
                <a:cubicBezTo>
                  <a:pt x="16533" y="11086"/>
                  <a:pt x="16658" y="11015"/>
                  <a:pt x="16762" y="10918"/>
                </a:cubicBezTo>
                <a:cubicBezTo>
                  <a:pt x="17181" y="10523"/>
                  <a:pt x="17322" y="9657"/>
                  <a:pt x="17478" y="9130"/>
                </a:cubicBezTo>
                <a:cubicBezTo>
                  <a:pt x="18010" y="7345"/>
                  <a:pt x="17828" y="5657"/>
                  <a:pt x="17206" y="3917"/>
                </a:cubicBezTo>
                <a:cubicBezTo>
                  <a:pt x="16773" y="2708"/>
                  <a:pt x="16042" y="1705"/>
                  <a:pt x="14820" y="1218"/>
                </a:cubicBezTo>
                <a:cubicBezTo>
                  <a:pt x="14337" y="1027"/>
                  <a:pt x="13809" y="921"/>
                  <a:pt x="13285" y="921"/>
                </a:cubicBezTo>
                <a:cubicBezTo>
                  <a:pt x="12660" y="921"/>
                  <a:pt x="12039" y="1071"/>
                  <a:pt x="11508" y="1406"/>
                </a:cubicBezTo>
                <a:cubicBezTo>
                  <a:pt x="10972" y="961"/>
                  <a:pt x="10366" y="609"/>
                  <a:pt x="9848" y="410"/>
                </a:cubicBezTo>
                <a:cubicBezTo>
                  <a:pt x="9131" y="134"/>
                  <a:pt x="8378" y="0"/>
                  <a:pt x="7629" y="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p39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2560" name="Google Shape;2560;p39"/>
          <p:cNvGrpSpPr/>
          <p:nvPr/>
        </p:nvGrpSpPr>
        <p:grpSpPr>
          <a:xfrm>
            <a:off x="5716492" y="1378201"/>
            <a:ext cx="2970160" cy="1261603"/>
            <a:chOff x="5716492" y="1378201"/>
            <a:chExt cx="2970160" cy="1261603"/>
          </a:xfrm>
        </p:grpSpPr>
        <p:grpSp>
          <p:nvGrpSpPr>
            <p:cNvPr id="2561" name="Google Shape;2561;p39"/>
            <p:cNvGrpSpPr/>
            <p:nvPr/>
          </p:nvGrpSpPr>
          <p:grpSpPr>
            <a:xfrm>
              <a:off x="5716492" y="1378201"/>
              <a:ext cx="2970160" cy="1261603"/>
              <a:chOff x="5716492" y="1378201"/>
              <a:chExt cx="2970160" cy="1261603"/>
            </a:xfrm>
          </p:grpSpPr>
          <p:grpSp>
            <p:nvGrpSpPr>
              <p:cNvPr id="2562" name="Google Shape;2562;p39"/>
              <p:cNvGrpSpPr/>
              <p:nvPr/>
            </p:nvGrpSpPr>
            <p:grpSpPr>
              <a:xfrm>
                <a:off x="5716492" y="1500292"/>
                <a:ext cx="2968757" cy="1139512"/>
                <a:chOff x="5716492" y="1500292"/>
                <a:chExt cx="2968757" cy="1139512"/>
              </a:xfrm>
            </p:grpSpPr>
            <p:sp>
              <p:nvSpPr>
                <p:cNvPr id="2563" name="Google Shape;2563;p39"/>
                <p:cNvSpPr/>
                <p:nvPr/>
              </p:nvSpPr>
              <p:spPr>
                <a:xfrm>
                  <a:off x="5716492" y="1500292"/>
                  <a:ext cx="2968757" cy="1130738"/>
                </a:xfrm>
                <a:custGeom>
                  <a:rect b="b" l="l" r="r" t="t"/>
                  <a:pathLst>
                    <a:path extrusionOk="0" h="3223" w="8462">
                      <a:moveTo>
                        <a:pt x="4599" y="4"/>
                      </a:moveTo>
                      <a:lnTo>
                        <a:pt x="8114" y="4"/>
                      </a:lnTo>
                      <a:cubicBezTo>
                        <a:pt x="8205" y="4"/>
                        <a:pt x="8461" y="2819"/>
                        <a:pt x="8461" y="2819"/>
                      </a:cubicBezTo>
                      <a:lnTo>
                        <a:pt x="8461" y="2819"/>
                      </a:lnTo>
                      <a:cubicBezTo>
                        <a:pt x="8461" y="2893"/>
                        <a:pt x="8168" y="3222"/>
                        <a:pt x="8168" y="3222"/>
                      </a:cubicBezTo>
                      <a:lnTo>
                        <a:pt x="8062" y="3222"/>
                      </a:lnTo>
                      <a:lnTo>
                        <a:pt x="1190" y="3222"/>
                      </a:lnTo>
                      <a:cubicBezTo>
                        <a:pt x="1088" y="3222"/>
                        <a:pt x="1036" y="3197"/>
                        <a:pt x="992" y="3123"/>
                      </a:cubicBezTo>
                      <a:cubicBezTo>
                        <a:pt x="674" y="2611"/>
                        <a:pt x="352" y="2054"/>
                        <a:pt x="30" y="1545"/>
                      </a:cubicBezTo>
                      <a:cubicBezTo>
                        <a:pt x="4" y="1516"/>
                        <a:pt x="0" y="1472"/>
                        <a:pt x="26" y="1439"/>
                      </a:cubicBezTo>
                      <a:lnTo>
                        <a:pt x="1000" y="88"/>
                      </a:lnTo>
                      <a:cubicBezTo>
                        <a:pt x="1040" y="26"/>
                        <a:pt x="1025" y="0"/>
                        <a:pt x="1113" y="0"/>
                      </a:cubicBezTo>
                      <a:cubicBezTo>
                        <a:pt x="2274" y="4"/>
                        <a:pt x="3435" y="4"/>
                        <a:pt x="4599" y="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rnd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4" name="Google Shape;2564;p39"/>
                <p:cNvSpPr/>
                <p:nvPr/>
              </p:nvSpPr>
              <p:spPr>
                <a:xfrm>
                  <a:off x="6084870" y="2501224"/>
                  <a:ext cx="104899" cy="120687"/>
                </a:xfrm>
                <a:custGeom>
                  <a:rect b="b" l="l" r="r" t="t"/>
                  <a:pathLst>
                    <a:path extrusionOk="0" h="344" w="299">
                      <a:moveTo>
                        <a:pt x="269" y="1"/>
                      </a:moveTo>
                      <a:cubicBezTo>
                        <a:pt x="266" y="1"/>
                        <a:pt x="264" y="2"/>
                        <a:pt x="261" y="3"/>
                      </a:cubicBezTo>
                      <a:cubicBezTo>
                        <a:pt x="148" y="80"/>
                        <a:pt x="56" y="190"/>
                        <a:pt x="8" y="314"/>
                      </a:cubicBezTo>
                      <a:cubicBezTo>
                        <a:pt x="1" y="330"/>
                        <a:pt x="13" y="344"/>
                        <a:pt x="26" y="344"/>
                      </a:cubicBezTo>
                      <a:cubicBezTo>
                        <a:pt x="32" y="344"/>
                        <a:pt x="37" y="341"/>
                        <a:pt x="41" y="336"/>
                      </a:cubicBezTo>
                      <a:cubicBezTo>
                        <a:pt x="89" y="215"/>
                        <a:pt x="173" y="113"/>
                        <a:pt x="279" y="40"/>
                      </a:cubicBezTo>
                      <a:cubicBezTo>
                        <a:pt x="298" y="27"/>
                        <a:pt x="285" y="1"/>
                        <a:pt x="269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5" name="Google Shape;2565;p39"/>
                <p:cNvSpPr/>
                <p:nvPr/>
              </p:nvSpPr>
              <p:spPr>
                <a:xfrm>
                  <a:off x="8510194" y="2507890"/>
                  <a:ext cx="59642" cy="119284"/>
                </a:xfrm>
                <a:custGeom>
                  <a:rect b="b" l="l" r="r" t="t"/>
                  <a:pathLst>
                    <a:path extrusionOk="0" h="340" w="170">
                      <a:moveTo>
                        <a:pt x="139" y="1"/>
                      </a:moveTo>
                      <a:cubicBezTo>
                        <a:pt x="134" y="1"/>
                        <a:pt x="128" y="3"/>
                        <a:pt x="125" y="10"/>
                      </a:cubicBezTo>
                      <a:cubicBezTo>
                        <a:pt x="85" y="109"/>
                        <a:pt x="55" y="211"/>
                        <a:pt x="8" y="310"/>
                      </a:cubicBezTo>
                      <a:cubicBezTo>
                        <a:pt x="0" y="325"/>
                        <a:pt x="13" y="340"/>
                        <a:pt x="27" y="340"/>
                      </a:cubicBezTo>
                      <a:cubicBezTo>
                        <a:pt x="33" y="340"/>
                        <a:pt x="40" y="336"/>
                        <a:pt x="44" y="328"/>
                      </a:cubicBezTo>
                      <a:cubicBezTo>
                        <a:pt x="88" y="233"/>
                        <a:pt x="118" y="131"/>
                        <a:pt x="162" y="32"/>
                      </a:cubicBezTo>
                      <a:cubicBezTo>
                        <a:pt x="169" y="16"/>
                        <a:pt x="153" y="1"/>
                        <a:pt x="139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6" name="Google Shape;2566;p39"/>
                <p:cNvSpPr/>
                <p:nvPr/>
              </p:nvSpPr>
              <p:spPr>
                <a:xfrm>
                  <a:off x="8413364" y="2499470"/>
                  <a:ext cx="58940" cy="126651"/>
                </a:xfrm>
                <a:custGeom>
                  <a:rect b="b" l="l" r="r" t="t"/>
                  <a:pathLst>
                    <a:path extrusionOk="0" h="361" w="168">
                      <a:moveTo>
                        <a:pt x="144" y="1"/>
                      </a:moveTo>
                      <a:cubicBezTo>
                        <a:pt x="137" y="1"/>
                        <a:pt x="129" y="5"/>
                        <a:pt x="126" y="15"/>
                      </a:cubicBezTo>
                      <a:cubicBezTo>
                        <a:pt x="97" y="125"/>
                        <a:pt x="46" y="228"/>
                        <a:pt x="6" y="338"/>
                      </a:cubicBezTo>
                      <a:cubicBezTo>
                        <a:pt x="1" y="351"/>
                        <a:pt x="13" y="361"/>
                        <a:pt x="26" y="361"/>
                      </a:cubicBezTo>
                      <a:cubicBezTo>
                        <a:pt x="34" y="361"/>
                        <a:pt x="42" y="357"/>
                        <a:pt x="46" y="349"/>
                      </a:cubicBezTo>
                      <a:cubicBezTo>
                        <a:pt x="82" y="239"/>
                        <a:pt x="134" y="136"/>
                        <a:pt x="163" y="26"/>
                      </a:cubicBezTo>
                      <a:cubicBezTo>
                        <a:pt x="167" y="11"/>
                        <a:pt x="156" y="1"/>
                        <a:pt x="144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7" name="Google Shape;2567;p39"/>
                <p:cNvSpPr/>
                <p:nvPr/>
              </p:nvSpPr>
              <p:spPr>
                <a:xfrm>
                  <a:off x="8326357" y="2507890"/>
                  <a:ext cx="46661" cy="122441"/>
                </a:xfrm>
                <a:custGeom>
                  <a:rect b="b" l="l" r="r" t="t"/>
                  <a:pathLst>
                    <a:path extrusionOk="0" h="349" w="133">
                      <a:moveTo>
                        <a:pt x="102" y="1"/>
                      </a:moveTo>
                      <a:cubicBezTo>
                        <a:pt x="96" y="1"/>
                        <a:pt x="89" y="3"/>
                        <a:pt x="85" y="10"/>
                      </a:cubicBezTo>
                      <a:cubicBezTo>
                        <a:pt x="56" y="61"/>
                        <a:pt x="34" y="112"/>
                        <a:pt x="23" y="167"/>
                      </a:cubicBezTo>
                      <a:cubicBezTo>
                        <a:pt x="8" y="218"/>
                        <a:pt x="1" y="277"/>
                        <a:pt x="1" y="332"/>
                      </a:cubicBezTo>
                      <a:cubicBezTo>
                        <a:pt x="3" y="343"/>
                        <a:pt x="12" y="348"/>
                        <a:pt x="21" y="348"/>
                      </a:cubicBezTo>
                      <a:cubicBezTo>
                        <a:pt x="30" y="348"/>
                        <a:pt x="39" y="343"/>
                        <a:pt x="41" y="332"/>
                      </a:cubicBezTo>
                      <a:cubicBezTo>
                        <a:pt x="41" y="281"/>
                        <a:pt x="48" y="226"/>
                        <a:pt x="63" y="178"/>
                      </a:cubicBezTo>
                      <a:cubicBezTo>
                        <a:pt x="74" y="127"/>
                        <a:pt x="92" y="76"/>
                        <a:pt x="122" y="32"/>
                      </a:cubicBezTo>
                      <a:cubicBezTo>
                        <a:pt x="132" y="16"/>
                        <a:pt x="117" y="1"/>
                        <a:pt x="102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8" name="Google Shape;2568;p39"/>
                <p:cNvSpPr/>
                <p:nvPr/>
              </p:nvSpPr>
              <p:spPr>
                <a:xfrm>
                  <a:off x="8215844" y="2512802"/>
                  <a:ext cx="59291" cy="118231"/>
                </a:xfrm>
                <a:custGeom>
                  <a:rect b="b" l="l" r="r" t="t"/>
                  <a:pathLst>
                    <a:path extrusionOk="0" h="337" w="169">
                      <a:moveTo>
                        <a:pt x="143" y="1"/>
                      </a:moveTo>
                      <a:cubicBezTo>
                        <a:pt x="136" y="1"/>
                        <a:pt x="130" y="3"/>
                        <a:pt x="125" y="10"/>
                      </a:cubicBezTo>
                      <a:cubicBezTo>
                        <a:pt x="67" y="102"/>
                        <a:pt x="27" y="204"/>
                        <a:pt x="5" y="311"/>
                      </a:cubicBezTo>
                      <a:cubicBezTo>
                        <a:pt x="0" y="326"/>
                        <a:pt x="13" y="336"/>
                        <a:pt x="26" y="336"/>
                      </a:cubicBezTo>
                      <a:cubicBezTo>
                        <a:pt x="34" y="336"/>
                        <a:pt x="42" y="332"/>
                        <a:pt x="45" y="322"/>
                      </a:cubicBezTo>
                      <a:cubicBezTo>
                        <a:pt x="63" y="219"/>
                        <a:pt x="104" y="120"/>
                        <a:pt x="158" y="32"/>
                      </a:cubicBezTo>
                      <a:cubicBezTo>
                        <a:pt x="169" y="15"/>
                        <a:pt x="156" y="1"/>
                        <a:pt x="143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9" name="Google Shape;2569;p39"/>
                <p:cNvSpPr/>
                <p:nvPr/>
              </p:nvSpPr>
              <p:spPr>
                <a:xfrm>
                  <a:off x="8153044" y="2509644"/>
                  <a:ext cx="37890" cy="117880"/>
                </a:xfrm>
                <a:custGeom>
                  <a:rect b="b" l="l" r="r" t="t"/>
                  <a:pathLst>
                    <a:path extrusionOk="0" h="336" w="108">
                      <a:moveTo>
                        <a:pt x="81" y="0"/>
                      </a:moveTo>
                      <a:cubicBezTo>
                        <a:pt x="73" y="0"/>
                        <a:pt x="66" y="4"/>
                        <a:pt x="63" y="12"/>
                      </a:cubicBezTo>
                      <a:cubicBezTo>
                        <a:pt x="34" y="107"/>
                        <a:pt x="15" y="206"/>
                        <a:pt x="4" y="309"/>
                      </a:cubicBezTo>
                      <a:cubicBezTo>
                        <a:pt x="1" y="320"/>
                        <a:pt x="8" y="331"/>
                        <a:pt x="19" y="334"/>
                      </a:cubicBezTo>
                      <a:cubicBezTo>
                        <a:pt x="21" y="335"/>
                        <a:pt x="23" y="335"/>
                        <a:pt x="25" y="335"/>
                      </a:cubicBezTo>
                      <a:cubicBezTo>
                        <a:pt x="34" y="335"/>
                        <a:pt x="42" y="329"/>
                        <a:pt x="45" y="320"/>
                      </a:cubicBezTo>
                      <a:cubicBezTo>
                        <a:pt x="52" y="217"/>
                        <a:pt x="74" y="118"/>
                        <a:pt x="103" y="23"/>
                      </a:cubicBezTo>
                      <a:cubicBezTo>
                        <a:pt x="108" y="9"/>
                        <a:pt x="94" y="0"/>
                        <a:pt x="81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0" name="Google Shape;2570;p39"/>
                <p:cNvSpPr/>
                <p:nvPr/>
              </p:nvSpPr>
              <p:spPr>
                <a:xfrm>
                  <a:off x="8074457" y="2503680"/>
                  <a:ext cx="39995" cy="132264"/>
                </a:xfrm>
                <a:custGeom>
                  <a:rect b="b" l="l" r="r" t="t"/>
                  <a:pathLst>
                    <a:path extrusionOk="0" h="377" w="114">
                      <a:moveTo>
                        <a:pt x="90" y="1"/>
                      </a:moveTo>
                      <a:cubicBezTo>
                        <a:pt x="82" y="1"/>
                        <a:pt x="74" y="6"/>
                        <a:pt x="71" y="18"/>
                      </a:cubicBezTo>
                      <a:cubicBezTo>
                        <a:pt x="49" y="128"/>
                        <a:pt x="27" y="238"/>
                        <a:pt x="5" y="351"/>
                      </a:cubicBezTo>
                      <a:cubicBezTo>
                        <a:pt x="1" y="367"/>
                        <a:pt x="13" y="377"/>
                        <a:pt x="26" y="377"/>
                      </a:cubicBezTo>
                      <a:cubicBezTo>
                        <a:pt x="34" y="377"/>
                        <a:pt x="42" y="372"/>
                        <a:pt x="45" y="362"/>
                      </a:cubicBezTo>
                      <a:lnTo>
                        <a:pt x="111" y="29"/>
                      </a:lnTo>
                      <a:cubicBezTo>
                        <a:pt x="113" y="12"/>
                        <a:pt x="101" y="1"/>
                        <a:pt x="90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1" name="Google Shape;2571;p39"/>
                <p:cNvSpPr/>
                <p:nvPr/>
              </p:nvSpPr>
              <p:spPr>
                <a:xfrm>
                  <a:off x="7968154" y="2506136"/>
                  <a:ext cx="49468" cy="122441"/>
                </a:xfrm>
                <a:custGeom>
                  <a:rect b="b" l="l" r="r" t="t"/>
                  <a:pathLst>
                    <a:path extrusionOk="0" h="349" w="141">
                      <a:moveTo>
                        <a:pt x="115" y="0"/>
                      </a:moveTo>
                      <a:cubicBezTo>
                        <a:pt x="107" y="0"/>
                        <a:pt x="99" y="5"/>
                        <a:pt x="96" y="15"/>
                      </a:cubicBezTo>
                      <a:lnTo>
                        <a:pt x="99" y="15"/>
                      </a:lnTo>
                      <a:cubicBezTo>
                        <a:pt x="77" y="121"/>
                        <a:pt x="48" y="223"/>
                        <a:pt x="8" y="326"/>
                      </a:cubicBezTo>
                      <a:cubicBezTo>
                        <a:pt x="1" y="339"/>
                        <a:pt x="14" y="349"/>
                        <a:pt x="27" y="349"/>
                      </a:cubicBezTo>
                      <a:cubicBezTo>
                        <a:pt x="35" y="349"/>
                        <a:pt x="44" y="345"/>
                        <a:pt x="48" y="337"/>
                      </a:cubicBezTo>
                      <a:cubicBezTo>
                        <a:pt x="85" y="234"/>
                        <a:pt x="114" y="132"/>
                        <a:pt x="136" y="26"/>
                      </a:cubicBezTo>
                      <a:cubicBezTo>
                        <a:pt x="140" y="10"/>
                        <a:pt x="127" y="0"/>
                        <a:pt x="115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2" name="Google Shape;2572;p39"/>
                <p:cNvSpPr/>
                <p:nvPr/>
              </p:nvSpPr>
              <p:spPr>
                <a:xfrm>
                  <a:off x="7902548" y="2501926"/>
                  <a:ext cx="21050" cy="120336"/>
                </a:xfrm>
                <a:custGeom>
                  <a:rect b="b" l="l" r="r" t="t"/>
                  <a:pathLst>
                    <a:path extrusionOk="0" h="343" w="60">
                      <a:moveTo>
                        <a:pt x="38" y="0"/>
                      </a:moveTo>
                      <a:cubicBezTo>
                        <a:pt x="27" y="0"/>
                        <a:pt x="17" y="7"/>
                        <a:pt x="19" y="19"/>
                      </a:cubicBezTo>
                      <a:cubicBezTo>
                        <a:pt x="19" y="118"/>
                        <a:pt x="15" y="221"/>
                        <a:pt x="4" y="320"/>
                      </a:cubicBezTo>
                      <a:cubicBezTo>
                        <a:pt x="1" y="327"/>
                        <a:pt x="8" y="342"/>
                        <a:pt x="19" y="342"/>
                      </a:cubicBezTo>
                      <a:cubicBezTo>
                        <a:pt x="21" y="342"/>
                        <a:pt x="23" y="343"/>
                        <a:pt x="25" y="343"/>
                      </a:cubicBezTo>
                      <a:cubicBezTo>
                        <a:pt x="34" y="343"/>
                        <a:pt x="42" y="337"/>
                        <a:pt x="45" y="331"/>
                      </a:cubicBezTo>
                      <a:cubicBezTo>
                        <a:pt x="56" y="228"/>
                        <a:pt x="59" y="122"/>
                        <a:pt x="59" y="19"/>
                      </a:cubicBezTo>
                      <a:cubicBezTo>
                        <a:pt x="59" y="7"/>
                        <a:pt x="48" y="0"/>
                        <a:pt x="38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3" name="Google Shape;2573;p39"/>
                <p:cNvSpPr/>
                <p:nvPr/>
              </p:nvSpPr>
              <p:spPr>
                <a:xfrm>
                  <a:off x="7807471" y="2508241"/>
                  <a:ext cx="42802" cy="122792"/>
                </a:xfrm>
                <a:custGeom>
                  <a:rect b="b" l="l" r="r" t="t"/>
                  <a:pathLst>
                    <a:path extrusionOk="0" h="350" w="122">
                      <a:moveTo>
                        <a:pt x="97" y="0"/>
                      </a:moveTo>
                      <a:cubicBezTo>
                        <a:pt x="89" y="0"/>
                        <a:pt x="81" y="7"/>
                        <a:pt x="81" y="16"/>
                      </a:cubicBezTo>
                      <a:cubicBezTo>
                        <a:pt x="63" y="119"/>
                        <a:pt x="37" y="225"/>
                        <a:pt x="4" y="324"/>
                      </a:cubicBezTo>
                      <a:cubicBezTo>
                        <a:pt x="0" y="339"/>
                        <a:pt x="13" y="349"/>
                        <a:pt x="25" y="349"/>
                      </a:cubicBezTo>
                      <a:cubicBezTo>
                        <a:pt x="34" y="349"/>
                        <a:pt x="42" y="345"/>
                        <a:pt x="45" y="335"/>
                      </a:cubicBezTo>
                      <a:cubicBezTo>
                        <a:pt x="78" y="236"/>
                        <a:pt x="100" y="130"/>
                        <a:pt x="118" y="27"/>
                      </a:cubicBezTo>
                      <a:cubicBezTo>
                        <a:pt x="122" y="16"/>
                        <a:pt x="114" y="5"/>
                        <a:pt x="103" y="1"/>
                      </a:cubicBezTo>
                      <a:cubicBezTo>
                        <a:pt x="101" y="1"/>
                        <a:pt x="99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4" name="Google Shape;2574;p39"/>
                <p:cNvSpPr/>
                <p:nvPr/>
              </p:nvSpPr>
              <p:spPr>
                <a:xfrm>
                  <a:off x="7727832" y="2508592"/>
                  <a:ext cx="34733" cy="122792"/>
                </a:xfrm>
                <a:custGeom>
                  <a:rect b="b" l="l" r="r" t="t"/>
                  <a:pathLst>
                    <a:path extrusionOk="0" h="350" w="99">
                      <a:moveTo>
                        <a:pt x="72" y="0"/>
                      </a:moveTo>
                      <a:cubicBezTo>
                        <a:pt x="64" y="0"/>
                        <a:pt x="57" y="5"/>
                        <a:pt x="56" y="15"/>
                      </a:cubicBezTo>
                      <a:cubicBezTo>
                        <a:pt x="30" y="118"/>
                        <a:pt x="12" y="224"/>
                        <a:pt x="1" y="330"/>
                      </a:cubicBezTo>
                      <a:cubicBezTo>
                        <a:pt x="1" y="343"/>
                        <a:pt x="11" y="349"/>
                        <a:pt x="21" y="349"/>
                      </a:cubicBezTo>
                      <a:cubicBezTo>
                        <a:pt x="32" y="349"/>
                        <a:pt x="43" y="343"/>
                        <a:pt x="45" y="330"/>
                      </a:cubicBezTo>
                      <a:cubicBezTo>
                        <a:pt x="52" y="227"/>
                        <a:pt x="70" y="125"/>
                        <a:pt x="96" y="26"/>
                      </a:cubicBezTo>
                      <a:cubicBezTo>
                        <a:pt x="98" y="11"/>
                        <a:pt x="84" y="0"/>
                        <a:pt x="72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5" name="Google Shape;2575;p39"/>
                <p:cNvSpPr/>
                <p:nvPr/>
              </p:nvSpPr>
              <p:spPr>
                <a:xfrm>
                  <a:off x="7641877" y="2512451"/>
                  <a:ext cx="37188" cy="112267"/>
                </a:xfrm>
                <a:custGeom>
                  <a:rect b="b" l="l" r="r" t="t"/>
                  <a:pathLst>
                    <a:path extrusionOk="0" h="320" w="106">
                      <a:moveTo>
                        <a:pt x="79" y="0"/>
                      </a:moveTo>
                      <a:cubicBezTo>
                        <a:pt x="71" y="0"/>
                        <a:pt x="64" y="5"/>
                        <a:pt x="63" y="15"/>
                      </a:cubicBezTo>
                      <a:cubicBezTo>
                        <a:pt x="44" y="110"/>
                        <a:pt x="0" y="202"/>
                        <a:pt x="8" y="301"/>
                      </a:cubicBezTo>
                      <a:cubicBezTo>
                        <a:pt x="8" y="313"/>
                        <a:pt x="19" y="320"/>
                        <a:pt x="30" y="320"/>
                      </a:cubicBezTo>
                      <a:cubicBezTo>
                        <a:pt x="41" y="320"/>
                        <a:pt x="52" y="313"/>
                        <a:pt x="52" y="301"/>
                      </a:cubicBezTo>
                      <a:cubicBezTo>
                        <a:pt x="44" y="205"/>
                        <a:pt x="85" y="118"/>
                        <a:pt x="103" y="26"/>
                      </a:cubicBezTo>
                      <a:cubicBezTo>
                        <a:pt x="105" y="11"/>
                        <a:pt x="91" y="0"/>
                        <a:pt x="79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6" name="Google Shape;2576;p39"/>
                <p:cNvSpPr/>
                <p:nvPr/>
              </p:nvSpPr>
              <p:spPr>
                <a:xfrm>
                  <a:off x="7554168" y="2514556"/>
                  <a:ext cx="30172" cy="112618"/>
                </a:xfrm>
                <a:custGeom>
                  <a:rect b="b" l="l" r="r" t="t"/>
                  <a:pathLst>
                    <a:path extrusionOk="0" h="321" w="86">
                      <a:moveTo>
                        <a:pt x="62" y="1"/>
                      </a:moveTo>
                      <a:cubicBezTo>
                        <a:pt x="53" y="1"/>
                        <a:pt x="45" y="7"/>
                        <a:pt x="42" y="16"/>
                      </a:cubicBezTo>
                      <a:cubicBezTo>
                        <a:pt x="31" y="108"/>
                        <a:pt x="38" y="203"/>
                        <a:pt x="5" y="295"/>
                      </a:cubicBezTo>
                      <a:cubicBezTo>
                        <a:pt x="1" y="310"/>
                        <a:pt x="14" y="320"/>
                        <a:pt x="26" y="320"/>
                      </a:cubicBezTo>
                      <a:cubicBezTo>
                        <a:pt x="34" y="320"/>
                        <a:pt x="43" y="316"/>
                        <a:pt x="45" y="306"/>
                      </a:cubicBezTo>
                      <a:cubicBezTo>
                        <a:pt x="75" y="214"/>
                        <a:pt x="67" y="119"/>
                        <a:pt x="82" y="27"/>
                      </a:cubicBezTo>
                      <a:cubicBezTo>
                        <a:pt x="86" y="16"/>
                        <a:pt x="78" y="5"/>
                        <a:pt x="67" y="2"/>
                      </a:cubicBezTo>
                      <a:cubicBezTo>
                        <a:pt x="65" y="1"/>
                        <a:pt x="64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7" name="Google Shape;2577;p39"/>
                <p:cNvSpPr/>
                <p:nvPr/>
              </p:nvSpPr>
              <p:spPr>
                <a:xfrm>
                  <a:off x="7475932" y="2510697"/>
                  <a:ext cx="31575" cy="115074"/>
                </a:xfrm>
                <a:custGeom>
                  <a:rect b="b" l="l" r="r" t="t"/>
                  <a:pathLst>
                    <a:path extrusionOk="0" h="328" w="90">
                      <a:moveTo>
                        <a:pt x="69" y="1"/>
                      </a:moveTo>
                      <a:cubicBezTo>
                        <a:pt x="59" y="1"/>
                        <a:pt x="49" y="7"/>
                        <a:pt x="49" y="20"/>
                      </a:cubicBezTo>
                      <a:cubicBezTo>
                        <a:pt x="45" y="115"/>
                        <a:pt x="30" y="210"/>
                        <a:pt x="5" y="302"/>
                      </a:cubicBezTo>
                      <a:cubicBezTo>
                        <a:pt x="0" y="317"/>
                        <a:pt x="13" y="327"/>
                        <a:pt x="26" y="327"/>
                      </a:cubicBezTo>
                      <a:cubicBezTo>
                        <a:pt x="34" y="327"/>
                        <a:pt x="42" y="323"/>
                        <a:pt x="45" y="313"/>
                      </a:cubicBezTo>
                      <a:cubicBezTo>
                        <a:pt x="71" y="218"/>
                        <a:pt x="85" y="119"/>
                        <a:pt x="89" y="20"/>
                      </a:cubicBezTo>
                      <a:cubicBezTo>
                        <a:pt x="89" y="7"/>
                        <a:pt x="79" y="1"/>
                        <a:pt x="69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8" name="Google Shape;2578;p39"/>
                <p:cNvSpPr/>
                <p:nvPr/>
              </p:nvSpPr>
              <p:spPr>
                <a:xfrm>
                  <a:off x="6194681" y="2512802"/>
                  <a:ext cx="83148" cy="118231"/>
                </a:xfrm>
                <a:custGeom>
                  <a:rect b="b" l="l" r="r" t="t"/>
                  <a:pathLst>
                    <a:path extrusionOk="0" h="337" w="237">
                      <a:moveTo>
                        <a:pt x="208" y="1"/>
                      </a:moveTo>
                      <a:cubicBezTo>
                        <a:pt x="201" y="1"/>
                        <a:pt x="194" y="3"/>
                        <a:pt x="190" y="10"/>
                      </a:cubicBezTo>
                      <a:lnTo>
                        <a:pt x="193" y="10"/>
                      </a:lnTo>
                      <a:cubicBezTo>
                        <a:pt x="131" y="113"/>
                        <a:pt x="29" y="190"/>
                        <a:pt x="3" y="311"/>
                      </a:cubicBezTo>
                      <a:cubicBezTo>
                        <a:pt x="1" y="326"/>
                        <a:pt x="13" y="336"/>
                        <a:pt x="25" y="336"/>
                      </a:cubicBezTo>
                      <a:cubicBezTo>
                        <a:pt x="33" y="336"/>
                        <a:pt x="40" y="332"/>
                        <a:pt x="43" y="322"/>
                      </a:cubicBezTo>
                      <a:cubicBezTo>
                        <a:pt x="65" y="204"/>
                        <a:pt x="168" y="128"/>
                        <a:pt x="226" y="32"/>
                      </a:cubicBezTo>
                      <a:cubicBezTo>
                        <a:pt x="236" y="15"/>
                        <a:pt x="222" y="1"/>
                        <a:pt x="208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9" name="Google Shape;2579;p39"/>
                <p:cNvSpPr/>
                <p:nvPr/>
              </p:nvSpPr>
              <p:spPr>
                <a:xfrm>
                  <a:off x="6294669" y="2501926"/>
                  <a:ext cx="79639" cy="131914"/>
                </a:xfrm>
                <a:custGeom>
                  <a:rect b="b" l="l" r="r" t="t"/>
                  <a:pathLst>
                    <a:path extrusionOk="0" h="376" w="227">
                      <a:moveTo>
                        <a:pt x="198" y="1"/>
                      </a:moveTo>
                      <a:cubicBezTo>
                        <a:pt x="193" y="1"/>
                        <a:pt x="187" y="3"/>
                        <a:pt x="183" y="8"/>
                      </a:cubicBezTo>
                      <a:cubicBezTo>
                        <a:pt x="110" y="115"/>
                        <a:pt x="69" y="235"/>
                        <a:pt x="11" y="345"/>
                      </a:cubicBezTo>
                      <a:cubicBezTo>
                        <a:pt x="1" y="360"/>
                        <a:pt x="15" y="375"/>
                        <a:pt x="28" y="375"/>
                      </a:cubicBezTo>
                      <a:cubicBezTo>
                        <a:pt x="34" y="375"/>
                        <a:pt x="40" y="372"/>
                        <a:pt x="44" y="364"/>
                      </a:cubicBezTo>
                      <a:cubicBezTo>
                        <a:pt x="106" y="254"/>
                        <a:pt x="143" y="133"/>
                        <a:pt x="216" y="30"/>
                      </a:cubicBezTo>
                      <a:cubicBezTo>
                        <a:pt x="226" y="15"/>
                        <a:pt x="213" y="1"/>
                        <a:pt x="198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0" name="Google Shape;2580;p39"/>
                <p:cNvSpPr/>
                <p:nvPr/>
              </p:nvSpPr>
              <p:spPr>
                <a:xfrm>
                  <a:off x="6380273" y="2506136"/>
                  <a:ext cx="67009" cy="133668"/>
                </a:xfrm>
                <a:custGeom>
                  <a:rect b="b" l="l" r="r" t="t"/>
                  <a:pathLst>
                    <a:path extrusionOk="0" h="381" w="191">
                      <a:moveTo>
                        <a:pt x="166" y="0"/>
                      </a:moveTo>
                      <a:cubicBezTo>
                        <a:pt x="157" y="0"/>
                        <a:pt x="148" y="5"/>
                        <a:pt x="144" y="15"/>
                      </a:cubicBezTo>
                      <a:cubicBezTo>
                        <a:pt x="100" y="128"/>
                        <a:pt x="38" y="238"/>
                        <a:pt x="5" y="355"/>
                      </a:cubicBezTo>
                      <a:cubicBezTo>
                        <a:pt x="0" y="371"/>
                        <a:pt x="13" y="381"/>
                        <a:pt x="26" y="381"/>
                      </a:cubicBezTo>
                      <a:cubicBezTo>
                        <a:pt x="34" y="381"/>
                        <a:pt x="42" y="376"/>
                        <a:pt x="45" y="366"/>
                      </a:cubicBezTo>
                      <a:cubicBezTo>
                        <a:pt x="74" y="249"/>
                        <a:pt x="140" y="139"/>
                        <a:pt x="184" y="26"/>
                      </a:cubicBezTo>
                      <a:cubicBezTo>
                        <a:pt x="191" y="10"/>
                        <a:pt x="179" y="0"/>
                        <a:pt x="166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1" name="Google Shape;2581;p39"/>
                <p:cNvSpPr/>
                <p:nvPr/>
              </p:nvSpPr>
              <p:spPr>
                <a:xfrm>
                  <a:off x="6473946" y="2510346"/>
                  <a:ext cx="67711" cy="116828"/>
                </a:xfrm>
                <a:custGeom>
                  <a:rect b="b" l="l" r="r" t="t"/>
                  <a:pathLst>
                    <a:path extrusionOk="0" h="333" w="193">
                      <a:moveTo>
                        <a:pt x="165" y="0"/>
                      </a:moveTo>
                      <a:cubicBezTo>
                        <a:pt x="159" y="0"/>
                        <a:pt x="152" y="3"/>
                        <a:pt x="148" y="10"/>
                      </a:cubicBezTo>
                      <a:cubicBezTo>
                        <a:pt x="89" y="102"/>
                        <a:pt x="38" y="200"/>
                        <a:pt x="5" y="307"/>
                      </a:cubicBezTo>
                      <a:cubicBezTo>
                        <a:pt x="1" y="322"/>
                        <a:pt x="14" y="332"/>
                        <a:pt x="26" y="332"/>
                      </a:cubicBezTo>
                      <a:cubicBezTo>
                        <a:pt x="34" y="332"/>
                        <a:pt x="42" y="328"/>
                        <a:pt x="45" y="318"/>
                      </a:cubicBezTo>
                      <a:cubicBezTo>
                        <a:pt x="78" y="215"/>
                        <a:pt x="126" y="120"/>
                        <a:pt x="184" y="32"/>
                      </a:cubicBezTo>
                      <a:cubicBezTo>
                        <a:pt x="192" y="14"/>
                        <a:pt x="179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2" name="Google Shape;2582;p39"/>
                <p:cNvSpPr/>
                <p:nvPr/>
              </p:nvSpPr>
              <p:spPr>
                <a:xfrm>
                  <a:off x="6557796" y="2512451"/>
                  <a:ext cx="55783" cy="116126"/>
                </a:xfrm>
                <a:custGeom>
                  <a:rect b="b" l="l" r="r" t="t"/>
                  <a:pathLst>
                    <a:path extrusionOk="0" h="331" w="159">
                      <a:moveTo>
                        <a:pt x="133" y="0"/>
                      </a:moveTo>
                      <a:cubicBezTo>
                        <a:pt x="125" y="0"/>
                        <a:pt x="117" y="5"/>
                        <a:pt x="114" y="15"/>
                      </a:cubicBezTo>
                      <a:cubicBezTo>
                        <a:pt x="99" y="121"/>
                        <a:pt x="41" y="209"/>
                        <a:pt x="4" y="308"/>
                      </a:cubicBezTo>
                      <a:cubicBezTo>
                        <a:pt x="0" y="315"/>
                        <a:pt x="8" y="330"/>
                        <a:pt x="19" y="330"/>
                      </a:cubicBezTo>
                      <a:cubicBezTo>
                        <a:pt x="21" y="331"/>
                        <a:pt x="23" y="331"/>
                        <a:pt x="25" y="331"/>
                      </a:cubicBezTo>
                      <a:cubicBezTo>
                        <a:pt x="33" y="331"/>
                        <a:pt x="41" y="325"/>
                        <a:pt x="44" y="319"/>
                      </a:cubicBezTo>
                      <a:cubicBezTo>
                        <a:pt x="81" y="220"/>
                        <a:pt x="140" y="132"/>
                        <a:pt x="154" y="26"/>
                      </a:cubicBezTo>
                      <a:cubicBezTo>
                        <a:pt x="159" y="11"/>
                        <a:pt x="146" y="0"/>
                        <a:pt x="133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3" name="Google Shape;2583;p39"/>
                <p:cNvSpPr/>
                <p:nvPr/>
              </p:nvSpPr>
              <p:spPr>
                <a:xfrm>
                  <a:off x="6633225" y="2506487"/>
                  <a:ext cx="55432" cy="129458"/>
                </a:xfrm>
                <a:custGeom>
                  <a:rect b="b" l="l" r="r" t="t"/>
                  <a:pathLst>
                    <a:path extrusionOk="0" h="369" w="158">
                      <a:moveTo>
                        <a:pt x="135" y="1"/>
                      </a:moveTo>
                      <a:cubicBezTo>
                        <a:pt x="127" y="1"/>
                        <a:pt x="119" y="5"/>
                        <a:pt x="115" y="14"/>
                      </a:cubicBezTo>
                      <a:cubicBezTo>
                        <a:pt x="86" y="127"/>
                        <a:pt x="34" y="230"/>
                        <a:pt x="5" y="343"/>
                      </a:cubicBezTo>
                      <a:cubicBezTo>
                        <a:pt x="1" y="359"/>
                        <a:pt x="14" y="369"/>
                        <a:pt x="26" y="369"/>
                      </a:cubicBezTo>
                      <a:cubicBezTo>
                        <a:pt x="34" y="369"/>
                        <a:pt x="42" y="364"/>
                        <a:pt x="45" y="354"/>
                      </a:cubicBezTo>
                      <a:cubicBezTo>
                        <a:pt x="75" y="241"/>
                        <a:pt x="126" y="138"/>
                        <a:pt x="155" y="25"/>
                      </a:cubicBezTo>
                      <a:cubicBezTo>
                        <a:pt x="157" y="9"/>
                        <a:pt x="147" y="1"/>
                        <a:pt x="135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4" name="Google Shape;2584;p39"/>
                <p:cNvSpPr/>
                <p:nvPr/>
              </p:nvSpPr>
              <p:spPr>
                <a:xfrm>
                  <a:off x="6741283" y="2499470"/>
                  <a:ext cx="40346" cy="134369"/>
                </a:xfrm>
                <a:custGeom>
                  <a:rect b="b" l="l" r="r" t="t"/>
                  <a:pathLst>
                    <a:path extrusionOk="0" h="383" w="115">
                      <a:moveTo>
                        <a:pt x="89" y="1"/>
                      </a:moveTo>
                      <a:cubicBezTo>
                        <a:pt x="78" y="1"/>
                        <a:pt x="67" y="8"/>
                        <a:pt x="67" y="23"/>
                      </a:cubicBezTo>
                      <a:cubicBezTo>
                        <a:pt x="74" y="140"/>
                        <a:pt x="1" y="242"/>
                        <a:pt x="1" y="363"/>
                      </a:cubicBezTo>
                      <a:cubicBezTo>
                        <a:pt x="1" y="376"/>
                        <a:pt x="11" y="382"/>
                        <a:pt x="21" y="382"/>
                      </a:cubicBezTo>
                      <a:cubicBezTo>
                        <a:pt x="31" y="382"/>
                        <a:pt x="41" y="376"/>
                        <a:pt x="41" y="363"/>
                      </a:cubicBezTo>
                      <a:cubicBezTo>
                        <a:pt x="41" y="246"/>
                        <a:pt x="114" y="140"/>
                        <a:pt x="111" y="23"/>
                      </a:cubicBezTo>
                      <a:cubicBezTo>
                        <a:pt x="111" y="8"/>
                        <a:pt x="100" y="1"/>
                        <a:pt x="89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5" name="Google Shape;2585;p39"/>
                <p:cNvSpPr/>
                <p:nvPr/>
              </p:nvSpPr>
              <p:spPr>
                <a:xfrm>
                  <a:off x="6820922" y="2505785"/>
                  <a:ext cx="49468" cy="134019"/>
                </a:xfrm>
                <a:custGeom>
                  <a:rect b="b" l="l" r="r" t="t"/>
                  <a:pathLst>
                    <a:path extrusionOk="0" h="382" w="141">
                      <a:moveTo>
                        <a:pt x="112" y="0"/>
                      </a:moveTo>
                      <a:cubicBezTo>
                        <a:pt x="106" y="0"/>
                        <a:pt x="100" y="4"/>
                        <a:pt x="96" y="12"/>
                      </a:cubicBezTo>
                      <a:cubicBezTo>
                        <a:pt x="45" y="122"/>
                        <a:pt x="52" y="246"/>
                        <a:pt x="5" y="356"/>
                      </a:cubicBezTo>
                      <a:cubicBezTo>
                        <a:pt x="0" y="372"/>
                        <a:pt x="12" y="382"/>
                        <a:pt x="24" y="382"/>
                      </a:cubicBezTo>
                      <a:cubicBezTo>
                        <a:pt x="32" y="382"/>
                        <a:pt x="41" y="377"/>
                        <a:pt x="45" y="367"/>
                      </a:cubicBezTo>
                      <a:cubicBezTo>
                        <a:pt x="89" y="257"/>
                        <a:pt x="85" y="140"/>
                        <a:pt x="133" y="30"/>
                      </a:cubicBezTo>
                      <a:cubicBezTo>
                        <a:pt x="140" y="15"/>
                        <a:pt x="126" y="0"/>
                        <a:pt x="112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6" name="Google Shape;2586;p39"/>
                <p:cNvSpPr/>
                <p:nvPr/>
              </p:nvSpPr>
              <p:spPr>
                <a:xfrm>
                  <a:off x="6892843" y="2504733"/>
                  <a:ext cx="47012" cy="126651"/>
                </a:xfrm>
                <a:custGeom>
                  <a:rect b="b" l="l" r="r" t="t"/>
                  <a:pathLst>
                    <a:path extrusionOk="0" h="361" w="134">
                      <a:moveTo>
                        <a:pt x="108" y="0"/>
                      </a:moveTo>
                      <a:cubicBezTo>
                        <a:pt x="100" y="0"/>
                        <a:pt x="92" y="5"/>
                        <a:pt x="89" y="15"/>
                      </a:cubicBezTo>
                      <a:lnTo>
                        <a:pt x="93" y="15"/>
                      </a:lnTo>
                      <a:cubicBezTo>
                        <a:pt x="45" y="118"/>
                        <a:pt x="16" y="227"/>
                        <a:pt x="1" y="341"/>
                      </a:cubicBezTo>
                      <a:cubicBezTo>
                        <a:pt x="1" y="354"/>
                        <a:pt x="10" y="360"/>
                        <a:pt x="20" y="360"/>
                      </a:cubicBezTo>
                      <a:cubicBezTo>
                        <a:pt x="29" y="360"/>
                        <a:pt x="39" y="354"/>
                        <a:pt x="41" y="341"/>
                      </a:cubicBezTo>
                      <a:cubicBezTo>
                        <a:pt x="56" y="231"/>
                        <a:pt x="85" y="125"/>
                        <a:pt x="129" y="26"/>
                      </a:cubicBezTo>
                      <a:cubicBezTo>
                        <a:pt x="134" y="11"/>
                        <a:pt x="121" y="0"/>
                        <a:pt x="108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7" name="Google Shape;2587;p39"/>
                <p:cNvSpPr/>
                <p:nvPr/>
              </p:nvSpPr>
              <p:spPr>
                <a:xfrm>
                  <a:off x="6973886" y="2508592"/>
                  <a:ext cx="31575" cy="117880"/>
                </a:xfrm>
                <a:custGeom>
                  <a:rect b="b" l="l" r="r" t="t"/>
                  <a:pathLst>
                    <a:path extrusionOk="0" h="336" w="90">
                      <a:moveTo>
                        <a:pt x="64" y="0"/>
                      </a:moveTo>
                      <a:cubicBezTo>
                        <a:pt x="56" y="0"/>
                        <a:pt x="47" y="5"/>
                        <a:pt x="45" y="15"/>
                      </a:cubicBezTo>
                      <a:cubicBezTo>
                        <a:pt x="23" y="114"/>
                        <a:pt x="8" y="213"/>
                        <a:pt x="1" y="315"/>
                      </a:cubicBezTo>
                      <a:cubicBezTo>
                        <a:pt x="1" y="329"/>
                        <a:pt x="9" y="336"/>
                        <a:pt x="18" y="336"/>
                      </a:cubicBezTo>
                      <a:cubicBezTo>
                        <a:pt x="28" y="336"/>
                        <a:pt x="39" y="328"/>
                        <a:pt x="41" y="315"/>
                      </a:cubicBezTo>
                      <a:cubicBezTo>
                        <a:pt x="48" y="216"/>
                        <a:pt x="63" y="121"/>
                        <a:pt x="85" y="26"/>
                      </a:cubicBezTo>
                      <a:cubicBezTo>
                        <a:pt x="89" y="11"/>
                        <a:pt x="76" y="0"/>
                        <a:pt x="64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8" name="Google Shape;2588;p39"/>
                <p:cNvSpPr/>
                <p:nvPr/>
              </p:nvSpPr>
              <p:spPr>
                <a:xfrm>
                  <a:off x="7030371" y="2511048"/>
                  <a:ext cx="40346" cy="111214"/>
                </a:xfrm>
                <a:custGeom>
                  <a:rect b="b" l="l" r="r" t="t"/>
                  <a:pathLst>
                    <a:path extrusionOk="0" h="317" w="115">
                      <a:moveTo>
                        <a:pt x="90" y="1"/>
                      </a:moveTo>
                      <a:cubicBezTo>
                        <a:pt x="81" y="1"/>
                        <a:pt x="73" y="5"/>
                        <a:pt x="70" y="15"/>
                      </a:cubicBezTo>
                      <a:cubicBezTo>
                        <a:pt x="41" y="103"/>
                        <a:pt x="19" y="198"/>
                        <a:pt x="4" y="294"/>
                      </a:cubicBezTo>
                      <a:cubicBezTo>
                        <a:pt x="1" y="301"/>
                        <a:pt x="8" y="312"/>
                        <a:pt x="19" y="316"/>
                      </a:cubicBezTo>
                      <a:cubicBezTo>
                        <a:pt x="21" y="316"/>
                        <a:pt x="23" y="317"/>
                        <a:pt x="25" y="317"/>
                      </a:cubicBezTo>
                      <a:cubicBezTo>
                        <a:pt x="34" y="317"/>
                        <a:pt x="42" y="311"/>
                        <a:pt x="45" y="305"/>
                      </a:cubicBezTo>
                      <a:cubicBezTo>
                        <a:pt x="59" y="209"/>
                        <a:pt x="81" y="114"/>
                        <a:pt x="111" y="26"/>
                      </a:cubicBezTo>
                      <a:cubicBezTo>
                        <a:pt x="115" y="11"/>
                        <a:pt x="102" y="1"/>
                        <a:pt x="90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9" name="Google Shape;2589;p39"/>
                <p:cNvSpPr/>
                <p:nvPr/>
              </p:nvSpPr>
              <p:spPr>
                <a:xfrm>
                  <a:off x="7098433" y="2514907"/>
                  <a:ext cx="52625" cy="118582"/>
                </a:xfrm>
                <a:custGeom>
                  <a:rect b="b" l="l" r="r" t="t"/>
                  <a:pathLst>
                    <a:path extrusionOk="0" h="338" w="150">
                      <a:moveTo>
                        <a:pt x="120" y="1"/>
                      </a:moveTo>
                      <a:cubicBezTo>
                        <a:pt x="113" y="1"/>
                        <a:pt x="107" y="3"/>
                        <a:pt x="103" y="8"/>
                      </a:cubicBezTo>
                      <a:cubicBezTo>
                        <a:pt x="37" y="96"/>
                        <a:pt x="19" y="206"/>
                        <a:pt x="4" y="312"/>
                      </a:cubicBezTo>
                      <a:cubicBezTo>
                        <a:pt x="1" y="323"/>
                        <a:pt x="8" y="334"/>
                        <a:pt x="19" y="338"/>
                      </a:cubicBezTo>
                      <a:cubicBezTo>
                        <a:pt x="26" y="338"/>
                        <a:pt x="41" y="334"/>
                        <a:pt x="41" y="323"/>
                      </a:cubicBezTo>
                      <a:cubicBezTo>
                        <a:pt x="59" y="220"/>
                        <a:pt x="78" y="114"/>
                        <a:pt x="136" y="30"/>
                      </a:cubicBezTo>
                      <a:cubicBezTo>
                        <a:pt x="149" y="14"/>
                        <a:pt x="134" y="1"/>
                        <a:pt x="120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0" name="Google Shape;2590;p39"/>
                <p:cNvSpPr/>
                <p:nvPr/>
              </p:nvSpPr>
              <p:spPr>
                <a:xfrm>
                  <a:off x="7186142" y="2503680"/>
                  <a:ext cx="48415" cy="131563"/>
                </a:xfrm>
                <a:custGeom>
                  <a:rect b="b" l="l" r="r" t="t"/>
                  <a:pathLst>
                    <a:path extrusionOk="0" h="375" w="138">
                      <a:moveTo>
                        <a:pt x="114" y="1"/>
                      </a:moveTo>
                      <a:cubicBezTo>
                        <a:pt x="106" y="1"/>
                        <a:pt x="98" y="6"/>
                        <a:pt x="95" y="18"/>
                      </a:cubicBezTo>
                      <a:cubicBezTo>
                        <a:pt x="73" y="128"/>
                        <a:pt x="44" y="241"/>
                        <a:pt x="7" y="351"/>
                      </a:cubicBezTo>
                      <a:cubicBezTo>
                        <a:pt x="0" y="365"/>
                        <a:pt x="13" y="374"/>
                        <a:pt x="26" y="374"/>
                      </a:cubicBezTo>
                      <a:cubicBezTo>
                        <a:pt x="33" y="374"/>
                        <a:pt x="41" y="371"/>
                        <a:pt x="44" y="362"/>
                      </a:cubicBezTo>
                      <a:cubicBezTo>
                        <a:pt x="84" y="252"/>
                        <a:pt x="113" y="139"/>
                        <a:pt x="135" y="29"/>
                      </a:cubicBezTo>
                      <a:cubicBezTo>
                        <a:pt x="137" y="12"/>
                        <a:pt x="125" y="1"/>
                        <a:pt x="114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1" name="Google Shape;2591;p39"/>
                <p:cNvSpPr/>
                <p:nvPr/>
              </p:nvSpPr>
              <p:spPr>
                <a:xfrm>
                  <a:off x="7275605" y="2509294"/>
                  <a:ext cx="28768" cy="117880"/>
                </a:xfrm>
                <a:custGeom>
                  <a:rect b="b" l="l" r="r" t="t"/>
                  <a:pathLst>
                    <a:path extrusionOk="0" h="336" w="82">
                      <a:moveTo>
                        <a:pt x="60" y="0"/>
                      </a:moveTo>
                      <a:cubicBezTo>
                        <a:pt x="50" y="0"/>
                        <a:pt x="41" y="6"/>
                        <a:pt x="41" y="17"/>
                      </a:cubicBezTo>
                      <a:cubicBezTo>
                        <a:pt x="38" y="116"/>
                        <a:pt x="27" y="214"/>
                        <a:pt x="5" y="310"/>
                      </a:cubicBezTo>
                      <a:cubicBezTo>
                        <a:pt x="0" y="325"/>
                        <a:pt x="13" y="335"/>
                        <a:pt x="25" y="335"/>
                      </a:cubicBezTo>
                      <a:cubicBezTo>
                        <a:pt x="33" y="335"/>
                        <a:pt x="40" y="331"/>
                        <a:pt x="41" y="321"/>
                      </a:cubicBezTo>
                      <a:cubicBezTo>
                        <a:pt x="67" y="222"/>
                        <a:pt x="78" y="119"/>
                        <a:pt x="82" y="17"/>
                      </a:cubicBezTo>
                      <a:cubicBezTo>
                        <a:pt x="80" y="6"/>
                        <a:pt x="70" y="0"/>
                        <a:pt x="6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2" name="Google Shape;2592;p39"/>
                <p:cNvSpPr/>
                <p:nvPr/>
              </p:nvSpPr>
              <p:spPr>
                <a:xfrm>
                  <a:off x="7345070" y="2513504"/>
                  <a:ext cx="40346" cy="118582"/>
                </a:xfrm>
                <a:custGeom>
                  <a:rect b="b" l="l" r="r" t="t"/>
                  <a:pathLst>
                    <a:path extrusionOk="0" h="338" w="115">
                      <a:moveTo>
                        <a:pt x="85" y="0"/>
                      </a:moveTo>
                      <a:cubicBezTo>
                        <a:pt x="75" y="0"/>
                        <a:pt x="65" y="7"/>
                        <a:pt x="67" y="19"/>
                      </a:cubicBezTo>
                      <a:cubicBezTo>
                        <a:pt x="74" y="118"/>
                        <a:pt x="56" y="217"/>
                        <a:pt x="8" y="305"/>
                      </a:cubicBezTo>
                      <a:cubicBezTo>
                        <a:pt x="0" y="320"/>
                        <a:pt x="16" y="338"/>
                        <a:pt x="30" y="338"/>
                      </a:cubicBezTo>
                      <a:cubicBezTo>
                        <a:pt x="36" y="338"/>
                        <a:pt x="41" y="334"/>
                        <a:pt x="45" y="327"/>
                      </a:cubicBezTo>
                      <a:cubicBezTo>
                        <a:pt x="92" y="232"/>
                        <a:pt x="114" y="126"/>
                        <a:pt x="107" y="19"/>
                      </a:cubicBezTo>
                      <a:cubicBezTo>
                        <a:pt x="107" y="7"/>
                        <a:pt x="96" y="0"/>
                        <a:pt x="85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3" name="Google Shape;2593;p39"/>
                <p:cNvSpPr/>
                <p:nvPr/>
              </p:nvSpPr>
              <p:spPr>
                <a:xfrm>
                  <a:off x="7411729" y="2513504"/>
                  <a:ext cx="34031" cy="117529"/>
                </a:xfrm>
                <a:custGeom>
                  <a:rect b="b" l="l" r="r" t="t"/>
                  <a:pathLst>
                    <a:path extrusionOk="0" h="335" w="97">
                      <a:moveTo>
                        <a:pt x="76" y="0"/>
                      </a:moveTo>
                      <a:cubicBezTo>
                        <a:pt x="66" y="0"/>
                        <a:pt x="56" y="7"/>
                        <a:pt x="56" y="19"/>
                      </a:cubicBezTo>
                      <a:cubicBezTo>
                        <a:pt x="45" y="118"/>
                        <a:pt x="27" y="213"/>
                        <a:pt x="5" y="309"/>
                      </a:cubicBezTo>
                      <a:cubicBezTo>
                        <a:pt x="0" y="324"/>
                        <a:pt x="13" y="334"/>
                        <a:pt x="25" y="334"/>
                      </a:cubicBezTo>
                      <a:cubicBezTo>
                        <a:pt x="33" y="334"/>
                        <a:pt x="40" y="330"/>
                        <a:pt x="41" y="320"/>
                      </a:cubicBezTo>
                      <a:cubicBezTo>
                        <a:pt x="67" y="221"/>
                        <a:pt x="85" y="122"/>
                        <a:pt x="96" y="19"/>
                      </a:cubicBezTo>
                      <a:cubicBezTo>
                        <a:pt x="96" y="7"/>
                        <a:pt x="86" y="0"/>
                        <a:pt x="76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4" name="Google Shape;2594;p39"/>
                <p:cNvSpPr/>
                <p:nvPr/>
              </p:nvSpPr>
              <p:spPr>
                <a:xfrm>
                  <a:off x="5738595" y="1982690"/>
                  <a:ext cx="101391" cy="96830"/>
                </a:xfrm>
                <a:custGeom>
                  <a:rect b="b" l="l" r="r" t="t"/>
                  <a:pathLst>
                    <a:path extrusionOk="0" h="276" w="289">
                      <a:moveTo>
                        <a:pt x="267" y="0"/>
                      </a:moveTo>
                      <a:cubicBezTo>
                        <a:pt x="261" y="0"/>
                        <a:pt x="256" y="2"/>
                        <a:pt x="252" y="6"/>
                      </a:cubicBezTo>
                      <a:cubicBezTo>
                        <a:pt x="168" y="79"/>
                        <a:pt x="95" y="163"/>
                        <a:pt x="14" y="240"/>
                      </a:cubicBezTo>
                      <a:cubicBezTo>
                        <a:pt x="0" y="257"/>
                        <a:pt x="14" y="275"/>
                        <a:pt x="29" y="275"/>
                      </a:cubicBezTo>
                      <a:cubicBezTo>
                        <a:pt x="34" y="275"/>
                        <a:pt x="39" y="274"/>
                        <a:pt x="43" y="269"/>
                      </a:cubicBezTo>
                      <a:cubicBezTo>
                        <a:pt x="124" y="192"/>
                        <a:pt x="197" y="108"/>
                        <a:pt x="281" y="35"/>
                      </a:cubicBezTo>
                      <a:cubicBezTo>
                        <a:pt x="289" y="28"/>
                        <a:pt x="289" y="17"/>
                        <a:pt x="281" y="6"/>
                      </a:cubicBezTo>
                      <a:cubicBezTo>
                        <a:pt x="278" y="2"/>
                        <a:pt x="272" y="0"/>
                        <a:pt x="267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5" name="Google Shape;2595;p39"/>
                <p:cNvSpPr/>
                <p:nvPr/>
              </p:nvSpPr>
              <p:spPr>
                <a:xfrm>
                  <a:off x="5774380" y="2048296"/>
                  <a:ext cx="108057" cy="94725"/>
                </a:xfrm>
                <a:custGeom>
                  <a:rect b="b" l="l" r="r" t="t"/>
                  <a:pathLst>
                    <a:path extrusionOk="0" h="270" w="308">
                      <a:moveTo>
                        <a:pt x="282" y="0"/>
                      </a:moveTo>
                      <a:cubicBezTo>
                        <a:pt x="279" y="0"/>
                        <a:pt x="277" y="1"/>
                        <a:pt x="275" y="2"/>
                      </a:cubicBezTo>
                      <a:cubicBezTo>
                        <a:pt x="179" y="71"/>
                        <a:pt x="106" y="159"/>
                        <a:pt x="18" y="236"/>
                      </a:cubicBezTo>
                      <a:cubicBezTo>
                        <a:pt x="1" y="248"/>
                        <a:pt x="16" y="269"/>
                        <a:pt x="33" y="269"/>
                      </a:cubicBezTo>
                      <a:cubicBezTo>
                        <a:pt x="37" y="269"/>
                        <a:pt x="40" y="268"/>
                        <a:pt x="44" y="265"/>
                      </a:cubicBezTo>
                      <a:cubicBezTo>
                        <a:pt x="132" y="192"/>
                        <a:pt x="201" y="104"/>
                        <a:pt x="293" y="38"/>
                      </a:cubicBezTo>
                      <a:cubicBezTo>
                        <a:pt x="304" y="31"/>
                        <a:pt x="308" y="20"/>
                        <a:pt x="300" y="9"/>
                      </a:cubicBezTo>
                      <a:cubicBezTo>
                        <a:pt x="298" y="4"/>
                        <a:pt x="289" y="0"/>
                        <a:pt x="282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6" name="Google Shape;2596;p39"/>
                <p:cNvSpPr/>
                <p:nvPr/>
              </p:nvSpPr>
              <p:spPr>
                <a:xfrm>
                  <a:off x="5823848" y="2098115"/>
                  <a:ext cx="96830" cy="98584"/>
                </a:xfrm>
                <a:custGeom>
                  <a:rect b="b" l="l" r="r" t="t"/>
                  <a:pathLst>
                    <a:path extrusionOk="0" h="281" w="276">
                      <a:moveTo>
                        <a:pt x="246" y="1"/>
                      </a:moveTo>
                      <a:cubicBezTo>
                        <a:pt x="239" y="1"/>
                        <a:pt x="233" y="3"/>
                        <a:pt x="229" y="10"/>
                      </a:cubicBezTo>
                      <a:cubicBezTo>
                        <a:pt x="167" y="101"/>
                        <a:pt x="60" y="153"/>
                        <a:pt x="6" y="251"/>
                      </a:cubicBezTo>
                      <a:cubicBezTo>
                        <a:pt x="0" y="267"/>
                        <a:pt x="14" y="281"/>
                        <a:pt x="27" y="281"/>
                      </a:cubicBezTo>
                      <a:cubicBezTo>
                        <a:pt x="33" y="281"/>
                        <a:pt x="38" y="279"/>
                        <a:pt x="42" y="273"/>
                      </a:cubicBezTo>
                      <a:cubicBezTo>
                        <a:pt x="97" y="175"/>
                        <a:pt x="203" y="123"/>
                        <a:pt x="265" y="32"/>
                      </a:cubicBezTo>
                      <a:cubicBezTo>
                        <a:pt x="276" y="16"/>
                        <a:pt x="261" y="1"/>
                        <a:pt x="246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7" name="Google Shape;2597;p39"/>
                <p:cNvSpPr/>
                <p:nvPr/>
              </p:nvSpPr>
              <p:spPr>
                <a:xfrm>
                  <a:off x="5852967" y="2167229"/>
                  <a:ext cx="104198" cy="92620"/>
                </a:xfrm>
                <a:custGeom>
                  <a:rect b="b" l="l" r="r" t="t"/>
                  <a:pathLst>
                    <a:path extrusionOk="0" h="264" w="297">
                      <a:moveTo>
                        <a:pt x="268" y="1"/>
                      </a:moveTo>
                      <a:cubicBezTo>
                        <a:pt x="264" y="1"/>
                        <a:pt x="259" y="2"/>
                        <a:pt x="256" y="7"/>
                      </a:cubicBezTo>
                      <a:cubicBezTo>
                        <a:pt x="179" y="87"/>
                        <a:pt x="98" y="161"/>
                        <a:pt x="18" y="230"/>
                      </a:cubicBezTo>
                      <a:cubicBezTo>
                        <a:pt x="0" y="245"/>
                        <a:pt x="15" y="264"/>
                        <a:pt x="31" y="264"/>
                      </a:cubicBezTo>
                      <a:cubicBezTo>
                        <a:pt x="35" y="264"/>
                        <a:pt x="40" y="262"/>
                        <a:pt x="43" y="259"/>
                      </a:cubicBezTo>
                      <a:cubicBezTo>
                        <a:pt x="128" y="190"/>
                        <a:pt x="208" y="117"/>
                        <a:pt x="285" y="36"/>
                      </a:cubicBezTo>
                      <a:cubicBezTo>
                        <a:pt x="296" y="19"/>
                        <a:pt x="282" y="1"/>
                        <a:pt x="268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8" name="Google Shape;2598;p39"/>
                <p:cNvSpPr/>
                <p:nvPr/>
              </p:nvSpPr>
              <p:spPr>
                <a:xfrm>
                  <a:off x="5899979" y="2236695"/>
                  <a:ext cx="104899" cy="86305"/>
                </a:xfrm>
                <a:custGeom>
                  <a:rect b="b" l="l" r="r" t="t"/>
                  <a:pathLst>
                    <a:path extrusionOk="0" h="246" w="299">
                      <a:moveTo>
                        <a:pt x="267" y="1"/>
                      </a:moveTo>
                      <a:cubicBezTo>
                        <a:pt x="264" y="1"/>
                        <a:pt x="261" y="1"/>
                        <a:pt x="257" y="3"/>
                      </a:cubicBezTo>
                      <a:cubicBezTo>
                        <a:pt x="169" y="61"/>
                        <a:pt x="85" y="131"/>
                        <a:pt x="16" y="212"/>
                      </a:cubicBezTo>
                      <a:cubicBezTo>
                        <a:pt x="1" y="226"/>
                        <a:pt x="16" y="245"/>
                        <a:pt x="33" y="245"/>
                      </a:cubicBezTo>
                      <a:cubicBezTo>
                        <a:pt x="37" y="245"/>
                        <a:pt x="41" y="244"/>
                        <a:pt x="45" y="241"/>
                      </a:cubicBezTo>
                      <a:cubicBezTo>
                        <a:pt x="114" y="160"/>
                        <a:pt x="191" y="94"/>
                        <a:pt x="279" y="39"/>
                      </a:cubicBezTo>
                      <a:cubicBezTo>
                        <a:pt x="298" y="27"/>
                        <a:pt x="287" y="1"/>
                        <a:pt x="267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9" name="Google Shape;2599;p39"/>
                <p:cNvSpPr/>
                <p:nvPr/>
              </p:nvSpPr>
              <p:spPr>
                <a:xfrm>
                  <a:off x="5940325" y="2297740"/>
                  <a:ext cx="98935" cy="88059"/>
                </a:xfrm>
                <a:custGeom>
                  <a:rect b="b" l="l" r="r" t="t"/>
                  <a:pathLst>
                    <a:path extrusionOk="0" h="251" w="282">
                      <a:moveTo>
                        <a:pt x="250" y="0"/>
                      </a:moveTo>
                      <a:cubicBezTo>
                        <a:pt x="245" y="0"/>
                        <a:pt x="241" y="2"/>
                        <a:pt x="237" y="5"/>
                      </a:cubicBezTo>
                      <a:cubicBezTo>
                        <a:pt x="160" y="78"/>
                        <a:pt x="73" y="136"/>
                        <a:pt x="10" y="221"/>
                      </a:cubicBezTo>
                      <a:cubicBezTo>
                        <a:pt x="0" y="236"/>
                        <a:pt x="14" y="250"/>
                        <a:pt x="27" y="250"/>
                      </a:cubicBezTo>
                      <a:cubicBezTo>
                        <a:pt x="34" y="250"/>
                        <a:pt x="40" y="247"/>
                        <a:pt x="43" y="239"/>
                      </a:cubicBezTo>
                      <a:cubicBezTo>
                        <a:pt x="106" y="158"/>
                        <a:pt x="193" y="103"/>
                        <a:pt x="267" y="34"/>
                      </a:cubicBezTo>
                      <a:cubicBezTo>
                        <a:pt x="281" y="19"/>
                        <a:pt x="266" y="0"/>
                        <a:pt x="25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00" name="Google Shape;2600;p39"/>
                <p:cNvSpPr/>
                <p:nvPr/>
              </p:nvSpPr>
              <p:spPr>
                <a:xfrm>
                  <a:off x="5970848" y="2358434"/>
                  <a:ext cx="109460" cy="90164"/>
                </a:xfrm>
                <a:custGeom>
                  <a:rect b="b" l="l" r="r" t="t"/>
                  <a:pathLst>
                    <a:path extrusionOk="0" h="257" w="312">
                      <a:moveTo>
                        <a:pt x="282" y="0"/>
                      </a:moveTo>
                      <a:cubicBezTo>
                        <a:pt x="279" y="0"/>
                        <a:pt x="275" y="1"/>
                        <a:pt x="271" y="4"/>
                      </a:cubicBezTo>
                      <a:cubicBezTo>
                        <a:pt x="180" y="70"/>
                        <a:pt x="95" y="143"/>
                        <a:pt x="15" y="223"/>
                      </a:cubicBezTo>
                      <a:cubicBezTo>
                        <a:pt x="0" y="238"/>
                        <a:pt x="16" y="257"/>
                        <a:pt x="32" y="257"/>
                      </a:cubicBezTo>
                      <a:cubicBezTo>
                        <a:pt x="36" y="257"/>
                        <a:pt x="40" y="256"/>
                        <a:pt x="44" y="253"/>
                      </a:cubicBezTo>
                      <a:cubicBezTo>
                        <a:pt x="121" y="172"/>
                        <a:pt x="205" y="103"/>
                        <a:pt x="293" y="37"/>
                      </a:cubicBezTo>
                      <a:cubicBezTo>
                        <a:pt x="311" y="25"/>
                        <a:pt x="299" y="0"/>
                        <a:pt x="282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01" name="Google Shape;2601;p39"/>
                <p:cNvSpPr/>
                <p:nvPr/>
              </p:nvSpPr>
              <p:spPr>
                <a:xfrm>
                  <a:off x="6017509" y="2434566"/>
                  <a:ext cx="104899" cy="90515"/>
                </a:xfrm>
                <a:custGeom>
                  <a:rect b="b" l="l" r="r" t="t"/>
                  <a:pathLst>
                    <a:path extrusionOk="0" h="258" w="299">
                      <a:moveTo>
                        <a:pt x="269" y="1"/>
                      </a:moveTo>
                      <a:cubicBezTo>
                        <a:pt x="264" y="1"/>
                        <a:pt x="259" y="2"/>
                        <a:pt x="255" y="6"/>
                      </a:cubicBezTo>
                      <a:cubicBezTo>
                        <a:pt x="175" y="80"/>
                        <a:pt x="91" y="145"/>
                        <a:pt x="17" y="222"/>
                      </a:cubicBezTo>
                      <a:cubicBezTo>
                        <a:pt x="0" y="237"/>
                        <a:pt x="14" y="257"/>
                        <a:pt x="31" y="257"/>
                      </a:cubicBezTo>
                      <a:cubicBezTo>
                        <a:pt x="36" y="257"/>
                        <a:pt x="42" y="256"/>
                        <a:pt x="47" y="252"/>
                      </a:cubicBezTo>
                      <a:cubicBezTo>
                        <a:pt x="120" y="175"/>
                        <a:pt x="204" y="105"/>
                        <a:pt x="285" y="36"/>
                      </a:cubicBezTo>
                      <a:cubicBezTo>
                        <a:pt x="299" y="21"/>
                        <a:pt x="284" y="1"/>
                        <a:pt x="269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602" name="Google Shape;2602;p39"/>
              <p:cNvSpPr/>
              <p:nvPr/>
            </p:nvSpPr>
            <p:spPr>
              <a:xfrm>
                <a:off x="5799991" y="1378201"/>
                <a:ext cx="2886661" cy="1132141"/>
              </a:xfrm>
              <a:custGeom>
                <a:rect b="b" l="l" r="r" t="t"/>
                <a:pathLst>
                  <a:path extrusionOk="0" h="3227" w="8228">
                    <a:moveTo>
                      <a:pt x="4599" y="4"/>
                    </a:moveTo>
                    <a:lnTo>
                      <a:pt x="8114" y="4"/>
                    </a:lnTo>
                    <a:cubicBezTo>
                      <a:pt x="8205" y="4"/>
                      <a:pt x="8227" y="26"/>
                      <a:pt x="8227" y="99"/>
                    </a:cubicBezTo>
                    <a:lnTo>
                      <a:pt x="8227" y="3127"/>
                    </a:lnTo>
                    <a:cubicBezTo>
                      <a:pt x="8227" y="3200"/>
                      <a:pt x="8201" y="3222"/>
                      <a:pt x="8110" y="3226"/>
                    </a:cubicBezTo>
                    <a:lnTo>
                      <a:pt x="8062" y="3226"/>
                    </a:lnTo>
                    <a:lnTo>
                      <a:pt x="1190" y="3226"/>
                    </a:lnTo>
                    <a:cubicBezTo>
                      <a:pt x="1091" y="3226"/>
                      <a:pt x="1036" y="3197"/>
                      <a:pt x="992" y="3124"/>
                    </a:cubicBezTo>
                    <a:cubicBezTo>
                      <a:pt x="674" y="2611"/>
                      <a:pt x="352" y="2102"/>
                      <a:pt x="30" y="1593"/>
                    </a:cubicBezTo>
                    <a:cubicBezTo>
                      <a:pt x="4" y="1564"/>
                      <a:pt x="0" y="1520"/>
                      <a:pt x="26" y="1491"/>
                    </a:cubicBezTo>
                    <a:cubicBezTo>
                      <a:pt x="385" y="1048"/>
                      <a:pt x="659" y="564"/>
                      <a:pt x="941" y="88"/>
                    </a:cubicBezTo>
                    <a:cubicBezTo>
                      <a:pt x="981" y="23"/>
                      <a:pt x="1029" y="1"/>
                      <a:pt x="1113" y="1"/>
                    </a:cubicBezTo>
                    <a:cubicBezTo>
                      <a:pt x="2274" y="4"/>
                      <a:pt x="3438" y="8"/>
                      <a:pt x="4599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miter lim="366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03" name="Google Shape;2603;p39"/>
            <p:cNvSpPr txBox="1"/>
            <p:nvPr/>
          </p:nvSpPr>
          <p:spPr>
            <a:xfrm>
              <a:off x="6678550" y="1758256"/>
              <a:ext cx="1939800" cy="6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1270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Saturn is the ringed one. It’s composed mostly of hydrogen and helium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04" name="Google Shape;2604;p39"/>
            <p:cNvSpPr txBox="1"/>
            <p:nvPr/>
          </p:nvSpPr>
          <p:spPr>
            <a:xfrm>
              <a:off x="7264155" y="1409146"/>
              <a:ext cx="13542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Goals</a:t>
              </a:r>
              <a:endParaRPr sz="20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grpSp>
          <p:nvGrpSpPr>
            <p:cNvPr id="2605" name="Google Shape;2605;p39"/>
            <p:cNvGrpSpPr/>
            <p:nvPr/>
          </p:nvGrpSpPr>
          <p:grpSpPr>
            <a:xfrm>
              <a:off x="6048176" y="1711639"/>
              <a:ext cx="433818" cy="432648"/>
              <a:chOff x="2255526" y="2472244"/>
              <a:chExt cx="348420" cy="347480"/>
            </a:xfrm>
          </p:grpSpPr>
          <p:sp>
            <p:nvSpPr>
              <p:cNvPr id="2606" name="Google Shape;2606;p39"/>
              <p:cNvSpPr/>
              <p:nvPr/>
            </p:nvSpPr>
            <p:spPr>
              <a:xfrm>
                <a:off x="2255526" y="2654793"/>
                <a:ext cx="348420" cy="164931"/>
              </a:xfrm>
              <a:custGeom>
                <a:rect b="b" l="l" r="r" t="t"/>
                <a:pathLst>
                  <a:path extrusionOk="0" h="5608" w="11847">
                    <a:moveTo>
                      <a:pt x="3530" y="3466"/>
                    </a:moveTo>
                    <a:lnTo>
                      <a:pt x="3530" y="4883"/>
                    </a:lnTo>
                    <a:lnTo>
                      <a:pt x="757" y="4883"/>
                    </a:lnTo>
                    <a:lnTo>
                      <a:pt x="757" y="3466"/>
                    </a:lnTo>
                    <a:close/>
                    <a:moveTo>
                      <a:pt x="7688" y="725"/>
                    </a:moveTo>
                    <a:lnTo>
                      <a:pt x="7688" y="4883"/>
                    </a:lnTo>
                    <a:lnTo>
                      <a:pt x="4223" y="4883"/>
                    </a:lnTo>
                    <a:lnTo>
                      <a:pt x="4223" y="725"/>
                    </a:lnTo>
                    <a:close/>
                    <a:moveTo>
                      <a:pt x="11185" y="2111"/>
                    </a:moveTo>
                    <a:lnTo>
                      <a:pt x="11185" y="4883"/>
                    </a:lnTo>
                    <a:lnTo>
                      <a:pt x="8381" y="4883"/>
                    </a:lnTo>
                    <a:lnTo>
                      <a:pt x="8381" y="2111"/>
                    </a:lnTo>
                    <a:close/>
                    <a:moveTo>
                      <a:pt x="3845" y="0"/>
                    </a:moveTo>
                    <a:cubicBezTo>
                      <a:pt x="3656" y="0"/>
                      <a:pt x="3498" y="158"/>
                      <a:pt x="3498" y="378"/>
                    </a:cubicBezTo>
                    <a:lnTo>
                      <a:pt x="3498" y="2804"/>
                    </a:lnTo>
                    <a:lnTo>
                      <a:pt x="348" y="2804"/>
                    </a:lnTo>
                    <a:cubicBezTo>
                      <a:pt x="158" y="2804"/>
                      <a:pt x="1" y="2962"/>
                      <a:pt x="1" y="3151"/>
                    </a:cubicBezTo>
                    <a:lnTo>
                      <a:pt x="1" y="5261"/>
                    </a:lnTo>
                    <a:cubicBezTo>
                      <a:pt x="1" y="5450"/>
                      <a:pt x="158" y="5608"/>
                      <a:pt x="348" y="5608"/>
                    </a:cubicBezTo>
                    <a:lnTo>
                      <a:pt x="11500" y="5608"/>
                    </a:lnTo>
                    <a:cubicBezTo>
                      <a:pt x="11689" y="5608"/>
                      <a:pt x="11847" y="5450"/>
                      <a:pt x="11847" y="5261"/>
                    </a:cubicBezTo>
                    <a:lnTo>
                      <a:pt x="11847" y="1733"/>
                    </a:lnTo>
                    <a:cubicBezTo>
                      <a:pt x="11847" y="1544"/>
                      <a:pt x="11689" y="1386"/>
                      <a:pt x="11532" y="1386"/>
                    </a:cubicBezTo>
                    <a:lnTo>
                      <a:pt x="8381" y="1386"/>
                    </a:lnTo>
                    <a:lnTo>
                      <a:pt x="8381" y="378"/>
                    </a:lnTo>
                    <a:cubicBezTo>
                      <a:pt x="8381" y="158"/>
                      <a:pt x="8224" y="0"/>
                      <a:pt x="80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7" name="Google Shape;2607;p39"/>
              <p:cNvSpPr/>
              <p:nvPr/>
            </p:nvSpPr>
            <p:spPr>
              <a:xfrm>
                <a:off x="2359316" y="2472244"/>
                <a:ext cx="143638" cy="163108"/>
              </a:xfrm>
              <a:custGeom>
                <a:rect b="b" l="l" r="r" t="t"/>
                <a:pathLst>
                  <a:path extrusionOk="0" h="5546" w="4884">
                    <a:moveTo>
                      <a:pt x="2426" y="662"/>
                    </a:moveTo>
                    <a:cubicBezTo>
                      <a:pt x="2804" y="662"/>
                      <a:pt x="3120" y="977"/>
                      <a:pt x="3120" y="1387"/>
                    </a:cubicBezTo>
                    <a:cubicBezTo>
                      <a:pt x="3120" y="1765"/>
                      <a:pt x="2804" y="2080"/>
                      <a:pt x="2426" y="2080"/>
                    </a:cubicBezTo>
                    <a:cubicBezTo>
                      <a:pt x="2017" y="2080"/>
                      <a:pt x="1702" y="1765"/>
                      <a:pt x="1702" y="1387"/>
                    </a:cubicBezTo>
                    <a:cubicBezTo>
                      <a:pt x="1702" y="977"/>
                      <a:pt x="2017" y="662"/>
                      <a:pt x="2426" y="662"/>
                    </a:cubicBezTo>
                    <a:close/>
                    <a:moveTo>
                      <a:pt x="2426" y="2742"/>
                    </a:moveTo>
                    <a:cubicBezTo>
                      <a:pt x="3340" y="2742"/>
                      <a:pt x="4128" y="3529"/>
                      <a:pt x="4128" y="4474"/>
                    </a:cubicBezTo>
                    <a:lnTo>
                      <a:pt x="4128" y="4852"/>
                    </a:lnTo>
                    <a:lnTo>
                      <a:pt x="694" y="4852"/>
                    </a:lnTo>
                    <a:lnTo>
                      <a:pt x="694" y="4474"/>
                    </a:lnTo>
                    <a:cubicBezTo>
                      <a:pt x="694" y="3498"/>
                      <a:pt x="1481" y="2742"/>
                      <a:pt x="2426" y="2742"/>
                    </a:cubicBezTo>
                    <a:close/>
                    <a:moveTo>
                      <a:pt x="2489" y="1"/>
                    </a:moveTo>
                    <a:cubicBezTo>
                      <a:pt x="1733" y="1"/>
                      <a:pt x="1103" y="631"/>
                      <a:pt x="1103" y="1387"/>
                    </a:cubicBezTo>
                    <a:cubicBezTo>
                      <a:pt x="1103" y="1733"/>
                      <a:pt x="1229" y="2049"/>
                      <a:pt x="1450" y="2269"/>
                    </a:cubicBezTo>
                    <a:cubicBezTo>
                      <a:pt x="568" y="2679"/>
                      <a:pt x="1" y="3498"/>
                      <a:pt x="1" y="4474"/>
                    </a:cubicBezTo>
                    <a:lnTo>
                      <a:pt x="1" y="5199"/>
                    </a:lnTo>
                    <a:cubicBezTo>
                      <a:pt x="1" y="5388"/>
                      <a:pt x="158" y="5546"/>
                      <a:pt x="379" y="5546"/>
                    </a:cubicBezTo>
                    <a:lnTo>
                      <a:pt x="4537" y="5546"/>
                    </a:lnTo>
                    <a:cubicBezTo>
                      <a:pt x="4726" y="5546"/>
                      <a:pt x="4884" y="5388"/>
                      <a:pt x="4884" y="5199"/>
                    </a:cubicBezTo>
                    <a:lnTo>
                      <a:pt x="4884" y="4474"/>
                    </a:lnTo>
                    <a:cubicBezTo>
                      <a:pt x="4884" y="3498"/>
                      <a:pt x="4348" y="2679"/>
                      <a:pt x="3529" y="2269"/>
                    </a:cubicBezTo>
                    <a:cubicBezTo>
                      <a:pt x="3750" y="2049"/>
                      <a:pt x="3876" y="1733"/>
                      <a:pt x="3876" y="1387"/>
                    </a:cubicBezTo>
                    <a:cubicBezTo>
                      <a:pt x="3876" y="631"/>
                      <a:pt x="3246" y="1"/>
                      <a:pt x="2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8" name="Google Shape;2608;p39"/>
              <p:cNvSpPr/>
              <p:nvPr/>
            </p:nvSpPr>
            <p:spPr>
              <a:xfrm>
                <a:off x="2399167" y="2695967"/>
                <a:ext cx="62114" cy="82083"/>
              </a:xfrm>
              <a:custGeom>
                <a:rect b="b" l="l" r="r" t="t"/>
                <a:pathLst>
                  <a:path extrusionOk="0" h="2791" w="2112">
                    <a:moveTo>
                      <a:pt x="1095" y="0"/>
                    </a:moveTo>
                    <a:cubicBezTo>
                      <a:pt x="1001" y="0"/>
                      <a:pt x="903" y="28"/>
                      <a:pt x="819" y="112"/>
                    </a:cubicBezTo>
                    <a:lnTo>
                      <a:pt x="126" y="805"/>
                    </a:lnTo>
                    <a:cubicBezTo>
                      <a:pt x="0" y="931"/>
                      <a:pt x="0" y="1184"/>
                      <a:pt x="126" y="1278"/>
                    </a:cubicBezTo>
                    <a:cubicBezTo>
                      <a:pt x="205" y="1341"/>
                      <a:pt x="292" y="1373"/>
                      <a:pt x="378" y="1373"/>
                    </a:cubicBezTo>
                    <a:cubicBezTo>
                      <a:pt x="465" y="1373"/>
                      <a:pt x="552" y="1341"/>
                      <a:pt x="630" y="1278"/>
                    </a:cubicBezTo>
                    <a:lnTo>
                      <a:pt x="756" y="1184"/>
                    </a:lnTo>
                    <a:lnTo>
                      <a:pt x="756" y="2066"/>
                    </a:lnTo>
                    <a:lnTo>
                      <a:pt x="378" y="2066"/>
                    </a:lnTo>
                    <a:cubicBezTo>
                      <a:pt x="189" y="2066"/>
                      <a:pt x="32" y="2223"/>
                      <a:pt x="32" y="2444"/>
                    </a:cubicBezTo>
                    <a:cubicBezTo>
                      <a:pt x="32" y="2633"/>
                      <a:pt x="189" y="2790"/>
                      <a:pt x="378" y="2790"/>
                    </a:cubicBezTo>
                    <a:lnTo>
                      <a:pt x="1765" y="2790"/>
                    </a:lnTo>
                    <a:cubicBezTo>
                      <a:pt x="1954" y="2790"/>
                      <a:pt x="2111" y="2633"/>
                      <a:pt x="2111" y="2444"/>
                    </a:cubicBezTo>
                    <a:cubicBezTo>
                      <a:pt x="2111" y="2223"/>
                      <a:pt x="1954" y="2066"/>
                      <a:pt x="1765" y="2066"/>
                    </a:cubicBezTo>
                    <a:lnTo>
                      <a:pt x="1418" y="2066"/>
                    </a:lnTo>
                    <a:lnTo>
                      <a:pt x="1418" y="333"/>
                    </a:lnTo>
                    <a:cubicBezTo>
                      <a:pt x="1418" y="175"/>
                      <a:pt x="1323" y="81"/>
                      <a:pt x="1229" y="18"/>
                    </a:cubicBezTo>
                    <a:cubicBezTo>
                      <a:pt x="1187" y="7"/>
                      <a:pt x="1141" y="0"/>
                      <a:pt x="10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09" name="Google Shape;2609;p39"/>
          <p:cNvGrpSpPr/>
          <p:nvPr/>
        </p:nvGrpSpPr>
        <p:grpSpPr>
          <a:xfrm>
            <a:off x="5715089" y="2941522"/>
            <a:ext cx="2971564" cy="1260199"/>
            <a:chOff x="5715089" y="2941522"/>
            <a:chExt cx="2971564" cy="1260199"/>
          </a:xfrm>
        </p:grpSpPr>
        <p:grpSp>
          <p:nvGrpSpPr>
            <p:cNvPr id="2610" name="Google Shape;2610;p39"/>
            <p:cNvGrpSpPr/>
            <p:nvPr/>
          </p:nvGrpSpPr>
          <p:grpSpPr>
            <a:xfrm>
              <a:off x="5715089" y="2941522"/>
              <a:ext cx="2971564" cy="1260199"/>
              <a:chOff x="5715089" y="2941522"/>
              <a:chExt cx="2971564" cy="1260199"/>
            </a:xfrm>
          </p:grpSpPr>
          <p:grpSp>
            <p:nvGrpSpPr>
              <p:cNvPr id="2611" name="Google Shape;2611;p39"/>
              <p:cNvGrpSpPr/>
              <p:nvPr/>
            </p:nvGrpSpPr>
            <p:grpSpPr>
              <a:xfrm>
                <a:off x="5715089" y="3062210"/>
                <a:ext cx="2970160" cy="1139512"/>
                <a:chOff x="5715089" y="3062210"/>
                <a:chExt cx="2970160" cy="1139512"/>
              </a:xfrm>
            </p:grpSpPr>
            <p:sp>
              <p:nvSpPr>
                <p:cNvPr id="2612" name="Google Shape;2612;p39"/>
                <p:cNvSpPr/>
                <p:nvPr/>
              </p:nvSpPr>
              <p:spPr>
                <a:xfrm>
                  <a:off x="5715089" y="3062210"/>
                  <a:ext cx="2970160" cy="1130738"/>
                </a:xfrm>
                <a:custGeom>
                  <a:rect b="b" l="l" r="r" t="t"/>
                  <a:pathLst>
                    <a:path extrusionOk="0" h="3223" w="8466">
                      <a:moveTo>
                        <a:pt x="4603" y="4"/>
                      </a:moveTo>
                      <a:lnTo>
                        <a:pt x="8118" y="4"/>
                      </a:lnTo>
                      <a:cubicBezTo>
                        <a:pt x="8209" y="4"/>
                        <a:pt x="8465" y="2819"/>
                        <a:pt x="8465" y="2819"/>
                      </a:cubicBezTo>
                      <a:lnTo>
                        <a:pt x="8465" y="2819"/>
                      </a:lnTo>
                      <a:cubicBezTo>
                        <a:pt x="8465" y="2893"/>
                        <a:pt x="8172" y="3222"/>
                        <a:pt x="8172" y="3222"/>
                      </a:cubicBezTo>
                      <a:lnTo>
                        <a:pt x="8066" y="3222"/>
                      </a:lnTo>
                      <a:lnTo>
                        <a:pt x="1194" y="3222"/>
                      </a:lnTo>
                      <a:cubicBezTo>
                        <a:pt x="1092" y="3222"/>
                        <a:pt x="1040" y="3197"/>
                        <a:pt x="996" y="3123"/>
                      </a:cubicBezTo>
                      <a:cubicBezTo>
                        <a:pt x="678" y="2611"/>
                        <a:pt x="356" y="2054"/>
                        <a:pt x="34" y="1545"/>
                      </a:cubicBezTo>
                      <a:cubicBezTo>
                        <a:pt x="12" y="1509"/>
                        <a:pt x="1" y="1476"/>
                        <a:pt x="30" y="1439"/>
                      </a:cubicBezTo>
                      <a:lnTo>
                        <a:pt x="1004" y="88"/>
                      </a:lnTo>
                      <a:cubicBezTo>
                        <a:pt x="1044" y="26"/>
                        <a:pt x="1029" y="0"/>
                        <a:pt x="1117" y="0"/>
                      </a:cubicBezTo>
                      <a:cubicBezTo>
                        <a:pt x="2278" y="4"/>
                        <a:pt x="3439" y="4"/>
                        <a:pt x="4603" y="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rnd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3" name="Google Shape;2613;p39"/>
                <p:cNvSpPr/>
                <p:nvPr/>
              </p:nvSpPr>
              <p:spPr>
                <a:xfrm>
                  <a:off x="6085220" y="4064195"/>
                  <a:ext cx="104198" cy="121038"/>
                </a:xfrm>
                <a:custGeom>
                  <a:rect b="b" l="l" r="r" t="t"/>
                  <a:pathLst>
                    <a:path extrusionOk="0" h="345" w="297">
                      <a:moveTo>
                        <a:pt x="270" y="0"/>
                      </a:moveTo>
                      <a:cubicBezTo>
                        <a:pt x="267" y="0"/>
                        <a:pt x="263" y="1"/>
                        <a:pt x="260" y="4"/>
                      </a:cubicBezTo>
                      <a:cubicBezTo>
                        <a:pt x="147" y="77"/>
                        <a:pt x="55" y="187"/>
                        <a:pt x="7" y="311"/>
                      </a:cubicBezTo>
                      <a:cubicBezTo>
                        <a:pt x="0" y="322"/>
                        <a:pt x="4" y="333"/>
                        <a:pt x="15" y="341"/>
                      </a:cubicBezTo>
                      <a:cubicBezTo>
                        <a:pt x="17" y="343"/>
                        <a:pt x="21" y="344"/>
                        <a:pt x="24" y="344"/>
                      </a:cubicBezTo>
                      <a:cubicBezTo>
                        <a:pt x="31" y="344"/>
                        <a:pt x="38" y="340"/>
                        <a:pt x="40" y="333"/>
                      </a:cubicBezTo>
                      <a:cubicBezTo>
                        <a:pt x="88" y="212"/>
                        <a:pt x="172" y="110"/>
                        <a:pt x="278" y="37"/>
                      </a:cubicBezTo>
                      <a:cubicBezTo>
                        <a:pt x="296" y="25"/>
                        <a:pt x="285" y="0"/>
                        <a:pt x="27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4" name="Google Shape;2614;p39"/>
                <p:cNvSpPr/>
                <p:nvPr/>
              </p:nvSpPr>
              <p:spPr>
                <a:xfrm>
                  <a:off x="8510194" y="4070159"/>
                  <a:ext cx="59291" cy="118933"/>
                </a:xfrm>
                <a:custGeom>
                  <a:rect b="b" l="l" r="r" t="t"/>
                  <a:pathLst>
                    <a:path extrusionOk="0" h="339" w="169">
                      <a:moveTo>
                        <a:pt x="141" y="1"/>
                      </a:moveTo>
                      <a:cubicBezTo>
                        <a:pt x="135" y="1"/>
                        <a:pt x="128" y="4"/>
                        <a:pt x="125" y="12"/>
                      </a:cubicBezTo>
                      <a:cubicBezTo>
                        <a:pt x="85" y="108"/>
                        <a:pt x="55" y="210"/>
                        <a:pt x="8" y="309"/>
                      </a:cubicBezTo>
                      <a:cubicBezTo>
                        <a:pt x="0" y="324"/>
                        <a:pt x="13" y="339"/>
                        <a:pt x="27" y="339"/>
                      </a:cubicBezTo>
                      <a:cubicBezTo>
                        <a:pt x="33" y="339"/>
                        <a:pt x="40" y="335"/>
                        <a:pt x="44" y="327"/>
                      </a:cubicBezTo>
                      <a:cubicBezTo>
                        <a:pt x="88" y="232"/>
                        <a:pt x="118" y="129"/>
                        <a:pt x="162" y="31"/>
                      </a:cubicBezTo>
                      <a:cubicBezTo>
                        <a:pt x="169" y="16"/>
                        <a:pt x="154" y="1"/>
                        <a:pt x="141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5" name="Google Shape;2615;p39"/>
                <p:cNvSpPr/>
                <p:nvPr/>
              </p:nvSpPr>
              <p:spPr>
                <a:xfrm>
                  <a:off x="8413715" y="4061388"/>
                  <a:ext cx="58589" cy="127002"/>
                </a:xfrm>
                <a:custGeom>
                  <a:rect b="b" l="l" r="r" t="t"/>
                  <a:pathLst>
                    <a:path extrusionOk="0" h="362" w="167">
                      <a:moveTo>
                        <a:pt x="143" y="1"/>
                      </a:moveTo>
                      <a:cubicBezTo>
                        <a:pt x="136" y="1"/>
                        <a:pt x="128" y="5"/>
                        <a:pt x="125" y="15"/>
                      </a:cubicBezTo>
                      <a:cubicBezTo>
                        <a:pt x="96" y="125"/>
                        <a:pt x="45" y="231"/>
                        <a:pt x="5" y="338"/>
                      </a:cubicBezTo>
                      <a:cubicBezTo>
                        <a:pt x="0" y="353"/>
                        <a:pt x="11" y="362"/>
                        <a:pt x="23" y="362"/>
                      </a:cubicBezTo>
                      <a:cubicBezTo>
                        <a:pt x="32" y="362"/>
                        <a:pt x="40" y="357"/>
                        <a:pt x="45" y="349"/>
                      </a:cubicBezTo>
                      <a:cubicBezTo>
                        <a:pt x="81" y="239"/>
                        <a:pt x="133" y="136"/>
                        <a:pt x="162" y="26"/>
                      </a:cubicBezTo>
                      <a:cubicBezTo>
                        <a:pt x="166" y="11"/>
                        <a:pt x="155" y="1"/>
                        <a:pt x="143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6" name="Google Shape;2616;p39"/>
                <p:cNvSpPr/>
                <p:nvPr/>
              </p:nvSpPr>
              <p:spPr>
                <a:xfrm>
                  <a:off x="8326357" y="4070861"/>
                  <a:ext cx="46310" cy="121389"/>
                </a:xfrm>
                <a:custGeom>
                  <a:rect b="b" l="l" r="r" t="t"/>
                  <a:pathLst>
                    <a:path extrusionOk="0" h="346" w="132">
                      <a:moveTo>
                        <a:pt x="103" y="0"/>
                      </a:moveTo>
                      <a:cubicBezTo>
                        <a:pt x="97" y="0"/>
                        <a:pt x="90" y="3"/>
                        <a:pt x="85" y="10"/>
                      </a:cubicBezTo>
                      <a:cubicBezTo>
                        <a:pt x="56" y="58"/>
                        <a:pt x="34" y="109"/>
                        <a:pt x="23" y="164"/>
                      </a:cubicBezTo>
                      <a:cubicBezTo>
                        <a:pt x="8" y="215"/>
                        <a:pt x="1" y="274"/>
                        <a:pt x="1" y="329"/>
                      </a:cubicBezTo>
                      <a:cubicBezTo>
                        <a:pt x="3" y="340"/>
                        <a:pt x="12" y="345"/>
                        <a:pt x="21" y="345"/>
                      </a:cubicBezTo>
                      <a:cubicBezTo>
                        <a:pt x="30" y="345"/>
                        <a:pt x="39" y="340"/>
                        <a:pt x="41" y="329"/>
                      </a:cubicBezTo>
                      <a:cubicBezTo>
                        <a:pt x="41" y="278"/>
                        <a:pt x="48" y="226"/>
                        <a:pt x="63" y="175"/>
                      </a:cubicBezTo>
                      <a:cubicBezTo>
                        <a:pt x="74" y="124"/>
                        <a:pt x="92" y="73"/>
                        <a:pt x="122" y="29"/>
                      </a:cubicBezTo>
                      <a:cubicBezTo>
                        <a:pt x="132" y="14"/>
                        <a:pt x="118" y="0"/>
                        <a:pt x="103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7" name="Google Shape;2617;p39"/>
                <p:cNvSpPr/>
                <p:nvPr/>
              </p:nvSpPr>
              <p:spPr>
                <a:xfrm>
                  <a:off x="8215844" y="4075071"/>
                  <a:ext cx="59291" cy="117880"/>
                </a:xfrm>
                <a:custGeom>
                  <a:rect b="b" l="l" r="r" t="t"/>
                  <a:pathLst>
                    <a:path extrusionOk="0" h="336" w="169">
                      <a:moveTo>
                        <a:pt x="141" y="0"/>
                      </a:moveTo>
                      <a:cubicBezTo>
                        <a:pt x="136" y="0"/>
                        <a:pt x="130" y="3"/>
                        <a:pt x="125" y="9"/>
                      </a:cubicBezTo>
                      <a:cubicBezTo>
                        <a:pt x="67" y="101"/>
                        <a:pt x="27" y="203"/>
                        <a:pt x="5" y="310"/>
                      </a:cubicBezTo>
                      <a:cubicBezTo>
                        <a:pt x="0" y="325"/>
                        <a:pt x="13" y="335"/>
                        <a:pt x="26" y="335"/>
                      </a:cubicBezTo>
                      <a:cubicBezTo>
                        <a:pt x="34" y="335"/>
                        <a:pt x="42" y="331"/>
                        <a:pt x="45" y="320"/>
                      </a:cubicBezTo>
                      <a:cubicBezTo>
                        <a:pt x="63" y="218"/>
                        <a:pt x="104" y="119"/>
                        <a:pt x="158" y="31"/>
                      </a:cubicBezTo>
                      <a:cubicBezTo>
                        <a:pt x="169" y="16"/>
                        <a:pt x="155" y="0"/>
                        <a:pt x="141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8" name="Google Shape;2618;p39"/>
                <p:cNvSpPr/>
                <p:nvPr/>
              </p:nvSpPr>
              <p:spPr>
                <a:xfrm>
                  <a:off x="8153044" y="4070510"/>
                  <a:ext cx="37890" cy="118582"/>
                </a:xfrm>
                <a:custGeom>
                  <a:rect b="b" l="l" r="r" t="t"/>
                  <a:pathLst>
                    <a:path extrusionOk="0" h="338" w="108">
                      <a:moveTo>
                        <a:pt x="84" y="0"/>
                      </a:moveTo>
                      <a:cubicBezTo>
                        <a:pt x="76" y="0"/>
                        <a:pt x="67" y="5"/>
                        <a:pt x="63" y="15"/>
                      </a:cubicBezTo>
                      <a:cubicBezTo>
                        <a:pt x="34" y="110"/>
                        <a:pt x="15" y="209"/>
                        <a:pt x="4" y="312"/>
                      </a:cubicBezTo>
                      <a:cubicBezTo>
                        <a:pt x="1" y="323"/>
                        <a:pt x="8" y="333"/>
                        <a:pt x="19" y="337"/>
                      </a:cubicBezTo>
                      <a:cubicBezTo>
                        <a:pt x="30" y="337"/>
                        <a:pt x="41" y="333"/>
                        <a:pt x="45" y="323"/>
                      </a:cubicBezTo>
                      <a:cubicBezTo>
                        <a:pt x="52" y="220"/>
                        <a:pt x="74" y="121"/>
                        <a:pt x="103" y="26"/>
                      </a:cubicBezTo>
                      <a:cubicBezTo>
                        <a:pt x="108" y="11"/>
                        <a:pt x="96" y="0"/>
                        <a:pt x="84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9" name="Google Shape;2619;p39"/>
                <p:cNvSpPr/>
                <p:nvPr/>
              </p:nvSpPr>
              <p:spPr>
                <a:xfrm>
                  <a:off x="8074457" y="4066651"/>
                  <a:ext cx="39995" cy="131212"/>
                </a:xfrm>
                <a:custGeom>
                  <a:rect b="b" l="l" r="r" t="t"/>
                  <a:pathLst>
                    <a:path extrusionOk="0" h="374" w="114">
                      <a:moveTo>
                        <a:pt x="89" y="0"/>
                      </a:moveTo>
                      <a:cubicBezTo>
                        <a:pt x="81" y="0"/>
                        <a:pt x="74" y="5"/>
                        <a:pt x="71" y="15"/>
                      </a:cubicBezTo>
                      <a:cubicBezTo>
                        <a:pt x="49" y="125"/>
                        <a:pt x="27" y="235"/>
                        <a:pt x="5" y="348"/>
                      </a:cubicBezTo>
                      <a:cubicBezTo>
                        <a:pt x="1" y="364"/>
                        <a:pt x="13" y="374"/>
                        <a:pt x="26" y="374"/>
                      </a:cubicBezTo>
                      <a:cubicBezTo>
                        <a:pt x="34" y="374"/>
                        <a:pt x="42" y="369"/>
                        <a:pt x="45" y="359"/>
                      </a:cubicBezTo>
                      <a:lnTo>
                        <a:pt x="111" y="26"/>
                      </a:lnTo>
                      <a:cubicBezTo>
                        <a:pt x="113" y="11"/>
                        <a:pt x="101" y="0"/>
                        <a:pt x="89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0" name="Google Shape;2620;p39"/>
                <p:cNvSpPr/>
                <p:nvPr/>
              </p:nvSpPr>
              <p:spPr>
                <a:xfrm>
                  <a:off x="7968154" y="4068054"/>
                  <a:ext cx="49468" cy="122441"/>
                </a:xfrm>
                <a:custGeom>
                  <a:rect b="b" l="l" r="r" t="t"/>
                  <a:pathLst>
                    <a:path extrusionOk="0" h="349" w="141">
                      <a:moveTo>
                        <a:pt x="115" y="0"/>
                      </a:moveTo>
                      <a:cubicBezTo>
                        <a:pt x="107" y="0"/>
                        <a:pt x="99" y="4"/>
                        <a:pt x="96" y="15"/>
                      </a:cubicBezTo>
                      <a:lnTo>
                        <a:pt x="99" y="15"/>
                      </a:lnTo>
                      <a:cubicBezTo>
                        <a:pt x="77" y="121"/>
                        <a:pt x="48" y="223"/>
                        <a:pt x="8" y="326"/>
                      </a:cubicBezTo>
                      <a:cubicBezTo>
                        <a:pt x="1" y="339"/>
                        <a:pt x="14" y="349"/>
                        <a:pt x="27" y="349"/>
                      </a:cubicBezTo>
                      <a:cubicBezTo>
                        <a:pt x="35" y="349"/>
                        <a:pt x="44" y="345"/>
                        <a:pt x="48" y="337"/>
                      </a:cubicBezTo>
                      <a:cubicBezTo>
                        <a:pt x="85" y="234"/>
                        <a:pt x="114" y="132"/>
                        <a:pt x="136" y="26"/>
                      </a:cubicBezTo>
                      <a:cubicBezTo>
                        <a:pt x="140" y="10"/>
                        <a:pt x="127" y="0"/>
                        <a:pt x="115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1" name="Google Shape;2621;p39"/>
                <p:cNvSpPr/>
                <p:nvPr/>
              </p:nvSpPr>
              <p:spPr>
                <a:xfrm>
                  <a:off x="7902548" y="4063844"/>
                  <a:ext cx="21050" cy="121389"/>
                </a:xfrm>
                <a:custGeom>
                  <a:rect b="b" l="l" r="r" t="t"/>
                  <a:pathLst>
                    <a:path extrusionOk="0" h="346" w="60">
                      <a:moveTo>
                        <a:pt x="38" y="0"/>
                      </a:moveTo>
                      <a:cubicBezTo>
                        <a:pt x="27" y="0"/>
                        <a:pt x="17" y="7"/>
                        <a:pt x="19" y="19"/>
                      </a:cubicBezTo>
                      <a:cubicBezTo>
                        <a:pt x="19" y="118"/>
                        <a:pt x="15" y="221"/>
                        <a:pt x="4" y="320"/>
                      </a:cubicBezTo>
                      <a:cubicBezTo>
                        <a:pt x="1" y="331"/>
                        <a:pt x="8" y="342"/>
                        <a:pt x="19" y="345"/>
                      </a:cubicBezTo>
                      <a:cubicBezTo>
                        <a:pt x="30" y="345"/>
                        <a:pt x="41" y="342"/>
                        <a:pt x="45" y="331"/>
                      </a:cubicBezTo>
                      <a:cubicBezTo>
                        <a:pt x="56" y="228"/>
                        <a:pt x="59" y="122"/>
                        <a:pt x="59" y="19"/>
                      </a:cubicBezTo>
                      <a:cubicBezTo>
                        <a:pt x="59" y="7"/>
                        <a:pt x="48" y="0"/>
                        <a:pt x="38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2" name="Google Shape;2622;p39"/>
                <p:cNvSpPr/>
                <p:nvPr/>
              </p:nvSpPr>
              <p:spPr>
                <a:xfrm>
                  <a:off x="7807471" y="4070159"/>
                  <a:ext cx="42802" cy="122792"/>
                </a:xfrm>
                <a:custGeom>
                  <a:rect b="b" l="l" r="r" t="t"/>
                  <a:pathLst>
                    <a:path extrusionOk="0" h="350" w="122">
                      <a:moveTo>
                        <a:pt x="97" y="0"/>
                      </a:moveTo>
                      <a:cubicBezTo>
                        <a:pt x="89" y="0"/>
                        <a:pt x="81" y="7"/>
                        <a:pt x="81" y="16"/>
                      </a:cubicBezTo>
                      <a:cubicBezTo>
                        <a:pt x="63" y="118"/>
                        <a:pt x="37" y="225"/>
                        <a:pt x="4" y="324"/>
                      </a:cubicBezTo>
                      <a:cubicBezTo>
                        <a:pt x="0" y="339"/>
                        <a:pt x="13" y="349"/>
                        <a:pt x="25" y="349"/>
                      </a:cubicBezTo>
                      <a:cubicBezTo>
                        <a:pt x="34" y="349"/>
                        <a:pt x="42" y="345"/>
                        <a:pt x="45" y="334"/>
                      </a:cubicBezTo>
                      <a:cubicBezTo>
                        <a:pt x="78" y="236"/>
                        <a:pt x="100" y="129"/>
                        <a:pt x="118" y="27"/>
                      </a:cubicBezTo>
                      <a:cubicBezTo>
                        <a:pt x="122" y="16"/>
                        <a:pt x="114" y="5"/>
                        <a:pt x="103" y="1"/>
                      </a:cubicBezTo>
                      <a:cubicBezTo>
                        <a:pt x="101" y="1"/>
                        <a:pt x="99" y="0"/>
                        <a:pt x="97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3" name="Google Shape;2623;p39"/>
                <p:cNvSpPr/>
                <p:nvPr/>
              </p:nvSpPr>
              <p:spPr>
                <a:xfrm>
                  <a:off x="7727832" y="4070510"/>
                  <a:ext cx="34733" cy="122792"/>
                </a:xfrm>
                <a:custGeom>
                  <a:rect b="b" l="l" r="r" t="t"/>
                  <a:pathLst>
                    <a:path extrusionOk="0" h="350" w="99">
                      <a:moveTo>
                        <a:pt x="72" y="0"/>
                      </a:moveTo>
                      <a:cubicBezTo>
                        <a:pt x="64" y="0"/>
                        <a:pt x="57" y="5"/>
                        <a:pt x="56" y="15"/>
                      </a:cubicBezTo>
                      <a:cubicBezTo>
                        <a:pt x="30" y="117"/>
                        <a:pt x="12" y="224"/>
                        <a:pt x="1" y="330"/>
                      </a:cubicBezTo>
                      <a:cubicBezTo>
                        <a:pt x="1" y="343"/>
                        <a:pt x="11" y="349"/>
                        <a:pt x="21" y="349"/>
                      </a:cubicBezTo>
                      <a:cubicBezTo>
                        <a:pt x="32" y="349"/>
                        <a:pt x="43" y="343"/>
                        <a:pt x="45" y="330"/>
                      </a:cubicBezTo>
                      <a:cubicBezTo>
                        <a:pt x="52" y="227"/>
                        <a:pt x="70" y="125"/>
                        <a:pt x="96" y="26"/>
                      </a:cubicBezTo>
                      <a:cubicBezTo>
                        <a:pt x="98" y="11"/>
                        <a:pt x="84" y="0"/>
                        <a:pt x="72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4" name="Google Shape;2624;p39"/>
                <p:cNvSpPr/>
                <p:nvPr/>
              </p:nvSpPr>
              <p:spPr>
                <a:xfrm>
                  <a:off x="7641877" y="4074369"/>
                  <a:ext cx="37188" cy="112267"/>
                </a:xfrm>
                <a:custGeom>
                  <a:rect b="b" l="l" r="r" t="t"/>
                  <a:pathLst>
                    <a:path extrusionOk="0" h="320" w="106">
                      <a:moveTo>
                        <a:pt x="79" y="0"/>
                      </a:moveTo>
                      <a:cubicBezTo>
                        <a:pt x="71" y="0"/>
                        <a:pt x="64" y="5"/>
                        <a:pt x="63" y="15"/>
                      </a:cubicBezTo>
                      <a:cubicBezTo>
                        <a:pt x="44" y="110"/>
                        <a:pt x="0" y="202"/>
                        <a:pt x="8" y="301"/>
                      </a:cubicBezTo>
                      <a:cubicBezTo>
                        <a:pt x="8" y="313"/>
                        <a:pt x="19" y="320"/>
                        <a:pt x="30" y="320"/>
                      </a:cubicBezTo>
                      <a:cubicBezTo>
                        <a:pt x="41" y="320"/>
                        <a:pt x="52" y="313"/>
                        <a:pt x="52" y="301"/>
                      </a:cubicBezTo>
                      <a:cubicBezTo>
                        <a:pt x="44" y="205"/>
                        <a:pt x="85" y="117"/>
                        <a:pt x="103" y="26"/>
                      </a:cubicBezTo>
                      <a:cubicBezTo>
                        <a:pt x="105" y="11"/>
                        <a:pt x="91" y="0"/>
                        <a:pt x="79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5" name="Google Shape;2625;p39"/>
                <p:cNvSpPr/>
                <p:nvPr/>
              </p:nvSpPr>
              <p:spPr>
                <a:xfrm>
                  <a:off x="7554168" y="4076474"/>
                  <a:ext cx="30172" cy="112618"/>
                </a:xfrm>
                <a:custGeom>
                  <a:rect b="b" l="l" r="r" t="t"/>
                  <a:pathLst>
                    <a:path extrusionOk="0" h="321" w="86">
                      <a:moveTo>
                        <a:pt x="62" y="1"/>
                      </a:moveTo>
                      <a:cubicBezTo>
                        <a:pt x="53" y="1"/>
                        <a:pt x="45" y="7"/>
                        <a:pt x="42" y="16"/>
                      </a:cubicBezTo>
                      <a:cubicBezTo>
                        <a:pt x="31" y="108"/>
                        <a:pt x="38" y="207"/>
                        <a:pt x="5" y="295"/>
                      </a:cubicBezTo>
                      <a:cubicBezTo>
                        <a:pt x="1" y="310"/>
                        <a:pt x="14" y="320"/>
                        <a:pt x="26" y="320"/>
                      </a:cubicBezTo>
                      <a:cubicBezTo>
                        <a:pt x="34" y="320"/>
                        <a:pt x="43" y="316"/>
                        <a:pt x="45" y="306"/>
                      </a:cubicBezTo>
                      <a:cubicBezTo>
                        <a:pt x="75" y="214"/>
                        <a:pt x="67" y="119"/>
                        <a:pt x="82" y="27"/>
                      </a:cubicBezTo>
                      <a:cubicBezTo>
                        <a:pt x="86" y="16"/>
                        <a:pt x="78" y="5"/>
                        <a:pt x="67" y="2"/>
                      </a:cubicBezTo>
                      <a:cubicBezTo>
                        <a:pt x="65" y="1"/>
                        <a:pt x="64" y="1"/>
                        <a:pt x="62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6" name="Google Shape;2626;p39"/>
                <p:cNvSpPr/>
                <p:nvPr/>
              </p:nvSpPr>
              <p:spPr>
                <a:xfrm>
                  <a:off x="7475932" y="4072615"/>
                  <a:ext cx="31575" cy="113670"/>
                </a:xfrm>
                <a:custGeom>
                  <a:rect b="b" l="l" r="r" t="t"/>
                  <a:pathLst>
                    <a:path extrusionOk="0" h="324" w="90">
                      <a:moveTo>
                        <a:pt x="69" y="1"/>
                      </a:moveTo>
                      <a:cubicBezTo>
                        <a:pt x="59" y="1"/>
                        <a:pt x="49" y="7"/>
                        <a:pt x="49" y="20"/>
                      </a:cubicBezTo>
                      <a:cubicBezTo>
                        <a:pt x="45" y="115"/>
                        <a:pt x="30" y="207"/>
                        <a:pt x="5" y="298"/>
                      </a:cubicBezTo>
                      <a:cubicBezTo>
                        <a:pt x="0" y="314"/>
                        <a:pt x="13" y="324"/>
                        <a:pt x="26" y="324"/>
                      </a:cubicBezTo>
                      <a:cubicBezTo>
                        <a:pt x="34" y="324"/>
                        <a:pt x="42" y="319"/>
                        <a:pt x="45" y="309"/>
                      </a:cubicBezTo>
                      <a:cubicBezTo>
                        <a:pt x="71" y="214"/>
                        <a:pt x="85" y="119"/>
                        <a:pt x="89" y="20"/>
                      </a:cubicBezTo>
                      <a:cubicBezTo>
                        <a:pt x="89" y="7"/>
                        <a:pt x="79" y="1"/>
                        <a:pt x="69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7" name="Google Shape;2627;p39"/>
                <p:cNvSpPr/>
                <p:nvPr/>
              </p:nvSpPr>
              <p:spPr>
                <a:xfrm>
                  <a:off x="6194681" y="4075071"/>
                  <a:ext cx="83148" cy="117880"/>
                </a:xfrm>
                <a:custGeom>
                  <a:rect b="b" l="l" r="r" t="t"/>
                  <a:pathLst>
                    <a:path extrusionOk="0" h="336" w="237">
                      <a:moveTo>
                        <a:pt x="206" y="0"/>
                      </a:moveTo>
                      <a:cubicBezTo>
                        <a:pt x="200" y="0"/>
                        <a:pt x="194" y="3"/>
                        <a:pt x="190" y="9"/>
                      </a:cubicBezTo>
                      <a:lnTo>
                        <a:pt x="193" y="9"/>
                      </a:lnTo>
                      <a:cubicBezTo>
                        <a:pt x="131" y="112"/>
                        <a:pt x="29" y="189"/>
                        <a:pt x="3" y="310"/>
                      </a:cubicBezTo>
                      <a:cubicBezTo>
                        <a:pt x="1" y="325"/>
                        <a:pt x="13" y="335"/>
                        <a:pt x="25" y="335"/>
                      </a:cubicBezTo>
                      <a:cubicBezTo>
                        <a:pt x="33" y="335"/>
                        <a:pt x="40" y="331"/>
                        <a:pt x="43" y="320"/>
                      </a:cubicBezTo>
                      <a:cubicBezTo>
                        <a:pt x="65" y="207"/>
                        <a:pt x="168" y="126"/>
                        <a:pt x="226" y="31"/>
                      </a:cubicBezTo>
                      <a:cubicBezTo>
                        <a:pt x="237" y="16"/>
                        <a:pt x="221" y="0"/>
                        <a:pt x="206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8" name="Google Shape;2628;p39"/>
                <p:cNvSpPr/>
                <p:nvPr/>
              </p:nvSpPr>
              <p:spPr>
                <a:xfrm>
                  <a:off x="6294669" y="4064546"/>
                  <a:ext cx="79288" cy="131563"/>
                </a:xfrm>
                <a:custGeom>
                  <a:rect b="b" l="l" r="r" t="t"/>
                  <a:pathLst>
                    <a:path extrusionOk="0" h="375" w="226">
                      <a:moveTo>
                        <a:pt x="200" y="0"/>
                      </a:moveTo>
                      <a:cubicBezTo>
                        <a:pt x="194" y="0"/>
                        <a:pt x="188" y="3"/>
                        <a:pt x="183" y="10"/>
                      </a:cubicBezTo>
                      <a:cubicBezTo>
                        <a:pt x="110" y="113"/>
                        <a:pt x="69" y="233"/>
                        <a:pt x="11" y="343"/>
                      </a:cubicBezTo>
                      <a:cubicBezTo>
                        <a:pt x="0" y="359"/>
                        <a:pt x="16" y="374"/>
                        <a:pt x="29" y="374"/>
                      </a:cubicBezTo>
                      <a:cubicBezTo>
                        <a:pt x="35" y="374"/>
                        <a:pt x="41" y="372"/>
                        <a:pt x="44" y="365"/>
                      </a:cubicBezTo>
                      <a:cubicBezTo>
                        <a:pt x="106" y="252"/>
                        <a:pt x="143" y="134"/>
                        <a:pt x="216" y="28"/>
                      </a:cubicBezTo>
                      <a:cubicBezTo>
                        <a:pt x="226" y="13"/>
                        <a:pt x="214" y="0"/>
                        <a:pt x="20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9" name="Google Shape;2629;p39"/>
                <p:cNvSpPr/>
                <p:nvPr/>
              </p:nvSpPr>
              <p:spPr>
                <a:xfrm>
                  <a:off x="6380273" y="4068054"/>
                  <a:ext cx="67009" cy="133668"/>
                </a:xfrm>
                <a:custGeom>
                  <a:rect b="b" l="l" r="r" t="t"/>
                  <a:pathLst>
                    <a:path extrusionOk="0" h="381" w="191">
                      <a:moveTo>
                        <a:pt x="166" y="0"/>
                      </a:moveTo>
                      <a:cubicBezTo>
                        <a:pt x="157" y="0"/>
                        <a:pt x="148" y="4"/>
                        <a:pt x="144" y="15"/>
                      </a:cubicBezTo>
                      <a:cubicBezTo>
                        <a:pt x="100" y="128"/>
                        <a:pt x="38" y="238"/>
                        <a:pt x="5" y="355"/>
                      </a:cubicBezTo>
                      <a:cubicBezTo>
                        <a:pt x="0" y="371"/>
                        <a:pt x="13" y="381"/>
                        <a:pt x="26" y="381"/>
                      </a:cubicBezTo>
                      <a:cubicBezTo>
                        <a:pt x="34" y="381"/>
                        <a:pt x="42" y="376"/>
                        <a:pt x="45" y="366"/>
                      </a:cubicBezTo>
                      <a:cubicBezTo>
                        <a:pt x="74" y="249"/>
                        <a:pt x="140" y="139"/>
                        <a:pt x="184" y="26"/>
                      </a:cubicBezTo>
                      <a:cubicBezTo>
                        <a:pt x="191" y="10"/>
                        <a:pt x="179" y="0"/>
                        <a:pt x="166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0" name="Google Shape;2630;p39"/>
                <p:cNvSpPr/>
                <p:nvPr/>
              </p:nvSpPr>
              <p:spPr>
                <a:xfrm>
                  <a:off x="6473946" y="4071563"/>
                  <a:ext cx="67360" cy="117179"/>
                </a:xfrm>
                <a:custGeom>
                  <a:rect b="b" l="l" r="r" t="t"/>
                  <a:pathLst>
                    <a:path extrusionOk="0" h="334" w="192">
                      <a:moveTo>
                        <a:pt x="166" y="0"/>
                      </a:moveTo>
                      <a:cubicBezTo>
                        <a:pt x="159" y="0"/>
                        <a:pt x="153" y="4"/>
                        <a:pt x="148" y="12"/>
                      </a:cubicBezTo>
                      <a:cubicBezTo>
                        <a:pt x="89" y="104"/>
                        <a:pt x="38" y="202"/>
                        <a:pt x="5" y="305"/>
                      </a:cubicBezTo>
                      <a:cubicBezTo>
                        <a:pt x="1" y="322"/>
                        <a:pt x="13" y="333"/>
                        <a:pt x="25" y="333"/>
                      </a:cubicBezTo>
                      <a:cubicBezTo>
                        <a:pt x="34" y="333"/>
                        <a:pt x="42" y="328"/>
                        <a:pt x="45" y="316"/>
                      </a:cubicBezTo>
                      <a:cubicBezTo>
                        <a:pt x="78" y="217"/>
                        <a:pt x="126" y="122"/>
                        <a:pt x="184" y="30"/>
                      </a:cubicBezTo>
                      <a:cubicBezTo>
                        <a:pt x="192" y="15"/>
                        <a:pt x="179" y="0"/>
                        <a:pt x="166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1" name="Google Shape;2631;p39"/>
                <p:cNvSpPr/>
                <p:nvPr/>
              </p:nvSpPr>
              <p:spPr>
                <a:xfrm>
                  <a:off x="6557796" y="4074369"/>
                  <a:ext cx="55432" cy="117179"/>
                </a:xfrm>
                <a:custGeom>
                  <a:rect b="b" l="l" r="r" t="t"/>
                  <a:pathLst>
                    <a:path extrusionOk="0" h="334" w="158">
                      <a:moveTo>
                        <a:pt x="140" y="0"/>
                      </a:moveTo>
                      <a:cubicBezTo>
                        <a:pt x="129" y="0"/>
                        <a:pt x="118" y="4"/>
                        <a:pt x="114" y="15"/>
                      </a:cubicBezTo>
                      <a:cubicBezTo>
                        <a:pt x="99" y="121"/>
                        <a:pt x="41" y="213"/>
                        <a:pt x="4" y="308"/>
                      </a:cubicBezTo>
                      <a:cubicBezTo>
                        <a:pt x="0" y="319"/>
                        <a:pt x="8" y="330"/>
                        <a:pt x="19" y="333"/>
                      </a:cubicBezTo>
                      <a:cubicBezTo>
                        <a:pt x="30" y="333"/>
                        <a:pt x="41" y="330"/>
                        <a:pt x="44" y="319"/>
                      </a:cubicBezTo>
                      <a:cubicBezTo>
                        <a:pt x="81" y="220"/>
                        <a:pt x="140" y="132"/>
                        <a:pt x="154" y="26"/>
                      </a:cubicBezTo>
                      <a:cubicBezTo>
                        <a:pt x="158" y="15"/>
                        <a:pt x="151" y="4"/>
                        <a:pt x="14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2" name="Google Shape;2632;p39"/>
                <p:cNvSpPr/>
                <p:nvPr/>
              </p:nvSpPr>
              <p:spPr>
                <a:xfrm>
                  <a:off x="6633225" y="4068756"/>
                  <a:ext cx="55432" cy="129107"/>
                </a:xfrm>
                <a:custGeom>
                  <a:rect b="b" l="l" r="r" t="t"/>
                  <a:pathLst>
                    <a:path extrusionOk="0" h="368" w="158">
                      <a:moveTo>
                        <a:pt x="134" y="1"/>
                      </a:moveTo>
                      <a:cubicBezTo>
                        <a:pt x="127" y="1"/>
                        <a:pt x="119" y="4"/>
                        <a:pt x="115" y="13"/>
                      </a:cubicBezTo>
                      <a:cubicBezTo>
                        <a:pt x="86" y="126"/>
                        <a:pt x="34" y="229"/>
                        <a:pt x="5" y="342"/>
                      </a:cubicBezTo>
                      <a:cubicBezTo>
                        <a:pt x="1" y="358"/>
                        <a:pt x="14" y="368"/>
                        <a:pt x="26" y="368"/>
                      </a:cubicBezTo>
                      <a:cubicBezTo>
                        <a:pt x="34" y="368"/>
                        <a:pt x="42" y="363"/>
                        <a:pt x="45" y="353"/>
                      </a:cubicBezTo>
                      <a:cubicBezTo>
                        <a:pt x="75" y="240"/>
                        <a:pt x="126" y="137"/>
                        <a:pt x="155" y="24"/>
                      </a:cubicBezTo>
                      <a:cubicBezTo>
                        <a:pt x="157" y="10"/>
                        <a:pt x="146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3" name="Google Shape;2633;p39"/>
                <p:cNvSpPr/>
                <p:nvPr/>
              </p:nvSpPr>
              <p:spPr>
                <a:xfrm>
                  <a:off x="6741283" y="4061388"/>
                  <a:ext cx="40346" cy="134369"/>
                </a:xfrm>
                <a:custGeom>
                  <a:rect b="b" l="l" r="r" t="t"/>
                  <a:pathLst>
                    <a:path extrusionOk="0" h="383" w="115">
                      <a:moveTo>
                        <a:pt x="89" y="1"/>
                      </a:moveTo>
                      <a:cubicBezTo>
                        <a:pt x="78" y="1"/>
                        <a:pt x="67" y="8"/>
                        <a:pt x="67" y="23"/>
                      </a:cubicBezTo>
                      <a:cubicBezTo>
                        <a:pt x="74" y="140"/>
                        <a:pt x="1" y="246"/>
                        <a:pt x="1" y="363"/>
                      </a:cubicBezTo>
                      <a:cubicBezTo>
                        <a:pt x="1" y="376"/>
                        <a:pt x="11" y="382"/>
                        <a:pt x="21" y="382"/>
                      </a:cubicBezTo>
                      <a:cubicBezTo>
                        <a:pt x="31" y="382"/>
                        <a:pt x="41" y="376"/>
                        <a:pt x="41" y="363"/>
                      </a:cubicBezTo>
                      <a:cubicBezTo>
                        <a:pt x="41" y="246"/>
                        <a:pt x="114" y="140"/>
                        <a:pt x="111" y="23"/>
                      </a:cubicBezTo>
                      <a:cubicBezTo>
                        <a:pt x="111" y="8"/>
                        <a:pt x="100" y="1"/>
                        <a:pt x="89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4" name="Google Shape;2634;p39"/>
                <p:cNvSpPr/>
                <p:nvPr/>
              </p:nvSpPr>
              <p:spPr>
                <a:xfrm>
                  <a:off x="6820922" y="4067703"/>
                  <a:ext cx="49468" cy="134019"/>
                </a:xfrm>
                <a:custGeom>
                  <a:rect b="b" l="l" r="r" t="t"/>
                  <a:pathLst>
                    <a:path extrusionOk="0" h="382" w="141">
                      <a:moveTo>
                        <a:pt x="112" y="0"/>
                      </a:moveTo>
                      <a:cubicBezTo>
                        <a:pt x="106" y="0"/>
                        <a:pt x="100" y="4"/>
                        <a:pt x="96" y="12"/>
                      </a:cubicBezTo>
                      <a:cubicBezTo>
                        <a:pt x="45" y="122"/>
                        <a:pt x="52" y="246"/>
                        <a:pt x="5" y="356"/>
                      </a:cubicBezTo>
                      <a:cubicBezTo>
                        <a:pt x="0" y="372"/>
                        <a:pt x="12" y="382"/>
                        <a:pt x="24" y="382"/>
                      </a:cubicBezTo>
                      <a:cubicBezTo>
                        <a:pt x="32" y="382"/>
                        <a:pt x="41" y="377"/>
                        <a:pt x="45" y="367"/>
                      </a:cubicBezTo>
                      <a:cubicBezTo>
                        <a:pt x="89" y="261"/>
                        <a:pt x="85" y="140"/>
                        <a:pt x="133" y="30"/>
                      </a:cubicBezTo>
                      <a:cubicBezTo>
                        <a:pt x="140" y="15"/>
                        <a:pt x="126" y="0"/>
                        <a:pt x="112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5" name="Google Shape;2635;p39"/>
                <p:cNvSpPr/>
                <p:nvPr/>
              </p:nvSpPr>
              <p:spPr>
                <a:xfrm>
                  <a:off x="6892843" y="4066651"/>
                  <a:ext cx="47012" cy="126651"/>
                </a:xfrm>
                <a:custGeom>
                  <a:rect b="b" l="l" r="r" t="t"/>
                  <a:pathLst>
                    <a:path extrusionOk="0" h="361" w="134">
                      <a:moveTo>
                        <a:pt x="108" y="0"/>
                      </a:moveTo>
                      <a:cubicBezTo>
                        <a:pt x="100" y="0"/>
                        <a:pt x="92" y="5"/>
                        <a:pt x="89" y="15"/>
                      </a:cubicBezTo>
                      <a:lnTo>
                        <a:pt x="93" y="15"/>
                      </a:lnTo>
                      <a:cubicBezTo>
                        <a:pt x="45" y="118"/>
                        <a:pt x="16" y="227"/>
                        <a:pt x="1" y="341"/>
                      </a:cubicBezTo>
                      <a:cubicBezTo>
                        <a:pt x="1" y="354"/>
                        <a:pt x="10" y="360"/>
                        <a:pt x="20" y="360"/>
                      </a:cubicBezTo>
                      <a:cubicBezTo>
                        <a:pt x="29" y="360"/>
                        <a:pt x="39" y="354"/>
                        <a:pt x="41" y="341"/>
                      </a:cubicBezTo>
                      <a:cubicBezTo>
                        <a:pt x="56" y="231"/>
                        <a:pt x="85" y="125"/>
                        <a:pt x="129" y="26"/>
                      </a:cubicBezTo>
                      <a:cubicBezTo>
                        <a:pt x="134" y="11"/>
                        <a:pt x="121" y="0"/>
                        <a:pt x="108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6" name="Google Shape;2636;p39"/>
                <p:cNvSpPr/>
                <p:nvPr/>
              </p:nvSpPr>
              <p:spPr>
                <a:xfrm>
                  <a:off x="6973886" y="4070510"/>
                  <a:ext cx="31575" cy="117880"/>
                </a:xfrm>
                <a:custGeom>
                  <a:rect b="b" l="l" r="r" t="t"/>
                  <a:pathLst>
                    <a:path extrusionOk="0" h="336" w="90">
                      <a:moveTo>
                        <a:pt x="64" y="0"/>
                      </a:moveTo>
                      <a:cubicBezTo>
                        <a:pt x="56" y="0"/>
                        <a:pt x="47" y="5"/>
                        <a:pt x="45" y="15"/>
                      </a:cubicBezTo>
                      <a:cubicBezTo>
                        <a:pt x="23" y="114"/>
                        <a:pt x="8" y="213"/>
                        <a:pt x="1" y="315"/>
                      </a:cubicBezTo>
                      <a:cubicBezTo>
                        <a:pt x="1" y="329"/>
                        <a:pt x="9" y="336"/>
                        <a:pt x="18" y="336"/>
                      </a:cubicBezTo>
                      <a:cubicBezTo>
                        <a:pt x="28" y="336"/>
                        <a:pt x="39" y="328"/>
                        <a:pt x="41" y="315"/>
                      </a:cubicBezTo>
                      <a:cubicBezTo>
                        <a:pt x="48" y="216"/>
                        <a:pt x="63" y="121"/>
                        <a:pt x="85" y="26"/>
                      </a:cubicBezTo>
                      <a:cubicBezTo>
                        <a:pt x="89" y="11"/>
                        <a:pt x="76" y="0"/>
                        <a:pt x="64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7" name="Google Shape;2637;p39"/>
                <p:cNvSpPr/>
                <p:nvPr/>
              </p:nvSpPr>
              <p:spPr>
                <a:xfrm>
                  <a:off x="7030371" y="4072966"/>
                  <a:ext cx="40346" cy="112267"/>
                </a:xfrm>
                <a:custGeom>
                  <a:rect b="b" l="l" r="r" t="t"/>
                  <a:pathLst>
                    <a:path extrusionOk="0" h="320" w="115">
                      <a:moveTo>
                        <a:pt x="90" y="1"/>
                      </a:moveTo>
                      <a:cubicBezTo>
                        <a:pt x="81" y="1"/>
                        <a:pt x="73" y="5"/>
                        <a:pt x="70" y="15"/>
                      </a:cubicBezTo>
                      <a:cubicBezTo>
                        <a:pt x="41" y="103"/>
                        <a:pt x="19" y="198"/>
                        <a:pt x="4" y="294"/>
                      </a:cubicBezTo>
                      <a:cubicBezTo>
                        <a:pt x="1" y="305"/>
                        <a:pt x="8" y="316"/>
                        <a:pt x="19" y="319"/>
                      </a:cubicBezTo>
                      <a:cubicBezTo>
                        <a:pt x="30" y="319"/>
                        <a:pt x="41" y="316"/>
                        <a:pt x="45" y="305"/>
                      </a:cubicBezTo>
                      <a:cubicBezTo>
                        <a:pt x="59" y="209"/>
                        <a:pt x="81" y="114"/>
                        <a:pt x="111" y="26"/>
                      </a:cubicBezTo>
                      <a:cubicBezTo>
                        <a:pt x="115" y="11"/>
                        <a:pt x="102" y="1"/>
                        <a:pt x="90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8" name="Google Shape;2638;p39"/>
                <p:cNvSpPr/>
                <p:nvPr/>
              </p:nvSpPr>
              <p:spPr>
                <a:xfrm>
                  <a:off x="7098433" y="4077527"/>
                  <a:ext cx="52625" cy="118231"/>
                </a:xfrm>
                <a:custGeom>
                  <a:rect b="b" l="l" r="r" t="t"/>
                  <a:pathLst>
                    <a:path extrusionOk="0" h="337" w="150">
                      <a:moveTo>
                        <a:pt x="120" y="0"/>
                      </a:moveTo>
                      <a:cubicBezTo>
                        <a:pt x="114" y="0"/>
                        <a:pt x="108" y="3"/>
                        <a:pt x="103" y="10"/>
                      </a:cubicBezTo>
                      <a:cubicBezTo>
                        <a:pt x="37" y="94"/>
                        <a:pt x="19" y="207"/>
                        <a:pt x="4" y="310"/>
                      </a:cubicBezTo>
                      <a:cubicBezTo>
                        <a:pt x="1" y="321"/>
                        <a:pt x="8" y="332"/>
                        <a:pt x="19" y="335"/>
                      </a:cubicBezTo>
                      <a:cubicBezTo>
                        <a:pt x="20" y="336"/>
                        <a:pt x="22" y="336"/>
                        <a:pt x="24" y="336"/>
                      </a:cubicBezTo>
                      <a:cubicBezTo>
                        <a:pt x="31" y="336"/>
                        <a:pt x="41" y="330"/>
                        <a:pt x="41" y="321"/>
                      </a:cubicBezTo>
                      <a:cubicBezTo>
                        <a:pt x="59" y="222"/>
                        <a:pt x="78" y="112"/>
                        <a:pt x="136" y="28"/>
                      </a:cubicBezTo>
                      <a:cubicBezTo>
                        <a:pt x="149" y="15"/>
                        <a:pt x="135" y="0"/>
                        <a:pt x="12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9" name="Google Shape;2639;p39"/>
                <p:cNvSpPr/>
                <p:nvPr/>
              </p:nvSpPr>
              <p:spPr>
                <a:xfrm>
                  <a:off x="7186142" y="4066651"/>
                  <a:ext cx="48415" cy="130510"/>
                </a:xfrm>
                <a:custGeom>
                  <a:rect b="b" l="l" r="r" t="t"/>
                  <a:pathLst>
                    <a:path extrusionOk="0" h="372" w="138">
                      <a:moveTo>
                        <a:pt x="113" y="0"/>
                      </a:moveTo>
                      <a:cubicBezTo>
                        <a:pt x="105" y="0"/>
                        <a:pt x="98" y="5"/>
                        <a:pt x="95" y="15"/>
                      </a:cubicBezTo>
                      <a:cubicBezTo>
                        <a:pt x="73" y="125"/>
                        <a:pt x="44" y="238"/>
                        <a:pt x="7" y="348"/>
                      </a:cubicBezTo>
                      <a:cubicBezTo>
                        <a:pt x="0" y="362"/>
                        <a:pt x="13" y="371"/>
                        <a:pt x="26" y="371"/>
                      </a:cubicBezTo>
                      <a:cubicBezTo>
                        <a:pt x="33" y="371"/>
                        <a:pt x="41" y="368"/>
                        <a:pt x="44" y="359"/>
                      </a:cubicBezTo>
                      <a:cubicBezTo>
                        <a:pt x="84" y="249"/>
                        <a:pt x="113" y="136"/>
                        <a:pt x="135" y="26"/>
                      </a:cubicBezTo>
                      <a:cubicBezTo>
                        <a:pt x="137" y="11"/>
                        <a:pt x="125" y="0"/>
                        <a:pt x="113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0" name="Google Shape;2640;p39"/>
                <p:cNvSpPr/>
                <p:nvPr/>
              </p:nvSpPr>
              <p:spPr>
                <a:xfrm>
                  <a:off x="7275605" y="4071212"/>
                  <a:ext cx="28768" cy="117880"/>
                </a:xfrm>
                <a:custGeom>
                  <a:rect b="b" l="l" r="r" t="t"/>
                  <a:pathLst>
                    <a:path extrusionOk="0" h="336" w="82">
                      <a:moveTo>
                        <a:pt x="60" y="0"/>
                      </a:moveTo>
                      <a:cubicBezTo>
                        <a:pt x="50" y="0"/>
                        <a:pt x="41" y="6"/>
                        <a:pt x="41" y="17"/>
                      </a:cubicBezTo>
                      <a:cubicBezTo>
                        <a:pt x="38" y="115"/>
                        <a:pt x="27" y="214"/>
                        <a:pt x="5" y="310"/>
                      </a:cubicBezTo>
                      <a:cubicBezTo>
                        <a:pt x="0" y="325"/>
                        <a:pt x="13" y="335"/>
                        <a:pt x="25" y="335"/>
                      </a:cubicBezTo>
                      <a:cubicBezTo>
                        <a:pt x="33" y="335"/>
                        <a:pt x="40" y="331"/>
                        <a:pt x="41" y="321"/>
                      </a:cubicBezTo>
                      <a:cubicBezTo>
                        <a:pt x="67" y="222"/>
                        <a:pt x="78" y="119"/>
                        <a:pt x="82" y="17"/>
                      </a:cubicBezTo>
                      <a:cubicBezTo>
                        <a:pt x="80" y="6"/>
                        <a:pt x="70" y="0"/>
                        <a:pt x="6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1" name="Google Shape;2641;p39"/>
                <p:cNvSpPr/>
                <p:nvPr/>
              </p:nvSpPr>
              <p:spPr>
                <a:xfrm>
                  <a:off x="7345070" y="4075422"/>
                  <a:ext cx="40346" cy="118582"/>
                </a:xfrm>
                <a:custGeom>
                  <a:rect b="b" l="l" r="r" t="t"/>
                  <a:pathLst>
                    <a:path extrusionOk="0" h="338" w="115">
                      <a:moveTo>
                        <a:pt x="85" y="0"/>
                      </a:moveTo>
                      <a:cubicBezTo>
                        <a:pt x="75" y="0"/>
                        <a:pt x="65" y="6"/>
                        <a:pt x="67" y="19"/>
                      </a:cubicBezTo>
                      <a:cubicBezTo>
                        <a:pt x="74" y="118"/>
                        <a:pt x="56" y="217"/>
                        <a:pt x="8" y="305"/>
                      </a:cubicBezTo>
                      <a:cubicBezTo>
                        <a:pt x="0" y="320"/>
                        <a:pt x="16" y="338"/>
                        <a:pt x="30" y="338"/>
                      </a:cubicBezTo>
                      <a:cubicBezTo>
                        <a:pt x="36" y="338"/>
                        <a:pt x="41" y="334"/>
                        <a:pt x="45" y="327"/>
                      </a:cubicBezTo>
                      <a:cubicBezTo>
                        <a:pt x="92" y="232"/>
                        <a:pt x="114" y="125"/>
                        <a:pt x="107" y="19"/>
                      </a:cubicBezTo>
                      <a:cubicBezTo>
                        <a:pt x="107" y="6"/>
                        <a:pt x="96" y="0"/>
                        <a:pt x="85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2" name="Google Shape;2642;p39"/>
                <p:cNvSpPr/>
                <p:nvPr/>
              </p:nvSpPr>
              <p:spPr>
                <a:xfrm>
                  <a:off x="7411729" y="4075422"/>
                  <a:ext cx="34031" cy="117529"/>
                </a:xfrm>
                <a:custGeom>
                  <a:rect b="b" l="l" r="r" t="t"/>
                  <a:pathLst>
                    <a:path extrusionOk="0" h="335" w="97">
                      <a:moveTo>
                        <a:pt x="76" y="0"/>
                      </a:moveTo>
                      <a:cubicBezTo>
                        <a:pt x="66" y="0"/>
                        <a:pt x="56" y="6"/>
                        <a:pt x="56" y="19"/>
                      </a:cubicBezTo>
                      <a:cubicBezTo>
                        <a:pt x="45" y="118"/>
                        <a:pt x="27" y="213"/>
                        <a:pt x="5" y="309"/>
                      </a:cubicBezTo>
                      <a:cubicBezTo>
                        <a:pt x="0" y="324"/>
                        <a:pt x="13" y="334"/>
                        <a:pt x="25" y="334"/>
                      </a:cubicBezTo>
                      <a:cubicBezTo>
                        <a:pt x="33" y="334"/>
                        <a:pt x="40" y="330"/>
                        <a:pt x="41" y="319"/>
                      </a:cubicBezTo>
                      <a:cubicBezTo>
                        <a:pt x="67" y="221"/>
                        <a:pt x="85" y="122"/>
                        <a:pt x="96" y="19"/>
                      </a:cubicBezTo>
                      <a:cubicBezTo>
                        <a:pt x="96" y="6"/>
                        <a:pt x="86" y="0"/>
                        <a:pt x="76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3" name="Google Shape;2643;p39"/>
                <p:cNvSpPr/>
                <p:nvPr/>
              </p:nvSpPr>
              <p:spPr>
                <a:xfrm>
                  <a:off x="5738244" y="3545310"/>
                  <a:ext cx="104198" cy="96830"/>
                </a:xfrm>
                <a:custGeom>
                  <a:rect b="b" l="l" r="r" t="t"/>
                  <a:pathLst>
                    <a:path extrusionOk="0" h="276" w="297">
                      <a:moveTo>
                        <a:pt x="265" y="0"/>
                      </a:moveTo>
                      <a:cubicBezTo>
                        <a:pt x="261" y="0"/>
                        <a:pt x="256" y="2"/>
                        <a:pt x="253" y="7"/>
                      </a:cubicBezTo>
                      <a:cubicBezTo>
                        <a:pt x="169" y="77"/>
                        <a:pt x="96" y="161"/>
                        <a:pt x="15" y="242"/>
                      </a:cubicBezTo>
                      <a:cubicBezTo>
                        <a:pt x="1" y="256"/>
                        <a:pt x="16" y="275"/>
                        <a:pt x="32" y="275"/>
                      </a:cubicBezTo>
                      <a:cubicBezTo>
                        <a:pt x="36" y="275"/>
                        <a:pt x="41" y="274"/>
                        <a:pt x="44" y="271"/>
                      </a:cubicBezTo>
                      <a:cubicBezTo>
                        <a:pt x="125" y="190"/>
                        <a:pt x="198" y="106"/>
                        <a:pt x="282" y="33"/>
                      </a:cubicBezTo>
                      <a:cubicBezTo>
                        <a:pt x="297" y="24"/>
                        <a:pt x="280" y="0"/>
                        <a:pt x="265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4" name="Google Shape;2644;p39"/>
                <p:cNvSpPr/>
                <p:nvPr/>
              </p:nvSpPr>
              <p:spPr>
                <a:xfrm>
                  <a:off x="5774380" y="3610214"/>
                  <a:ext cx="108057" cy="94725"/>
                </a:xfrm>
                <a:custGeom>
                  <a:rect b="b" l="l" r="r" t="t"/>
                  <a:pathLst>
                    <a:path extrusionOk="0" h="270" w="308">
                      <a:moveTo>
                        <a:pt x="282" y="0"/>
                      </a:moveTo>
                      <a:cubicBezTo>
                        <a:pt x="279" y="0"/>
                        <a:pt x="277" y="1"/>
                        <a:pt x="275" y="2"/>
                      </a:cubicBezTo>
                      <a:cubicBezTo>
                        <a:pt x="179" y="71"/>
                        <a:pt x="106" y="163"/>
                        <a:pt x="18" y="236"/>
                      </a:cubicBezTo>
                      <a:cubicBezTo>
                        <a:pt x="1" y="248"/>
                        <a:pt x="16" y="269"/>
                        <a:pt x="33" y="269"/>
                      </a:cubicBezTo>
                      <a:cubicBezTo>
                        <a:pt x="37" y="269"/>
                        <a:pt x="40" y="268"/>
                        <a:pt x="44" y="265"/>
                      </a:cubicBezTo>
                      <a:cubicBezTo>
                        <a:pt x="132" y="192"/>
                        <a:pt x="201" y="104"/>
                        <a:pt x="293" y="38"/>
                      </a:cubicBezTo>
                      <a:cubicBezTo>
                        <a:pt x="304" y="31"/>
                        <a:pt x="308" y="20"/>
                        <a:pt x="300" y="9"/>
                      </a:cubicBezTo>
                      <a:cubicBezTo>
                        <a:pt x="298" y="4"/>
                        <a:pt x="289" y="0"/>
                        <a:pt x="282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5" name="Google Shape;2645;p39"/>
                <p:cNvSpPr/>
                <p:nvPr/>
              </p:nvSpPr>
              <p:spPr>
                <a:xfrm>
                  <a:off x="5822796" y="3660033"/>
                  <a:ext cx="97883" cy="99988"/>
                </a:xfrm>
                <a:custGeom>
                  <a:rect b="b" l="l" r="r" t="t"/>
                  <a:pathLst>
                    <a:path extrusionOk="0" h="285" w="279">
                      <a:moveTo>
                        <a:pt x="249" y="1"/>
                      </a:moveTo>
                      <a:cubicBezTo>
                        <a:pt x="242" y="1"/>
                        <a:pt x="236" y="3"/>
                        <a:pt x="232" y="10"/>
                      </a:cubicBezTo>
                      <a:cubicBezTo>
                        <a:pt x="170" y="101"/>
                        <a:pt x="63" y="156"/>
                        <a:pt x="9" y="251"/>
                      </a:cubicBezTo>
                      <a:cubicBezTo>
                        <a:pt x="1" y="267"/>
                        <a:pt x="15" y="284"/>
                        <a:pt x="29" y="284"/>
                      </a:cubicBezTo>
                      <a:cubicBezTo>
                        <a:pt x="35" y="284"/>
                        <a:pt x="41" y="281"/>
                        <a:pt x="45" y="273"/>
                      </a:cubicBezTo>
                      <a:cubicBezTo>
                        <a:pt x="100" y="175"/>
                        <a:pt x="206" y="123"/>
                        <a:pt x="268" y="32"/>
                      </a:cubicBezTo>
                      <a:cubicBezTo>
                        <a:pt x="279" y="16"/>
                        <a:pt x="264" y="1"/>
                        <a:pt x="249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6" name="Google Shape;2646;p39"/>
                <p:cNvSpPr/>
                <p:nvPr/>
              </p:nvSpPr>
              <p:spPr>
                <a:xfrm>
                  <a:off x="5852967" y="3729147"/>
                  <a:ext cx="104198" cy="93322"/>
                </a:xfrm>
                <a:custGeom>
                  <a:rect b="b" l="l" r="r" t="t"/>
                  <a:pathLst>
                    <a:path extrusionOk="0" h="266" w="297">
                      <a:moveTo>
                        <a:pt x="267" y="1"/>
                      </a:moveTo>
                      <a:cubicBezTo>
                        <a:pt x="263" y="1"/>
                        <a:pt x="259" y="3"/>
                        <a:pt x="256" y="7"/>
                      </a:cubicBezTo>
                      <a:cubicBezTo>
                        <a:pt x="179" y="87"/>
                        <a:pt x="98" y="161"/>
                        <a:pt x="18" y="230"/>
                      </a:cubicBezTo>
                      <a:cubicBezTo>
                        <a:pt x="1" y="244"/>
                        <a:pt x="15" y="265"/>
                        <a:pt x="30" y="265"/>
                      </a:cubicBezTo>
                      <a:cubicBezTo>
                        <a:pt x="35" y="265"/>
                        <a:pt x="39" y="263"/>
                        <a:pt x="43" y="259"/>
                      </a:cubicBezTo>
                      <a:cubicBezTo>
                        <a:pt x="128" y="190"/>
                        <a:pt x="208" y="117"/>
                        <a:pt x="285" y="36"/>
                      </a:cubicBezTo>
                      <a:cubicBezTo>
                        <a:pt x="296" y="22"/>
                        <a:pt x="281" y="1"/>
                        <a:pt x="267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7" name="Google Shape;2647;p39"/>
                <p:cNvSpPr/>
                <p:nvPr/>
              </p:nvSpPr>
              <p:spPr>
                <a:xfrm>
                  <a:off x="5900330" y="3798964"/>
                  <a:ext cx="103496" cy="86305"/>
                </a:xfrm>
                <a:custGeom>
                  <a:rect b="b" l="l" r="r" t="t"/>
                  <a:pathLst>
                    <a:path extrusionOk="0" h="246" w="295">
                      <a:moveTo>
                        <a:pt x="263" y="1"/>
                      </a:moveTo>
                      <a:cubicBezTo>
                        <a:pt x="261" y="1"/>
                        <a:pt x="259" y="1"/>
                        <a:pt x="256" y="2"/>
                      </a:cubicBezTo>
                      <a:cubicBezTo>
                        <a:pt x="168" y="60"/>
                        <a:pt x="84" y="130"/>
                        <a:pt x="15" y="211"/>
                      </a:cubicBezTo>
                      <a:cubicBezTo>
                        <a:pt x="0" y="225"/>
                        <a:pt x="15" y="246"/>
                        <a:pt x="31" y="246"/>
                      </a:cubicBezTo>
                      <a:cubicBezTo>
                        <a:pt x="35" y="246"/>
                        <a:pt x="40" y="244"/>
                        <a:pt x="44" y="240"/>
                      </a:cubicBezTo>
                      <a:cubicBezTo>
                        <a:pt x="113" y="163"/>
                        <a:pt x="190" y="93"/>
                        <a:pt x="278" y="38"/>
                      </a:cubicBezTo>
                      <a:cubicBezTo>
                        <a:pt x="294" y="25"/>
                        <a:pt x="282" y="1"/>
                        <a:pt x="263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8" name="Google Shape;2648;p39"/>
                <p:cNvSpPr/>
                <p:nvPr/>
              </p:nvSpPr>
              <p:spPr>
                <a:xfrm>
                  <a:off x="5941378" y="3860009"/>
                  <a:ext cx="97532" cy="88059"/>
                </a:xfrm>
                <a:custGeom>
                  <a:rect b="b" l="l" r="r" t="t"/>
                  <a:pathLst>
                    <a:path extrusionOk="0" h="251" w="278">
                      <a:moveTo>
                        <a:pt x="249" y="1"/>
                      </a:moveTo>
                      <a:cubicBezTo>
                        <a:pt x="244" y="1"/>
                        <a:pt x="239" y="3"/>
                        <a:pt x="234" y="7"/>
                      </a:cubicBezTo>
                      <a:cubicBezTo>
                        <a:pt x="157" y="80"/>
                        <a:pt x="70" y="135"/>
                        <a:pt x="7" y="220"/>
                      </a:cubicBezTo>
                      <a:cubicBezTo>
                        <a:pt x="0" y="231"/>
                        <a:pt x="4" y="242"/>
                        <a:pt x="15" y="249"/>
                      </a:cubicBezTo>
                      <a:cubicBezTo>
                        <a:pt x="17" y="250"/>
                        <a:pt x="19" y="250"/>
                        <a:pt x="22" y="250"/>
                      </a:cubicBezTo>
                      <a:cubicBezTo>
                        <a:pt x="29" y="250"/>
                        <a:pt x="38" y="247"/>
                        <a:pt x="40" y="242"/>
                      </a:cubicBezTo>
                      <a:cubicBezTo>
                        <a:pt x="103" y="161"/>
                        <a:pt x="190" y="102"/>
                        <a:pt x="264" y="33"/>
                      </a:cubicBezTo>
                      <a:cubicBezTo>
                        <a:pt x="277" y="19"/>
                        <a:pt x="264" y="1"/>
                        <a:pt x="249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9" name="Google Shape;2649;p39"/>
                <p:cNvSpPr/>
                <p:nvPr/>
              </p:nvSpPr>
              <p:spPr>
                <a:xfrm>
                  <a:off x="5970848" y="3920002"/>
                  <a:ext cx="109460" cy="90515"/>
                </a:xfrm>
                <a:custGeom>
                  <a:rect b="b" l="l" r="r" t="t"/>
                  <a:pathLst>
                    <a:path extrusionOk="0" h="258" w="312">
                      <a:moveTo>
                        <a:pt x="282" y="1"/>
                      </a:moveTo>
                      <a:cubicBezTo>
                        <a:pt x="279" y="1"/>
                        <a:pt x="275" y="2"/>
                        <a:pt x="271" y="5"/>
                      </a:cubicBezTo>
                      <a:cubicBezTo>
                        <a:pt x="180" y="71"/>
                        <a:pt x="95" y="144"/>
                        <a:pt x="15" y="224"/>
                      </a:cubicBezTo>
                      <a:cubicBezTo>
                        <a:pt x="0" y="239"/>
                        <a:pt x="16" y="258"/>
                        <a:pt x="32" y="258"/>
                      </a:cubicBezTo>
                      <a:cubicBezTo>
                        <a:pt x="36" y="258"/>
                        <a:pt x="40" y="257"/>
                        <a:pt x="44" y="254"/>
                      </a:cubicBezTo>
                      <a:cubicBezTo>
                        <a:pt x="121" y="177"/>
                        <a:pt x="205" y="103"/>
                        <a:pt x="293" y="41"/>
                      </a:cubicBezTo>
                      <a:cubicBezTo>
                        <a:pt x="311" y="26"/>
                        <a:pt x="299" y="1"/>
                        <a:pt x="282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0" name="Google Shape;2650;p39"/>
                <p:cNvSpPr/>
                <p:nvPr/>
              </p:nvSpPr>
              <p:spPr>
                <a:xfrm>
                  <a:off x="6017509" y="3996484"/>
                  <a:ext cx="104899" cy="90515"/>
                </a:xfrm>
                <a:custGeom>
                  <a:rect b="b" l="l" r="r" t="t"/>
                  <a:pathLst>
                    <a:path extrusionOk="0" h="258" w="299">
                      <a:moveTo>
                        <a:pt x="269" y="1"/>
                      </a:moveTo>
                      <a:cubicBezTo>
                        <a:pt x="264" y="1"/>
                        <a:pt x="259" y="2"/>
                        <a:pt x="255" y="6"/>
                      </a:cubicBezTo>
                      <a:cubicBezTo>
                        <a:pt x="175" y="80"/>
                        <a:pt x="91" y="149"/>
                        <a:pt x="17" y="222"/>
                      </a:cubicBezTo>
                      <a:cubicBezTo>
                        <a:pt x="0" y="237"/>
                        <a:pt x="14" y="257"/>
                        <a:pt x="31" y="257"/>
                      </a:cubicBezTo>
                      <a:cubicBezTo>
                        <a:pt x="36" y="257"/>
                        <a:pt x="42" y="256"/>
                        <a:pt x="47" y="252"/>
                      </a:cubicBezTo>
                      <a:cubicBezTo>
                        <a:pt x="120" y="175"/>
                        <a:pt x="204" y="109"/>
                        <a:pt x="285" y="36"/>
                      </a:cubicBezTo>
                      <a:cubicBezTo>
                        <a:pt x="299" y="21"/>
                        <a:pt x="284" y="1"/>
                        <a:pt x="269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651" name="Google Shape;2651;p39"/>
              <p:cNvSpPr/>
              <p:nvPr/>
            </p:nvSpPr>
            <p:spPr>
              <a:xfrm>
                <a:off x="5799991" y="2941522"/>
                <a:ext cx="2886661" cy="1130387"/>
              </a:xfrm>
              <a:custGeom>
                <a:rect b="b" l="l" r="r" t="t"/>
                <a:pathLst>
                  <a:path extrusionOk="0" h="3222" w="8228">
                    <a:moveTo>
                      <a:pt x="4599" y="0"/>
                    </a:moveTo>
                    <a:lnTo>
                      <a:pt x="8114" y="0"/>
                    </a:lnTo>
                    <a:cubicBezTo>
                      <a:pt x="8205" y="0"/>
                      <a:pt x="8227" y="22"/>
                      <a:pt x="8227" y="99"/>
                    </a:cubicBezTo>
                    <a:lnTo>
                      <a:pt x="8227" y="3127"/>
                    </a:lnTo>
                    <a:cubicBezTo>
                      <a:pt x="8227" y="3200"/>
                      <a:pt x="8201" y="3218"/>
                      <a:pt x="8110" y="3222"/>
                    </a:cubicBezTo>
                    <a:lnTo>
                      <a:pt x="8062" y="3222"/>
                    </a:lnTo>
                    <a:lnTo>
                      <a:pt x="1190" y="3222"/>
                    </a:lnTo>
                    <a:cubicBezTo>
                      <a:pt x="1091" y="3222"/>
                      <a:pt x="1036" y="3193"/>
                      <a:pt x="992" y="3119"/>
                    </a:cubicBezTo>
                    <a:cubicBezTo>
                      <a:pt x="674" y="2607"/>
                      <a:pt x="352" y="2098"/>
                      <a:pt x="30" y="1589"/>
                    </a:cubicBezTo>
                    <a:cubicBezTo>
                      <a:pt x="4" y="1560"/>
                      <a:pt x="0" y="1516"/>
                      <a:pt x="26" y="1487"/>
                    </a:cubicBezTo>
                    <a:cubicBezTo>
                      <a:pt x="385" y="1044"/>
                      <a:pt x="659" y="564"/>
                      <a:pt x="941" y="84"/>
                    </a:cubicBezTo>
                    <a:cubicBezTo>
                      <a:pt x="981" y="18"/>
                      <a:pt x="1029" y="0"/>
                      <a:pt x="1113" y="0"/>
                    </a:cubicBezTo>
                    <a:cubicBezTo>
                      <a:pt x="2274" y="4"/>
                      <a:pt x="3438" y="4"/>
                      <a:pt x="45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dk1"/>
                </a:solidFill>
                <a:prstDash val="solid"/>
                <a:miter lim="366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52" name="Google Shape;2652;p39"/>
            <p:cNvSpPr txBox="1"/>
            <p:nvPr/>
          </p:nvSpPr>
          <p:spPr>
            <a:xfrm>
              <a:off x="6678550" y="3315787"/>
              <a:ext cx="1939800" cy="6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 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3" name="Google Shape;2653;p39"/>
            <p:cNvSpPr txBox="1"/>
            <p:nvPr/>
          </p:nvSpPr>
          <p:spPr>
            <a:xfrm flipH="1">
              <a:off x="7146842" y="2978787"/>
              <a:ext cx="14715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Frustrations</a:t>
              </a:r>
              <a:endParaRPr sz="20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grpSp>
          <p:nvGrpSpPr>
            <p:cNvPr id="2654" name="Google Shape;2654;p39"/>
            <p:cNvGrpSpPr/>
            <p:nvPr/>
          </p:nvGrpSpPr>
          <p:grpSpPr>
            <a:xfrm>
              <a:off x="6048186" y="3256475"/>
              <a:ext cx="433814" cy="433792"/>
              <a:chOff x="2199630" y="3644061"/>
              <a:chExt cx="583790" cy="583760"/>
            </a:xfrm>
          </p:grpSpPr>
          <p:sp>
            <p:nvSpPr>
              <p:cNvPr id="2655" name="Google Shape;2655;p39"/>
              <p:cNvSpPr/>
              <p:nvPr/>
            </p:nvSpPr>
            <p:spPr>
              <a:xfrm>
                <a:off x="2199630" y="3644061"/>
                <a:ext cx="583790" cy="583760"/>
              </a:xfrm>
              <a:custGeom>
                <a:rect b="b" l="l" r="r" t="t"/>
                <a:pathLst>
                  <a:path extrusionOk="0" h="19325" w="19326">
                    <a:moveTo>
                      <a:pt x="9663" y="1132"/>
                    </a:moveTo>
                    <a:cubicBezTo>
                      <a:pt x="14367" y="1132"/>
                      <a:pt x="18193" y="4958"/>
                      <a:pt x="18193" y="9662"/>
                    </a:cubicBezTo>
                    <a:cubicBezTo>
                      <a:pt x="18193" y="14367"/>
                      <a:pt x="14367" y="18192"/>
                      <a:pt x="9663" y="18192"/>
                    </a:cubicBezTo>
                    <a:cubicBezTo>
                      <a:pt x="4959" y="18192"/>
                      <a:pt x="1133" y="14367"/>
                      <a:pt x="1133" y="9662"/>
                    </a:cubicBezTo>
                    <a:cubicBezTo>
                      <a:pt x="1133" y="4958"/>
                      <a:pt x="4959" y="1132"/>
                      <a:pt x="9663" y="1132"/>
                    </a:cubicBezTo>
                    <a:close/>
                    <a:moveTo>
                      <a:pt x="9663" y="0"/>
                    </a:moveTo>
                    <a:cubicBezTo>
                      <a:pt x="7094" y="0"/>
                      <a:pt x="4669" y="1009"/>
                      <a:pt x="2839" y="2838"/>
                    </a:cubicBezTo>
                    <a:cubicBezTo>
                      <a:pt x="1009" y="4668"/>
                      <a:pt x="1" y="7093"/>
                      <a:pt x="1" y="9662"/>
                    </a:cubicBezTo>
                    <a:cubicBezTo>
                      <a:pt x="1" y="12232"/>
                      <a:pt x="1009" y="14657"/>
                      <a:pt x="2839" y="16486"/>
                    </a:cubicBezTo>
                    <a:cubicBezTo>
                      <a:pt x="4669" y="18316"/>
                      <a:pt x="7094" y="19325"/>
                      <a:pt x="9663" y="19325"/>
                    </a:cubicBezTo>
                    <a:cubicBezTo>
                      <a:pt x="12233" y="19325"/>
                      <a:pt x="14657" y="18316"/>
                      <a:pt x="16487" y="16486"/>
                    </a:cubicBezTo>
                    <a:cubicBezTo>
                      <a:pt x="18317" y="14657"/>
                      <a:pt x="19325" y="12232"/>
                      <a:pt x="19325" y="9662"/>
                    </a:cubicBezTo>
                    <a:cubicBezTo>
                      <a:pt x="19325" y="7093"/>
                      <a:pt x="18317" y="4668"/>
                      <a:pt x="16487" y="2838"/>
                    </a:cubicBezTo>
                    <a:cubicBezTo>
                      <a:pt x="14657" y="1009"/>
                      <a:pt x="12233" y="0"/>
                      <a:pt x="96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656" name="Google Shape;2656;p39"/>
              <p:cNvSpPr/>
              <p:nvPr/>
            </p:nvSpPr>
            <p:spPr>
              <a:xfrm>
                <a:off x="2337654" y="3816186"/>
                <a:ext cx="106663" cy="102706"/>
              </a:xfrm>
              <a:custGeom>
                <a:rect b="b" l="l" r="r" t="t"/>
                <a:pathLst>
                  <a:path extrusionOk="0" h="3400" w="3531">
                    <a:moveTo>
                      <a:pt x="1697" y="1135"/>
                    </a:moveTo>
                    <a:cubicBezTo>
                      <a:pt x="2202" y="1135"/>
                      <a:pt x="2455" y="1742"/>
                      <a:pt x="2099" y="2101"/>
                    </a:cubicBezTo>
                    <a:cubicBezTo>
                      <a:pt x="1983" y="2216"/>
                      <a:pt x="1841" y="2268"/>
                      <a:pt x="1702" y="2268"/>
                    </a:cubicBezTo>
                    <a:cubicBezTo>
                      <a:pt x="1411" y="2268"/>
                      <a:pt x="1133" y="2041"/>
                      <a:pt x="1133" y="1700"/>
                    </a:cubicBezTo>
                    <a:cubicBezTo>
                      <a:pt x="1133" y="1386"/>
                      <a:pt x="1383" y="1135"/>
                      <a:pt x="1697" y="1135"/>
                    </a:cubicBezTo>
                    <a:close/>
                    <a:moveTo>
                      <a:pt x="1697" y="0"/>
                    </a:moveTo>
                    <a:cubicBezTo>
                      <a:pt x="1479" y="0"/>
                      <a:pt x="1258" y="43"/>
                      <a:pt x="1048" y="130"/>
                    </a:cubicBezTo>
                    <a:cubicBezTo>
                      <a:pt x="414" y="392"/>
                      <a:pt x="0" y="1011"/>
                      <a:pt x="0" y="1700"/>
                    </a:cubicBezTo>
                    <a:cubicBezTo>
                      <a:pt x="0" y="2639"/>
                      <a:pt x="758" y="3397"/>
                      <a:pt x="1697" y="3400"/>
                    </a:cubicBezTo>
                    <a:cubicBezTo>
                      <a:pt x="2386" y="3400"/>
                      <a:pt x="3005" y="2983"/>
                      <a:pt x="3267" y="2349"/>
                    </a:cubicBezTo>
                    <a:cubicBezTo>
                      <a:pt x="3530" y="1715"/>
                      <a:pt x="3385" y="984"/>
                      <a:pt x="2899" y="498"/>
                    </a:cubicBezTo>
                    <a:cubicBezTo>
                      <a:pt x="2574" y="173"/>
                      <a:pt x="2139" y="0"/>
                      <a:pt x="16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657" name="Google Shape;2657;p39"/>
              <p:cNvSpPr/>
              <p:nvPr/>
            </p:nvSpPr>
            <p:spPr>
              <a:xfrm>
                <a:off x="2538782" y="3816247"/>
                <a:ext cx="106723" cy="102645"/>
              </a:xfrm>
              <a:custGeom>
                <a:rect b="b" l="l" r="r" t="t"/>
                <a:pathLst>
                  <a:path extrusionOk="0" h="3398" w="3533">
                    <a:moveTo>
                      <a:pt x="1829" y="1130"/>
                    </a:moveTo>
                    <a:cubicBezTo>
                      <a:pt x="2121" y="1130"/>
                      <a:pt x="2401" y="1356"/>
                      <a:pt x="2401" y="1698"/>
                    </a:cubicBezTo>
                    <a:cubicBezTo>
                      <a:pt x="2401" y="2012"/>
                      <a:pt x="2147" y="2265"/>
                      <a:pt x="1833" y="2265"/>
                    </a:cubicBezTo>
                    <a:cubicBezTo>
                      <a:pt x="1329" y="2265"/>
                      <a:pt x="1075" y="1656"/>
                      <a:pt x="1431" y="1296"/>
                    </a:cubicBezTo>
                    <a:cubicBezTo>
                      <a:pt x="1547" y="1181"/>
                      <a:pt x="1690" y="1130"/>
                      <a:pt x="1829" y="1130"/>
                    </a:cubicBezTo>
                    <a:close/>
                    <a:moveTo>
                      <a:pt x="1833" y="1"/>
                    </a:moveTo>
                    <a:cubicBezTo>
                      <a:pt x="1145" y="1"/>
                      <a:pt x="526" y="415"/>
                      <a:pt x="263" y="1049"/>
                    </a:cubicBezTo>
                    <a:cubicBezTo>
                      <a:pt x="0" y="1683"/>
                      <a:pt x="145" y="2413"/>
                      <a:pt x="631" y="2900"/>
                    </a:cubicBezTo>
                    <a:cubicBezTo>
                      <a:pt x="956" y="3225"/>
                      <a:pt x="1391" y="3397"/>
                      <a:pt x="1833" y="3397"/>
                    </a:cubicBezTo>
                    <a:cubicBezTo>
                      <a:pt x="2052" y="3397"/>
                      <a:pt x="2272" y="3355"/>
                      <a:pt x="2482" y="3268"/>
                    </a:cubicBezTo>
                    <a:cubicBezTo>
                      <a:pt x="3116" y="3005"/>
                      <a:pt x="3533" y="2386"/>
                      <a:pt x="3533" y="1698"/>
                    </a:cubicBezTo>
                    <a:cubicBezTo>
                      <a:pt x="3530" y="759"/>
                      <a:pt x="2772" y="1"/>
                      <a:pt x="18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658" name="Google Shape;2658;p39"/>
              <p:cNvSpPr/>
              <p:nvPr/>
            </p:nvSpPr>
            <p:spPr>
              <a:xfrm>
                <a:off x="2340100" y="3953089"/>
                <a:ext cx="302860" cy="136810"/>
              </a:xfrm>
              <a:custGeom>
                <a:rect b="b" l="l" r="r" t="t"/>
                <a:pathLst>
                  <a:path extrusionOk="0" h="4529" w="10026">
                    <a:moveTo>
                      <a:pt x="5006" y="0"/>
                    </a:moveTo>
                    <a:cubicBezTo>
                      <a:pt x="2684" y="0"/>
                      <a:pt x="659" y="1572"/>
                      <a:pt x="79" y="3820"/>
                    </a:cubicBezTo>
                    <a:cubicBezTo>
                      <a:pt x="1" y="4125"/>
                      <a:pt x="182" y="4433"/>
                      <a:pt x="487" y="4511"/>
                    </a:cubicBezTo>
                    <a:cubicBezTo>
                      <a:pt x="533" y="4523"/>
                      <a:pt x="580" y="4528"/>
                      <a:pt x="625" y="4528"/>
                    </a:cubicBezTo>
                    <a:cubicBezTo>
                      <a:pt x="878" y="4528"/>
                      <a:pt x="1109" y="4359"/>
                      <a:pt x="1175" y="4103"/>
                    </a:cubicBezTo>
                    <a:cubicBezTo>
                      <a:pt x="1625" y="2352"/>
                      <a:pt x="3205" y="1126"/>
                      <a:pt x="5013" y="1126"/>
                    </a:cubicBezTo>
                    <a:cubicBezTo>
                      <a:pt x="6822" y="1126"/>
                      <a:pt x="8401" y="2352"/>
                      <a:pt x="8851" y="4103"/>
                    </a:cubicBezTo>
                    <a:cubicBezTo>
                      <a:pt x="8917" y="4359"/>
                      <a:pt x="9148" y="4528"/>
                      <a:pt x="9401" y="4528"/>
                    </a:cubicBezTo>
                    <a:cubicBezTo>
                      <a:pt x="9447" y="4528"/>
                      <a:pt x="9493" y="4523"/>
                      <a:pt x="9539" y="4511"/>
                    </a:cubicBezTo>
                    <a:cubicBezTo>
                      <a:pt x="9844" y="4433"/>
                      <a:pt x="10025" y="4125"/>
                      <a:pt x="9947" y="3820"/>
                    </a:cubicBezTo>
                    <a:cubicBezTo>
                      <a:pt x="9368" y="1572"/>
                      <a:pt x="7342" y="0"/>
                      <a:pt x="5020" y="0"/>
                    </a:cubicBezTo>
                    <a:cubicBezTo>
                      <a:pt x="5018" y="0"/>
                      <a:pt x="5015" y="0"/>
                      <a:pt x="5013" y="0"/>
                    </a:cubicBezTo>
                    <a:cubicBezTo>
                      <a:pt x="5011" y="0"/>
                      <a:pt x="5009" y="0"/>
                      <a:pt x="50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659" name="Google Shape;2659;p39"/>
          <p:cNvGrpSpPr/>
          <p:nvPr/>
        </p:nvGrpSpPr>
        <p:grpSpPr>
          <a:xfrm>
            <a:off x="457359" y="1378204"/>
            <a:ext cx="2971541" cy="1247266"/>
            <a:chOff x="457359" y="1378204"/>
            <a:chExt cx="2971541" cy="1247266"/>
          </a:xfrm>
        </p:grpSpPr>
        <p:sp>
          <p:nvSpPr>
            <p:cNvPr id="2660" name="Google Shape;2660;p39"/>
            <p:cNvSpPr/>
            <p:nvPr/>
          </p:nvSpPr>
          <p:spPr>
            <a:xfrm>
              <a:off x="458401" y="1497719"/>
              <a:ext cx="2970499" cy="1119756"/>
            </a:xfrm>
            <a:custGeom>
              <a:rect b="b" l="l" r="r" t="t"/>
              <a:pathLst>
                <a:path extrusionOk="0" h="3223" w="8550">
                  <a:moveTo>
                    <a:pt x="7426" y="1"/>
                  </a:moveTo>
                  <a:cubicBezTo>
                    <a:pt x="7514" y="1"/>
                    <a:pt x="7499" y="23"/>
                    <a:pt x="7539" y="89"/>
                  </a:cubicBezTo>
                  <a:lnTo>
                    <a:pt x="8521" y="1440"/>
                  </a:lnTo>
                  <a:cubicBezTo>
                    <a:pt x="8550" y="1476"/>
                    <a:pt x="8543" y="1506"/>
                    <a:pt x="8521" y="1542"/>
                  </a:cubicBezTo>
                  <a:cubicBezTo>
                    <a:pt x="8195" y="2055"/>
                    <a:pt x="7869" y="2611"/>
                    <a:pt x="7547" y="3124"/>
                  </a:cubicBezTo>
                  <a:cubicBezTo>
                    <a:pt x="7503" y="3197"/>
                    <a:pt x="7448" y="3223"/>
                    <a:pt x="7349" y="3223"/>
                  </a:cubicBezTo>
                  <a:cubicBezTo>
                    <a:pt x="5035" y="3219"/>
                    <a:pt x="2718" y="3219"/>
                    <a:pt x="404" y="3223"/>
                  </a:cubicBezTo>
                  <a:lnTo>
                    <a:pt x="294" y="3223"/>
                  </a:lnTo>
                  <a:cubicBezTo>
                    <a:pt x="294" y="3223"/>
                    <a:pt x="1" y="2893"/>
                    <a:pt x="1" y="2820"/>
                  </a:cubicBezTo>
                  <a:lnTo>
                    <a:pt x="1" y="2820"/>
                  </a:lnTo>
                  <a:cubicBezTo>
                    <a:pt x="1" y="2820"/>
                    <a:pt x="261" y="5"/>
                    <a:pt x="352" y="5"/>
                  </a:cubicBezTo>
                  <a:lnTo>
                    <a:pt x="3904" y="5"/>
                  </a:lnTo>
                  <a:cubicBezTo>
                    <a:pt x="5079" y="5"/>
                    <a:pt x="6251" y="1"/>
                    <a:pt x="7426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61" name="Google Shape;2661;p39"/>
            <p:cNvGrpSpPr/>
            <p:nvPr/>
          </p:nvGrpSpPr>
          <p:grpSpPr>
            <a:xfrm>
              <a:off x="457359" y="1378204"/>
              <a:ext cx="2948970" cy="1247266"/>
              <a:chOff x="457359" y="1378204"/>
              <a:chExt cx="2948970" cy="1247266"/>
            </a:xfrm>
          </p:grpSpPr>
          <p:sp>
            <p:nvSpPr>
              <p:cNvPr id="2662" name="Google Shape;2662;p39"/>
              <p:cNvSpPr/>
              <p:nvPr/>
            </p:nvSpPr>
            <p:spPr>
              <a:xfrm>
                <a:off x="457359" y="1378204"/>
                <a:ext cx="2887811" cy="1119756"/>
              </a:xfrm>
              <a:custGeom>
                <a:rect b="b" l="l" r="r" t="t"/>
                <a:pathLst>
                  <a:path extrusionOk="0" h="3223" w="8312">
                    <a:moveTo>
                      <a:pt x="7187" y="1"/>
                    </a:moveTo>
                    <a:cubicBezTo>
                      <a:pt x="7275" y="1"/>
                      <a:pt x="7323" y="19"/>
                      <a:pt x="7359" y="85"/>
                    </a:cubicBezTo>
                    <a:cubicBezTo>
                      <a:pt x="7645" y="561"/>
                      <a:pt x="7923" y="1044"/>
                      <a:pt x="8286" y="1487"/>
                    </a:cubicBezTo>
                    <a:cubicBezTo>
                      <a:pt x="8311" y="1517"/>
                      <a:pt x="8308" y="1560"/>
                      <a:pt x="8282" y="1590"/>
                    </a:cubicBezTo>
                    <a:cubicBezTo>
                      <a:pt x="7956" y="2099"/>
                      <a:pt x="7630" y="2608"/>
                      <a:pt x="7312" y="3120"/>
                    </a:cubicBezTo>
                    <a:cubicBezTo>
                      <a:pt x="7264" y="3193"/>
                      <a:pt x="7213" y="3223"/>
                      <a:pt x="7110" y="3223"/>
                    </a:cubicBezTo>
                    <a:cubicBezTo>
                      <a:pt x="4797" y="3219"/>
                      <a:pt x="2483" y="3219"/>
                      <a:pt x="165" y="3223"/>
                    </a:cubicBezTo>
                    <a:lnTo>
                      <a:pt x="117" y="3223"/>
                    </a:lnTo>
                    <a:cubicBezTo>
                      <a:pt x="26" y="3223"/>
                      <a:pt x="0" y="3201"/>
                      <a:pt x="0" y="3127"/>
                    </a:cubicBezTo>
                    <a:lnTo>
                      <a:pt x="0" y="96"/>
                    </a:lnTo>
                    <a:cubicBezTo>
                      <a:pt x="0" y="19"/>
                      <a:pt x="22" y="1"/>
                      <a:pt x="114" y="1"/>
                    </a:cubicBezTo>
                    <a:lnTo>
                      <a:pt x="3665" y="1"/>
                    </a:lnTo>
                    <a:cubicBezTo>
                      <a:pt x="4840" y="1"/>
                      <a:pt x="6016" y="1"/>
                      <a:pt x="7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miter lim="366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63" name="Google Shape;2663;p39"/>
              <p:cNvGrpSpPr/>
              <p:nvPr/>
            </p:nvGrpSpPr>
            <p:grpSpPr>
              <a:xfrm>
                <a:off x="574094" y="1975432"/>
                <a:ext cx="2832234" cy="650037"/>
                <a:chOff x="1149362" y="1810195"/>
                <a:chExt cx="2153135" cy="494175"/>
              </a:xfrm>
            </p:grpSpPr>
            <p:sp>
              <p:nvSpPr>
                <p:cNvPr id="2664" name="Google Shape;2664;p39"/>
                <p:cNvSpPr/>
                <p:nvPr/>
              </p:nvSpPr>
              <p:spPr>
                <a:xfrm>
                  <a:off x="2959665" y="2200570"/>
                  <a:ext cx="79765" cy="91122"/>
                </a:xfrm>
                <a:custGeom>
                  <a:rect b="b" l="l" r="r" t="t"/>
                  <a:pathLst>
                    <a:path extrusionOk="0" h="345" w="302">
                      <a:moveTo>
                        <a:pt x="30" y="0"/>
                      </a:moveTo>
                      <a:cubicBezTo>
                        <a:pt x="11" y="0"/>
                        <a:pt x="1" y="28"/>
                        <a:pt x="19" y="40"/>
                      </a:cubicBezTo>
                      <a:cubicBezTo>
                        <a:pt x="125" y="110"/>
                        <a:pt x="210" y="212"/>
                        <a:pt x="261" y="333"/>
                      </a:cubicBezTo>
                      <a:cubicBezTo>
                        <a:pt x="264" y="341"/>
                        <a:pt x="270" y="345"/>
                        <a:pt x="276" y="345"/>
                      </a:cubicBezTo>
                      <a:cubicBezTo>
                        <a:pt x="288" y="345"/>
                        <a:pt x="301" y="330"/>
                        <a:pt x="294" y="315"/>
                      </a:cubicBezTo>
                      <a:cubicBezTo>
                        <a:pt x="243" y="187"/>
                        <a:pt x="155" y="77"/>
                        <a:pt x="41" y="4"/>
                      </a:cubicBezTo>
                      <a:cubicBezTo>
                        <a:pt x="37" y="1"/>
                        <a:pt x="33" y="0"/>
                        <a:pt x="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5" name="Google Shape;2665;p39"/>
                <p:cNvSpPr/>
                <p:nvPr/>
              </p:nvSpPr>
              <p:spPr>
                <a:xfrm>
                  <a:off x="1149362" y="2205060"/>
                  <a:ext cx="44901" cy="89802"/>
                </a:xfrm>
                <a:custGeom>
                  <a:rect b="b" l="l" r="r" t="t"/>
                  <a:pathLst>
                    <a:path extrusionOk="0" h="340" w="170">
                      <a:moveTo>
                        <a:pt x="27" y="1"/>
                      </a:moveTo>
                      <a:cubicBezTo>
                        <a:pt x="14" y="1"/>
                        <a:pt x="1" y="17"/>
                        <a:pt x="8" y="34"/>
                      </a:cubicBezTo>
                      <a:cubicBezTo>
                        <a:pt x="49" y="129"/>
                        <a:pt x="82" y="232"/>
                        <a:pt x="126" y="331"/>
                      </a:cubicBezTo>
                      <a:cubicBezTo>
                        <a:pt x="130" y="337"/>
                        <a:pt x="136" y="340"/>
                        <a:pt x="142" y="340"/>
                      </a:cubicBezTo>
                      <a:cubicBezTo>
                        <a:pt x="156" y="340"/>
                        <a:pt x="170" y="324"/>
                        <a:pt x="162" y="309"/>
                      </a:cubicBezTo>
                      <a:cubicBezTo>
                        <a:pt x="118" y="214"/>
                        <a:pt x="85" y="107"/>
                        <a:pt x="41" y="12"/>
                      </a:cubicBezTo>
                      <a:cubicBezTo>
                        <a:pt x="38" y="4"/>
                        <a:pt x="32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6" name="Google Shape;2666;p39"/>
                <p:cNvSpPr/>
                <p:nvPr/>
              </p:nvSpPr>
              <p:spPr>
                <a:xfrm>
                  <a:off x="1223316" y="2199513"/>
                  <a:ext cx="44637" cy="95084"/>
                </a:xfrm>
                <a:custGeom>
                  <a:rect b="b" l="l" r="r" t="t"/>
                  <a:pathLst>
                    <a:path extrusionOk="0" h="360" w="169">
                      <a:moveTo>
                        <a:pt x="24" y="0"/>
                      </a:moveTo>
                      <a:cubicBezTo>
                        <a:pt x="12" y="0"/>
                        <a:pt x="1" y="11"/>
                        <a:pt x="3" y="26"/>
                      </a:cubicBezTo>
                      <a:cubicBezTo>
                        <a:pt x="32" y="136"/>
                        <a:pt x="84" y="238"/>
                        <a:pt x="124" y="344"/>
                      </a:cubicBezTo>
                      <a:cubicBezTo>
                        <a:pt x="127" y="355"/>
                        <a:pt x="135" y="359"/>
                        <a:pt x="143" y="359"/>
                      </a:cubicBezTo>
                      <a:cubicBezTo>
                        <a:pt x="156" y="359"/>
                        <a:pt x="169" y="349"/>
                        <a:pt x="164" y="334"/>
                      </a:cubicBezTo>
                      <a:cubicBezTo>
                        <a:pt x="124" y="227"/>
                        <a:pt x="73" y="121"/>
                        <a:pt x="43" y="15"/>
                      </a:cubicBezTo>
                      <a:cubicBezTo>
                        <a:pt x="39" y="5"/>
                        <a:pt x="31" y="0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7" name="Google Shape;2667;p39"/>
                <p:cNvSpPr/>
                <p:nvPr/>
              </p:nvSpPr>
              <p:spPr>
                <a:xfrm>
                  <a:off x="1299648" y="2205852"/>
                  <a:ext cx="34864" cy="92443"/>
                </a:xfrm>
                <a:custGeom>
                  <a:rect b="b" l="l" r="r" t="t"/>
                  <a:pathLst>
                    <a:path extrusionOk="0" h="350" w="132">
                      <a:moveTo>
                        <a:pt x="28" y="0"/>
                      </a:moveTo>
                      <a:cubicBezTo>
                        <a:pt x="14" y="0"/>
                        <a:pt x="0" y="16"/>
                        <a:pt x="11" y="31"/>
                      </a:cubicBezTo>
                      <a:cubicBezTo>
                        <a:pt x="36" y="75"/>
                        <a:pt x="55" y="123"/>
                        <a:pt x="69" y="174"/>
                      </a:cubicBezTo>
                      <a:cubicBezTo>
                        <a:pt x="80" y="225"/>
                        <a:pt x="88" y="277"/>
                        <a:pt x="88" y="328"/>
                      </a:cubicBezTo>
                      <a:cubicBezTo>
                        <a:pt x="88" y="342"/>
                        <a:pt x="98" y="350"/>
                        <a:pt x="109" y="350"/>
                      </a:cubicBezTo>
                      <a:cubicBezTo>
                        <a:pt x="120" y="350"/>
                        <a:pt x="131" y="342"/>
                        <a:pt x="131" y="328"/>
                      </a:cubicBezTo>
                      <a:cubicBezTo>
                        <a:pt x="128" y="273"/>
                        <a:pt x="120" y="218"/>
                        <a:pt x="106" y="163"/>
                      </a:cubicBezTo>
                      <a:cubicBezTo>
                        <a:pt x="95" y="108"/>
                        <a:pt x="73" y="57"/>
                        <a:pt x="44" y="9"/>
                      </a:cubicBezTo>
                      <a:cubicBezTo>
                        <a:pt x="39" y="3"/>
                        <a:pt x="33" y="0"/>
                        <a:pt x="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8" name="Google Shape;2668;p39"/>
                <p:cNvSpPr/>
                <p:nvPr/>
              </p:nvSpPr>
              <p:spPr>
                <a:xfrm>
                  <a:off x="1373074" y="2208757"/>
                  <a:ext cx="45165" cy="89538"/>
                </a:xfrm>
                <a:custGeom>
                  <a:rect b="b" l="l" r="r" t="t"/>
                  <a:pathLst>
                    <a:path extrusionOk="0" h="339" w="171">
                      <a:moveTo>
                        <a:pt x="28" y="0"/>
                      </a:moveTo>
                      <a:cubicBezTo>
                        <a:pt x="14" y="0"/>
                        <a:pt x="1" y="16"/>
                        <a:pt x="11" y="31"/>
                      </a:cubicBezTo>
                      <a:cubicBezTo>
                        <a:pt x="66" y="123"/>
                        <a:pt x="106" y="218"/>
                        <a:pt x="128" y="324"/>
                      </a:cubicBezTo>
                      <a:cubicBezTo>
                        <a:pt x="131" y="334"/>
                        <a:pt x="138" y="339"/>
                        <a:pt x="146" y="339"/>
                      </a:cubicBezTo>
                      <a:cubicBezTo>
                        <a:pt x="158" y="339"/>
                        <a:pt x="171" y="329"/>
                        <a:pt x="168" y="313"/>
                      </a:cubicBezTo>
                      <a:cubicBezTo>
                        <a:pt x="143" y="207"/>
                        <a:pt x="102" y="104"/>
                        <a:pt x="44" y="9"/>
                      </a:cubicBezTo>
                      <a:cubicBezTo>
                        <a:pt x="40" y="3"/>
                        <a:pt x="34" y="0"/>
                        <a:pt x="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9" name="Google Shape;2669;p39"/>
                <p:cNvSpPr/>
                <p:nvPr/>
              </p:nvSpPr>
              <p:spPr>
                <a:xfrm>
                  <a:off x="1436992" y="2206380"/>
                  <a:ext cx="29053" cy="89009"/>
                </a:xfrm>
                <a:custGeom>
                  <a:rect b="b" l="l" r="r" t="t"/>
                  <a:pathLst>
                    <a:path extrusionOk="0" h="337" w="110">
                      <a:moveTo>
                        <a:pt x="25" y="0"/>
                      </a:moveTo>
                      <a:cubicBezTo>
                        <a:pt x="12" y="0"/>
                        <a:pt x="0" y="10"/>
                        <a:pt x="7" y="26"/>
                      </a:cubicBezTo>
                      <a:cubicBezTo>
                        <a:pt x="36" y="121"/>
                        <a:pt x="58" y="220"/>
                        <a:pt x="65" y="322"/>
                      </a:cubicBezTo>
                      <a:cubicBezTo>
                        <a:pt x="69" y="333"/>
                        <a:pt x="80" y="337"/>
                        <a:pt x="91" y="337"/>
                      </a:cubicBezTo>
                      <a:cubicBezTo>
                        <a:pt x="102" y="333"/>
                        <a:pt x="109" y="322"/>
                        <a:pt x="106" y="311"/>
                      </a:cubicBezTo>
                      <a:cubicBezTo>
                        <a:pt x="95" y="209"/>
                        <a:pt x="76" y="110"/>
                        <a:pt x="47" y="15"/>
                      </a:cubicBezTo>
                      <a:cubicBezTo>
                        <a:pt x="43" y="4"/>
                        <a:pt x="34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0" name="Google Shape;2670;p39"/>
                <p:cNvSpPr/>
                <p:nvPr/>
              </p:nvSpPr>
              <p:spPr>
                <a:xfrm>
                  <a:off x="1495099" y="2202418"/>
                  <a:ext cx="30374" cy="98782"/>
                </a:xfrm>
                <a:custGeom>
                  <a:rect b="b" l="l" r="r" t="t"/>
                  <a:pathLst>
                    <a:path extrusionOk="0" h="374" w="115">
                      <a:moveTo>
                        <a:pt x="26" y="0"/>
                      </a:moveTo>
                      <a:cubicBezTo>
                        <a:pt x="14" y="0"/>
                        <a:pt x="1" y="11"/>
                        <a:pt x="3" y="26"/>
                      </a:cubicBezTo>
                      <a:cubicBezTo>
                        <a:pt x="28" y="136"/>
                        <a:pt x="50" y="249"/>
                        <a:pt x="72" y="359"/>
                      </a:cubicBezTo>
                      <a:cubicBezTo>
                        <a:pt x="74" y="369"/>
                        <a:pt x="81" y="374"/>
                        <a:pt x="89" y="374"/>
                      </a:cubicBezTo>
                      <a:cubicBezTo>
                        <a:pt x="101" y="374"/>
                        <a:pt x="115" y="364"/>
                        <a:pt x="113" y="348"/>
                      </a:cubicBezTo>
                      <a:cubicBezTo>
                        <a:pt x="87" y="238"/>
                        <a:pt x="65" y="125"/>
                        <a:pt x="43" y="15"/>
                      </a:cubicBezTo>
                      <a:cubicBezTo>
                        <a:pt x="42" y="5"/>
                        <a:pt x="34" y="0"/>
                        <a:pt x="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1" name="Google Shape;2671;p39"/>
                <p:cNvSpPr/>
                <p:nvPr/>
              </p:nvSpPr>
              <p:spPr>
                <a:xfrm>
                  <a:off x="1568526" y="2204267"/>
                  <a:ext cx="36713" cy="92443"/>
                </a:xfrm>
                <a:custGeom>
                  <a:rect b="b" l="l" r="r" t="t"/>
                  <a:pathLst>
                    <a:path extrusionOk="0" h="350" w="139">
                      <a:moveTo>
                        <a:pt x="25" y="1"/>
                      </a:moveTo>
                      <a:cubicBezTo>
                        <a:pt x="13" y="1"/>
                        <a:pt x="1" y="11"/>
                        <a:pt x="3" y="26"/>
                      </a:cubicBezTo>
                      <a:cubicBezTo>
                        <a:pt x="25" y="129"/>
                        <a:pt x="58" y="235"/>
                        <a:pt x="95" y="334"/>
                      </a:cubicBezTo>
                      <a:cubicBezTo>
                        <a:pt x="98" y="343"/>
                        <a:pt x="106" y="349"/>
                        <a:pt x="114" y="349"/>
                      </a:cubicBezTo>
                      <a:cubicBezTo>
                        <a:pt x="116" y="349"/>
                        <a:pt x="118" y="349"/>
                        <a:pt x="120" y="348"/>
                      </a:cubicBezTo>
                      <a:cubicBezTo>
                        <a:pt x="131" y="345"/>
                        <a:pt x="139" y="334"/>
                        <a:pt x="135" y="323"/>
                      </a:cubicBezTo>
                      <a:cubicBezTo>
                        <a:pt x="95" y="224"/>
                        <a:pt x="65" y="118"/>
                        <a:pt x="43" y="15"/>
                      </a:cubicBezTo>
                      <a:cubicBezTo>
                        <a:pt x="40" y="5"/>
                        <a:pt x="33" y="1"/>
                        <a:pt x="2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2" name="Google Shape;2672;p39"/>
                <p:cNvSpPr/>
                <p:nvPr/>
              </p:nvSpPr>
              <p:spPr>
                <a:xfrm>
                  <a:off x="1639839" y="2200570"/>
                  <a:ext cx="15583" cy="91386"/>
                </a:xfrm>
                <a:custGeom>
                  <a:rect b="b" l="l" r="r" t="t"/>
                  <a:pathLst>
                    <a:path extrusionOk="0" h="346" w="59">
                      <a:moveTo>
                        <a:pt x="23" y="0"/>
                      </a:moveTo>
                      <a:cubicBezTo>
                        <a:pt x="12" y="0"/>
                        <a:pt x="2" y="7"/>
                        <a:pt x="4" y="22"/>
                      </a:cubicBezTo>
                      <a:cubicBezTo>
                        <a:pt x="0" y="124"/>
                        <a:pt x="4" y="227"/>
                        <a:pt x="19" y="330"/>
                      </a:cubicBezTo>
                      <a:cubicBezTo>
                        <a:pt x="22" y="339"/>
                        <a:pt x="30" y="345"/>
                        <a:pt x="39" y="345"/>
                      </a:cubicBezTo>
                      <a:cubicBezTo>
                        <a:pt x="40" y="345"/>
                        <a:pt x="42" y="345"/>
                        <a:pt x="44" y="344"/>
                      </a:cubicBezTo>
                      <a:cubicBezTo>
                        <a:pt x="55" y="340"/>
                        <a:pt x="59" y="330"/>
                        <a:pt x="59" y="319"/>
                      </a:cubicBezTo>
                      <a:cubicBezTo>
                        <a:pt x="44" y="220"/>
                        <a:pt x="41" y="121"/>
                        <a:pt x="44" y="22"/>
                      </a:cubicBezTo>
                      <a:cubicBezTo>
                        <a:pt x="44" y="7"/>
                        <a:pt x="33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3" name="Google Shape;2673;p39"/>
                <p:cNvSpPr/>
                <p:nvPr/>
              </p:nvSpPr>
              <p:spPr>
                <a:xfrm>
                  <a:off x="1695833" y="2206116"/>
                  <a:ext cx="32487" cy="92179"/>
                </a:xfrm>
                <a:custGeom>
                  <a:rect b="b" l="l" r="r" t="t"/>
                  <a:pathLst>
                    <a:path extrusionOk="0" h="349" w="123">
                      <a:moveTo>
                        <a:pt x="25" y="0"/>
                      </a:moveTo>
                      <a:cubicBezTo>
                        <a:pt x="23" y="0"/>
                        <a:pt x="21" y="0"/>
                        <a:pt x="19" y="1"/>
                      </a:cubicBezTo>
                      <a:cubicBezTo>
                        <a:pt x="8" y="5"/>
                        <a:pt x="1" y="16"/>
                        <a:pt x="4" y="27"/>
                      </a:cubicBezTo>
                      <a:cubicBezTo>
                        <a:pt x="23" y="129"/>
                        <a:pt x="48" y="235"/>
                        <a:pt x="78" y="334"/>
                      </a:cubicBezTo>
                      <a:cubicBezTo>
                        <a:pt x="81" y="344"/>
                        <a:pt x="89" y="349"/>
                        <a:pt x="97" y="349"/>
                      </a:cubicBezTo>
                      <a:cubicBezTo>
                        <a:pt x="109" y="349"/>
                        <a:pt x="122" y="339"/>
                        <a:pt x="118" y="323"/>
                      </a:cubicBezTo>
                      <a:cubicBezTo>
                        <a:pt x="85" y="224"/>
                        <a:pt x="59" y="118"/>
                        <a:pt x="41" y="16"/>
                      </a:cubicBezTo>
                      <a:cubicBezTo>
                        <a:pt x="41" y="7"/>
                        <a:pt x="34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4" name="Google Shape;2674;p39"/>
                <p:cNvSpPr/>
                <p:nvPr/>
              </p:nvSpPr>
              <p:spPr>
                <a:xfrm>
                  <a:off x="1763449" y="2206380"/>
                  <a:ext cx="26148" cy="92179"/>
                </a:xfrm>
                <a:custGeom>
                  <a:rect b="b" l="l" r="r" t="t"/>
                  <a:pathLst>
                    <a:path extrusionOk="0" h="349" w="99">
                      <a:moveTo>
                        <a:pt x="25" y="0"/>
                      </a:moveTo>
                      <a:cubicBezTo>
                        <a:pt x="13" y="0"/>
                        <a:pt x="0" y="10"/>
                        <a:pt x="5" y="26"/>
                      </a:cubicBezTo>
                      <a:cubicBezTo>
                        <a:pt x="30" y="124"/>
                        <a:pt x="45" y="227"/>
                        <a:pt x="56" y="329"/>
                      </a:cubicBezTo>
                      <a:cubicBezTo>
                        <a:pt x="56" y="342"/>
                        <a:pt x="67" y="349"/>
                        <a:pt x="77" y="349"/>
                      </a:cubicBezTo>
                      <a:cubicBezTo>
                        <a:pt x="88" y="349"/>
                        <a:pt x="98" y="342"/>
                        <a:pt x="96" y="329"/>
                      </a:cubicBezTo>
                      <a:cubicBezTo>
                        <a:pt x="85" y="223"/>
                        <a:pt x="71" y="117"/>
                        <a:pt x="41" y="15"/>
                      </a:cubicBezTo>
                      <a:cubicBezTo>
                        <a:pt x="40" y="4"/>
                        <a:pt x="33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5" name="Google Shape;2675;p39"/>
                <p:cNvSpPr/>
                <p:nvPr/>
              </p:nvSpPr>
              <p:spPr>
                <a:xfrm>
                  <a:off x="1826839" y="2209286"/>
                  <a:ext cx="27997" cy="84519"/>
                </a:xfrm>
                <a:custGeom>
                  <a:rect b="b" l="l" r="r" t="t"/>
                  <a:pathLst>
                    <a:path extrusionOk="0" h="320" w="106">
                      <a:moveTo>
                        <a:pt x="26" y="0"/>
                      </a:moveTo>
                      <a:cubicBezTo>
                        <a:pt x="14" y="0"/>
                        <a:pt x="0" y="10"/>
                        <a:pt x="3" y="26"/>
                      </a:cubicBezTo>
                      <a:cubicBezTo>
                        <a:pt x="21" y="117"/>
                        <a:pt x="61" y="205"/>
                        <a:pt x="58" y="300"/>
                      </a:cubicBezTo>
                      <a:cubicBezTo>
                        <a:pt x="58" y="313"/>
                        <a:pt x="67" y="319"/>
                        <a:pt x="76" y="319"/>
                      </a:cubicBezTo>
                      <a:cubicBezTo>
                        <a:pt x="86" y="319"/>
                        <a:pt x="96" y="313"/>
                        <a:pt x="98" y="300"/>
                      </a:cubicBezTo>
                      <a:cubicBezTo>
                        <a:pt x="105" y="201"/>
                        <a:pt x="61" y="110"/>
                        <a:pt x="43" y="15"/>
                      </a:cubicBezTo>
                      <a:cubicBezTo>
                        <a:pt x="41" y="4"/>
                        <a:pt x="34" y="0"/>
                        <a:pt x="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6" name="Google Shape;2676;p39"/>
                <p:cNvSpPr/>
                <p:nvPr/>
              </p:nvSpPr>
              <p:spPr>
                <a:xfrm>
                  <a:off x="1898944" y="2210606"/>
                  <a:ext cx="22450" cy="83991"/>
                </a:xfrm>
                <a:custGeom>
                  <a:rect b="b" l="l" r="r" t="t"/>
                  <a:pathLst>
                    <a:path extrusionOk="0" h="318" w="85">
                      <a:moveTo>
                        <a:pt x="23" y="1"/>
                      </a:moveTo>
                      <a:cubicBezTo>
                        <a:pt x="21" y="1"/>
                        <a:pt x="18" y="1"/>
                        <a:pt x="15" y="2"/>
                      </a:cubicBezTo>
                      <a:cubicBezTo>
                        <a:pt x="4" y="2"/>
                        <a:pt x="1" y="13"/>
                        <a:pt x="1" y="24"/>
                      </a:cubicBezTo>
                      <a:cubicBezTo>
                        <a:pt x="15" y="116"/>
                        <a:pt x="8" y="215"/>
                        <a:pt x="41" y="302"/>
                      </a:cubicBezTo>
                      <a:cubicBezTo>
                        <a:pt x="44" y="313"/>
                        <a:pt x="52" y="317"/>
                        <a:pt x="60" y="317"/>
                      </a:cubicBezTo>
                      <a:cubicBezTo>
                        <a:pt x="72" y="317"/>
                        <a:pt x="84" y="307"/>
                        <a:pt x="77" y="292"/>
                      </a:cubicBezTo>
                      <a:cubicBezTo>
                        <a:pt x="48" y="200"/>
                        <a:pt x="56" y="108"/>
                        <a:pt x="41" y="13"/>
                      </a:cubicBezTo>
                      <a:cubicBezTo>
                        <a:pt x="38" y="5"/>
                        <a:pt x="31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7" name="Google Shape;2677;p39"/>
                <p:cNvSpPr/>
                <p:nvPr/>
              </p:nvSpPr>
              <p:spPr>
                <a:xfrm>
                  <a:off x="1955995" y="2207173"/>
                  <a:ext cx="24563" cy="86368"/>
                </a:xfrm>
                <a:custGeom>
                  <a:rect b="b" l="l" r="r" t="t"/>
                  <a:pathLst>
                    <a:path extrusionOk="0" h="327" w="93">
                      <a:moveTo>
                        <a:pt x="21" y="1"/>
                      </a:moveTo>
                      <a:cubicBezTo>
                        <a:pt x="11" y="1"/>
                        <a:pt x="1" y="8"/>
                        <a:pt x="1" y="23"/>
                      </a:cubicBezTo>
                      <a:lnTo>
                        <a:pt x="4" y="23"/>
                      </a:lnTo>
                      <a:cubicBezTo>
                        <a:pt x="8" y="121"/>
                        <a:pt x="23" y="217"/>
                        <a:pt x="48" y="312"/>
                      </a:cubicBezTo>
                      <a:cubicBezTo>
                        <a:pt x="51" y="322"/>
                        <a:pt x="59" y="326"/>
                        <a:pt x="67" y="326"/>
                      </a:cubicBezTo>
                      <a:cubicBezTo>
                        <a:pt x="80" y="326"/>
                        <a:pt x="93" y="316"/>
                        <a:pt x="88" y="301"/>
                      </a:cubicBezTo>
                      <a:cubicBezTo>
                        <a:pt x="63" y="209"/>
                        <a:pt x="48" y="118"/>
                        <a:pt x="45" y="23"/>
                      </a:cubicBezTo>
                      <a:cubicBezTo>
                        <a:pt x="43" y="8"/>
                        <a:pt x="32" y="1"/>
                        <a:pt x="2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8" name="Google Shape;2678;p39"/>
                <p:cNvSpPr/>
                <p:nvPr/>
              </p:nvSpPr>
              <p:spPr>
                <a:xfrm>
                  <a:off x="2892313" y="2208757"/>
                  <a:ext cx="63389" cy="89538"/>
                </a:xfrm>
                <a:custGeom>
                  <a:rect b="b" l="l" r="r" t="t"/>
                  <a:pathLst>
                    <a:path extrusionOk="0" h="339" w="240">
                      <a:moveTo>
                        <a:pt x="31" y="0"/>
                      </a:moveTo>
                      <a:cubicBezTo>
                        <a:pt x="16" y="0"/>
                        <a:pt x="0" y="16"/>
                        <a:pt x="11" y="31"/>
                      </a:cubicBezTo>
                      <a:cubicBezTo>
                        <a:pt x="73" y="130"/>
                        <a:pt x="172" y="207"/>
                        <a:pt x="197" y="324"/>
                      </a:cubicBezTo>
                      <a:cubicBezTo>
                        <a:pt x="199" y="334"/>
                        <a:pt x="206" y="339"/>
                        <a:pt x="214" y="339"/>
                      </a:cubicBezTo>
                      <a:cubicBezTo>
                        <a:pt x="226" y="339"/>
                        <a:pt x="240" y="329"/>
                        <a:pt x="238" y="313"/>
                      </a:cubicBezTo>
                      <a:cubicBezTo>
                        <a:pt x="212" y="192"/>
                        <a:pt x="109" y="112"/>
                        <a:pt x="47" y="9"/>
                      </a:cubicBezTo>
                      <a:cubicBezTo>
                        <a:pt x="43" y="3"/>
                        <a:pt x="37" y="0"/>
                        <a:pt x="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9" name="Google Shape;2679;p39"/>
                <p:cNvSpPr/>
                <p:nvPr/>
              </p:nvSpPr>
              <p:spPr>
                <a:xfrm>
                  <a:off x="2818887" y="2200834"/>
                  <a:ext cx="59956" cy="99046"/>
                </a:xfrm>
                <a:custGeom>
                  <a:rect b="b" l="l" r="r" t="t"/>
                  <a:pathLst>
                    <a:path extrusionOk="0" h="375" w="227">
                      <a:moveTo>
                        <a:pt x="30" y="1"/>
                      </a:moveTo>
                      <a:cubicBezTo>
                        <a:pt x="15" y="1"/>
                        <a:pt x="0" y="16"/>
                        <a:pt x="10" y="32"/>
                      </a:cubicBezTo>
                      <a:cubicBezTo>
                        <a:pt x="84" y="134"/>
                        <a:pt x="124" y="255"/>
                        <a:pt x="182" y="365"/>
                      </a:cubicBezTo>
                      <a:cubicBezTo>
                        <a:pt x="187" y="372"/>
                        <a:pt x="193" y="374"/>
                        <a:pt x="198" y="374"/>
                      </a:cubicBezTo>
                      <a:cubicBezTo>
                        <a:pt x="213" y="374"/>
                        <a:pt x="227" y="359"/>
                        <a:pt x="219" y="343"/>
                      </a:cubicBezTo>
                      <a:cubicBezTo>
                        <a:pt x="160" y="233"/>
                        <a:pt x="120" y="113"/>
                        <a:pt x="47" y="10"/>
                      </a:cubicBezTo>
                      <a:cubicBezTo>
                        <a:pt x="43" y="4"/>
                        <a:pt x="37" y="1"/>
                        <a:pt x="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0" name="Google Shape;2680;p39"/>
                <p:cNvSpPr/>
                <p:nvPr/>
              </p:nvSpPr>
              <p:spPr>
                <a:xfrm>
                  <a:off x="2763685" y="2204267"/>
                  <a:ext cx="50976" cy="100102"/>
                </a:xfrm>
                <a:custGeom>
                  <a:rect b="b" l="l" r="r" t="t"/>
                  <a:pathLst>
                    <a:path extrusionOk="0" h="379" w="193">
                      <a:moveTo>
                        <a:pt x="25" y="1"/>
                      </a:moveTo>
                      <a:cubicBezTo>
                        <a:pt x="12" y="1"/>
                        <a:pt x="0" y="11"/>
                        <a:pt x="7" y="26"/>
                      </a:cubicBezTo>
                      <a:cubicBezTo>
                        <a:pt x="51" y="140"/>
                        <a:pt x="117" y="246"/>
                        <a:pt x="150" y="367"/>
                      </a:cubicBezTo>
                      <a:cubicBezTo>
                        <a:pt x="154" y="375"/>
                        <a:pt x="161" y="379"/>
                        <a:pt x="169" y="379"/>
                      </a:cubicBezTo>
                      <a:cubicBezTo>
                        <a:pt x="181" y="379"/>
                        <a:pt x="192" y="369"/>
                        <a:pt x="190" y="356"/>
                      </a:cubicBezTo>
                      <a:cubicBezTo>
                        <a:pt x="157" y="235"/>
                        <a:pt x="91" y="129"/>
                        <a:pt x="47" y="15"/>
                      </a:cubicBezTo>
                      <a:cubicBezTo>
                        <a:pt x="43" y="5"/>
                        <a:pt x="34" y="1"/>
                        <a:pt x="2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1" name="Google Shape;2681;p39"/>
                <p:cNvSpPr/>
                <p:nvPr/>
              </p:nvSpPr>
              <p:spPr>
                <a:xfrm>
                  <a:off x="2692107" y="2207701"/>
                  <a:ext cx="50976" cy="86368"/>
                </a:xfrm>
                <a:custGeom>
                  <a:rect b="b" l="l" r="r" t="t"/>
                  <a:pathLst>
                    <a:path extrusionOk="0" h="327" w="193">
                      <a:moveTo>
                        <a:pt x="29" y="0"/>
                      </a:moveTo>
                      <a:cubicBezTo>
                        <a:pt x="15" y="0"/>
                        <a:pt x="0" y="15"/>
                        <a:pt x="11" y="28"/>
                      </a:cubicBezTo>
                      <a:cubicBezTo>
                        <a:pt x="69" y="119"/>
                        <a:pt x="113" y="215"/>
                        <a:pt x="150" y="313"/>
                      </a:cubicBezTo>
                      <a:cubicBezTo>
                        <a:pt x="154" y="322"/>
                        <a:pt x="162" y="326"/>
                        <a:pt x="170" y="326"/>
                      </a:cubicBezTo>
                      <a:cubicBezTo>
                        <a:pt x="182" y="326"/>
                        <a:pt x="192" y="318"/>
                        <a:pt x="190" y="303"/>
                      </a:cubicBezTo>
                      <a:cubicBezTo>
                        <a:pt x="154" y="200"/>
                        <a:pt x="106" y="101"/>
                        <a:pt x="44" y="10"/>
                      </a:cubicBezTo>
                      <a:cubicBezTo>
                        <a:pt x="40" y="3"/>
                        <a:pt x="35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2" name="Google Shape;2682;p39"/>
                <p:cNvSpPr/>
                <p:nvPr/>
              </p:nvSpPr>
              <p:spPr>
                <a:xfrm>
                  <a:off x="2636906" y="2209550"/>
                  <a:ext cx="42788" cy="87160"/>
                </a:xfrm>
                <a:custGeom>
                  <a:rect b="b" l="l" r="r" t="t"/>
                  <a:pathLst>
                    <a:path extrusionOk="0" h="330" w="162">
                      <a:moveTo>
                        <a:pt x="29" y="0"/>
                      </a:moveTo>
                      <a:cubicBezTo>
                        <a:pt x="17" y="0"/>
                        <a:pt x="1" y="11"/>
                        <a:pt x="7" y="25"/>
                      </a:cubicBezTo>
                      <a:cubicBezTo>
                        <a:pt x="22" y="127"/>
                        <a:pt x="81" y="219"/>
                        <a:pt x="117" y="314"/>
                      </a:cubicBezTo>
                      <a:cubicBezTo>
                        <a:pt x="120" y="323"/>
                        <a:pt x="128" y="329"/>
                        <a:pt x="137" y="329"/>
                      </a:cubicBezTo>
                      <a:cubicBezTo>
                        <a:pt x="139" y="329"/>
                        <a:pt x="141" y="329"/>
                        <a:pt x="143" y="328"/>
                      </a:cubicBezTo>
                      <a:cubicBezTo>
                        <a:pt x="154" y="325"/>
                        <a:pt x="161" y="314"/>
                        <a:pt x="158" y="303"/>
                      </a:cubicBezTo>
                      <a:cubicBezTo>
                        <a:pt x="117" y="208"/>
                        <a:pt x="62" y="116"/>
                        <a:pt x="44" y="14"/>
                      </a:cubicBezTo>
                      <a:cubicBezTo>
                        <a:pt x="44" y="4"/>
                        <a:pt x="37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3" name="Google Shape;2683;p39"/>
                <p:cNvSpPr/>
                <p:nvPr/>
              </p:nvSpPr>
              <p:spPr>
                <a:xfrm>
                  <a:off x="2580119" y="2204267"/>
                  <a:ext cx="41467" cy="96669"/>
                </a:xfrm>
                <a:custGeom>
                  <a:rect b="b" l="l" r="r" t="t"/>
                  <a:pathLst>
                    <a:path extrusionOk="0" h="366" w="157">
                      <a:moveTo>
                        <a:pt x="23" y="1"/>
                      </a:moveTo>
                      <a:cubicBezTo>
                        <a:pt x="12" y="1"/>
                        <a:pt x="1" y="11"/>
                        <a:pt x="3" y="26"/>
                      </a:cubicBezTo>
                      <a:cubicBezTo>
                        <a:pt x="32" y="136"/>
                        <a:pt x="83" y="242"/>
                        <a:pt x="116" y="352"/>
                      </a:cubicBezTo>
                      <a:cubicBezTo>
                        <a:pt x="119" y="361"/>
                        <a:pt x="126" y="365"/>
                        <a:pt x="134" y="365"/>
                      </a:cubicBezTo>
                      <a:cubicBezTo>
                        <a:pt x="145" y="365"/>
                        <a:pt x="157" y="356"/>
                        <a:pt x="157" y="341"/>
                      </a:cubicBezTo>
                      <a:cubicBezTo>
                        <a:pt x="124" y="231"/>
                        <a:pt x="72" y="125"/>
                        <a:pt x="43" y="15"/>
                      </a:cubicBezTo>
                      <a:cubicBezTo>
                        <a:pt x="39" y="5"/>
                        <a:pt x="31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4" name="Google Shape;2684;p39"/>
                <p:cNvSpPr/>
                <p:nvPr/>
              </p:nvSpPr>
              <p:spPr>
                <a:xfrm>
                  <a:off x="2509070" y="2199249"/>
                  <a:ext cx="30374" cy="100367"/>
                </a:xfrm>
                <a:custGeom>
                  <a:rect b="b" l="l" r="r" t="t"/>
                  <a:pathLst>
                    <a:path extrusionOk="0" h="380" w="115">
                      <a:moveTo>
                        <a:pt x="28" y="0"/>
                      </a:moveTo>
                      <a:cubicBezTo>
                        <a:pt x="18" y="0"/>
                        <a:pt x="8" y="7"/>
                        <a:pt x="8" y="20"/>
                      </a:cubicBezTo>
                      <a:cubicBezTo>
                        <a:pt x="1" y="140"/>
                        <a:pt x="74" y="243"/>
                        <a:pt x="74" y="360"/>
                      </a:cubicBezTo>
                      <a:cubicBezTo>
                        <a:pt x="74" y="373"/>
                        <a:pt x="84" y="379"/>
                        <a:pt x="94" y="379"/>
                      </a:cubicBezTo>
                      <a:cubicBezTo>
                        <a:pt x="104" y="379"/>
                        <a:pt x="114" y="373"/>
                        <a:pt x="114" y="360"/>
                      </a:cubicBezTo>
                      <a:cubicBezTo>
                        <a:pt x="114" y="243"/>
                        <a:pt x="41" y="137"/>
                        <a:pt x="48" y="20"/>
                      </a:cubicBezTo>
                      <a:cubicBezTo>
                        <a:pt x="48" y="7"/>
                        <a:pt x="38" y="0"/>
                        <a:pt x="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5" name="Google Shape;2685;p39"/>
                <p:cNvSpPr/>
                <p:nvPr/>
              </p:nvSpPr>
              <p:spPr>
                <a:xfrm>
                  <a:off x="2442247" y="2203739"/>
                  <a:ext cx="37505" cy="100631"/>
                </a:xfrm>
                <a:custGeom>
                  <a:rect b="b" l="l" r="r" t="t"/>
                  <a:pathLst>
                    <a:path extrusionOk="0" h="381" w="142">
                      <a:moveTo>
                        <a:pt x="30" y="0"/>
                      </a:moveTo>
                      <a:cubicBezTo>
                        <a:pt x="16" y="0"/>
                        <a:pt x="1" y="14"/>
                        <a:pt x="9" y="32"/>
                      </a:cubicBezTo>
                      <a:cubicBezTo>
                        <a:pt x="56" y="138"/>
                        <a:pt x="52" y="259"/>
                        <a:pt x="96" y="369"/>
                      </a:cubicBezTo>
                      <a:cubicBezTo>
                        <a:pt x="99" y="377"/>
                        <a:pt x="107" y="381"/>
                        <a:pt x="115" y="381"/>
                      </a:cubicBezTo>
                      <a:cubicBezTo>
                        <a:pt x="128" y="381"/>
                        <a:pt x="141" y="371"/>
                        <a:pt x="137" y="358"/>
                      </a:cubicBezTo>
                      <a:cubicBezTo>
                        <a:pt x="89" y="244"/>
                        <a:pt x="93" y="120"/>
                        <a:pt x="45" y="10"/>
                      </a:cubicBezTo>
                      <a:cubicBezTo>
                        <a:pt x="42" y="3"/>
                        <a:pt x="36" y="0"/>
                        <a:pt x="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6" name="Google Shape;2686;p39"/>
                <p:cNvSpPr/>
                <p:nvPr/>
              </p:nvSpPr>
              <p:spPr>
                <a:xfrm>
                  <a:off x="2389158" y="2202418"/>
                  <a:ext cx="36185" cy="95612"/>
                </a:xfrm>
                <a:custGeom>
                  <a:rect b="b" l="l" r="r" t="t"/>
                  <a:pathLst>
                    <a:path extrusionOk="0" h="362" w="137">
                      <a:moveTo>
                        <a:pt x="24" y="0"/>
                      </a:moveTo>
                      <a:cubicBezTo>
                        <a:pt x="12" y="0"/>
                        <a:pt x="0" y="11"/>
                        <a:pt x="4" y="26"/>
                      </a:cubicBezTo>
                      <a:cubicBezTo>
                        <a:pt x="48" y="125"/>
                        <a:pt x="78" y="231"/>
                        <a:pt x="96" y="341"/>
                      </a:cubicBezTo>
                      <a:cubicBezTo>
                        <a:pt x="96" y="354"/>
                        <a:pt x="107" y="361"/>
                        <a:pt x="117" y="361"/>
                      </a:cubicBezTo>
                      <a:cubicBezTo>
                        <a:pt x="127" y="361"/>
                        <a:pt x="136" y="355"/>
                        <a:pt x="136" y="341"/>
                      </a:cubicBezTo>
                      <a:cubicBezTo>
                        <a:pt x="118" y="231"/>
                        <a:pt x="89" y="117"/>
                        <a:pt x="45" y="15"/>
                      </a:cubicBezTo>
                      <a:cubicBezTo>
                        <a:pt x="40" y="5"/>
                        <a:pt x="32" y="0"/>
                        <a:pt x="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7" name="Google Shape;2687;p39"/>
                <p:cNvSpPr/>
                <p:nvPr/>
              </p:nvSpPr>
              <p:spPr>
                <a:xfrm>
                  <a:off x="2339767" y="2206380"/>
                  <a:ext cx="24035" cy="88745"/>
                </a:xfrm>
                <a:custGeom>
                  <a:rect b="b" l="l" r="r" t="t"/>
                  <a:pathLst>
                    <a:path extrusionOk="0" h="336" w="91">
                      <a:moveTo>
                        <a:pt x="25" y="0"/>
                      </a:moveTo>
                      <a:cubicBezTo>
                        <a:pt x="13" y="0"/>
                        <a:pt x="0" y="10"/>
                        <a:pt x="5" y="26"/>
                      </a:cubicBezTo>
                      <a:lnTo>
                        <a:pt x="1" y="26"/>
                      </a:lnTo>
                      <a:cubicBezTo>
                        <a:pt x="23" y="121"/>
                        <a:pt x="41" y="216"/>
                        <a:pt x="49" y="315"/>
                      </a:cubicBezTo>
                      <a:cubicBezTo>
                        <a:pt x="49" y="328"/>
                        <a:pt x="60" y="335"/>
                        <a:pt x="71" y="335"/>
                      </a:cubicBezTo>
                      <a:cubicBezTo>
                        <a:pt x="81" y="335"/>
                        <a:pt x="91" y="329"/>
                        <a:pt x="89" y="315"/>
                      </a:cubicBezTo>
                      <a:cubicBezTo>
                        <a:pt x="82" y="212"/>
                        <a:pt x="67" y="113"/>
                        <a:pt x="41" y="15"/>
                      </a:cubicBezTo>
                      <a:cubicBezTo>
                        <a:pt x="40" y="4"/>
                        <a:pt x="33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8" name="Google Shape;2688;p39"/>
                <p:cNvSpPr/>
                <p:nvPr/>
              </p:nvSpPr>
              <p:spPr>
                <a:xfrm>
                  <a:off x="2289319" y="2207173"/>
                  <a:ext cx="30638" cy="84783"/>
                </a:xfrm>
                <a:custGeom>
                  <a:rect b="b" l="l" r="r" t="t"/>
                  <a:pathLst>
                    <a:path extrusionOk="0" h="321" w="116">
                      <a:moveTo>
                        <a:pt x="26" y="1"/>
                      </a:moveTo>
                      <a:cubicBezTo>
                        <a:pt x="14" y="1"/>
                        <a:pt x="1" y="11"/>
                        <a:pt x="5" y="26"/>
                      </a:cubicBezTo>
                      <a:cubicBezTo>
                        <a:pt x="35" y="118"/>
                        <a:pt x="57" y="209"/>
                        <a:pt x="75" y="305"/>
                      </a:cubicBezTo>
                      <a:cubicBezTo>
                        <a:pt x="75" y="314"/>
                        <a:pt x="82" y="320"/>
                        <a:pt x="91" y="320"/>
                      </a:cubicBezTo>
                      <a:cubicBezTo>
                        <a:pt x="93" y="320"/>
                        <a:pt x="95" y="320"/>
                        <a:pt x="97" y="319"/>
                      </a:cubicBezTo>
                      <a:cubicBezTo>
                        <a:pt x="108" y="315"/>
                        <a:pt x="115" y="305"/>
                        <a:pt x="112" y="294"/>
                      </a:cubicBezTo>
                      <a:cubicBezTo>
                        <a:pt x="97" y="198"/>
                        <a:pt x="75" y="107"/>
                        <a:pt x="46" y="15"/>
                      </a:cubicBezTo>
                      <a:cubicBezTo>
                        <a:pt x="43" y="5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9" name="Google Shape;2689;p39"/>
                <p:cNvSpPr/>
                <p:nvPr/>
              </p:nvSpPr>
              <p:spPr>
                <a:xfrm>
                  <a:off x="2228835" y="2210606"/>
                  <a:ext cx="39882" cy="89009"/>
                </a:xfrm>
                <a:custGeom>
                  <a:rect b="b" l="l" r="r" t="t"/>
                  <a:pathLst>
                    <a:path extrusionOk="0" h="337" w="151">
                      <a:moveTo>
                        <a:pt x="29" y="1"/>
                      </a:moveTo>
                      <a:cubicBezTo>
                        <a:pt x="14" y="1"/>
                        <a:pt x="1" y="16"/>
                        <a:pt x="11" y="32"/>
                      </a:cubicBezTo>
                      <a:cubicBezTo>
                        <a:pt x="73" y="116"/>
                        <a:pt x="92" y="222"/>
                        <a:pt x="106" y="324"/>
                      </a:cubicBezTo>
                      <a:cubicBezTo>
                        <a:pt x="109" y="330"/>
                        <a:pt x="117" y="336"/>
                        <a:pt x="126" y="336"/>
                      </a:cubicBezTo>
                      <a:cubicBezTo>
                        <a:pt x="128" y="336"/>
                        <a:pt x="130" y="336"/>
                        <a:pt x="132" y="335"/>
                      </a:cubicBezTo>
                      <a:cubicBezTo>
                        <a:pt x="143" y="335"/>
                        <a:pt x="150" y="321"/>
                        <a:pt x="147" y="313"/>
                      </a:cubicBezTo>
                      <a:cubicBezTo>
                        <a:pt x="132" y="207"/>
                        <a:pt x="110" y="97"/>
                        <a:pt x="48" y="10"/>
                      </a:cubicBezTo>
                      <a:cubicBezTo>
                        <a:pt x="42" y="3"/>
                        <a:pt x="3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0" name="Google Shape;2690;p39"/>
                <p:cNvSpPr/>
                <p:nvPr/>
              </p:nvSpPr>
              <p:spPr>
                <a:xfrm>
                  <a:off x="2164653" y="2202418"/>
                  <a:ext cx="36449" cy="98782"/>
                </a:xfrm>
                <a:custGeom>
                  <a:rect b="b" l="l" r="r" t="t"/>
                  <a:pathLst>
                    <a:path extrusionOk="0" h="374" w="138">
                      <a:moveTo>
                        <a:pt x="25" y="0"/>
                      </a:moveTo>
                      <a:cubicBezTo>
                        <a:pt x="14" y="0"/>
                        <a:pt x="1" y="11"/>
                        <a:pt x="5" y="26"/>
                      </a:cubicBezTo>
                      <a:cubicBezTo>
                        <a:pt x="27" y="139"/>
                        <a:pt x="56" y="249"/>
                        <a:pt x="97" y="359"/>
                      </a:cubicBezTo>
                      <a:cubicBezTo>
                        <a:pt x="100" y="369"/>
                        <a:pt x="107" y="374"/>
                        <a:pt x="115" y="374"/>
                      </a:cubicBezTo>
                      <a:cubicBezTo>
                        <a:pt x="126" y="374"/>
                        <a:pt x="138" y="364"/>
                        <a:pt x="133" y="348"/>
                      </a:cubicBezTo>
                      <a:cubicBezTo>
                        <a:pt x="97" y="238"/>
                        <a:pt x="67" y="128"/>
                        <a:pt x="42" y="15"/>
                      </a:cubicBezTo>
                      <a:cubicBezTo>
                        <a:pt x="40" y="5"/>
                        <a:pt x="33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1" name="Google Shape;2691;p39"/>
                <p:cNvSpPr/>
                <p:nvPr/>
              </p:nvSpPr>
              <p:spPr>
                <a:xfrm>
                  <a:off x="2111828" y="2205324"/>
                  <a:ext cx="21658" cy="89273"/>
                </a:xfrm>
                <a:custGeom>
                  <a:rect b="b" l="l" r="r" t="t"/>
                  <a:pathLst>
                    <a:path extrusionOk="0" h="338" w="82">
                      <a:moveTo>
                        <a:pt x="20" y="0"/>
                      </a:moveTo>
                      <a:cubicBezTo>
                        <a:pt x="10" y="0"/>
                        <a:pt x="0" y="8"/>
                        <a:pt x="0" y="22"/>
                      </a:cubicBezTo>
                      <a:cubicBezTo>
                        <a:pt x="0" y="125"/>
                        <a:pt x="15" y="224"/>
                        <a:pt x="40" y="322"/>
                      </a:cubicBezTo>
                      <a:cubicBezTo>
                        <a:pt x="42" y="333"/>
                        <a:pt x="49" y="337"/>
                        <a:pt x="57" y="337"/>
                      </a:cubicBezTo>
                      <a:cubicBezTo>
                        <a:pt x="68" y="337"/>
                        <a:pt x="81" y="327"/>
                        <a:pt x="77" y="312"/>
                      </a:cubicBezTo>
                      <a:cubicBezTo>
                        <a:pt x="55" y="216"/>
                        <a:pt x="44" y="121"/>
                        <a:pt x="40" y="22"/>
                      </a:cubicBezTo>
                      <a:cubicBezTo>
                        <a:pt x="40" y="8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2" name="Google Shape;2692;p39"/>
                <p:cNvSpPr/>
                <p:nvPr/>
              </p:nvSpPr>
              <p:spPr>
                <a:xfrm>
                  <a:off x="2049759" y="2209021"/>
                  <a:ext cx="30374" cy="88745"/>
                </a:xfrm>
                <a:custGeom>
                  <a:rect b="b" l="l" r="r" t="t"/>
                  <a:pathLst>
                    <a:path extrusionOk="0" h="336" w="115">
                      <a:moveTo>
                        <a:pt x="31" y="0"/>
                      </a:moveTo>
                      <a:cubicBezTo>
                        <a:pt x="21" y="0"/>
                        <a:pt x="10" y="6"/>
                        <a:pt x="8" y="19"/>
                      </a:cubicBezTo>
                      <a:cubicBezTo>
                        <a:pt x="1" y="125"/>
                        <a:pt x="23" y="232"/>
                        <a:pt x="74" y="327"/>
                      </a:cubicBezTo>
                      <a:cubicBezTo>
                        <a:pt x="77" y="333"/>
                        <a:pt x="82" y="336"/>
                        <a:pt x="88" y="336"/>
                      </a:cubicBezTo>
                      <a:cubicBezTo>
                        <a:pt x="101" y="336"/>
                        <a:pt x="115" y="321"/>
                        <a:pt x="107" y="308"/>
                      </a:cubicBezTo>
                      <a:cubicBezTo>
                        <a:pt x="63" y="217"/>
                        <a:pt x="41" y="118"/>
                        <a:pt x="52" y="19"/>
                      </a:cubicBezTo>
                      <a:cubicBezTo>
                        <a:pt x="52" y="6"/>
                        <a:pt x="42" y="0"/>
                        <a:pt x="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3" name="Google Shape;2693;p39"/>
                <p:cNvSpPr/>
                <p:nvPr/>
              </p:nvSpPr>
              <p:spPr>
                <a:xfrm>
                  <a:off x="2003801" y="2209021"/>
                  <a:ext cx="26148" cy="89273"/>
                </a:xfrm>
                <a:custGeom>
                  <a:rect b="b" l="l" r="r" t="t"/>
                  <a:pathLst>
                    <a:path extrusionOk="0" h="338" w="99">
                      <a:moveTo>
                        <a:pt x="21" y="0"/>
                      </a:moveTo>
                      <a:cubicBezTo>
                        <a:pt x="11" y="0"/>
                        <a:pt x="1" y="6"/>
                        <a:pt x="3" y="19"/>
                      </a:cubicBezTo>
                      <a:cubicBezTo>
                        <a:pt x="14" y="122"/>
                        <a:pt x="32" y="224"/>
                        <a:pt x="58" y="323"/>
                      </a:cubicBezTo>
                      <a:cubicBezTo>
                        <a:pt x="59" y="333"/>
                        <a:pt x="66" y="338"/>
                        <a:pt x="74" y="338"/>
                      </a:cubicBezTo>
                      <a:cubicBezTo>
                        <a:pt x="86" y="338"/>
                        <a:pt x="99" y="328"/>
                        <a:pt x="94" y="312"/>
                      </a:cubicBezTo>
                      <a:cubicBezTo>
                        <a:pt x="72" y="217"/>
                        <a:pt x="54" y="118"/>
                        <a:pt x="43" y="19"/>
                      </a:cubicBezTo>
                      <a:cubicBezTo>
                        <a:pt x="43" y="6"/>
                        <a:pt x="32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4" name="Google Shape;2694;p39"/>
                <p:cNvSpPr/>
                <p:nvPr/>
              </p:nvSpPr>
              <p:spPr>
                <a:xfrm>
                  <a:off x="3225637" y="1810195"/>
                  <a:ext cx="76860" cy="72898"/>
                </a:xfrm>
                <a:custGeom>
                  <a:rect b="b" l="l" r="r" t="t"/>
                  <a:pathLst>
                    <a:path extrusionOk="0" h="276" w="291">
                      <a:moveTo>
                        <a:pt x="23" y="1"/>
                      </a:moveTo>
                      <a:cubicBezTo>
                        <a:pt x="17" y="1"/>
                        <a:pt x="12" y="3"/>
                        <a:pt x="8" y="6"/>
                      </a:cubicBezTo>
                      <a:cubicBezTo>
                        <a:pt x="1" y="14"/>
                        <a:pt x="1" y="28"/>
                        <a:pt x="8" y="36"/>
                      </a:cubicBezTo>
                      <a:cubicBezTo>
                        <a:pt x="96" y="105"/>
                        <a:pt x="169" y="189"/>
                        <a:pt x="250" y="270"/>
                      </a:cubicBezTo>
                      <a:cubicBezTo>
                        <a:pt x="254" y="274"/>
                        <a:pt x="258" y="276"/>
                        <a:pt x="263" y="276"/>
                      </a:cubicBezTo>
                      <a:cubicBezTo>
                        <a:pt x="277" y="276"/>
                        <a:pt x="290" y="255"/>
                        <a:pt x="279" y="241"/>
                      </a:cubicBezTo>
                      <a:cubicBezTo>
                        <a:pt x="198" y="164"/>
                        <a:pt x="125" y="76"/>
                        <a:pt x="37" y="6"/>
                      </a:cubicBezTo>
                      <a:cubicBezTo>
                        <a:pt x="34" y="3"/>
                        <a:pt x="28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5" name="Google Shape;2695;p39"/>
                <p:cNvSpPr/>
                <p:nvPr/>
              </p:nvSpPr>
              <p:spPr>
                <a:xfrm>
                  <a:off x="3192093" y="1858794"/>
                  <a:ext cx="83199" cy="71841"/>
                </a:xfrm>
                <a:custGeom>
                  <a:rect b="b" l="l" r="r" t="t"/>
                  <a:pathLst>
                    <a:path extrusionOk="0" h="272" w="315">
                      <a:moveTo>
                        <a:pt x="28" y="0"/>
                      </a:moveTo>
                      <a:cubicBezTo>
                        <a:pt x="11" y="0"/>
                        <a:pt x="0" y="26"/>
                        <a:pt x="18" y="38"/>
                      </a:cubicBezTo>
                      <a:cubicBezTo>
                        <a:pt x="109" y="104"/>
                        <a:pt x="183" y="196"/>
                        <a:pt x="271" y="265"/>
                      </a:cubicBezTo>
                      <a:cubicBezTo>
                        <a:pt x="275" y="269"/>
                        <a:pt x="279" y="271"/>
                        <a:pt x="284" y="271"/>
                      </a:cubicBezTo>
                      <a:cubicBezTo>
                        <a:pt x="300" y="271"/>
                        <a:pt x="314" y="250"/>
                        <a:pt x="300" y="236"/>
                      </a:cubicBezTo>
                      <a:cubicBezTo>
                        <a:pt x="208" y="163"/>
                        <a:pt x="135" y="71"/>
                        <a:pt x="40" y="5"/>
                      </a:cubicBezTo>
                      <a:cubicBezTo>
                        <a:pt x="36" y="2"/>
                        <a:pt x="31" y="0"/>
                        <a:pt x="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6" name="Google Shape;2696;p39"/>
                <p:cNvSpPr/>
                <p:nvPr/>
              </p:nvSpPr>
              <p:spPr>
                <a:xfrm>
                  <a:off x="3164625" y="1896563"/>
                  <a:ext cx="73954" cy="75011"/>
                </a:xfrm>
                <a:custGeom>
                  <a:rect b="b" l="l" r="r" t="t"/>
                  <a:pathLst>
                    <a:path extrusionOk="0" h="284" w="280">
                      <a:moveTo>
                        <a:pt x="27" y="1"/>
                      </a:moveTo>
                      <a:cubicBezTo>
                        <a:pt x="14" y="1"/>
                        <a:pt x="1" y="16"/>
                        <a:pt x="8" y="31"/>
                      </a:cubicBezTo>
                      <a:cubicBezTo>
                        <a:pt x="74" y="122"/>
                        <a:pt x="181" y="177"/>
                        <a:pt x="235" y="272"/>
                      </a:cubicBezTo>
                      <a:cubicBezTo>
                        <a:pt x="240" y="280"/>
                        <a:pt x="246" y="284"/>
                        <a:pt x="253" y="284"/>
                      </a:cubicBezTo>
                      <a:cubicBezTo>
                        <a:pt x="266" y="284"/>
                        <a:pt x="280" y="268"/>
                        <a:pt x="272" y="250"/>
                      </a:cubicBezTo>
                      <a:cubicBezTo>
                        <a:pt x="213" y="155"/>
                        <a:pt x="111" y="100"/>
                        <a:pt x="45" y="12"/>
                      </a:cubicBezTo>
                      <a:cubicBezTo>
                        <a:pt x="40" y="4"/>
                        <a:pt x="34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7" name="Google Shape;2697;p39"/>
                <p:cNvSpPr/>
                <p:nvPr/>
              </p:nvSpPr>
              <p:spPr>
                <a:xfrm>
                  <a:off x="3136892" y="1948860"/>
                  <a:ext cx="78973" cy="69728"/>
                </a:xfrm>
                <a:custGeom>
                  <a:rect b="b" l="l" r="r" t="t"/>
                  <a:pathLst>
                    <a:path extrusionOk="0" h="264" w="299">
                      <a:moveTo>
                        <a:pt x="29" y="1"/>
                      </a:moveTo>
                      <a:cubicBezTo>
                        <a:pt x="14" y="1"/>
                        <a:pt x="1" y="21"/>
                        <a:pt x="15" y="38"/>
                      </a:cubicBezTo>
                      <a:cubicBezTo>
                        <a:pt x="88" y="115"/>
                        <a:pt x="168" y="188"/>
                        <a:pt x="253" y="257"/>
                      </a:cubicBezTo>
                      <a:cubicBezTo>
                        <a:pt x="257" y="261"/>
                        <a:pt x="263" y="263"/>
                        <a:pt x="268" y="263"/>
                      </a:cubicBezTo>
                      <a:cubicBezTo>
                        <a:pt x="285" y="263"/>
                        <a:pt x="299" y="242"/>
                        <a:pt x="282" y="228"/>
                      </a:cubicBezTo>
                      <a:cubicBezTo>
                        <a:pt x="198" y="159"/>
                        <a:pt x="117" y="85"/>
                        <a:pt x="44" y="8"/>
                      </a:cubicBezTo>
                      <a:cubicBezTo>
                        <a:pt x="39" y="3"/>
                        <a:pt x="34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8" name="Google Shape;2698;p39"/>
                <p:cNvSpPr/>
                <p:nvPr/>
              </p:nvSpPr>
              <p:spPr>
                <a:xfrm>
                  <a:off x="3100178" y="2001420"/>
                  <a:ext cx="79237" cy="64974"/>
                </a:xfrm>
                <a:custGeom>
                  <a:rect b="b" l="l" r="r" t="t"/>
                  <a:pathLst>
                    <a:path extrusionOk="0" h="246" w="300">
                      <a:moveTo>
                        <a:pt x="30" y="0"/>
                      </a:moveTo>
                      <a:cubicBezTo>
                        <a:pt x="12" y="0"/>
                        <a:pt x="0" y="27"/>
                        <a:pt x="22" y="36"/>
                      </a:cubicBezTo>
                      <a:cubicBezTo>
                        <a:pt x="110" y="91"/>
                        <a:pt x="187" y="161"/>
                        <a:pt x="256" y="238"/>
                      </a:cubicBezTo>
                      <a:cubicBezTo>
                        <a:pt x="261" y="243"/>
                        <a:pt x="266" y="246"/>
                        <a:pt x="271" y="246"/>
                      </a:cubicBezTo>
                      <a:cubicBezTo>
                        <a:pt x="286" y="246"/>
                        <a:pt x="299" y="225"/>
                        <a:pt x="285" y="208"/>
                      </a:cubicBezTo>
                      <a:cubicBezTo>
                        <a:pt x="216" y="128"/>
                        <a:pt x="132" y="58"/>
                        <a:pt x="40" y="3"/>
                      </a:cubicBezTo>
                      <a:cubicBezTo>
                        <a:pt x="37" y="1"/>
                        <a:pt x="33" y="0"/>
                        <a:pt x="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9" name="Google Shape;2699;p39"/>
                <p:cNvSpPr/>
                <p:nvPr/>
              </p:nvSpPr>
              <p:spPr>
                <a:xfrm>
                  <a:off x="3075087" y="2046057"/>
                  <a:ext cx="73426" cy="66823"/>
                </a:xfrm>
                <a:custGeom>
                  <a:rect b="b" l="l" r="r" t="t"/>
                  <a:pathLst>
                    <a:path extrusionOk="0" h="253" w="278">
                      <a:moveTo>
                        <a:pt x="30" y="1"/>
                      </a:moveTo>
                      <a:cubicBezTo>
                        <a:pt x="15" y="1"/>
                        <a:pt x="0" y="22"/>
                        <a:pt x="14" y="36"/>
                      </a:cubicBezTo>
                      <a:cubicBezTo>
                        <a:pt x="87" y="105"/>
                        <a:pt x="175" y="160"/>
                        <a:pt x="238" y="245"/>
                      </a:cubicBezTo>
                      <a:cubicBezTo>
                        <a:pt x="240" y="249"/>
                        <a:pt x="246" y="252"/>
                        <a:pt x="253" y="252"/>
                      </a:cubicBezTo>
                      <a:cubicBezTo>
                        <a:pt x="257" y="252"/>
                        <a:pt x="260" y="251"/>
                        <a:pt x="263" y="248"/>
                      </a:cubicBezTo>
                      <a:cubicBezTo>
                        <a:pt x="274" y="245"/>
                        <a:pt x="278" y="234"/>
                        <a:pt x="271" y="223"/>
                      </a:cubicBezTo>
                      <a:cubicBezTo>
                        <a:pt x="208" y="138"/>
                        <a:pt x="117" y="80"/>
                        <a:pt x="44" y="7"/>
                      </a:cubicBezTo>
                      <a:cubicBezTo>
                        <a:pt x="39" y="2"/>
                        <a:pt x="35" y="1"/>
                        <a:pt x="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0" name="Google Shape;2700;p39"/>
                <p:cNvSpPr/>
                <p:nvPr/>
              </p:nvSpPr>
              <p:spPr>
                <a:xfrm>
                  <a:off x="3042864" y="2092279"/>
                  <a:ext cx="83463" cy="68408"/>
                </a:xfrm>
                <a:custGeom>
                  <a:rect b="b" l="l" r="r" t="t"/>
                  <a:pathLst>
                    <a:path extrusionOk="0" h="259" w="316">
                      <a:moveTo>
                        <a:pt x="31" y="0"/>
                      </a:moveTo>
                      <a:cubicBezTo>
                        <a:pt x="13" y="0"/>
                        <a:pt x="1" y="28"/>
                        <a:pt x="19" y="40"/>
                      </a:cubicBezTo>
                      <a:cubicBezTo>
                        <a:pt x="111" y="106"/>
                        <a:pt x="195" y="176"/>
                        <a:pt x="272" y="253"/>
                      </a:cubicBezTo>
                      <a:cubicBezTo>
                        <a:pt x="276" y="257"/>
                        <a:pt x="280" y="258"/>
                        <a:pt x="285" y="258"/>
                      </a:cubicBezTo>
                      <a:cubicBezTo>
                        <a:pt x="301" y="258"/>
                        <a:pt x="315" y="238"/>
                        <a:pt x="301" y="223"/>
                      </a:cubicBezTo>
                      <a:cubicBezTo>
                        <a:pt x="220" y="143"/>
                        <a:pt x="133" y="70"/>
                        <a:pt x="41" y="4"/>
                      </a:cubicBezTo>
                      <a:cubicBezTo>
                        <a:pt x="38" y="1"/>
                        <a:pt x="34" y="0"/>
                        <a:pt x="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1" name="Google Shape;2701;p39"/>
                <p:cNvSpPr/>
                <p:nvPr/>
              </p:nvSpPr>
              <p:spPr>
                <a:xfrm>
                  <a:off x="3010905" y="2150122"/>
                  <a:ext cx="79501" cy="67615"/>
                </a:xfrm>
                <a:custGeom>
                  <a:rect b="b" l="l" r="r" t="t"/>
                  <a:pathLst>
                    <a:path extrusionOk="0" h="256" w="301">
                      <a:moveTo>
                        <a:pt x="34" y="0"/>
                      </a:moveTo>
                      <a:cubicBezTo>
                        <a:pt x="17" y="0"/>
                        <a:pt x="1" y="22"/>
                        <a:pt x="16" y="34"/>
                      </a:cubicBezTo>
                      <a:cubicBezTo>
                        <a:pt x="96" y="107"/>
                        <a:pt x="180" y="176"/>
                        <a:pt x="257" y="250"/>
                      </a:cubicBezTo>
                      <a:cubicBezTo>
                        <a:pt x="262" y="254"/>
                        <a:pt x="267" y="256"/>
                        <a:pt x="272" y="256"/>
                      </a:cubicBezTo>
                      <a:cubicBezTo>
                        <a:pt x="287" y="256"/>
                        <a:pt x="300" y="238"/>
                        <a:pt x="287" y="224"/>
                      </a:cubicBezTo>
                      <a:cubicBezTo>
                        <a:pt x="210" y="147"/>
                        <a:pt x="125" y="78"/>
                        <a:pt x="45" y="4"/>
                      </a:cubicBezTo>
                      <a:cubicBezTo>
                        <a:pt x="41" y="1"/>
                        <a:pt x="38" y="0"/>
                        <a:pt x="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702" name="Google Shape;2702;p39"/>
            <p:cNvSpPr txBox="1"/>
            <p:nvPr/>
          </p:nvSpPr>
          <p:spPr>
            <a:xfrm>
              <a:off x="533600" y="1744881"/>
              <a:ext cx="1939800" cy="6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It’s a gas giant and also the biggest planet in the Solar System</a:t>
              </a:r>
              <a:endParaRPr sz="1400">
                <a:solidFill>
                  <a:srgbClr val="FFFFFF"/>
                </a:solidFill>
              </a:endParaRPr>
            </a:p>
          </p:txBody>
        </p:sp>
        <p:sp>
          <p:nvSpPr>
            <p:cNvPr id="2703" name="Google Shape;2703;p39"/>
            <p:cNvSpPr txBox="1"/>
            <p:nvPr/>
          </p:nvSpPr>
          <p:spPr>
            <a:xfrm flipH="1">
              <a:off x="533592" y="1413054"/>
              <a:ext cx="15396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Venus</a:t>
              </a:r>
              <a:endParaRPr sz="20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grpSp>
          <p:nvGrpSpPr>
            <p:cNvPr id="2704" name="Google Shape;2704;p39"/>
            <p:cNvGrpSpPr/>
            <p:nvPr/>
          </p:nvGrpSpPr>
          <p:grpSpPr>
            <a:xfrm>
              <a:off x="2691575" y="1697259"/>
              <a:ext cx="374683" cy="461412"/>
              <a:chOff x="6048409" y="3983130"/>
              <a:chExt cx="504216" cy="620928"/>
            </a:xfrm>
          </p:grpSpPr>
          <p:sp>
            <p:nvSpPr>
              <p:cNvPr id="2705" name="Google Shape;2705;p39"/>
              <p:cNvSpPr/>
              <p:nvPr/>
            </p:nvSpPr>
            <p:spPr>
              <a:xfrm>
                <a:off x="6048409" y="3983130"/>
                <a:ext cx="504216" cy="620928"/>
              </a:xfrm>
              <a:custGeom>
                <a:rect b="b" l="l" r="r" t="t"/>
                <a:pathLst>
                  <a:path extrusionOk="0" h="19324" w="15693">
                    <a:moveTo>
                      <a:pt x="7824" y="1132"/>
                    </a:moveTo>
                    <a:cubicBezTo>
                      <a:pt x="8714" y="1132"/>
                      <a:pt x="9554" y="1551"/>
                      <a:pt x="10088" y="2264"/>
                    </a:cubicBezTo>
                    <a:cubicBezTo>
                      <a:pt x="9551" y="2977"/>
                      <a:pt x="8711" y="3393"/>
                      <a:pt x="7824" y="3396"/>
                    </a:cubicBezTo>
                    <a:lnTo>
                      <a:pt x="5049" y="3396"/>
                    </a:lnTo>
                    <a:cubicBezTo>
                      <a:pt x="5321" y="2080"/>
                      <a:pt x="6477" y="1135"/>
                      <a:pt x="7824" y="1132"/>
                    </a:cubicBezTo>
                    <a:close/>
                    <a:moveTo>
                      <a:pt x="10595" y="3393"/>
                    </a:moveTo>
                    <a:cubicBezTo>
                      <a:pt x="10635" y="3580"/>
                      <a:pt x="10653" y="3771"/>
                      <a:pt x="10653" y="3964"/>
                    </a:cubicBezTo>
                    <a:lnTo>
                      <a:pt x="10653" y="6304"/>
                    </a:lnTo>
                    <a:cubicBezTo>
                      <a:pt x="10653" y="7865"/>
                      <a:pt x="9385" y="9133"/>
                      <a:pt x="7824" y="9133"/>
                    </a:cubicBezTo>
                    <a:cubicBezTo>
                      <a:pt x="6260" y="9133"/>
                      <a:pt x="4991" y="7865"/>
                      <a:pt x="4991" y="6304"/>
                    </a:cubicBezTo>
                    <a:lnTo>
                      <a:pt x="4991" y="4529"/>
                    </a:lnTo>
                    <a:lnTo>
                      <a:pt x="7824" y="4529"/>
                    </a:lnTo>
                    <a:cubicBezTo>
                      <a:pt x="8859" y="4525"/>
                      <a:pt x="9856" y="4121"/>
                      <a:pt x="10595" y="3393"/>
                    </a:cubicBezTo>
                    <a:close/>
                    <a:moveTo>
                      <a:pt x="6465" y="10027"/>
                    </a:moveTo>
                    <a:cubicBezTo>
                      <a:pt x="6903" y="10187"/>
                      <a:pt x="7362" y="10267"/>
                      <a:pt x="7823" y="10267"/>
                    </a:cubicBezTo>
                    <a:cubicBezTo>
                      <a:pt x="8283" y="10267"/>
                      <a:pt x="8743" y="10187"/>
                      <a:pt x="9182" y="10027"/>
                    </a:cubicBezTo>
                    <a:lnTo>
                      <a:pt x="9182" y="10027"/>
                    </a:lnTo>
                    <a:lnTo>
                      <a:pt x="7824" y="12071"/>
                    </a:lnTo>
                    <a:lnTo>
                      <a:pt x="6465" y="10027"/>
                    </a:lnTo>
                    <a:close/>
                    <a:moveTo>
                      <a:pt x="10152" y="10610"/>
                    </a:moveTo>
                    <a:lnTo>
                      <a:pt x="11051" y="11476"/>
                    </a:lnTo>
                    <a:lnTo>
                      <a:pt x="9433" y="13904"/>
                    </a:lnTo>
                    <a:lnTo>
                      <a:pt x="8551" y="13022"/>
                    </a:lnTo>
                    <a:lnTo>
                      <a:pt x="10152" y="10610"/>
                    </a:lnTo>
                    <a:close/>
                    <a:moveTo>
                      <a:pt x="5493" y="10610"/>
                    </a:moveTo>
                    <a:lnTo>
                      <a:pt x="7096" y="13022"/>
                    </a:lnTo>
                    <a:lnTo>
                      <a:pt x="6211" y="13907"/>
                    </a:lnTo>
                    <a:lnTo>
                      <a:pt x="4593" y="11476"/>
                    </a:lnTo>
                    <a:lnTo>
                      <a:pt x="5493" y="10610"/>
                    </a:lnTo>
                    <a:close/>
                    <a:moveTo>
                      <a:pt x="3630" y="12074"/>
                    </a:moveTo>
                    <a:lnTo>
                      <a:pt x="5653" y="15109"/>
                    </a:lnTo>
                    <a:cubicBezTo>
                      <a:pt x="5746" y="15251"/>
                      <a:pt x="5900" y="15341"/>
                      <a:pt x="6069" y="15356"/>
                    </a:cubicBezTo>
                    <a:cubicBezTo>
                      <a:pt x="6087" y="15359"/>
                      <a:pt x="6106" y="15359"/>
                      <a:pt x="6124" y="15359"/>
                    </a:cubicBezTo>
                    <a:cubicBezTo>
                      <a:pt x="6275" y="15359"/>
                      <a:pt x="6417" y="15302"/>
                      <a:pt x="6525" y="15193"/>
                    </a:cubicBezTo>
                    <a:lnTo>
                      <a:pt x="7256" y="14463"/>
                    </a:lnTo>
                    <a:lnTo>
                      <a:pt x="7256" y="18192"/>
                    </a:lnTo>
                    <a:lnTo>
                      <a:pt x="2247" y="18192"/>
                    </a:lnTo>
                    <a:lnTo>
                      <a:pt x="1332" y="13502"/>
                    </a:lnTo>
                    <a:cubicBezTo>
                      <a:pt x="1329" y="13493"/>
                      <a:pt x="1326" y="13484"/>
                      <a:pt x="1326" y="13475"/>
                    </a:cubicBezTo>
                    <a:cubicBezTo>
                      <a:pt x="1235" y="13110"/>
                      <a:pt x="1438" y="12735"/>
                      <a:pt x="1791" y="12612"/>
                    </a:cubicBezTo>
                    <a:lnTo>
                      <a:pt x="3630" y="12074"/>
                    </a:lnTo>
                    <a:close/>
                    <a:moveTo>
                      <a:pt x="12015" y="12074"/>
                    </a:moveTo>
                    <a:lnTo>
                      <a:pt x="13899" y="12612"/>
                    </a:lnTo>
                    <a:cubicBezTo>
                      <a:pt x="14252" y="12735"/>
                      <a:pt x="14454" y="13110"/>
                      <a:pt x="14367" y="13475"/>
                    </a:cubicBezTo>
                    <a:cubicBezTo>
                      <a:pt x="14364" y="13481"/>
                      <a:pt x="14361" y="13490"/>
                      <a:pt x="14361" y="13496"/>
                    </a:cubicBezTo>
                    <a:lnTo>
                      <a:pt x="13395" y="18192"/>
                    </a:lnTo>
                    <a:lnTo>
                      <a:pt x="8388" y="18192"/>
                    </a:lnTo>
                    <a:lnTo>
                      <a:pt x="8388" y="14463"/>
                    </a:lnTo>
                    <a:lnTo>
                      <a:pt x="9119" y="15196"/>
                    </a:lnTo>
                    <a:cubicBezTo>
                      <a:pt x="9228" y="15302"/>
                      <a:pt x="9370" y="15362"/>
                      <a:pt x="9521" y="15362"/>
                    </a:cubicBezTo>
                    <a:cubicBezTo>
                      <a:pt x="9539" y="15362"/>
                      <a:pt x="9557" y="15359"/>
                      <a:pt x="9578" y="15359"/>
                    </a:cubicBezTo>
                    <a:cubicBezTo>
                      <a:pt x="9744" y="15341"/>
                      <a:pt x="9898" y="15251"/>
                      <a:pt x="9992" y="15109"/>
                    </a:cubicBezTo>
                    <a:lnTo>
                      <a:pt x="12015" y="12074"/>
                    </a:lnTo>
                    <a:close/>
                    <a:moveTo>
                      <a:pt x="7823" y="1"/>
                    </a:moveTo>
                    <a:cubicBezTo>
                      <a:pt x="7476" y="1"/>
                      <a:pt x="7126" y="46"/>
                      <a:pt x="6779" y="141"/>
                    </a:cubicBezTo>
                    <a:cubicBezTo>
                      <a:pt x="5055" y="612"/>
                      <a:pt x="3859" y="2176"/>
                      <a:pt x="3859" y="3964"/>
                    </a:cubicBezTo>
                    <a:lnTo>
                      <a:pt x="3859" y="6304"/>
                    </a:lnTo>
                    <a:cubicBezTo>
                      <a:pt x="3859" y="7355"/>
                      <a:pt x="4279" y="8363"/>
                      <a:pt x="5022" y="9106"/>
                    </a:cubicBezTo>
                    <a:lnTo>
                      <a:pt x="5022" y="9489"/>
                    </a:lnTo>
                    <a:lnTo>
                      <a:pt x="3539" y="10921"/>
                    </a:lnTo>
                    <a:lnTo>
                      <a:pt x="1462" y="11528"/>
                    </a:lnTo>
                    <a:lnTo>
                      <a:pt x="1444" y="11534"/>
                    </a:lnTo>
                    <a:cubicBezTo>
                      <a:pt x="529" y="11842"/>
                      <a:pt x="0" y="12796"/>
                      <a:pt x="221" y="13735"/>
                    </a:cubicBezTo>
                    <a:lnTo>
                      <a:pt x="1223" y="18868"/>
                    </a:lnTo>
                    <a:cubicBezTo>
                      <a:pt x="1274" y="19131"/>
                      <a:pt x="1507" y="19324"/>
                      <a:pt x="1779" y="19324"/>
                    </a:cubicBezTo>
                    <a:cubicBezTo>
                      <a:pt x="1794" y="19324"/>
                      <a:pt x="1809" y="19324"/>
                      <a:pt x="1824" y="19321"/>
                    </a:cubicBezTo>
                    <a:cubicBezTo>
                      <a:pt x="1839" y="19321"/>
                      <a:pt x="1854" y="19324"/>
                      <a:pt x="1869" y="19324"/>
                    </a:cubicBezTo>
                    <a:lnTo>
                      <a:pt x="13856" y="19324"/>
                    </a:lnTo>
                    <a:cubicBezTo>
                      <a:pt x="14125" y="19324"/>
                      <a:pt x="14358" y="19134"/>
                      <a:pt x="14412" y="18871"/>
                    </a:cubicBezTo>
                    <a:lnTo>
                      <a:pt x="15469" y="13735"/>
                    </a:lnTo>
                    <a:cubicBezTo>
                      <a:pt x="15692" y="12796"/>
                      <a:pt x="15164" y="11842"/>
                      <a:pt x="14249" y="11534"/>
                    </a:cubicBezTo>
                    <a:lnTo>
                      <a:pt x="14225" y="11525"/>
                    </a:lnTo>
                    <a:lnTo>
                      <a:pt x="12108" y="10921"/>
                    </a:lnTo>
                    <a:lnTo>
                      <a:pt x="10623" y="9489"/>
                    </a:lnTo>
                    <a:lnTo>
                      <a:pt x="10623" y="9103"/>
                    </a:lnTo>
                    <a:cubicBezTo>
                      <a:pt x="11368" y="8363"/>
                      <a:pt x="11785" y="7355"/>
                      <a:pt x="11785" y="6304"/>
                    </a:cubicBezTo>
                    <a:lnTo>
                      <a:pt x="11785" y="3964"/>
                    </a:lnTo>
                    <a:cubicBezTo>
                      <a:pt x="11785" y="3281"/>
                      <a:pt x="11610" y="2611"/>
                      <a:pt x="11275" y="2019"/>
                    </a:cubicBezTo>
                    <a:cubicBezTo>
                      <a:pt x="11263" y="1995"/>
                      <a:pt x="11251" y="1971"/>
                      <a:pt x="11233" y="1950"/>
                    </a:cubicBezTo>
                    <a:cubicBezTo>
                      <a:pt x="10507" y="720"/>
                      <a:pt x="9197" y="1"/>
                      <a:pt x="78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706" name="Google Shape;2706;p39"/>
              <p:cNvSpPr/>
              <p:nvPr/>
            </p:nvSpPr>
            <p:spPr>
              <a:xfrm>
                <a:off x="6264114" y="4494853"/>
                <a:ext cx="72807" cy="36438"/>
              </a:xfrm>
              <a:custGeom>
                <a:rect b="b" l="l" r="r" t="t"/>
                <a:pathLst>
                  <a:path extrusionOk="0" h="1134" w="2266">
                    <a:moveTo>
                      <a:pt x="569" y="1"/>
                    </a:moveTo>
                    <a:cubicBezTo>
                      <a:pt x="254" y="1"/>
                      <a:pt x="1" y="255"/>
                      <a:pt x="1" y="569"/>
                    </a:cubicBezTo>
                    <a:cubicBezTo>
                      <a:pt x="1" y="880"/>
                      <a:pt x="254" y="1133"/>
                      <a:pt x="569" y="1133"/>
                    </a:cubicBezTo>
                    <a:lnTo>
                      <a:pt x="1701" y="1133"/>
                    </a:lnTo>
                    <a:cubicBezTo>
                      <a:pt x="2012" y="1133"/>
                      <a:pt x="2265" y="880"/>
                      <a:pt x="2265" y="569"/>
                    </a:cubicBezTo>
                    <a:cubicBezTo>
                      <a:pt x="2265" y="255"/>
                      <a:pt x="2012" y="1"/>
                      <a:pt x="17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707" name="Google Shape;2707;p39"/>
          <p:cNvGrpSpPr/>
          <p:nvPr/>
        </p:nvGrpSpPr>
        <p:grpSpPr>
          <a:xfrm>
            <a:off x="457359" y="2924956"/>
            <a:ext cx="2971541" cy="1247266"/>
            <a:chOff x="457359" y="2924956"/>
            <a:chExt cx="2971541" cy="1247266"/>
          </a:xfrm>
        </p:grpSpPr>
        <p:grpSp>
          <p:nvGrpSpPr>
            <p:cNvPr id="2708" name="Google Shape;2708;p39"/>
            <p:cNvGrpSpPr/>
            <p:nvPr/>
          </p:nvGrpSpPr>
          <p:grpSpPr>
            <a:xfrm>
              <a:off x="457359" y="2924956"/>
              <a:ext cx="2971541" cy="1247266"/>
              <a:chOff x="457359" y="2924956"/>
              <a:chExt cx="2971541" cy="1247266"/>
            </a:xfrm>
          </p:grpSpPr>
          <p:grpSp>
            <p:nvGrpSpPr>
              <p:cNvPr id="2709" name="Google Shape;2709;p39"/>
              <p:cNvGrpSpPr/>
              <p:nvPr/>
            </p:nvGrpSpPr>
            <p:grpSpPr>
              <a:xfrm>
                <a:off x="458401" y="3045861"/>
                <a:ext cx="2970499" cy="1126361"/>
                <a:chOff x="458401" y="3045861"/>
                <a:chExt cx="2970499" cy="1126361"/>
              </a:xfrm>
            </p:grpSpPr>
            <p:sp>
              <p:nvSpPr>
                <p:cNvPr id="2710" name="Google Shape;2710;p39"/>
                <p:cNvSpPr/>
                <p:nvPr/>
              </p:nvSpPr>
              <p:spPr>
                <a:xfrm>
                  <a:off x="458401" y="3045861"/>
                  <a:ext cx="2970499" cy="1119756"/>
                </a:xfrm>
                <a:custGeom>
                  <a:rect b="b" l="l" r="r" t="t"/>
                  <a:pathLst>
                    <a:path extrusionOk="0" h="3223" w="8550">
                      <a:moveTo>
                        <a:pt x="7426" y="1"/>
                      </a:moveTo>
                      <a:cubicBezTo>
                        <a:pt x="7514" y="1"/>
                        <a:pt x="7499" y="23"/>
                        <a:pt x="7539" y="88"/>
                      </a:cubicBezTo>
                      <a:lnTo>
                        <a:pt x="8521" y="1439"/>
                      </a:lnTo>
                      <a:cubicBezTo>
                        <a:pt x="8550" y="1476"/>
                        <a:pt x="8543" y="1505"/>
                        <a:pt x="8521" y="1542"/>
                      </a:cubicBezTo>
                      <a:cubicBezTo>
                        <a:pt x="8195" y="2051"/>
                        <a:pt x="7869" y="2611"/>
                        <a:pt x="7547" y="3120"/>
                      </a:cubicBezTo>
                      <a:cubicBezTo>
                        <a:pt x="7503" y="3193"/>
                        <a:pt x="7448" y="3222"/>
                        <a:pt x="7349" y="3222"/>
                      </a:cubicBezTo>
                      <a:cubicBezTo>
                        <a:pt x="5035" y="3219"/>
                        <a:pt x="2718" y="3219"/>
                        <a:pt x="404" y="3222"/>
                      </a:cubicBezTo>
                      <a:lnTo>
                        <a:pt x="294" y="3222"/>
                      </a:lnTo>
                      <a:cubicBezTo>
                        <a:pt x="294" y="3222"/>
                        <a:pt x="1" y="2893"/>
                        <a:pt x="1" y="2820"/>
                      </a:cubicBezTo>
                      <a:lnTo>
                        <a:pt x="1" y="2820"/>
                      </a:lnTo>
                      <a:cubicBezTo>
                        <a:pt x="1" y="2820"/>
                        <a:pt x="261" y="4"/>
                        <a:pt x="352" y="4"/>
                      </a:cubicBezTo>
                      <a:lnTo>
                        <a:pt x="3904" y="4"/>
                      </a:lnTo>
                      <a:cubicBezTo>
                        <a:pt x="5079" y="1"/>
                        <a:pt x="6251" y="1"/>
                        <a:pt x="742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rnd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1" name="Google Shape;2711;p39"/>
                <p:cNvSpPr/>
                <p:nvPr/>
              </p:nvSpPr>
              <p:spPr>
                <a:xfrm>
                  <a:off x="2955367" y="4035684"/>
                  <a:ext cx="104923" cy="120210"/>
                </a:xfrm>
                <a:custGeom>
                  <a:rect b="b" l="l" r="r" t="t"/>
                  <a:pathLst>
                    <a:path extrusionOk="0" h="346" w="302">
                      <a:moveTo>
                        <a:pt x="30" y="0"/>
                      </a:moveTo>
                      <a:cubicBezTo>
                        <a:pt x="11" y="0"/>
                        <a:pt x="1" y="28"/>
                        <a:pt x="19" y="40"/>
                      </a:cubicBezTo>
                      <a:cubicBezTo>
                        <a:pt x="125" y="110"/>
                        <a:pt x="210" y="212"/>
                        <a:pt x="261" y="337"/>
                      </a:cubicBezTo>
                      <a:cubicBezTo>
                        <a:pt x="264" y="343"/>
                        <a:pt x="269" y="346"/>
                        <a:pt x="275" y="346"/>
                      </a:cubicBezTo>
                      <a:cubicBezTo>
                        <a:pt x="287" y="346"/>
                        <a:pt x="302" y="330"/>
                        <a:pt x="294" y="315"/>
                      </a:cubicBezTo>
                      <a:cubicBezTo>
                        <a:pt x="243" y="187"/>
                        <a:pt x="155" y="81"/>
                        <a:pt x="41" y="4"/>
                      </a:cubicBezTo>
                      <a:cubicBezTo>
                        <a:pt x="37" y="1"/>
                        <a:pt x="33" y="0"/>
                        <a:pt x="3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2" name="Google Shape;2712;p39"/>
                <p:cNvSpPr/>
                <p:nvPr/>
              </p:nvSpPr>
              <p:spPr>
                <a:xfrm>
                  <a:off x="574095" y="4042285"/>
                  <a:ext cx="59063" cy="117778"/>
                </a:xfrm>
                <a:custGeom>
                  <a:rect b="b" l="l" r="r" t="t"/>
                  <a:pathLst>
                    <a:path extrusionOk="0" h="339" w="170">
                      <a:moveTo>
                        <a:pt x="27" y="0"/>
                      </a:moveTo>
                      <a:cubicBezTo>
                        <a:pt x="14" y="0"/>
                        <a:pt x="1" y="15"/>
                        <a:pt x="8" y="32"/>
                      </a:cubicBezTo>
                      <a:cubicBezTo>
                        <a:pt x="49" y="127"/>
                        <a:pt x="82" y="230"/>
                        <a:pt x="126" y="329"/>
                      </a:cubicBezTo>
                      <a:cubicBezTo>
                        <a:pt x="130" y="336"/>
                        <a:pt x="137" y="339"/>
                        <a:pt x="143" y="339"/>
                      </a:cubicBezTo>
                      <a:cubicBezTo>
                        <a:pt x="157" y="339"/>
                        <a:pt x="170" y="324"/>
                        <a:pt x="162" y="307"/>
                      </a:cubicBezTo>
                      <a:cubicBezTo>
                        <a:pt x="118" y="212"/>
                        <a:pt x="85" y="109"/>
                        <a:pt x="41" y="10"/>
                      </a:cubicBezTo>
                      <a:cubicBezTo>
                        <a:pt x="38" y="3"/>
                        <a:pt x="32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3" name="Google Shape;2713;p39"/>
                <p:cNvSpPr/>
                <p:nvPr/>
              </p:nvSpPr>
              <p:spPr>
                <a:xfrm>
                  <a:off x="671375" y="4034641"/>
                  <a:ext cx="58715" cy="124726"/>
                </a:xfrm>
                <a:custGeom>
                  <a:rect b="b" l="l" r="r" t="t"/>
                  <a:pathLst>
                    <a:path extrusionOk="0" h="359" w="169">
                      <a:moveTo>
                        <a:pt x="23" y="1"/>
                      </a:moveTo>
                      <a:cubicBezTo>
                        <a:pt x="12" y="1"/>
                        <a:pt x="1" y="10"/>
                        <a:pt x="3" y="25"/>
                      </a:cubicBezTo>
                      <a:cubicBezTo>
                        <a:pt x="32" y="135"/>
                        <a:pt x="84" y="237"/>
                        <a:pt x="124" y="343"/>
                      </a:cubicBezTo>
                      <a:cubicBezTo>
                        <a:pt x="127" y="354"/>
                        <a:pt x="135" y="358"/>
                        <a:pt x="143" y="358"/>
                      </a:cubicBezTo>
                      <a:cubicBezTo>
                        <a:pt x="156" y="358"/>
                        <a:pt x="169" y="348"/>
                        <a:pt x="164" y="332"/>
                      </a:cubicBezTo>
                      <a:cubicBezTo>
                        <a:pt x="124" y="226"/>
                        <a:pt x="73" y="124"/>
                        <a:pt x="43" y="14"/>
                      </a:cubicBezTo>
                      <a:cubicBezTo>
                        <a:pt x="39" y="5"/>
                        <a:pt x="31" y="1"/>
                        <a:pt x="23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4" name="Google Shape;2714;p39"/>
                <p:cNvSpPr/>
                <p:nvPr/>
              </p:nvSpPr>
              <p:spPr>
                <a:xfrm>
                  <a:off x="771781" y="4042632"/>
                  <a:ext cx="45860" cy="121599"/>
                </a:xfrm>
                <a:custGeom>
                  <a:rect b="b" l="l" r="r" t="t"/>
                  <a:pathLst>
                    <a:path extrusionOk="0" h="350" w="132">
                      <a:moveTo>
                        <a:pt x="28" y="0"/>
                      </a:moveTo>
                      <a:cubicBezTo>
                        <a:pt x="14" y="0"/>
                        <a:pt x="0" y="16"/>
                        <a:pt x="11" y="31"/>
                      </a:cubicBezTo>
                      <a:cubicBezTo>
                        <a:pt x="36" y="75"/>
                        <a:pt x="55" y="123"/>
                        <a:pt x="69" y="174"/>
                      </a:cubicBezTo>
                      <a:cubicBezTo>
                        <a:pt x="80" y="225"/>
                        <a:pt x="88" y="277"/>
                        <a:pt x="88" y="328"/>
                      </a:cubicBezTo>
                      <a:cubicBezTo>
                        <a:pt x="88" y="342"/>
                        <a:pt x="98" y="350"/>
                        <a:pt x="109" y="350"/>
                      </a:cubicBezTo>
                      <a:cubicBezTo>
                        <a:pt x="120" y="350"/>
                        <a:pt x="131" y="342"/>
                        <a:pt x="131" y="328"/>
                      </a:cubicBezTo>
                      <a:cubicBezTo>
                        <a:pt x="128" y="273"/>
                        <a:pt x="120" y="218"/>
                        <a:pt x="106" y="163"/>
                      </a:cubicBezTo>
                      <a:cubicBezTo>
                        <a:pt x="95" y="108"/>
                        <a:pt x="73" y="57"/>
                        <a:pt x="44" y="9"/>
                      </a:cubicBezTo>
                      <a:cubicBezTo>
                        <a:pt x="39" y="3"/>
                        <a:pt x="33" y="0"/>
                        <a:pt x="28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5" name="Google Shape;2715;p39"/>
                <p:cNvSpPr/>
                <p:nvPr/>
              </p:nvSpPr>
              <p:spPr>
                <a:xfrm>
                  <a:off x="868366" y="4047149"/>
                  <a:ext cx="59410" cy="117083"/>
                </a:xfrm>
                <a:custGeom>
                  <a:rect b="b" l="l" r="r" t="t"/>
                  <a:pathLst>
                    <a:path extrusionOk="0" h="337" w="171">
                      <a:moveTo>
                        <a:pt x="27" y="0"/>
                      </a:moveTo>
                      <a:cubicBezTo>
                        <a:pt x="14" y="0"/>
                        <a:pt x="1" y="16"/>
                        <a:pt x="11" y="29"/>
                      </a:cubicBezTo>
                      <a:cubicBezTo>
                        <a:pt x="66" y="121"/>
                        <a:pt x="106" y="220"/>
                        <a:pt x="128" y="322"/>
                      </a:cubicBezTo>
                      <a:cubicBezTo>
                        <a:pt x="131" y="332"/>
                        <a:pt x="138" y="337"/>
                        <a:pt x="146" y="337"/>
                      </a:cubicBezTo>
                      <a:cubicBezTo>
                        <a:pt x="158" y="337"/>
                        <a:pt x="171" y="327"/>
                        <a:pt x="168" y="311"/>
                      </a:cubicBezTo>
                      <a:cubicBezTo>
                        <a:pt x="143" y="205"/>
                        <a:pt x="102" y="102"/>
                        <a:pt x="44" y="11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6" name="Google Shape;2716;p39"/>
                <p:cNvSpPr/>
                <p:nvPr/>
              </p:nvSpPr>
              <p:spPr>
                <a:xfrm>
                  <a:off x="952444" y="4042632"/>
                  <a:ext cx="38217" cy="117083"/>
                </a:xfrm>
                <a:custGeom>
                  <a:rect b="b" l="l" r="r" t="t"/>
                  <a:pathLst>
                    <a:path extrusionOk="0" h="337" w="110">
                      <a:moveTo>
                        <a:pt x="26" y="1"/>
                      </a:moveTo>
                      <a:cubicBezTo>
                        <a:pt x="13" y="1"/>
                        <a:pt x="0" y="10"/>
                        <a:pt x="7" y="24"/>
                      </a:cubicBezTo>
                      <a:cubicBezTo>
                        <a:pt x="36" y="123"/>
                        <a:pt x="58" y="222"/>
                        <a:pt x="65" y="320"/>
                      </a:cubicBezTo>
                      <a:cubicBezTo>
                        <a:pt x="68" y="329"/>
                        <a:pt x="76" y="336"/>
                        <a:pt x="85" y="336"/>
                      </a:cubicBezTo>
                      <a:cubicBezTo>
                        <a:pt x="87" y="336"/>
                        <a:pt x="89" y="336"/>
                        <a:pt x="91" y="335"/>
                      </a:cubicBezTo>
                      <a:cubicBezTo>
                        <a:pt x="102" y="331"/>
                        <a:pt x="109" y="320"/>
                        <a:pt x="106" y="309"/>
                      </a:cubicBezTo>
                      <a:cubicBezTo>
                        <a:pt x="95" y="211"/>
                        <a:pt x="76" y="112"/>
                        <a:pt x="47" y="13"/>
                      </a:cubicBezTo>
                      <a:cubicBezTo>
                        <a:pt x="43" y="5"/>
                        <a:pt x="34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7" name="Google Shape;2717;p39"/>
                <p:cNvSpPr/>
                <p:nvPr/>
              </p:nvSpPr>
              <p:spPr>
                <a:xfrm>
                  <a:off x="1028878" y="4038116"/>
                  <a:ext cx="39954" cy="130285"/>
                </a:xfrm>
                <a:custGeom>
                  <a:rect b="b" l="l" r="r" t="t"/>
                  <a:pathLst>
                    <a:path extrusionOk="0" h="375" w="115">
                      <a:moveTo>
                        <a:pt x="26" y="0"/>
                      </a:moveTo>
                      <a:cubicBezTo>
                        <a:pt x="14" y="0"/>
                        <a:pt x="1" y="10"/>
                        <a:pt x="3" y="26"/>
                      </a:cubicBezTo>
                      <a:cubicBezTo>
                        <a:pt x="28" y="139"/>
                        <a:pt x="50" y="249"/>
                        <a:pt x="72" y="359"/>
                      </a:cubicBezTo>
                      <a:cubicBezTo>
                        <a:pt x="74" y="370"/>
                        <a:pt x="82" y="375"/>
                        <a:pt x="90" y="375"/>
                      </a:cubicBezTo>
                      <a:cubicBezTo>
                        <a:pt x="102" y="375"/>
                        <a:pt x="115" y="365"/>
                        <a:pt x="113" y="348"/>
                      </a:cubicBezTo>
                      <a:cubicBezTo>
                        <a:pt x="87" y="238"/>
                        <a:pt x="65" y="128"/>
                        <a:pt x="43" y="15"/>
                      </a:cubicBezTo>
                      <a:cubicBezTo>
                        <a:pt x="42" y="5"/>
                        <a:pt x="34" y="0"/>
                        <a:pt x="26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8" name="Google Shape;2718;p39"/>
                <p:cNvSpPr/>
                <p:nvPr/>
              </p:nvSpPr>
              <p:spPr>
                <a:xfrm>
                  <a:off x="1125463" y="4040548"/>
                  <a:ext cx="48292" cy="121599"/>
                </a:xfrm>
                <a:custGeom>
                  <a:rect b="b" l="l" r="r" t="t"/>
                  <a:pathLst>
                    <a:path extrusionOk="0" h="350" w="139">
                      <a:moveTo>
                        <a:pt x="25" y="1"/>
                      </a:moveTo>
                      <a:cubicBezTo>
                        <a:pt x="13" y="1"/>
                        <a:pt x="1" y="11"/>
                        <a:pt x="3" y="26"/>
                      </a:cubicBezTo>
                      <a:cubicBezTo>
                        <a:pt x="25" y="129"/>
                        <a:pt x="58" y="235"/>
                        <a:pt x="95" y="334"/>
                      </a:cubicBezTo>
                      <a:cubicBezTo>
                        <a:pt x="98" y="343"/>
                        <a:pt x="106" y="349"/>
                        <a:pt x="114" y="349"/>
                      </a:cubicBezTo>
                      <a:cubicBezTo>
                        <a:pt x="116" y="349"/>
                        <a:pt x="118" y="349"/>
                        <a:pt x="120" y="348"/>
                      </a:cubicBezTo>
                      <a:cubicBezTo>
                        <a:pt x="131" y="345"/>
                        <a:pt x="139" y="334"/>
                        <a:pt x="135" y="323"/>
                      </a:cubicBezTo>
                      <a:cubicBezTo>
                        <a:pt x="95" y="224"/>
                        <a:pt x="65" y="118"/>
                        <a:pt x="43" y="15"/>
                      </a:cubicBezTo>
                      <a:cubicBezTo>
                        <a:pt x="40" y="5"/>
                        <a:pt x="33" y="1"/>
                        <a:pt x="25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9" name="Google Shape;2719;p39"/>
                <p:cNvSpPr/>
                <p:nvPr/>
              </p:nvSpPr>
              <p:spPr>
                <a:xfrm>
                  <a:off x="1219269" y="4035336"/>
                  <a:ext cx="21540" cy="119515"/>
                </a:xfrm>
                <a:custGeom>
                  <a:rect b="b" l="l" r="r" t="t"/>
                  <a:pathLst>
                    <a:path extrusionOk="0" h="344" w="62">
                      <a:moveTo>
                        <a:pt x="23" y="1"/>
                      </a:moveTo>
                      <a:cubicBezTo>
                        <a:pt x="12" y="1"/>
                        <a:pt x="2" y="8"/>
                        <a:pt x="4" y="23"/>
                      </a:cubicBezTo>
                      <a:cubicBezTo>
                        <a:pt x="0" y="125"/>
                        <a:pt x="4" y="228"/>
                        <a:pt x="19" y="330"/>
                      </a:cubicBezTo>
                      <a:cubicBezTo>
                        <a:pt x="22" y="339"/>
                        <a:pt x="29" y="343"/>
                        <a:pt x="37" y="343"/>
                      </a:cubicBezTo>
                      <a:cubicBezTo>
                        <a:pt x="49" y="343"/>
                        <a:pt x="61" y="335"/>
                        <a:pt x="59" y="319"/>
                      </a:cubicBezTo>
                      <a:cubicBezTo>
                        <a:pt x="44" y="221"/>
                        <a:pt x="41" y="122"/>
                        <a:pt x="44" y="23"/>
                      </a:cubicBezTo>
                      <a:cubicBezTo>
                        <a:pt x="44" y="8"/>
                        <a:pt x="33" y="1"/>
                        <a:pt x="23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0" name="Google Shape;2720;p39"/>
                <p:cNvSpPr/>
                <p:nvPr/>
              </p:nvSpPr>
              <p:spPr>
                <a:xfrm>
                  <a:off x="1292924" y="4041937"/>
                  <a:ext cx="42733" cy="122294"/>
                </a:xfrm>
                <a:custGeom>
                  <a:rect b="b" l="l" r="r" t="t"/>
                  <a:pathLst>
                    <a:path extrusionOk="0" h="352" w="123">
                      <a:moveTo>
                        <a:pt x="19" y="0"/>
                      </a:moveTo>
                      <a:cubicBezTo>
                        <a:pt x="8" y="4"/>
                        <a:pt x="1" y="15"/>
                        <a:pt x="4" y="26"/>
                      </a:cubicBezTo>
                      <a:cubicBezTo>
                        <a:pt x="23" y="132"/>
                        <a:pt x="48" y="235"/>
                        <a:pt x="78" y="337"/>
                      </a:cubicBezTo>
                      <a:cubicBezTo>
                        <a:pt x="81" y="347"/>
                        <a:pt x="89" y="352"/>
                        <a:pt x="97" y="352"/>
                      </a:cubicBezTo>
                      <a:cubicBezTo>
                        <a:pt x="109" y="352"/>
                        <a:pt x="122" y="342"/>
                        <a:pt x="118" y="326"/>
                      </a:cubicBezTo>
                      <a:cubicBezTo>
                        <a:pt x="85" y="224"/>
                        <a:pt x="59" y="121"/>
                        <a:pt x="41" y="15"/>
                      </a:cubicBezTo>
                      <a:cubicBezTo>
                        <a:pt x="41" y="4"/>
                        <a:pt x="30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1" name="Google Shape;2721;p39"/>
                <p:cNvSpPr/>
                <p:nvPr/>
              </p:nvSpPr>
              <p:spPr>
                <a:xfrm>
                  <a:off x="1381865" y="4041937"/>
                  <a:ext cx="34395" cy="122294"/>
                </a:xfrm>
                <a:custGeom>
                  <a:rect b="b" l="l" r="r" t="t"/>
                  <a:pathLst>
                    <a:path extrusionOk="0" h="352" w="99">
                      <a:moveTo>
                        <a:pt x="25" y="0"/>
                      </a:moveTo>
                      <a:cubicBezTo>
                        <a:pt x="13" y="0"/>
                        <a:pt x="0" y="10"/>
                        <a:pt x="5" y="26"/>
                      </a:cubicBezTo>
                      <a:cubicBezTo>
                        <a:pt x="30" y="128"/>
                        <a:pt x="45" y="227"/>
                        <a:pt x="56" y="330"/>
                      </a:cubicBezTo>
                      <a:cubicBezTo>
                        <a:pt x="56" y="344"/>
                        <a:pt x="67" y="352"/>
                        <a:pt x="77" y="352"/>
                      </a:cubicBezTo>
                      <a:cubicBezTo>
                        <a:pt x="88" y="352"/>
                        <a:pt x="98" y="344"/>
                        <a:pt x="96" y="330"/>
                      </a:cubicBezTo>
                      <a:cubicBezTo>
                        <a:pt x="85" y="224"/>
                        <a:pt x="71" y="121"/>
                        <a:pt x="41" y="15"/>
                      </a:cubicBezTo>
                      <a:cubicBezTo>
                        <a:pt x="40" y="5"/>
                        <a:pt x="33" y="0"/>
                        <a:pt x="25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2" name="Google Shape;2722;p39"/>
                <p:cNvSpPr/>
                <p:nvPr/>
              </p:nvSpPr>
              <p:spPr>
                <a:xfrm>
                  <a:off x="1465248" y="4046801"/>
                  <a:ext cx="36827" cy="111524"/>
                </a:xfrm>
                <a:custGeom>
                  <a:rect b="b" l="l" r="r" t="t"/>
                  <a:pathLst>
                    <a:path extrusionOk="0" h="321" w="106">
                      <a:moveTo>
                        <a:pt x="26" y="1"/>
                      </a:moveTo>
                      <a:cubicBezTo>
                        <a:pt x="14" y="1"/>
                        <a:pt x="0" y="11"/>
                        <a:pt x="3" y="27"/>
                      </a:cubicBezTo>
                      <a:cubicBezTo>
                        <a:pt x="21" y="118"/>
                        <a:pt x="61" y="206"/>
                        <a:pt x="58" y="301"/>
                      </a:cubicBezTo>
                      <a:cubicBezTo>
                        <a:pt x="58" y="314"/>
                        <a:pt x="67" y="320"/>
                        <a:pt x="76" y="320"/>
                      </a:cubicBezTo>
                      <a:cubicBezTo>
                        <a:pt x="86" y="320"/>
                        <a:pt x="96" y="314"/>
                        <a:pt x="98" y="301"/>
                      </a:cubicBezTo>
                      <a:cubicBezTo>
                        <a:pt x="105" y="202"/>
                        <a:pt x="61" y="111"/>
                        <a:pt x="43" y="16"/>
                      </a:cubicBezTo>
                      <a:cubicBezTo>
                        <a:pt x="41" y="5"/>
                        <a:pt x="34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3" name="Google Shape;2723;p39"/>
                <p:cNvSpPr/>
                <p:nvPr/>
              </p:nvSpPr>
              <p:spPr>
                <a:xfrm>
                  <a:off x="1560096" y="4049233"/>
                  <a:ext cx="29531" cy="110134"/>
                </a:xfrm>
                <a:custGeom>
                  <a:rect b="b" l="l" r="r" t="t"/>
                  <a:pathLst>
                    <a:path extrusionOk="0" h="317" w="85">
                      <a:moveTo>
                        <a:pt x="21" y="0"/>
                      </a:moveTo>
                      <a:cubicBezTo>
                        <a:pt x="19" y="0"/>
                        <a:pt x="17" y="1"/>
                        <a:pt x="15" y="1"/>
                      </a:cubicBezTo>
                      <a:cubicBezTo>
                        <a:pt x="4" y="1"/>
                        <a:pt x="1" y="16"/>
                        <a:pt x="1" y="27"/>
                      </a:cubicBezTo>
                      <a:cubicBezTo>
                        <a:pt x="15" y="118"/>
                        <a:pt x="8" y="214"/>
                        <a:pt x="41" y="301"/>
                      </a:cubicBezTo>
                      <a:cubicBezTo>
                        <a:pt x="44" y="312"/>
                        <a:pt x="52" y="316"/>
                        <a:pt x="60" y="316"/>
                      </a:cubicBezTo>
                      <a:cubicBezTo>
                        <a:pt x="72" y="316"/>
                        <a:pt x="84" y="306"/>
                        <a:pt x="77" y="290"/>
                      </a:cubicBezTo>
                      <a:cubicBezTo>
                        <a:pt x="48" y="199"/>
                        <a:pt x="56" y="107"/>
                        <a:pt x="41" y="16"/>
                      </a:cubicBezTo>
                      <a:cubicBezTo>
                        <a:pt x="38" y="7"/>
                        <a:pt x="30" y="0"/>
                        <a:pt x="21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4" name="Google Shape;2724;p39"/>
                <p:cNvSpPr/>
                <p:nvPr/>
              </p:nvSpPr>
              <p:spPr>
                <a:xfrm>
                  <a:off x="1635140" y="4044369"/>
                  <a:ext cx="32311" cy="113609"/>
                </a:xfrm>
                <a:custGeom>
                  <a:rect b="b" l="l" r="r" t="t"/>
                  <a:pathLst>
                    <a:path extrusionOk="0" h="327" w="93">
                      <a:moveTo>
                        <a:pt x="21" y="1"/>
                      </a:moveTo>
                      <a:cubicBezTo>
                        <a:pt x="11" y="1"/>
                        <a:pt x="1" y="8"/>
                        <a:pt x="1" y="23"/>
                      </a:cubicBezTo>
                      <a:lnTo>
                        <a:pt x="4" y="23"/>
                      </a:lnTo>
                      <a:cubicBezTo>
                        <a:pt x="8" y="118"/>
                        <a:pt x="23" y="217"/>
                        <a:pt x="48" y="312"/>
                      </a:cubicBezTo>
                      <a:cubicBezTo>
                        <a:pt x="51" y="322"/>
                        <a:pt x="59" y="326"/>
                        <a:pt x="67" y="326"/>
                      </a:cubicBezTo>
                      <a:cubicBezTo>
                        <a:pt x="80" y="326"/>
                        <a:pt x="93" y="316"/>
                        <a:pt x="88" y="301"/>
                      </a:cubicBezTo>
                      <a:cubicBezTo>
                        <a:pt x="63" y="209"/>
                        <a:pt x="48" y="114"/>
                        <a:pt x="45" y="23"/>
                      </a:cubicBezTo>
                      <a:cubicBezTo>
                        <a:pt x="43" y="8"/>
                        <a:pt x="32" y="1"/>
                        <a:pt x="21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5" name="Google Shape;2725;p39"/>
                <p:cNvSpPr/>
                <p:nvPr/>
              </p:nvSpPr>
              <p:spPr>
                <a:xfrm>
                  <a:off x="2866773" y="4047149"/>
                  <a:ext cx="83382" cy="117083"/>
                </a:xfrm>
                <a:custGeom>
                  <a:rect b="b" l="l" r="r" t="t"/>
                  <a:pathLst>
                    <a:path extrusionOk="0" h="337" w="240">
                      <a:moveTo>
                        <a:pt x="30" y="0"/>
                      </a:moveTo>
                      <a:cubicBezTo>
                        <a:pt x="15" y="0"/>
                        <a:pt x="0" y="16"/>
                        <a:pt x="11" y="29"/>
                      </a:cubicBezTo>
                      <a:cubicBezTo>
                        <a:pt x="73" y="128"/>
                        <a:pt x="172" y="205"/>
                        <a:pt x="197" y="322"/>
                      </a:cubicBezTo>
                      <a:cubicBezTo>
                        <a:pt x="199" y="332"/>
                        <a:pt x="206" y="337"/>
                        <a:pt x="214" y="337"/>
                      </a:cubicBezTo>
                      <a:cubicBezTo>
                        <a:pt x="226" y="337"/>
                        <a:pt x="240" y="327"/>
                        <a:pt x="238" y="311"/>
                      </a:cubicBezTo>
                      <a:cubicBezTo>
                        <a:pt x="212" y="190"/>
                        <a:pt x="109" y="110"/>
                        <a:pt x="47" y="11"/>
                      </a:cubicBezTo>
                      <a:cubicBezTo>
                        <a:pt x="43" y="3"/>
                        <a:pt x="36" y="0"/>
                        <a:pt x="3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6" name="Google Shape;2726;p39"/>
                <p:cNvSpPr/>
                <p:nvPr/>
              </p:nvSpPr>
              <p:spPr>
                <a:xfrm>
                  <a:off x="2770188" y="4037421"/>
                  <a:ext cx="78866" cy="129938"/>
                </a:xfrm>
                <a:custGeom>
                  <a:rect b="b" l="l" r="r" t="t"/>
                  <a:pathLst>
                    <a:path extrusionOk="0" h="374" w="227">
                      <a:moveTo>
                        <a:pt x="30" y="0"/>
                      </a:moveTo>
                      <a:cubicBezTo>
                        <a:pt x="15" y="0"/>
                        <a:pt x="0" y="15"/>
                        <a:pt x="10" y="28"/>
                      </a:cubicBezTo>
                      <a:cubicBezTo>
                        <a:pt x="84" y="130"/>
                        <a:pt x="124" y="251"/>
                        <a:pt x="182" y="365"/>
                      </a:cubicBezTo>
                      <a:cubicBezTo>
                        <a:pt x="187" y="371"/>
                        <a:pt x="193" y="374"/>
                        <a:pt x="198" y="374"/>
                      </a:cubicBezTo>
                      <a:cubicBezTo>
                        <a:pt x="213" y="374"/>
                        <a:pt x="227" y="358"/>
                        <a:pt x="219" y="343"/>
                      </a:cubicBezTo>
                      <a:cubicBezTo>
                        <a:pt x="160" y="233"/>
                        <a:pt x="120" y="112"/>
                        <a:pt x="47" y="10"/>
                      </a:cubicBezTo>
                      <a:cubicBezTo>
                        <a:pt x="43" y="3"/>
                        <a:pt x="36" y="0"/>
                        <a:pt x="3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7" name="Google Shape;2727;p39"/>
                <p:cNvSpPr/>
                <p:nvPr/>
              </p:nvSpPr>
              <p:spPr>
                <a:xfrm>
                  <a:off x="2697576" y="4040548"/>
                  <a:ext cx="67053" cy="131675"/>
                </a:xfrm>
                <a:custGeom>
                  <a:rect b="b" l="l" r="r" t="t"/>
                  <a:pathLst>
                    <a:path extrusionOk="0" h="379" w="193">
                      <a:moveTo>
                        <a:pt x="25" y="1"/>
                      </a:moveTo>
                      <a:cubicBezTo>
                        <a:pt x="12" y="1"/>
                        <a:pt x="0" y="11"/>
                        <a:pt x="7" y="26"/>
                      </a:cubicBezTo>
                      <a:cubicBezTo>
                        <a:pt x="51" y="140"/>
                        <a:pt x="117" y="246"/>
                        <a:pt x="150" y="367"/>
                      </a:cubicBezTo>
                      <a:cubicBezTo>
                        <a:pt x="154" y="375"/>
                        <a:pt x="161" y="379"/>
                        <a:pt x="169" y="379"/>
                      </a:cubicBezTo>
                      <a:cubicBezTo>
                        <a:pt x="181" y="379"/>
                        <a:pt x="192" y="369"/>
                        <a:pt x="190" y="356"/>
                      </a:cubicBezTo>
                      <a:cubicBezTo>
                        <a:pt x="157" y="235"/>
                        <a:pt x="91" y="129"/>
                        <a:pt x="47" y="15"/>
                      </a:cubicBezTo>
                      <a:cubicBezTo>
                        <a:pt x="43" y="5"/>
                        <a:pt x="34" y="1"/>
                        <a:pt x="25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8" name="Google Shape;2728;p39"/>
                <p:cNvSpPr/>
                <p:nvPr/>
              </p:nvSpPr>
              <p:spPr>
                <a:xfrm>
                  <a:off x="2603423" y="4043674"/>
                  <a:ext cx="67748" cy="115693"/>
                </a:xfrm>
                <a:custGeom>
                  <a:rect b="b" l="l" r="r" t="t"/>
                  <a:pathLst>
                    <a:path extrusionOk="0" h="333" w="195">
                      <a:moveTo>
                        <a:pt x="31" y="1"/>
                      </a:moveTo>
                      <a:cubicBezTo>
                        <a:pt x="16" y="1"/>
                        <a:pt x="0" y="16"/>
                        <a:pt x="11" y="32"/>
                      </a:cubicBezTo>
                      <a:cubicBezTo>
                        <a:pt x="69" y="123"/>
                        <a:pt x="113" y="219"/>
                        <a:pt x="150" y="317"/>
                      </a:cubicBezTo>
                      <a:cubicBezTo>
                        <a:pt x="153" y="328"/>
                        <a:pt x="161" y="332"/>
                        <a:pt x="169" y="332"/>
                      </a:cubicBezTo>
                      <a:cubicBezTo>
                        <a:pt x="182" y="332"/>
                        <a:pt x="195" y="322"/>
                        <a:pt x="190" y="306"/>
                      </a:cubicBezTo>
                      <a:cubicBezTo>
                        <a:pt x="154" y="204"/>
                        <a:pt x="106" y="105"/>
                        <a:pt x="47" y="10"/>
                      </a:cubicBezTo>
                      <a:cubicBezTo>
                        <a:pt x="43" y="3"/>
                        <a:pt x="37" y="1"/>
                        <a:pt x="31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9" name="Google Shape;2729;p39"/>
                <p:cNvSpPr/>
                <p:nvPr/>
              </p:nvSpPr>
              <p:spPr>
                <a:xfrm>
                  <a:off x="2531852" y="4046454"/>
                  <a:ext cx="55241" cy="115693"/>
                </a:xfrm>
                <a:custGeom>
                  <a:rect b="b" l="l" r="r" t="t"/>
                  <a:pathLst>
                    <a:path extrusionOk="0" h="333" w="159">
                      <a:moveTo>
                        <a:pt x="21" y="1"/>
                      </a:moveTo>
                      <a:cubicBezTo>
                        <a:pt x="19" y="1"/>
                        <a:pt x="17" y="1"/>
                        <a:pt x="15" y="2"/>
                      </a:cubicBezTo>
                      <a:cubicBezTo>
                        <a:pt x="4" y="6"/>
                        <a:pt x="1" y="17"/>
                        <a:pt x="4" y="28"/>
                      </a:cubicBezTo>
                      <a:cubicBezTo>
                        <a:pt x="19" y="130"/>
                        <a:pt x="78" y="222"/>
                        <a:pt x="114" y="317"/>
                      </a:cubicBezTo>
                      <a:cubicBezTo>
                        <a:pt x="117" y="326"/>
                        <a:pt x="125" y="332"/>
                        <a:pt x="134" y="332"/>
                      </a:cubicBezTo>
                      <a:cubicBezTo>
                        <a:pt x="136" y="332"/>
                        <a:pt x="138" y="332"/>
                        <a:pt x="140" y="331"/>
                      </a:cubicBezTo>
                      <a:cubicBezTo>
                        <a:pt x="151" y="328"/>
                        <a:pt x="158" y="317"/>
                        <a:pt x="155" y="306"/>
                      </a:cubicBezTo>
                      <a:cubicBezTo>
                        <a:pt x="114" y="211"/>
                        <a:pt x="59" y="119"/>
                        <a:pt x="41" y="17"/>
                      </a:cubicBezTo>
                      <a:cubicBezTo>
                        <a:pt x="38" y="8"/>
                        <a:pt x="30" y="1"/>
                        <a:pt x="21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0" name="Google Shape;2730;p39"/>
                <p:cNvSpPr/>
                <p:nvPr/>
              </p:nvSpPr>
              <p:spPr>
                <a:xfrm>
                  <a:off x="2456113" y="4041242"/>
                  <a:ext cx="54546" cy="126463"/>
                </a:xfrm>
                <a:custGeom>
                  <a:rect b="b" l="l" r="r" t="t"/>
                  <a:pathLst>
                    <a:path extrusionOk="0" h="364" w="157">
                      <a:moveTo>
                        <a:pt x="23" y="0"/>
                      </a:moveTo>
                      <a:cubicBezTo>
                        <a:pt x="11" y="0"/>
                        <a:pt x="1" y="9"/>
                        <a:pt x="3" y="24"/>
                      </a:cubicBezTo>
                      <a:cubicBezTo>
                        <a:pt x="32" y="134"/>
                        <a:pt x="83" y="240"/>
                        <a:pt x="116" y="350"/>
                      </a:cubicBezTo>
                      <a:cubicBezTo>
                        <a:pt x="119" y="359"/>
                        <a:pt x="126" y="363"/>
                        <a:pt x="134" y="363"/>
                      </a:cubicBezTo>
                      <a:cubicBezTo>
                        <a:pt x="145" y="363"/>
                        <a:pt x="157" y="354"/>
                        <a:pt x="157" y="339"/>
                      </a:cubicBezTo>
                      <a:cubicBezTo>
                        <a:pt x="124" y="229"/>
                        <a:pt x="72" y="123"/>
                        <a:pt x="43" y="13"/>
                      </a:cubicBezTo>
                      <a:cubicBezTo>
                        <a:pt x="39" y="4"/>
                        <a:pt x="30" y="0"/>
                        <a:pt x="23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1" name="Google Shape;2731;p39"/>
                <p:cNvSpPr/>
                <p:nvPr/>
              </p:nvSpPr>
              <p:spPr>
                <a:xfrm>
                  <a:off x="2362655" y="4033946"/>
                  <a:ext cx="39954" cy="133064"/>
                </a:xfrm>
                <a:custGeom>
                  <a:rect b="b" l="l" r="r" t="t"/>
                  <a:pathLst>
                    <a:path extrusionOk="0" h="383" w="115">
                      <a:moveTo>
                        <a:pt x="28" y="0"/>
                      </a:moveTo>
                      <a:cubicBezTo>
                        <a:pt x="18" y="0"/>
                        <a:pt x="8" y="7"/>
                        <a:pt x="8" y="20"/>
                      </a:cubicBezTo>
                      <a:cubicBezTo>
                        <a:pt x="1" y="140"/>
                        <a:pt x="74" y="243"/>
                        <a:pt x="74" y="360"/>
                      </a:cubicBezTo>
                      <a:cubicBezTo>
                        <a:pt x="74" y="375"/>
                        <a:pt x="84" y="382"/>
                        <a:pt x="94" y="382"/>
                      </a:cubicBezTo>
                      <a:cubicBezTo>
                        <a:pt x="104" y="382"/>
                        <a:pt x="114" y="375"/>
                        <a:pt x="114" y="360"/>
                      </a:cubicBezTo>
                      <a:cubicBezTo>
                        <a:pt x="114" y="243"/>
                        <a:pt x="41" y="137"/>
                        <a:pt x="48" y="20"/>
                      </a:cubicBezTo>
                      <a:cubicBezTo>
                        <a:pt x="48" y="7"/>
                        <a:pt x="38" y="0"/>
                        <a:pt x="28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2" name="Google Shape;2732;p39"/>
                <p:cNvSpPr/>
                <p:nvPr/>
              </p:nvSpPr>
              <p:spPr>
                <a:xfrm>
                  <a:off x="2274756" y="4039853"/>
                  <a:ext cx="49335" cy="132370"/>
                </a:xfrm>
                <a:custGeom>
                  <a:rect b="b" l="l" r="r" t="t"/>
                  <a:pathLst>
                    <a:path extrusionOk="0" h="381" w="142">
                      <a:moveTo>
                        <a:pt x="30" y="0"/>
                      </a:moveTo>
                      <a:cubicBezTo>
                        <a:pt x="16" y="0"/>
                        <a:pt x="1" y="14"/>
                        <a:pt x="9" y="32"/>
                      </a:cubicBezTo>
                      <a:cubicBezTo>
                        <a:pt x="56" y="138"/>
                        <a:pt x="52" y="259"/>
                        <a:pt x="96" y="369"/>
                      </a:cubicBezTo>
                      <a:cubicBezTo>
                        <a:pt x="99" y="377"/>
                        <a:pt x="107" y="381"/>
                        <a:pt x="115" y="381"/>
                      </a:cubicBezTo>
                      <a:cubicBezTo>
                        <a:pt x="128" y="381"/>
                        <a:pt x="141" y="371"/>
                        <a:pt x="137" y="358"/>
                      </a:cubicBezTo>
                      <a:cubicBezTo>
                        <a:pt x="89" y="244"/>
                        <a:pt x="93" y="120"/>
                        <a:pt x="45" y="10"/>
                      </a:cubicBezTo>
                      <a:cubicBezTo>
                        <a:pt x="42" y="3"/>
                        <a:pt x="36" y="0"/>
                        <a:pt x="3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3" name="Google Shape;2733;p39"/>
                <p:cNvSpPr/>
                <p:nvPr/>
              </p:nvSpPr>
              <p:spPr>
                <a:xfrm>
                  <a:off x="2204575" y="4038810"/>
                  <a:ext cx="47945" cy="125768"/>
                </a:xfrm>
                <a:custGeom>
                  <a:rect b="b" l="l" r="r" t="t"/>
                  <a:pathLst>
                    <a:path extrusionOk="0" h="362" w="138">
                      <a:moveTo>
                        <a:pt x="26" y="1"/>
                      </a:moveTo>
                      <a:cubicBezTo>
                        <a:pt x="13" y="1"/>
                        <a:pt x="1" y="10"/>
                        <a:pt x="5" y="24"/>
                      </a:cubicBezTo>
                      <a:cubicBezTo>
                        <a:pt x="49" y="126"/>
                        <a:pt x="79" y="233"/>
                        <a:pt x="97" y="342"/>
                      </a:cubicBezTo>
                      <a:cubicBezTo>
                        <a:pt x="97" y="355"/>
                        <a:pt x="107" y="362"/>
                        <a:pt x="117" y="362"/>
                      </a:cubicBezTo>
                      <a:cubicBezTo>
                        <a:pt x="127" y="362"/>
                        <a:pt x="137" y="355"/>
                        <a:pt x="137" y="342"/>
                      </a:cubicBezTo>
                      <a:cubicBezTo>
                        <a:pt x="119" y="229"/>
                        <a:pt x="90" y="119"/>
                        <a:pt x="46" y="13"/>
                      </a:cubicBezTo>
                      <a:cubicBezTo>
                        <a:pt x="42" y="5"/>
                        <a:pt x="34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4" name="Google Shape;2734;p39"/>
                <p:cNvSpPr/>
                <p:nvPr/>
              </p:nvSpPr>
              <p:spPr>
                <a:xfrm>
                  <a:off x="2139953" y="4041937"/>
                  <a:ext cx="31616" cy="117778"/>
                </a:xfrm>
                <a:custGeom>
                  <a:rect b="b" l="l" r="r" t="t"/>
                  <a:pathLst>
                    <a:path extrusionOk="0" h="339" w="91">
                      <a:moveTo>
                        <a:pt x="25" y="0"/>
                      </a:moveTo>
                      <a:cubicBezTo>
                        <a:pt x="13" y="0"/>
                        <a:pt x="0" y="10"/>
                        <a:pt x="5" y="26"/>
                      </a:cubicBezTo>
                      <a:lnTo>
                        <a:pt x="1" y="26"/>
                      </a:lnTo>
                      <a:cubicBezTo>
                        <a:pt x="23" y="125"/>
                        <a:pt x="41" y="220"/>
                        <a:pt x="49" y="319"/>
                      </a:cubicBezTo>
                      <a:cubicBezTo>
                        <a:pt x="49" y="332"/>
                        <a:pt x="60" y="338"/>
                        <a:pt x="70" y="338"/>
                      </a:cubicBezTo>
                      <a:cubicBezTo>
                        <a:pt x="81" y="338"/>
                        <a:pt x="91" y="332"/>
                        <a:pt x="89" y="319"/>
                      </a:cubicBezTo>
                      <a:cubicBezTo>
                        <a:pt x="82" y="216"/>
                        <a:pt x="67" y="117"/>
                        <a:pt x="41" y="15"/>
                      </a:cubicBezTo>
                      <a:cubicBezTo>
                        <a:pt x="40" y="5"/>
                        <a:pt x="33" y="0"/>
                        <a:pt x="25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5" name="Google Shape;2735;p39"/>
                <p:cNvSpPr/>
                <p:nvPr/>
              </p:nvSpPr>
              <p:spPr>
                <a:xfrm>
                  <a:off x="2073595" y="4044369"/>
                  <a:ext cx="41344" cy="110134"/>
                </a:xfrm>
                <a:custGeom>
                  <a:rect b="b" l="l" r="r" t="t"/>
                  <a:pathLst>
                    <a:path extrusionOk="0" h="317" w="119">
                      <a:moveTo>
                        <a:pt x="26" y="1"/>
                      </a:moveTo>
                      <a:cubicBezTo>
                        <a:pt x="14" y="1"/>
                        <a:pt x="1" y="11"/>
                        <a:pt x="5" y="26"/>
                      </a:cubicBezTo>
                      <a:cubicBezTo>
                        <a:pt x="35" y="118"/>
                        <a:pt x="57" y="209"/>
                        <a:pt x="75" y="304"/>
                      </a:cubicBezTo>
                      <a:cubicBezTo>
                        <a:pt x="75" y="313"/>
                        <a:pt x="82" y="316"/>
                        <a:pt x="90" y="316"/>
                      </a:cubicBezTo>
                      <a:cubicBezTo>
                        <a:pt x="103" y="316"/>
                        <a:pt x="118" y="307"/>
                        <a:pt x="112" y="293"/>
                      </a:cubicBezTo>
                      <a:cubicBezTo>
                        <a:pt x="97" y="198"/>
                        <a:pt x="75" y="107"/>
                        <a:pt x="46" y="15"/>
                      </a:cubicBezTo>
                      <a:cubicBezTo>
                        <a:pt x="43" y="5"/>
                        <a:pt x="35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6" name="Google Shape;2736;p39"/>
                <p:cNvSpPr/>
                <p:nvPr/>
              </p:nvSpPr>
              <p:spPr>
                <a:xfrm>
                  <a:off x="1994034" y="4048886"/>
                  <a:ext cx="52461" cy="117083"/>
                </a:xfrm>
                <a:custGeom>
                  <a:rect b="b" l="l" r="r" t="t"/>
                  <a:pathLst>
                    <a:path extrusionOk="0" h="337" w="151">
                      <a:moveTo>
                        <a:pt x="29" y="0"/>
                      </a:moveTo>
                      <a:cubicBezTo>
                        <a:pt x="14" y="0"/>
                        <a:pt x="1" y="16"/>
                        <a:pt x="11" y="32"/>
                      </a:cubicBezTo>
                      <a:cubicBezTo>
                        <a:pt x="73" y="116"/>
                        <a:pt x="92" y="222"/>
                        <a:pt x="106" y="324"/>
                      </a:cubicBezTo>
                      <a:cubicBezTo>
                        <a:pt x="109" y="333"/>
                        <a:pt x="116" y="337"/>
                        <a:pt x="124" y="337"/>
                      </a:cubicBezTo>
                      <a:cubicBezTo>
                        <a:pt x="126" y="337"/>
                        <a:pt x="129" y="336"/>
                        <a:pt x="132" y="335"/>
                      </a:cubicBezTo>
                      <a:cubicBezTo>
                        <a:pt x="143" y="335"/>
                        <a:pt x="150" y="324"/>
                        <a:pt x="147" y="313"/>
                      </a:cubicBezTo>
                      <a:cubicBezTo>
                        <a:pt x="132" y="207"/>
                        <a:pt x="110" y="97"/>
                        <a:pt x="48" y="10"/>
                      </a:cubicBezTo>
                      <a:cubicBezTo>
                        <a:pt x="42" y="3"/>
                        <a:pt x="36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7" name="Google Shape;2737;p39"/>
                <p:cNvSpPr/>
                <p:nvPr/>
              </p:nvSpPr>
              <p:spPr>
                <a:xfrm>
                  <a:off x="1909609" y="4038116"/>
                  <a:ext cx="47945" cy="129938"/>
                </a:xfrm>
                <a:custGeom>
                  <a:rect b="b" l="l" r="r" t="t"/>
                  <a:pathLst>
                    <a:path extrusionOk="0" h="374" w="138">
                      <a:moveTo>
                        <a:pt x="25" y="0"/>
                      </a:moveTo>
                      <a:cubicBezTo>
                        <a:pt x="14" y="0"/>
                        <a:pt x="1" y="10"/>
                        <a:pt x="5" y="26"/>
                      </a:cubicBezTo>
                      <a:cubicBezTo>
                        <a:pt x="27" y="139"/>
                        <a:pt x="56" y="253"/>
                        <a:pt x="97" y="359"/>
                      </a:cubicBezTo>
                      <a:cubicBezTo>
                        <a:pt x="100" y="369"/>
                        <a:pt x="107" y="374"/>
                        <a:pt x="115" y="374"/>
                      </a:cubicBezTo>
                      <a:cubicBezTo>
                        <a:pt x="126" y="374"/>
                        <a:pt x="138" y="364"/>
                        <a:pt x="133" y="348"/>
                      </a:cubicBezTo>
                      <a:cubicBezTo>
                        <a:pt x="97" y="242"/>
                        <a:pt x="67" y="128"/>
                        <a:pt x="42" y="15"/>
                      </a:cubicBezTo>
                      <a:cubicBezTo>
                        <a:pt x="40" y="5"/>
                        <a:pt x="33" y="0"/>
                        <a:pt x="25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8" name="Google Shape;2738;p39"/>
                <p:cNvSpPr/>
                <p:nvPr/>
              </p:nvSpPr>
              <p:spPr>
                <a:xfrm>
                  <a:off x="1840123" y="4041937"/>
                  <a:ext cx="28489" cy="117430"/>
                </a:xfrm>
                <a:custGeom>
                  <a:rect b="b" l="l" r="r" t="t"/>
                  <a:pathLst>
                    <a:path extrusionOk="0" h="338" w="82">
                      <a:moveTo>
                        <a:pt x="20" y="0"/>
                      </a:moveTo>
                      <a:cubicBezTo>
                        <a:pt x="10" y="0"/>
                        <a:pt x="0" y="8"/>
                        <a:pt x="0" y="22"/>
                      </a:cubicBezTo>
                      <a:cubicBezTo>
                        <a:pt x="0" y="125"/>
                        <a:pt x="15" y="224"/>
                        <a:pt x="40" y="322"/>
                      </a:cubicBezTo>
                      <a:cubicBezTo>
                        <a:pt x="42" y="333"/>
                        <a:pt x="49" y="337"/>
                        <a:pt x="57" y="337"/>
                      </a:cubicBezTo>
                      <a:cubicBezTo>
                        <a:pt x="68" y="337"/>
                        <a:pt x="81" y="327"/>
                        <a:pt x="77" y="311"/>
                      </a:cubicBezTo>
                      <a:cubicBezTo>
                        <a:pt x="55" y="216"/>
                        <a:pt x="44" y="121"/>
                        <a:pt x="40" y="22"/>
                      </a:cubicBezTo>
                      <a:cubicBezTo>
                        <a:pt x="40" y="8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9" name="Google Shape;2739;p39"/>
                <p:cNvSpPr/>
                <p:nvPr/>
              </p:nvSpPr>
              <p:spPr>
                <a:xfrm>
                  <a:off x="1758477" y="4046454"/>
                  <a:ext cx="39954" cy="117778"/>
                </a:xfrm>
                <a:custGeom>
                  <a:rect b="b" l="l" r="r" t="t"/>
                  <a:pathLst>
                    <a:path extrusionOk="0" h="339" w="115">
                      <a:moveTo>
                        <a:pt x="31" y="1"/>
                      </a:moveTo>
                      <a:cubicBezTo>
                        <a:pt x="21" y="1"/>
                        <a:pt x="10" y="7"/>
                        <a:pt x="8" y="20"/>
                      </a:cubicBezTo>
                      <a:cubicBezTo>
                        <a:pt x="1" y="126"/>
                        <a:pt x="23" y="233"/>
                        <a:pt x="74" y="328"/>
                      </a:cubicBezTo>
                      <a:cubicBezTo>
                        <a:pt x="77" y="335"/>
                        <a:pt x="83" y="339"/>
                        <a:pt x="88" y="339"/>
                      </a:cubicBezTo>
                      <a:cubicBezTo>
                        <a:pt x="101" y="339"/>
                        <a:pt x="115" y="322"/>
                        <a:pt x="107" y="309"/>
                      </a:cubicBezTo>
                      <a:cubicBezTo>
                        <a:pt x="63" y="218"/>
                        <a:pt x="41" y="119"/>
                        <a:pt x="52" y="20"/>
                      </a:cubicBezTo>
                      <a:cubicBezTo>
                        <a:pt x="52" y="7"/>
                        <a:pt x="42" y="1"/>
                        <a:pt x="31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0" name="Google Shape;2740;p39"/>
                <p:cNvSpPr/>
                <p:nvPr/>
              </p:nvSpPr>
              <p:spPr>
                <a:xfrm>
                  <a:off x="1698025" y="4046454"/>
                  <a:ext cx="34395" cy="117778"/>
                </a:xfrm>
                <a:custGeom>
                  <a:rect b="b" l="l" r="r" t="t"/>
                  <a:pathLst>
                    <a:path extrusionOk="0" h="339" w="99">
                      <a:moveTo>
                        <a:pt x="21" y="1"/>
                      </a:moveTo>
                      <a:cubicBezTo>
                        <a:pt x="11" y="1"/>
                        <a:pt x="1" y="7"/>
                        <a:pt x="3" y="20"/>
                      </a:cubicBezTo>
                      <a:cubicBezTo>
                        <a:pt x="14" y="123"/>
                        <a:pt x="32" y="225"/>
                        <a:pt x="58" y="324"/>
                      </a:cubicBezTo>
                      <a:cubicBezTo>
                        <a:pt x="59" y="334"/>
                        <a:pt x="66" y="339"/>
                        <a:pt x="74" y="339"/>
                      </a:cubicBezTo>
                      <a:cubicBezTo>
                        <a:pt x="86" y="339"/>
                        <a:pt x="99" y="329"/>
                        <a:pt x="94" y="313"/>
                      </a:cubicBezTo>
                      <a:cubicBezTo>
                        <a:pt x="72" y="218"/>
                        <a:pt x="54" y="119"/>
                        <a:pt x="43" y="20"/>
                      </a:cubicBezTo>
                      <a:cubicBezTo>
                        <a:pt x="43" y="7"/>
                        <a:pt x="32" y="1"/>
                        <a:pt x="21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1" name="Google Shape;2741;p39"/>
                <p:cNvSpPr/>
                <p:nvPr/>
              </p:nvSpPr>
              <p:spPr>
                <a:xfrm>
                  <a:off x="3305228" y="3522185"/>
                  <a:ext cx="101101" cy="95890"/>
                </a:xfrm>
                <a:custGeom>
                  <a:rect b="b" l="l" r="r" t="t"/>
                  <a:pathLst>
                    <a:path extrusionOk="0" h="276" w="291">
                      <a:moveTo>
                        <a:pt x="23" y="1"/>
                      </a:moveTo>
                      <a:cubicBezTo>
                        <a:pt x="17" y="1"/>
                        <a:pt x="12" y="3"/>
                        <a:pt x="8" y="6"/>
                      </a:cubicBezTo>
                      <a:cubicBezTo>
                        <a:pt x="1" y="14"/>
                        <a:pt x="1" y="28"/>
                        <a:pt x="8" y="35"/>
                      </a:cubicBezTo>
                      <a:cubicBezTo>
                        <a:pt x="96" y="105"/>
                        <a:pt x="169" y="193"/>
                        <a:pt x="250" y="270"/>
                      </a:cubicBezTo>
                      <a:cubicBezTo>
                        <a:pt x="254" y="274"/>
                        <a:pt x="258" y="276"/>
                        <a:pt x="263" y="276"/>
                      </a:cubicBezTo>
                      <a:cubicBezTo>
                        <a:pt x="277" y="276"/>
                        <a:pt x="290" y="255"/>
                        <a:pt x="279" y="240"/>
                      </a:cubicBezTo>
                      <a:cubicBezTo>
                        <a:pt x="198" y="164"/>
                        <a:pt x="125" y="79"/>
                        <a:pt x="37" y="6"/>
                      </a:cubicBezTo>
                      <a:cubicBezTo>
                        <a:pt x="34" y="3"/>
                        <a:pt x="28" y="1"/>
                        <a:pt x="23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2" name="Google Shape;2742;p39"/>
                <p:cNvSpPr/>
                <p:nvPr/>
              </p:nvSpPr>
              <p:spPr>
                <a:xfrm>
                  <a:off x="3260757" y="3586459"/>
                  <a:ext cx="109787" cy="93805"/>
                </a:xfrm>
                <a:custGeom>
                  <a:rect b="b" l="l" r="r" t="t"/>
                  <a:pathLst>
                    <a:path extrusionOk="0" h="270" w="316">
                      <a:moveTo>
                        <a:pt x="30" y="1"/>
                      </a:moveTo>
                      <a:cubicBezTo>
                        <a:pt x="13" y="1"/>
                        <a:pt x="1" y="26"/>
                        <a:pt x="19" y="41"/>
                      </a:cubicBezTo>
                      <a:cubicBezTo>
                        <a:pt x="110" y="103"/>
                        <a:pt x="184" y="195"/>
                        <a:pt x="272" y="264"/>
                      </a:cubicBezTo>
                      <a:cubicBezTo>
                        <a:pt x="276" y="268"/>
                        <a:pt x="280" y="270"/>
                        <a:pt x="285" y="270"/>
                      </a:cubicBezTo>
                      <a:cubicBezTo>
                        <a:pt x="301" y="270"/>
                        <a:pt x="315" y="249"/>
                        <a:pt x="301" y="235"/>
                      </a:cubicBezTo>
                      <a:cubicBezTo>
                        <a:pt x="209" y="162"/>
                        <a:pt x="136" y="70"/>
                        <a:pt x="41" y="4"/>
                      </a:cubicBezTo>
                      <a:cubicBezTo>
                        <a:pt x="37" y="2"/>
                        <a:pt x="33" y="1"/>
                        <a:pt x="30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3" name="Google Shape;2743;p39"/>
                <p:cNvSpPr/>
                <p:nvPr/>
              </p:nvSpPr>
              <p:spPr>
                <a:xfrm>
                  <a:off x="3226361" y="3636141"/>
                  <a:ext cx="96932" cy="98322"/>
                </a:xfrm>
                <a:custGeom>
                  <a:rect b="b" l="l" r="r" t="t"/>
                  <a:pathLst>
                    <a:path extrusionOk="0" h="283" w="279">
                      <a:moveTo>
                        <a:pt x="25" y="0"/>
                      </a:moveTo>
                      <a:cubicBezTo>
                        <a:pt x="22" y="0"/>
                        <a:pt x="18" y="1"/>
                        <a:pt x="15" y="4"/>
                      </a:cubicBezTo>
                      <a:cubicBezTo>
                        <a:pt x="4" y="8"/>
                        <a:pt x="1" y="22"/>
                        <a:pt x="4" y="30"/>
                      </a:cubicBezTo>
                      <a:cubicBezTo>
                        <a:pt x="70" y="121"/>
                        <a:pt x="177" y="176"/>
                        <a:pt x="231" y="271"/>
                      </a:cubicBezTo>
                      <a:cubicBezTo>
                        <a:pt x="236" y="279"/>
                        <a:pt x="243" y="283"/>
                        <a:pt x="250" y="283"/>
                      </a:cubicBezTo>
                      <a:cubicBezTo>
                        <a:pt x="264" y="283"/>
                        <a:pt x="278" y="267"/>
                        <a:pt x="268" y="249"/>
                      </a:cubicBezTo>
                      <a:cubicBezTo>
                        <a:pt x="209" y="154"/>
                        <a:pt x="107" y="99"/>
                        <a:pt x="41" y="11"/>
                      </a:cubicBezTo>
                      <a:cubicBezTo>
                        <a:pt x="39" y="4"/>
                        <a:pt x="32" y="0"/>
                        <a:pt x="25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4" name="Google Shape;2744;p39"/>
                <p:cNvSpPr/>
                <p:nvPr/>
              </p:nvSpPr>
              <p:spPr>
                <a:xfrm>
                  <a:off x="3188492" y="3704585"/>
                  <a:ext cx="104228" cy="92068"/>
                </a:xfrm>
                <a:custGeom>
                  <a:rect b="b" l="l" r="r" t="t"/>
                  <a:pathLst>
                    <a:path extrusionOk="0" h="265" w="300">
                      <a:moveTo>
                        <a:pt x="29" y="1"/>
                      </a:moveTo>
                      <a:cubicBezTo>
                        <a:pt x="14" y="1"/>
                        <a:pt x="1" y="21"/>
                        <a:pt x="15" y="38"/>
                      </a:cubicBezTo>
                      <a:cubicBezTo>
                        <a:pt x="88" y="115"/>
                        <a:pt x="168" y="188"/>
                        <a:pt x="253" y="261"/>
                      </a:cubicBezTo>
                      <a:cubicBezTo>
                        <a:pt x="257" y="264"/>
                        <a:pt x="261" y="265"/>
                        <a:pt x="266" y="265"/>
                      </a:cubicBezTo>
                      <a:cubicBezTo>
                        <a:pt x="284" y="265"/>
                        <a:pt x="300" y="244"/>
                        <a:pt x="282" y="232"/>
                      </a:cubicBezTo>
                      <a:cubicBezTo>
                        <a:pt x="198" y="162"/>
                        <a:pt x="117" y="85"/>
                        <a:pt x="44" y="8"/>
                      </a:cubicBezTo>
                      <a:cubicBezTo>
                        <a:pt x="39" y="3"/>
                        <a:pt x="34" y="1"/>
                        <a:pt x="29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5" name="Google Shape;2745;p39"/>
                <p:cNvSpPr/>
                <p:nvPr/>
              </p:nvSpPr>
              <p:spPr>
                <a:xfrm>
                  <a:off x="3140199" y="3773723"/>
                  <a:ext cx="104228" cy="85120"/>
                </a:xfrm>
                <a:custGeom>
                  <a:rect b="b" l="l" r="r" t="t"/>
                  <a:pathLst>
                    <a:path extrusionOk="0" h="245" w="300">
                      <a:moveTo>
                        <a:pt x="30" y="0"/>
                      </a:moveTo>
                      <a:cubicBezTo>
                        <a:pt x="12" y="0"/>
                        <a:pt x="0" y="27"/>
                        <a:pt x="22" y="36"/>
                      </a:cubicBezTo>
                      <a:cubicBezTo>
                        <a:pt x="110" y="91"/>
                        <a:pt x="190" y="161"/>
                        <a:pt x="256" y="238"/>
                      </a:cubicBezTo>
                      <a:cubicBezTo>
                        <a:pt x="261" y="242"/>
                        <a:pt x="266" y="244"/>
                        <a:pt x="271" y="244"/>
                      </a:cubicBezTo>
                      <a:cubicBezTo>
                        <a:pt x="286" y="244"/>
                        <a:pt x="299" y="226"/>
                        <a:pt x="285" y="212"/>
                      </a:cubicBezTo>
                      <a:cubicBezTo>
                        <a:pt x="216" y="128"/>
                        <a:pt x="132" y="58"/>
                        <a:pt x="40" y="3"/>
                      </a:cubicBezTo>
                      <a:cubicBezTo>
                        <a:pt x="37" y="1"/>
                        <a:pt x="33" y="0"/>
                        <a:pt x="3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6" name="Google Shape;2746;p39"/>
                <p:cNvSpPr/>
                <p:nvPr/>
              </p:nvSpPr>
              <p:spPr>
                <a:xfrm>
                  <a:off x="3107888" y="3834175"/>
                  <a:ext cx="95890" cy="87204"/>
                </a:xfrm>
                <a:custGeom>
                  <a:rect b="b" l="l" r="r" t="t"/>
                  <a:pathLst>
                    <a:path extrusionOk="0" h="251" w="276">
                      <a:moveTo>
                        <a:pt x="30" y="1"/>
                      </a:moveTo>
                      <a:cubicBezTo>
                        <a:pt x="14" y="1"/>
                        <a:pt x="1" y="20"/>
                        <a:pt x="12" y="34"/>
                      </a:cubicBezTo>
                      <a:cubicBezTo>
                        <a:pt x="85" y="104"/>
                        <a:pt x="173" y="159"/>
                        <a:pt x="236" y="239"/>
                      </a:cubicBezTo>
                      <a:cubicBezTo>
                        <a:pt x="238" y="247"/>
                        <a:pt x="245" y="251"/>
                        <a:pt x="252" y="251"/>
                      </a:cubicBezTo>
                      <a:cubicBezTo>
                        <a:pt x="255" y="251"/>
                        <a:pt x="259" y="249"/>
                        <a:pt x="261" y="247"/>
                      </a:cubicBezTo>
                      <a:cubicBezTo>
                        <a:pt x="272" y="243"/>
                        <a:pt x="276" y="228"/>
                        <a:pt x="269" y="221"/>
                      </a:cubicBezTo>
                      <a:cubicBezTo>
                        <a:pt x="206" y="137"/>
                        <a:pt x="115" y="78"/>
                        <a:pt x="42" y="5"/>
                      </a:cubicBezTo>
                      <a:cubicBezTo>
                        <a:pt x="38" y="2"/>
                        <a:pt x="34" y="1"/>
                        <a:pt x="30" y="1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7" name="Google Shape;2747;p39"/>
                <p:cNvSpPr/>
                <p:nvPr/>
              </p:nvSpPr>
              <p:spPr>
                <a:xfrm>
                  <a:off x="3065155" y="3893933"/>
                  <a:ext cx="109092" cy="89289"/>
                </a:xfrm>
                <a:custGeom>
                  <a:rect b="b" l="l" r="r" t="t"/>
                  <a:pathLst>
                    <a:path extrusionOk="0" h="257" w="314">
                      <a:moveTo>
                        <a:pt x="28" y="0"/>
                      </a:moveTo>
                      <a:cubicBezTo>
                        <a:pt x="11" y="0"/>
                        <a:pt x="0" y="26"/>
                        <a:pt x="18" y="38"/>
                      </a:cubicBezTo>
                      <a:cubicBezTo>
                        <a:pt x="110" y="104"/>
                        <a:pt x="194" y="174"/>
                        <a:pt x="271" y="251"/>
                      </a:cubicBezTo>
                      <a:cubicBezTo>
                        <a:pt x="275" y="255"/>
                        <a:pt x="280" y="257"/>
                        <a:pt x="285" y="257"/>
                      </a:cubicBezTo>
                      <a:cubicBezTo>
                        <a:pt x="300" y="257"/>
                        <a:pt x="314" y="239"/>
                        <a:pt x="300" y="225"/>
                      </a:cubicBezTo>
                      <a:cubicBezTo>
                        <a:pt x="219" y="144"/>
                        <a:pt x="132" y="67"/>
                        <a:pt x="40" y="5"/>
                      </a:cubicBezTo>
                      <a:cubicBezTo>
                        <a:pt x="36" y="2"/>
                        <a:pt x="32" y="0"/>
                        <a:pt x="28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8" name="Google Shape;2748;p39"/>
                <p:cNvSpPr/>
                <p:nvPr/>
              </p:nvSpPr>
              <p:spPr>
                <a:xfrm>
                  <a:off x="3023116" y="3970020"/>
                  <a:ext cx="104228" cy="89289"/>
                </a:xfrm>
                <a:custGeom>
                  <a:rect b="b" l="l" r="r" t="t"/>
                  <a:pathLst>
                    <a:path extrusionOk="0" h="257" w="300">
                      <a:moveTo>
                        <a:pt x="31" y="0"/>
                      </a:moveTo>
                      <a:cubicBezTo>
                        <a:pt x="15" y="0"/>
                        <a:pt x="0" y="20"/>
                        <a:pt x="15" y="32"/>
                      </a:cubicBezTo>
                      <a:cubicBezTo>
                        <a:pt x="95" y="105"/>
                        <a:pt x="179" y="174"/>
                        <a:pt x="256" y="251"/>
                      </a:cubicBezTo>
                      <a:cubicBezTo>
                        <a:pt x="260" y="255"/>
                        <a:pt x="265" y="257"/>
                        <a:pt x="269" y="257"/>
                      </a:cubicBezTo>
                      <a:cubicBezTo>
                        <a:pt x="285" y="257"/>
                        <a:pt x="300" y="236"/>
                        <a:pt x="286" y="222"/>
                      </a:cubicBezTo>
                      <a:cubicBezTo>
                        <a:pt x="209" y="145"/>
                        <a:pt x="124" y="75"/>
                        <a:pt x="44" y="6"/>
                      </a:cubicBezTo>
                      <a:cubicBezTo>
                        <a:pt x="40" y="2"/>
                        <a:pt x="35" y="0"/>
                        <a:pt x="31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749" name="Google Shape;2749;p39"/>
              <p:cNvSpPr/>
              <p:nvPr/>
            </p:nvSpPr>
            <p:spPr>
              <a:xfrm>
                <a:off x="457359" y="2924956"/>
                <a:ext cx="2887811" cy="1119756"/>
              </a:xfrm>
              <a:custGeom>
                <a:rect b="b" l="l" r="r" t="t"/>
                <a:pathLst>
                  <a:path extrusionOk="0" h="3223" w="8312">
                    <a:moveTo>
                      <a:pt x="7187" y="1"/>
                    </a:moveTo>
                    <a:cubicBezTo>
                      <a:pt x="7275" y="1"/>
                      <a:pt x="7323" y="23"/>
                      <a:pt x="7359" y="85"/>
                    </a:cubicBezTo>
                    <a:cubicBezTo>
                      <a:pt x="7645" y="565"/>
                      <a:pt x="7923" y="1044"/>
                      <a:pt x="8286" y="1487"/>
                    </a:cubicBezTo>
                    <a:cubicBezTo>
                      <a:pt x="8311" y="1516"/>
                      <a:pt x="8308" y="1560"/>
                      <a:pt x="8282" y="1590"/>
                    </a:cubicBezTo>
                    <a:cubicBezTo>
                      <a:pt x="7956" y="2099"/>
                      <a:pt x="7630" y="2608"/>
                      <a:pt x="7312" y="3120"/>
                    </a:cubicBezTo>
                    <a:cubicBezTo>
                      <a:pt x="7264" y="3193"/>
                      <a:pt x="7213" y="3223"/>
                      <a:pt x="7110" y="3223"/>
                    </a:cubicBezTo>
                    <a:cubicBezTo>
                      <a:pt x="4797" y="3219"/>
                      <a:pt x="2483" y="3219"/>
                      <a:pt x="165" y="3223"/>
                    </a:cubicBezTo>
                    <a:lnTo>
                      <a:pt x="117" y="3223"/>
                    </a:lnTo>
                    <a:cubicBezTo>
                      <a:pt x="26" y="3223"/>
                      <a:pt x="0" y="3201"/>
                      <a:pt x="0" y="3127"/>
                    </a:cubicBezTo>
                    <a:lnTo>
                      <a:pt x="0" y="96"/>
                    </a:lnTo>
                    <a:cubicBezTo>
                      <a:pt x="0" y="19"/>
                      <a:pt x="22" y="1"/>
                      <a:pt x="114" y="1"/>
                    </a:cubicBezTo>
                    <a:lnTo>
                      <a:pt x="3665" y="1"/>
                    </a:lnTo>
                    <a:cubicBezTo>
                      <a:pt x="4840" y="1"/>
                      <a:pt x="6016" y="1"/>
                      <a:pt x="71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19050">
                <a:solidFill>
                  <a:schemeClr val="dk1"/>
                </a:solidFill>
                <a:prstDash val="solid"/>
                <a:miter lim="3661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50" name="Google Shape;2750;p39"/>
            <p:cNvSpPr txBox="1"/>
            <p:nvPr/>
          </p:nvSpPr>
          <p:spPr>
            <a:xfrm>
              <a:off x="533600" y="3302411"/>
              <a:ext cx="1939800" cy="6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It has a beautiful name, but it’s terribly hot, even more than Mercury</a:t>
              </a:r>
              <a:endParaRPr sz="1400">
                <a:solidFill>
                  <a:srgbClr val="FFFFFF"/>
                </a:solidFill>
              </a:endParaRPr>
            </a:p>
          </p:txBody>
        </p:sp>
        <p:sp>
          <p:nvSpPr>
            <p:cNvPr id="2751" name="Google Shape;2751;p39"/>
            <p:cNvSpPr txBox="1"/>
            <p:nvPr/>
          </p:nvSpPr>
          <p:spPr>
            <a:xfrm>
              <a:off x="533605" y="2974871"/>
              <a:ext cx="13542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Mercury</a:t>
              </a:r>
              <a:endParaRPr sz="20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grpSp>
          <p:nvGrpSpPr>
            <p:cNvPr id="2752" name="Google Shape;2752;p39"/>
            <p:cNvGrpSpPr/>
            <p:nvPr/>
          </p:nvGrpSpPr>
          <p:grpSpPr>
            <a:xfrm>
              <a:off x="2662006" y="3258374"/>
              <a:ext cx="433821" cy="430022"/>
              <a:chOff x="2662006" y="3258374"/>
              <a:chExt cx="433821" cy="430022"/>
            </a:xfrm>
          </p:grpSpPr>
          <p:sp>
            <p:nvSpPr>
              <p:cNvPr id="2753" name="Google Shape;2753;p39"/>
              <p:cNvSpPr/>
              <p:nvPr/>
            </p:nvSpPr>
            <p:spPr>
              <a:xfrm>
                <a:off x="2662006" y="3258374"/>
                <a:ext cx="433821" cy="430022"/>
              </a:xfrm>
              <a:custGeom>
                <a:rect b="b" l="l" r="r" t="t"/>
                <a:pathLst>
                  <a:path extrusionOk="0" h="11775" w="11878">
                    <a:moveTo>
                      <a:pt x="7306" y="663"/>
                    </a:moveTo>
                    <a:cubicBezTo>
                      <a:pt x="7389" y="663"/>
                      <a:pt x="7475" y="671"/>
                      <a:pt x="7562" y="685"/>
                    </a:cubicBezTo>
                    <a:cubicBezTo>
                      <a:pt x="7814" y="780"/>
                      <a:pt x="8034" y="937"/>
                      <a:pt x="8192" y="1126"/>
                    </a:cubicBezTo>
                    <a:cubicBezTo>
                      <a:pt x="7908" y="1189"/>
                      <a:pt x="7656" y="1347"/>
                      <a:pt x="7467" y="1567"/>
                    </a:cubicBezTo>
                    <a:cubicBezTo>
                      <a:pt x="7341" y="1662"/>
                      <a:pt x="7341" y="1914"/>
                      <a:pt x="7467" y="2008"/>
                    </a:cubicBezTo>
                    <a:cubicBezTo>
                      <a:pt x="7530" y="2071"/>
                      <a:pt x="7617" y="2103"/>
                      <a:pt x="7703" y="2103"/>
                    </a:cubicBezTo>
                    <a:cubicBezTo>
                      <a:pt x="7790" y="2103"/>
                      <a:pt x="7877" y="2071"/>
                      <a:pt x="7940" y="2008"/>
                    </a:cubicBezTo>
                    <a:cubicBezTo>
                      <a:pt x="8129" y="1819"/>
                      <a:pt x="8412" y="1693"/>
                      <a:pt x="8696" y="1693"/>
                    </a:cubicBezTo>
                    <a:cubicBezTo>
                      <a:pt x="8979" y="1693"/>
                      <a:pt x="9231" y="1819"/>
                      <a:pt x="9452" y="2008"/>
                    </a:cubicBezTo>
                    <a:cubicBezTo>
                      <a:pt x="9767" y="2355"/>
                      <a:pt x="9830" y="2764"/>
                      <a:pt x="9673" y="3174"/>
                    </a:cubicBezTo>
                    <a:cubicBezTo>
                      <a:pt x="9389" y="3237"/>
                      <a:pt x="9137" y="3395"/>
                      <a:pt x="8885" y="3584"/>
                    </a:cubicBezTo>
                    <a:cubicBezTo>
                      <a:pt x="8759" y="3710"/>
                      <a:pt x="8759" y="3962"/>
                      <a:pt x="8885" y="4056"/>
                    </a:cubicBezTo>
                    <a:cubicBezTo>
                      <a:pt x="8948" y="4119"/>
                      <a:pt x="9035" y="4151"/>
                      <a:pt x="9121" y="4151"/>
                    </a:cubicBezTo>
                    <a:cubicBezTo>
                      <a:pt x="9208" y="4151"/>
                      <a:pt x="9294" y="4119"/>
                      <a:pt x="9358" y="4056"/>
                    </a:cubicBezTo>
                    <a:cubicBezTo>
                      <a:pt x="9547" y="3867"/>
                      <a:pt x="9830" y="3741"/>
                      <a:pt x="10114" y="3741"/>
                    </a:cubicBezTo>
                    <a:cubicBezTo>
                      <a:pt x="10397" y="3741"/>
                      <a:pt x="10649" y="3867"/>
                      <a:pt x="10870" y="4056"/>
                    </a:cubicBezTo>
                    <a:cubicBezTo>
                      <a:pt x="11059" y="4277"/>
                      <a:pt x="11185" y="4529"/>
                      <a:pt x="11185" y="4812"/>
                    </a:cubicBezTo>
                    <a:cubicBezTo>
                      <a:pt x="11185" y="5096"/>
                      <a:pt x="11059" y="5379"/>
                      <a:pt x="10870" y="5568"/>
                    </a:cubicBezTo>
                    <a:cubicBezTo>
                      <a:pt x="10649" y="5757"/>
                      <a:pt x="10397" y="5883"/>
                      <a:pt x="10114" y="5883"/>
                    </a:cubicBezTo>
                    <a:cubicBezTo>
                      <a:pt x="9925" y="5883"/>
                      <a:pt x="9767" y="6041"/>
                      <a:pt x="9767" y="6230"/>
                    </a:cubicBezTo>
                    <a:cubicBezTo>
                      <a:pt x="9767" y="6451"/>
                      <a:pt x="9925" y="6608"/>
                      <a:pt x="10114" y="6608"/>
                    </a:cubicBezTo>
                    <a:cubicBezTo>
                      <a:pt x="10429" y="6608"/>
                      <a:pt x="10712" y="6514"/>
                      <a:pt x="10964" y="6356"/>
                    </a:cubicBezTo>
                    <a:cubicBezTo>
                      <a:pt x="11090" y="6514"/>
                      <a:pt x="11122" y="6703"/>
                      <a:pt x="11122" y="6955"/>
                    </a:cubicBezTo>
                    <a:cubicBezTo>
                      <a:pt x="11122" y="7270"/>
                      <a:pt x="11027" y="7553"/>
                      <a:pt x="10807" y="7742"/>
                    </a:cubicBezTo>
                    <a:cubicBezTo>
                      <a:pt x="10618" y="7931"/>
                      <a:pt x="10366" y="8057"/>
                      <a:pt x="10082" y="8057"/>
                    </a:cubicBezTo>
                    <a:cubicBezTo>
                      <a:pt x="9799" y="8057"/>
                      <a:pt x="9515" y="7931"/>
                      <a:pt x="9326" y="7742"/>
                    </a:cubicBezTo>
                    <a:cubicBezTo>
                      <a:pt x="9137" y="7553"/>
                      <a:pt x="9011" y="7270"/>
                      <a:pt x="9011" y="6986"/>
                    </a:cubicBezTo>
                    <a:cubicBezTo>
                      <a:pt x="9011" y="6703"/>
                      <a:pt x="9137" y="6419"/>
                      <a:pt x="9326" y="6230"/>
                    </a:cubicBezTo>
                    <a:cubicBezTo>
                      <a:pt x="9452" y="6104"/>
                      <a:pt x="9452" y="5883"/>
                      <a:pt x="9326" y="5757"/>
                    </a:cubicBezTo>
                    <a:cubicBezTo>
                      <a:pt x="9263" y="5694"/>
                      <a:pt x="9176" y="5663"/>
                      <a:pt x="9090" y="5663"/>
                    </a:cubicBezTo>
                    <a:cubicBezTo>
                      <a:pt x="9003" y="5663"/>
                      <a:pt x="8916" y="5694"/>
                      <a:pt x="8853" y="5757"/>
                    </a:cubicBezTo>
                    <a:cubicBezTo>
                      <a:pt x="8538" y="6072"/>
                      <a:pt x="8349" y="6514"/>
                      <a:pt x="8349" y="6986"/>
                    </a:cubicBezTo>
                    <a:cubicBezTo>
                      <a:pt x="8349" y="7112"/>
                      <a:pt x="8349" y="7207"/>
                      <a:pt x="8381" y="7333"/>
                    </a:cubicBezTo>
                    <a:cubicBezTo>
                      <a:pt x="7562" y="7459"/>
                      <a:pt x="6932" y="8215"/>
                      <a:pt x="6932" y="9034"/>
                    </a:cubicBezTo>
                    <a:cubicBezTo>
                      <a:pt x="6932" y="9223"/>
                      <a:pt x="7089" y="9381"/>
                      <a:pt x="7278" y="9381"/>
                    </a:cubicBezTo>
                    <a:cubicBezTo>
                      <a:pt x="7467" y="9381"/>
                      <a:pt x="7625" y="9223"/>
                      <a:pt x="7625" y="9034"/>
                    </a:cubicBezTo>
                    <a:cubicBezTo>
                      <a:pt x="7625" y="8435"/>
                      <a:pt x="8097" y="8026"/>
                      <a:pt x="8664" y="8026"/>
                    </a:cubicBezTo>
                    <a:lnTo>
                      <a:pt x="8696" y="8026"/>
                    </a:lnTo>
                    <a:cubicBezTo>
                      <a:pt x="8727" y="8089"/>
                      <a:pt x="8822" y="8120"/>
                      <a:pt x="8853" y="8215"/>
                    </a:cubicBezTo>
                    <a:cubicBezTo>
                      <a:pt x="9074" y="8435"/>
                      <a:pt x="9326" y="8561"/>
                      <a:pt x="9641" y="8656"/>
                    </a:cubicBezTo>
                    <a:cubicBezTo>
                      <a:pt x="9673" y="8750"/>
                      <a:pt x="9704" y="8908"/>
                      <a:pt x="9704" y="9034"/>
                    </a:cubicBezTo>
                    <a:cubicBezTo>
                      <a:pt x="9704" y="9507"/>
                      <a:pt x="9452" y="9853"/>
                      <a:pt x="9011" y="10011"/>
                    </a:cubicBezTo>
                    <a:cubicBezTo>
                      <a:pt x="8979" y="9853"/>
                      <a:pt x="8853" y="9759"/>
                      <a:pt x="8664" y="9759"/>
                    </a:cubicBezTo>
                    <a:cubicBezTo>
                      <a:pt x="8444" y="9759"/>
                      <a:pt x="8286" y="9916"/>
                      <a:pt x="8286" y="10105"/>
                    </a:cubicBezTo>
                    <a:cubicBezTo>
                      <a:pt x="8286" y="10704"/>
                      <a:pt x="7814" y="11113"/>
                      <a:pt x="7278" y="11113"/>
                    </a:cubicBezTo>
                    <a:cubicBezTo>
                      <a:pt x="6711" y="11113"/>
                      <a:pt x="6239" y="10641"/>
                      <a:pt x="6239" y="10105"/>
                    </a:cubicBezTo>
                    <a:lnTo>
                      <a:pt x="6239" y="6640"/>
                    </a:lnTo>
                    <a:cubicBezTo>
                      <a:pt x="6522" y="6860"/>
                      <a:pt x="6932" y="6986"/>
                      <a:pt x="7278" y="6986"/>
                    </a:cubicBezTo>
                    <a:cubicBezTo>
                      <a:pt x="7467" y="6986"/>
                      <a:pt x="7625" y="6829"/>
                      <a:pt x="7625" y="6640"/>
                    </a:cubicBezTo>
                    <a:cubicBezTo>
                      <a:pt x="7625" y="6451"/>
                      <a:pt x="7467" y="6293"/>
                      <a:pt x="7278" y="6293"/>
                    </a:cubicBezTo>
                    <a:cubicBezTo>
                      <a:pt x="6680" y="6293"/>
                      <a:pt x="6239" y="5820"/>
                      <a:pt x="6239" y="5253"/>
                    </a:cubicBezTo>
                    <a:lnTo>
                      <a:pt x="6239" y="1788"/>
                    </a:lnTo>
                    <a:lnTo>
                      <a:pt x="6239" y="1756"/>
                    </a:lnTo>
                    <a:lnTo>
                      <a:pt x="6239" y="1725"/>
                    </a:lnTo>
                    <a:cubicBezTo>
                      <a:pt x="6239" y="1441"/>
                      <a:pt x="6365" y="1158"/>
                      <a:pt x="6554" y="969"/>
                    </a:cubicBezTo>
                    <a:cubicBezTo>
                      <a:pt x="6772" y="750"/>
                      <a:pt x="7027" y="663"/>
                      <a:pt x="7306" y="663"/>
                    </a:cubicBezTo>
                    <a:close/>
                    <a:moveTo>
                      <a:pt x="4492" y="726"/>
                    </a:moveTo>
                    <a:cubicBezTo>
                      <a:pt x="4756" y="726"/>
                      <a:pt x="5012" y="813"/>
                      <a:pt x="5230" y="1032"/>
                    </a:cubicBezTo>
                    <a:cubicBezTo>
                      <a:pt x="5419" y="1221"/>
                      <a:pt x="5545" y="1504"/>
                      <a:pt x="5545" y="1788"/>
                    </a:cubicBezTo>
                    <a:lnTo>
                      <a:pt x="5545" y="1819"/>
                    </a:lnTo>
                    <a:lnTo>
                      <a:pt x="5545" y="5285"/>
                    </a:lnTo>
                    <a:cubicBezTo>
                      <a:pt x="5545" y="5883"/>
                      <a:pt x="5073" y="6325"/>
                      <a:pt x="4506" y="6325"/>
                    </a:cubicBezTo>
                    <a:cubicBezTo>
                      <a:pt x="4317" y="6325"/>
                      <a:pt x="4159" y="6482"/>
                      <a:pt x="4159" y="6671"/>
                    </a:cubicBezTo>
                    <a:cubicBezTo>
                      <a:pt x="4159" y="6860"/>
                      <a:pt x="4317" y="7018"/>
                      <a:pt x="4506" y="7018"/>
                    </a:cubicBezTo>
                    <a:cubicBezTo>
                      <a:pt x="4915" y="7018"/>
                      <a:pt x="5262" y="6892"/>
                      <a:pt x="5545" y="6671"/>
                    </a:cubicBezTo>
                    <a:lnTo>
                      <a:pt x="5545" y="10105"/>
                    </a:lnTo>
                    <a:lnTo>
                      <a:pt x="5545" y="10137"/>
                    </a:lnTo>
                    <a:cubicBezTo>
                      <a:pt x="5545" y="10704"/>
                      <a:pt x="5073" y="11176"/>
                      <a:pt x="4506" y="11176"/>
                    </a:cubicBezTo>
                    <a:cubicBezTo>
                      <a:pt x="3939" y="11176"/>
                      <a:pt x="3498" y="10704"/>
                      <a:pt x="3498" y="10137"/>
                    </a:cubicBezTo>
                    <a:cubicBezTo>
                      <a:pt x="3498" y="9948"/>
                      <a:pt x="3340" y="9790"/>
                      <a:pt x="3151" y="9790"/>
                    </a:cubicBezTo>
                    <a:cubicBezTo>
                      <a:pt x="2994" y="9790"/>
                      <a:pt x="2836" y="9916"/>
                      <a:pt x="2773" y="10074"/>
                    </a:cubicBezTo>
                    <a:cubicBezTo>
                      <a:pt x="2395" y="9916"/>
                      <a:pt x="2080" y="9538"/>
                      <a:pt x="2080" y="9065"/>
                    </a:cubicBezTo>
                    <a:cubicBezTo>
                      <a:pt x="2080" y="8908"/>
                      <a:pt x="2111" y="8813"/>
                      <a:pt x="2143" y="8687"/>
                    </a:cubicBezTo>
                    <a:cubicBezTo>
                      <a:pt x="2426" y="8593"/>
                      <a:pt x="2710" y="8435"/>
                      <a:pt x="2930" y="8246"/>
                    </a:cubicBezTo>
                    <a:cubicBezTo>
                      <a:pt x="2994" y="8215"/>
                      <a:pt x="3057" y="8120"/>
                      <a:pt x="3088" y="8057"/>
                    </a:cubicBezTo>
                    <a:lnTo>
                      <a:pt x="3151" y="8057"/>
                    </a:lnTo>
                    <a:cubicBezTo>
                      <a:pt x="3718" y="8057"/>
                      <a:pt x="4159" y="8530"/>
                      <a:pt x="4159" y="9065"/>
                    </a:cubicBezTo>
                    <a:cubicBezTo>
                      <a:pt x="4159" y="9286"/>
                      <a:pt x="4317" y="9444"/>
                      <a:pt x="4506" y="9444"/>
                    </a:cubicBezTo>
                    <a:cubicBezTo>
                      <a:pt x="4726" y="9444"/>
                      <a:pt x="4884" y="9286"/>
                      <a:pt x="4884" y="9065"/>
                    </a:cubicBezTo>
                    <a:cubicBezTo>
                      <a:pt x="4884" y="8215"/>
                      <a:pt x="4254" y="7490"/>
                      <a:pt x="3403" y="7396"/>
                    </a:cubicBezTo>
                    <a:cubicBezTo>
                      <a:pt x="3466" y="7270"/>
                      <a:pt x="3466" y="7144"/>
                      <a:pt x="3466" y="7018"/>
                    </a:cubicBezTo>
                    <a:cubicBezTo>
                      <a:pt x="3466" y="6545"/>
                      <a:pt x="3246" y="6104"/>
                      <a:pt x="2930" y="5820"/>
                    </a:cubicBezTo>
                    <a:cubicBezTo>
                      <a:pt x="2883" y="5757"/>
                      <a:pt x="2797" y="5726"/>
                      <a:pt x="2706" y="5726"/>
                    </a:cubicBezTo>
                    <a:cubicBezTo>
                      <a:pt x="2615" y="5726"/>
                      <a:pt x="2521" y="5757"/>
                      <a:pt x="2458" y="5820"/>
                    </a:cubicBezTo>
                    <a:cubicBezTo>
                      <a:pt x="2363" y="5915"/>
                      <a:pt x="2363" y="6167"/>
                      <a:pt x="2458" y="6262"/>
                    </a:cubicBezTo>
                    <a:cubicBezTo>
                      <a:pt x="2678" y="6482"/>
                      <a:pt x="2773" y="6734"/>
                      <a:pt x="2773" y="7018"/>
                    </a:cubicBezTo>
                    <a:cubicBezTo>
                      <a:pt x="2773" y="7301"/>
                      <a:pt x="2678" y="7585"/>
                      <a:pt x="2458" y="7774"/>
                    </a:cubicBezTo>
                    <a:cubicBezTo>
                      <a:pt x="2269" y="7963"/>
                      <a:pt x="1985" y="8089"/>
                      <a:pt x="1733" y="8089"/>
                    </a:cubicBezTo>
                    <a:cubicBezTo>
                      <a:pt x="1450" y="8089"/>
                      <a:pt x="1166" y="7963"/>
                      <a:pt x="977" y="7774"/>
                    </a:cubicBezTo>
                    <a:cubicBezTo>
                      <a:pt x="788" y="7585"/>
                      <a:pt x="662" y="7301"/>
                      <a:pt x="662" y="7018"/>
                    </a:cubicBezTo>
                    <a:cubicBezTo>
                      <a:pt x="662" y="6829"/>
                      <a:pt x="725" y="6640"/>
                      <a:pt x="820" y="6419"/>
                    </a:cubicBezTo>
                    <a:cubicBezTo>
                      <a:pt x="1103" y="6608"/>
                      <a:pt x="1355" y="6671"/>
                      <a:pt x="1670" y="6671"/>
                    </a:cubicBezTo>
                    <a:cubicBezTo>
                      <a:pt x="1891" y="6671"/>
                      <a:pt x="2048" y="6514"/>
                      <a:pt x="2048" y="6325"/>
                    </a:cubicBezTo>
                    <a:cubicBezTo>
                      <a:pt x="2048" y="6104"/>
                      <a:pt x="1891" y="5946"/>
                      <a:pt x="1670" y="5946"/>
                    </a:cubicBezTo>
                    <a:cubicBezTo>
                      <a:pt x="1418" y="5946"/>
                      <a:pt x="1135" y="5852"/>
                      <a:pt x="946" y="5631"/>
                    </a:cubicBezTo>
                    <a:cubicBezTo>
                      <a:pt x="725" y="5442"/>
                      <a:pt x="631" y="5159"/>
                      <a:pt x="631" y="4907"/>
                    </a:cubicBezTo>
                    <a:cubicBezTo>
                      <a:pt x="631" y="4623"/>
                      <a:pt x="725" y="4340"/>
                      <a:pt x="946" y="4151"/>
                    </a:cubicBezTo>
                    <a:cubicBezTo>
                      <a:pt x="1135" y="3962"/>
                      <a:pt x="1418" y="3836"/>
                      <a:pt x="1670" y="3836"/>
                    </a:cubicBezTo>
                    <a:cubicBezTo>
                      <a:pt x="1954" y="3836"/>
                      <a:pt x="2237" y="3962"/>
                      <a:pt x="2426" y="4151"/>
                    </a:cubicBezTo>
                    <a:cubicBezTo>
                      <a:pt x="2489" y="4214"/>
                      <a:pt x="2576" y="4245"/>
                      <a:pt x="2663" y="4245"/>
                    </a:cubicBezTo>
                    <a:cubicBezTo>
                      <a:pt x="2749" y="4245"/>
                      <a:pt x="2836" y="4214"/>
                      <a:pt x="2899" y="4151"/>
                    </a:cubicBezTo>
                    <a:cubicBezTo>
                      <a:pt x="3025" y="4025"/>
                      <a:pt x="3025" y="3804"/>
                      <a:pt x="2899" y="3678"/>
                    </a:cubicBezTo>
                    <a:cubicBezTo>
                      <a:pt x="2678" y="3426"/>
                      <a:pt x="2426" y="3332"/>
                      <a:pt x="2111" y="3237"/>
                    </a:cubicBezTo>
                    <a:cubicBezTo>
                      <a:pt x="1954" y="2859"/>
                      <a:pt x="2048" y="2418"/>
                      <a:pt x="2363" y="2103"/>
                    </a:cubicBezTo>
                    <a:cubicBezTo>
                      <a:pt x="2552" y="1914"/>
                      <a:pt x="2836" y="1788"/>
                      <a:pt x="3088" y="1788"/>
                    </a:cubicBezTo>
                    <a:cubicBezTo>
                      <a:pt x="3372" y="1788"/>
                      <a:pt x="3655" y="1914"/>
                      <a:pt x="3844" y="2103"/>
                    </a:cubicBezTo>
                    <a:cubicBezTo>
                      <a:pt x="3907" y="2166"/>
                      <a:pt x="3994" y="2197"/>
                      <a:pt x="4080" y="2197"/>
                    </a:cubicBezTo>
                    <a:cubicBezTo>
                      <a:pt x="4167" y="2197"/>
                      <a:pt x="4254" y="2166"/>
                      <a:pt x="4317" y="2103"/>
                    </a:cubicBezTo>
                    <a:cubicBezTo>
                      <a:pt x="4443" y="1977"/>
                      <a:pt x="4443" y="1756"/>
                      <a:pt x="4317" y="1630"/>
                    </a:cubicBezTo>
                    <a:cubicBezTo>
                      <a:pt x="4128" y="1441"/>
                      <a:pt x="3876" y="1284"/>
                      <a:pt x="3624" y="1189"/>
                    </a:cubicBezTo>
                    <a:cubicBezTo>
                      <a:pt x="3781" y="969"/>
                      <a:pt x="3970" y="811"/>
                      <a:pt x="4254" y="748"/>
                    </a:cubicBezTo>
                    <a:cubicBezTo>
                      <a:pt x="4333" y="734"/>
                      <a:pt x="4413" y="726"/>
                      <a:pt x="4492" y="726"/>
                    </a:cubicBezTo>
                    <a:close/>
                    <a:moveTo>
                      <a:pt x="7254" y="0"/>
                    </a:moveTo>
                    <a:cubicBezTo>
                      <a:pt x="6817" y="0"/>
                      <a:pt x="6387" y="190"/>
                      <a:pt x="6049" y="528"/>
                    </a:cubicBezTo>
                    <a:cubicBezTo>
                      <a:pt x="6018" y="559"/>
                      <a:pt x="5923" y="654"/>
                      <a:pt x="5892" y="717"/>
                    </a:cubicBezTo>
                    <a:cubicBezTo>
                      <a:pt x="5860" y="654"/>
                      <a:pt x="5766" y="622"/>
                      <a:pt x="5734" y="528"/>
                    </a:cubicBezTo>
                    <a:cubicBezTo>
                      <a:pt x="5391" y="185"/>
                      <a:pt x="4972" y="13"/>
                      <a:pt x="4521" y="13"/>
                    </a:cubicBezTo>
                    <a:cubicBezTo>
                      <a:pt x="4392" y="13"/>
                      <a:pt x="4261" y="27"/>
                      <a:pt x="4128" y="55"/>
                    </a:cubicBezTo>
                    <a:cubicBezTo>
                      <a:pt x="3561" y="181"/>
                      <a:pt x="3151" y="559"/>
                      <a:pt x="2899" y="1126"/>
                    </a:cubicBezTo>
                    <a:cubicBezTo>
                      <a:pt x="2552" y="1158"/>
                      <a:pt x="2206" y="1347"/>
                      <a:pt x="1922" y="1599"/>
                    </a:cubicBezTo>
                    <a:cubicBezTo>
                      <a:pt x="1481" y="2040"/>
                      <a:pt x="1324" y="2607"/>
                      <a:pt x="1450" y="3206"/>
                    </a:cubicBezTo>
                    <a:cubicBezTo>
                      <a:pt x="1103" y="3237"/>
                      <a:pt x="788" y="3458"/>
                      <a:pt x="505" y="3678"/>
                    </a:cubicBezTo>
                    <a:cubicBezTo>
                      <a:pt x="190" y="3993"/>
                      <a:pt x="1" y="4434"/>
                      <a:pt x="1" y="4907"/>
                    </a:cubicBezTo>
                    <a:cubicBezTo>
                      <a:pt x="1" y="5285"/>
                      <a:pt x="127" y="5663"/>
                      <a:pt x="347" y="5915"/>
                    </a:cubicBezTo>
                    <a:cubicBezTo>
                      <a:pt x="127" y="6230"/>
                      <a:pt x="1" y="6608"/>
                      <a:pt x="1" y="6955"/>
                    </a:cubicBezTo>
                    <a:cubicBezTo>
                      <a:pt x="1" y="7427"/>
                      <a:pt x="190" y="7868"/>
                      <a:pt x="505" y="8183"/>
                    </a:cubicBezTo>
                    <a:cubicBezTo>
                      <a:pt x="788" y="8435"/>
                      <a:pt x="1103" y="8593"/>
                      <a:pt x="1450" y="8624"/>
                    </a:cubicBezTo>
                    <a:cubicBezTo>
                      <a:pt x="1418" y="8750"/>
                      <a:pt x="1418" y="8876"/>
                      <a:pt x="1418" y="9002"/>
                    </a:cubicBezTo>
                    <a:cubicBezTo>
                      <a:pt x="1418" y="9916"/>
                      <a:pt x="2080" y="10609"/>
                      <a:pt x="2962" y="10735"/>
                    </a:cubicBezTo>
                    <a:cubicBezTo>
                      <a:pt x="3214" y="11365"/>
                      <a:pt x="3813" y="11775"/>
                      <a:pt x="4569" y="11775"/>
                    </a:cubicBezTo>
                    <a:cubicBezTo>
                      <a:pt x="5104" y="11775"/>
                      <a:pt x="5640" y="11523"/>
                      <a:pt x="5955" y="11082"/>
                    </a:cubicBezTo>
                    <a:cubicBezTo>
                      <a:pt x="6270" y="11523"/>
                      <a:pt x="6774" y="11775"/>
                      <a:pt x="7310" y="11775"/>
                    </a:cubicBezTo>
                    <a:cubicBezTo>
                      <a:pt x="8034" y="11775"/>
                      <a:pt x="8664" y="11365"/>
                      <a:pt x="8948" y="10735"/>
                    </a:cubicBezTo>
                    <a:cubicBezTo>
                      <a:pt x="9799" y="10609"/>
                      <a:pt x="10460" y="9916"/>
                      <a:pt x="10460" y="9002"/>
                    </a:cubicBezTo>
                    <a:cubicBezTo>
                      <a:pt x="10460" y="8876"/>
                      <a:pt x="10460" y="8750"/>
                      <a:pt x="10429" y="8624"/>
                    </a:cubicBezTo>
                    <a:cubicBezTo>
                      <a:pt x="10775" y="8593"/>
                      <a:pt x="11090" y="8404"/>
                      <a:pt x="11374" y="8183"/>
                    </a:cubicBezTo>
                    <a:cubicBezTo>
                      <a:pt x="11689" y="7837"/>
                      <a:pt x="11878" y="7427"/>
                      <a:pt x="11878" y="6955"/>
                    </a:cubicBezTo>
                    <a:cubicBezTo>
                      <a:pt x="11878" y="6545"/>
                      <a:pt x="11783" y="6199"/>
                      <a:pt x="11531" y="5915"/>
                    </a:cubicBezTo>
                    <a:cubicBezTo>
                      <a:pt x="11689" y="5663"/>
                      <a:pt x="11815" y="5285"/>
                      <a:pt x="11815" y="4907"/>
                    </a:cubicBezTo>
                    <a:cubicBezTo>
                      <a:pt x="11815" y="4434"/>
                      <a:pt x="11594" y="3993"/>
                      <a:pt x="11279" y="3678"/>
                    </a:cubicBezTo>
                    <a:cubicBezTo>
                      <a:pt x="11027" y="3395"/>
                      <a:pt x="10712" y="3237"/>
                      <a:pt x="10334" y="3206"/>
                    </a:cubicBezTo>
                    <a:cubicBezTo>
                      <a:pt x="10460" y="2670"/>
                      <a:pt x="10303" y="2040"/>
                      <a:pt x="9862" y="1599"/>
                    </a:cubicBezTo>
                    <a:cubicBezTo>
                      <a:pt x="9610" y="1315"/>
                      <a:pt x="9231" y="1158"/>
                      <a:pt x="8885" y="1126"/>
                    </a:cubicBezTo>
                    <a:cubicBezTo>
                      <a:pt x="8664" y="559"/>
                      <a:pt x="8223" y="181"/>
                      <a:pt x="7656" y="55"/>
                    </a:cubicBezTo>
                    <a:cubicBezTo>
                      <a:pt x="7523" y="18"/>
                      <a:pt x="7388" y="0"/>
                      <a:pt x="72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4" name="Google Shape;2754;p39"/>
              <p:cNvSpPr/>
              <p:nvPr/>
            </p:nvSpPr>
            <p:spPr>
              <a:xfrm>
                <a:off x="2792199" y="3363922"/>
                <a:ext cx="40284" cy="96668"/>
              </a:xfrm>
              <a:custGeom>
                <a:rect b="b" l="l" r="r" t="t"/>
                <a:pathLst>
                  <a:path extrusionOk="0" h="2647" w="1103">
                    <a:moveTo>
                      <a:pt x="740" y="1"/>
                    </a:moveTo>
                    <a:cubicBezTo>
                      <a:pt x="654" y="1"/>
                      <a:pt x="567" y="32"/>
                      <a:pt x="504" y="95"/>
                    </a:cubicBezTo>
                    <a:cubicBezTo>
                      <a:pt x="189" y="410"/>
                      <a:pt x="0" y="820"/>
                      <a:pt x="0" y="1292"/>
                    </a:cubicBezTo>
                    <a:cubicBezTo>
                      <a:pt x="0" y="1765"/>
                      <a:pt x="189" y="2206"/>
                      <a:pt x="504" y="2521"/>
                    </a:cubicBezTo>
                    <a:cubicBezTo>
                      <a:pt x="599" y="2584"/>
                      <a:pt x="662" y="2647"/>
                      <a:pt x="756" y="2647"/>
                    </a:cubicBezTo>
                    <a:cubicBezTo>
                      <a:pt x="819" y="2647"/>
                      <a:pt x="945" y="2615"/>
                      <a:pt x="977" y="2521"/>
                    </a:cubicBezTo>
                    <a:cubicBezTo>
                      <a:pt x="1103" y="2395"/>
                      <a:pt x="1103" y="2174"/>
                      <a:pt x="977" y="2048"/>
                    </a:cubicBezTo>
                    <a:cubicBezTo>
                      <a:pt x="788" y="1859"/>
                      <a:pt x="662" y="1576"/>
                      <a:pt x="662" y="1292"/>
                    </a:cubicBezTo>
                    <a:cubicBezTo>
                      <a:pt x="662" y="1040"/>
                      <a:pt x="788" y="757"/>
                      <a:pt x="977" y="536"/>
                    </a:cubicBezTo>
                    <a:cubicBezTo>
                      <a:pt x="1103" y="442"/>
                      <a:pt x="1103" y="253"/>
                      <a:pt x="977" y="95"/>
                    </a:cubicBezTo>
                    <a:cubicBezTo>
                      <a:pt x="914" y="32"/>
                      <a:pt x="827" y="1"/>
                      <a:pt x="7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5" name="Google Shape;2755;p39"/>
              <p:cNvSpPr/>
              <p:nvPr/>
            </p:nvSpPr>
            <p:spPr>
              <a:xfrm>
                <a:off x="2925349" y="3365091"/>
                <a:ext cx="40284" cy="96668"/>
              </a:xfrm>
              <a:custGeom>
                <a:rect b="b" l="l" r="r" t="t"/>
                <a:pathLst>
                  <a:path extrusionOk="0" h="2647" w="1103">
                    <a:moveTo>
                      <a:pt x="362" y="0"/>
                    </a:moveTo>
                    <a:cubicBezTo>
                      <a:pt x="276" y="0"/>
                      <a:pt x="189" y="32"/>
                      <a:pt x="126" y="95"/>
                    </a:cubicBezTo>
                    <a:cubicBezTo>
                      <a:pt x="0" y="221"/>
                      <a:pt x="0" y="441"/>
                      <a:pt x="126" y="567"/>
                    </a:cubicBezTo>
                    <a:cubicBezTo>
                      <a:pt x="315" y="756"/>
                      <a:pt x="441" y="1040"/>
                      <a:pt x="441" y="1323"/>
                    </a:cubicBezTo>
                    <a:cubicBezTo>
                      <a:pt x="441" y="1575"/>
                      <a:pt x="315" y="1859"/>
                      <a:pt x="126" y="2048"/>
                    </a:cubicBezTo>
                    <a:cubicBezTo>
                      <a:pt x="0" y="2174"/>
                      <a:pt x="0" y="2426"/>
                      <a:pt x="126" y="2520"/>
                    </a:cubicBezTo>
                    <a:cubicBezTo>
                      <a:pt x="221" y="2615"/>
                      <a:pt x="284" y="2646"/>
                      <a:pt x="378" y="2646"/>
                    </a:cubicBezTo>
                    <a:cubicBezTo>
                      <a:pt x="441" y="2646"/>
                      <a:pt x="567" y="2615"/>
                      <a:pt x="599" y="2520"/>
                    </a:cubicBezTo>
                    <a:cubicBezTo>
                      <a:pt x="977" y="2174"/>
                      <a:pt x="1103" y="1733"/>
                      <a:pt x="1103" y="1323"/>
                    </a:cubicBezTo>
                    <a:cubicBezTo>
                      <a:pt x="1103" y="851"/>
                      <a:pt x="914" y="410"/>
                      <a:pt x="599" y="95"/>
                    </a:cubicBezTo>
                    <a:cubicBezTo>
                      <a:pt x="536" y="32"/>
                      <a:pt x="449" y="0"/>
                      <a:pt x="3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56" name="Google Shape;2756;p39"/>
          <p:cNvGrpSpPr/>
          <p:nvPr/>
        </p:nvGrpSpPr>
        <p:grpSpPr>
          <a:xfrm>
            <a:off x="3598950" y="1768271"/>
            <a:ext cx="1946100" cy="2969329"/>
            <a:chOff x="3598950" y="1768271"/>
            <a:chExt cx="1946100" cy="2969329"/>
          </a:xfrm>
        </p:grpSpPr>
        <p:sp>
          <p:nvSpPr>
            <p:cNvPr id="2757" name="Google Shape;2757;p39"/>
            <p:cNvSpPr txBox="1"/>
            <p:nvPr/>
          </p:nvSpPr>
          <p:spPr>
            <a:xfrm flipH="1">
              <a:off x="3921600" y="3570875"/>
              <a:ext cx="1300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 Jupiter</a:t>
              </a:r>
              <a:endParaRPr sz="18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2758" name="Google Shape;2758;p39"/>
            <p:cNvSpPr txBox="1"/>
            <p:nvPr/>
          </p:nvSpPr>
          <p:spPr>
            <a:xfrm>
              <a:off x="3598950" y="4017000"/>
              <a:ext cx="1946100" cy="7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the fifth planet from the Sun and the largest of them all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759" name="Google Shape;2759;p39"/>
            <p:cNvGrpSpPr/>
            <p:nvPr/>
          </p:nvGrpSpPr>
          <p:grpSpPr>
            <a:xfrm>
              <a:off x="3856643" y="1768271"/>
              <a:ext cx="1485812" cy="1457306"/>
              <a:chOff x="3856643" y="1768271"/>
              <a:chExt cx="1485812" cy="1457306"/>
            </a:xfrm>
          </p:grpSpPr>
          <p:sp>
            <p:nvSpPr>
              <p:cNvPr id="2760" name="Google Shape;2760;p39"/>
              <p:cNvSpPr/>
              <p:nvPr/>
            </p:nvSpPr>
            <p:spPr>
              <a:xfrm>
                <a:off x="4583894" y="2822148"/>
                <a:ext cx="64426" cy="2371"/>
              </a:xfrm>
              <a:custGeom>
                <a:rect b="b" l="l" r="r" t="t"/>
                <a:pathLst>
                  <a:path extrusionOk="0" h="85" w="2310">
                    <a:moveTo>
                      <a:pt x="2309" y="1"/>
                    </a:moveTo>
                    <a:cubicBezTo>
                      <a:pt x="2279" y="1"/>
                      <a:pt x="2250" y="2"/>
                      <a:pt x="2222" y="5"/>
                    </a:cubicBezTo>
                    <a:lnTo>
                      <a:pt x="2222" y="5"/>
                    </a:lnTo>
                    <a:cubicBezTo>
                      <a:pt x="2251" y="4"/>
                      <a:pt x="2280" y="2"/>
                      <a:pt x="2309" y="1"/>
                    </a:cubicBezTo>
                    <a:close/>
                    <a:moveTo>
                      <a:pt x="2222" y="5"/>
                    </a:moveTo>
                    <a:lnTo>
                      <a:pt x="2222" y="5"/>
                    </a:lnTo>
                    <a:cubicBezTo>
                      <a:pt x="1610" y="33"/>
                      <a:pt x="1025" y="33"/>
                      <a:pt x="408" y="33"/>
                    </a:cubicBezTo>
                    <a:lnTo>
                      <a:pt x="0" y="33"/>
                    </a:lnTo>
                    <a:cubicBezTo>
                      <a:pt x="306" y="67"/>
                      <a:pt x="620" y="84"/>
                      <a:pt x="939" y="84"/>
                    </a:cubicBezTo>
                    <a:cubicBezTo>
                      <a:pt x="1257" y="84"/>
                      <a:pt x="1580" y="67"/>
                      <a:pt x="1902" y="33"/>
                    </a:cubicBezTo>
                    <a:lnTo>
                      <a:pt x="1970" y="33"/>
                    </a:lnTo>
                    <a:cubicBezTo>
                      <a:pt x="2050" y="33"/>
                      <a:pt x="2128" y="14"/>
                      <a:pt x="2222" y="5"/>
                    </a:cubicBezTo>
                    <a:close/>
                  </a:path>
                </a:pathLst>
              </a:custGeom>
              <a:solidFill>
                <a:srgbClr val="F8BA9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1" name="Google Shape;2761;p39"/>
              <p:cNvSpPr/>
              <p:nvPr/>
            </p:nvSpPr>
            <p:spPr>
              <a:xfrm>
                <a:off x="4758121" y="2823068"/>
                <a:ext cx="84339" cy="28420"/>
              </a:xfrm>
              <a:custGeom>
                <a:rect b="b" l="l" r="r" t="t"/>
                <a:pathLst>
                  <a:path extrusionOk="0" h="1019" w="3024">
                    <a:moveTo>
                      <a:pt x="3024" y="0"/>
                    </a:moveTo>
                    <a:lnTo>
                      <a:pt x="3024" y="0"/>
                    </a:lnTo>
                    <a:cubicBezTo>
                      <a:pt x="2513" y="204"/>
                      <a:pt x="2073" y="443"/>
                      <a:pt x="1802" y="511"/>
                    </a:cubicBezTo>
                    <a:cubicBezTo>
                      <a:pt x="1190" y="715"/>
                      <a:pt x="612" y="883"/>
                      <a:pt x="1" y="1019"/>
                    </a:cubicBezTo>
                    <a:cubicBezTo>
                      <a:pt x="1326" y="783"/>
                      <a:pt x="2309" y="408"/>
                      <a:pt x="3024" y="0"/>
                    </a:cubicBezTo>
                    <a:close/>
                  </a:path>
                </a:pathLst>
              </a:custGeom>
              <a:solidFill>
                <a:srgbClr val="F8BA9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2" name="Google Shape;2762;p39"/>
              <p:cNvSpPr/>
              <p:nvPr/>
            </p:nvSpPr>
            <p:spPr>
              <a:xfrm>
                <a:off x="3856643" y="1768271"/>
                <a:ext cx="1485812" cy="1449471"/>
              </a:xfrm>
              <a:custGeom>
                <a:rect b="b" l="l" r="r" t="t"/>
                <a:pathLst>
                  <a:path extrusionOk="0" h="51971" w="53274">
                    <a:moveTo>
                      <a:pt x="15551" y="15072"/>
                    </a:moveTo>
                    <a:cubicBezTo>
                      <a:pt x="17402" y="15276"/>
                      <a:pt x="19278" y="15327"/>
                      <a:pt x="21154" y="15327"/>
                    </a:cubicBezTo>
                    <a:cubicBezTo>
                      <a:pt x="23030" y="15327"/>
                      <a:pt x="24906" y="15276"/>
                      <a:pt x="26755" y="15276"/>
                    </a:cubicBezTo>
                    <a:cubicBezTo>
                      <a:pt x="29262" y="15298"/>
                      <a:pt x="31781" y="15360"/>
                      <a:pt x="34297" y="15360"/>
                    </a:cubicBezTo>
                    <a:cubicBezTo>
                      <a:pt x="35769" y="15360"/>
                      <a:pt x="37240" y="15339"/>
                      <a:pt x="38707" y="15276"/>
                    </a:cubicBezTo>
                    <a:lnTo>
                      <a:pt x="38742" y="15243"/>
                    </a:lnTo>
                    <a:cubicBezTo>
                      <a:pt x="38843" y="16362"/>
                      <a:pt x="39250" y="17484"/>
                      <a:pt x="39557" y="18535"/>
                    </a:cubicBezTo>
                    <a:cubicBezTo>
                      <a:pt x="40269" y="21015"/>
                      <a:pt x="40812" y="23560"/>
                      <a:pt x="41559" y="26005"/>
                    </a:cubicBezTo>
                    <a:cubicBezTo>
                      <a:pt x="41616" y="26176"/>
                      <a:pt x="41721" y="26252"/>
                      <a:pt x="41855" y="26252"/>
                    </a:cubicBezTo>
                    <a:cubicBezTo>
                      <a:pt x="41881" y="26252"/>
                      <a:pt x="41907" y="26249"/>
                      <a:pt x="41934" y="26244"/>
                    </a:cubicBezTo>
                    <a:cubicBezTo>
                      <a:pt x="41934" y="26312"/>
                      <a:pt x="41985" y="26346"/>
                      <a:pt x="42040" y="26346"/>
                    </a:cubicBezTo>
                    <a:cubicBezTo>
                      <a:pt x="42095" y="26346"/>
                      <a:pt x="42154" y="26312"/>
                      <a:pt x="42170" y="26244"/>
                    </a:cubicBezTo>
                    <a:cubicBezTo>
                      <a:pt x="42341" y="25701"/>
                      <a:pt x="42442" y="25054"/>
                      <a:pt x="42781" y="24579"/>
                    </a:cubicBezTo>
                    <a:cubicBezTo>
                      <a:pt x="42889" y="24426"/>
                      <a:pt x="42987" y="24362"/>
                      <a:pt x="43074" y="24362"/>
                    </a:cubicBezTo>
                    <a:cubicBezTo>
                      <a:pt x="43511" y="24362"/>
                      <a:pt x="43699" y="25948"/>
                      <a:pt x="43699" y="26005"/>
                    </a:cubicBezTo>
                    <a:cubicBezTo>
                      <a:pt x="43699" y="26651"/>
                      <a:pt x="43664" y="27330"/>
                      <a:pt x="43528" y="27941"/>
                    </a:cubicBezTo>
                    <a:cubicBezTo>
                      <a:pt x="43460" y="28314"/>
                      <a:pt x="43324" y="28653"/>
                      <a:pt x="43189" y="28960"/>
                    </a:cubicBezTo>
                    <a:cubicBezTo>
                      <a:pt x="42816" y="28993"/>
                      <a:pt x="42442" y="28993"/>
                      <a:pt x="42069" y="28993"/>
                    </a:cubicBezTo>
                    <a:cubicBezTo>
                      <a:pt x="42036" y="28811"/>
                      <a:pt x="41897" y="28718"/>
                      <a:pt x="41760" y="28718"/>
                    </a:cubicBezTo>
                    <a:cubicBezTo>
                      <a:pt x="41617" y="28718"/>
                      <a:pt x="41475" y="28820"/>
                      <a:pt x="41458" y="29028"/>
                    </a:cubicBezTo>
                    <a:cubicBezTo>
                      <a:pt x="40847" y="36326"/>
                      <a:pt x="32970" y="36462"/>
                      <a:pt x="27163" y="36598"/>
                    </a:cubicBezTo>
                    <a:cubicBezTo>
                      <a:pt x="21323" y="36462"/>
                      <a:pt x="13446" y="36326"/>
                      <a:pt x="12835" y="29028"/>
                    </a:cubicBezTo>
                    <a:cubicBezTo>
                      <a:pt x="12818" y="28820"/>
                      <a:pt x="12677" y="28718"/>
                      <a:pt x="12538" y="28718"/>
                    </a:cubicBezTo>
                    <a:cubicBezTo>
                      <a:pt x="12405" y="28718"/>
                      <a:pt x="12275" y="28811"/>
                      <a:pt x="12259" y="28993"/>
                    </a:cubicBezTo>
                    <a:cubicBezTo>
                      <a:pt x="11852" y="28993"/>
                      <a:pt x="11477" y="28993"/>
                      <a:pt x="11105" y="28960"/>
                    </a:cubicBezTo>
                    <a:cubicBezTo>
                      <a:pt x="10969" y="28653"/>
                      <a:pt x="10833" y="28314"/>
                      <a:pt x="10765" y="27941"/>
                    </a:cubicBezTo>
                    <a:cubicBezTo>
                      <a:pt x="10629" y="27330"/>
                      <a:pt x="10594" y="26651"/>
                      <a:pt x="10594" y="26005"/>
                    </a:cubicBezTo>
                    <a:cubicBezTo>
                      <a:pt x="10594" y="25948"/>
                      <a:pt x="10782" y="24362"/>
                      <a:pt x="11219" y="24362"/>
                    </a:cubicBezTo>
                    <a:cubicBezTo>
                      <a:pt x="11306" y="24362"/>
                      <a:pt x="11404" y="24426"/>
                      <a:pt x="11512" y="24579"/>
                    </a:cubicBezTo>
                    <a:cubicBezTo>
                      <a:pt x="11852" y="25054"/>
                      <a:pt x="11987" y="25701"/>
                      <a:pt x="12123" y="26244"/>
                    </a:cubicBezTo>
                    <a:cubicBezTo>
                      <a:pt x="12140" y="26312"/>
                      <a:pt x="12199" y="26346"/>
                      <a:pt x="12254" y="26346"/>
                    </a:cubicBezTo>
                    <a:cubicBezTo>
                      <a:pt x="12309" y="26346"/>
                      <a:pt x="12360" y="26312"/>
                      <a:pt x="12360" y="26244"/>
                    </a:cubicBezTo>
                    <a:cubicBezTo>
                      <a:pt x="12387" y="26249"/>
                      <a:pt x="12414" y="26252"/>
                      <a:pt x="12440" y="26252"/>
                    </a:cubicBezTo>
                    <a:cubicBezTo>
                      <a:pt x="12581" y="26252"/>
                      <a:pt x="12705" y="26176"/>
                      <a:pt x="12734" y="26005"/>
                    </a:cubicBezTo>
                    <a:cubicBezTo>
                      <a:pt x="13446" y="23731"/>
                      <a:pt x="13957" y="21423"/>
                      <a:pt x="14600" y="19114"/>
                    </a:cubicBezTo>
                    <a:cubicBezTo>
                      <a:pt x="14668" y="19078"/>
                      <a:pt x="14668" y="19011"/>
                      <a:pt x="14636" y="18978"/>
                    </a:cubicBezTo>
                    <a:cubicBezTo>
                      <a:pt x="14668" y="18842"/>
                      <a:pt x="14704" y="18671"/>
                      <a:pt x="14736" y="18535"/>
                    </a:cubicBezTo>
                    <a:cubicBezTo>
                      <a:pt x="15076" y="17416"/>
                      <a:pt x="15483" y="16226"/>
                      <a:pt x="15551" y="15072"/>
                    </a:cubicBezTo>
                    <a:close/>
                    <a:moveTo>
                      <a:pt x="36941" y="35851"/>
                    </a:moveTo>
                    <a:cubicBezTo>
                      <a:pt x="37044" y="35954"/>
                      <a:pt x="37145" y="36090"/>
                      <a:pt x="37248" y="36226"/>
                    </a:cubicBezTo>
                    <a:cubicBezTo>
                      <a:pt x="34836" y="37991"/>
                      <a:pt x="31205" y="38839"/>
                      <a:pt x="28285" y="39111"/>
                    </a:cubicBezTo>
                    <a:cubicBezTo>
                      <a:pt x="27999" y="39139"/>
                      <a:pt x="27715" y="39153"/>
                      <a:pt x="27433" y="39153"/>
                    </a:cubicBezTo>
                    <a:cubicBezTo>
                      <a:pt x="24358" y="39153"/>
                      <a:pt x="21471" y="37561"/>
                      <a:pt x="18642" y="36565"/>
                    </a:cubicBezTo>
                    <a:cubicBezTo>
                      <a:pt x="18675" y="36530"/>
                      <a:pt x="18710" y="36498"/>
                      <a:pt x="18710" y="36430"/>
                    </a:cubicBezTo>
                    <a:cubicBezTo>
                      <a:pt x="18778" y="36462"/>
                      <a:pt x="18846" y="36498"/>
                      <a:pt x="18878" y="36498"/>
                    </a:cubicBezTo>
                    <a:cubicBezTo>
                      <a:pt x="20033" y="36837"/>
                      <a:pt x="21187" y="37005"/>
                      <a:pt x="22342" y="37177"/>
                    </a:cubicBezTo>
                    <a:cubicBezTo>
                      <a:pt x="24175" y="37481"/>
                      <a:pt x="26076" y="37481"/>
                      <a:pt x="27910" y="37481"/>
                    </a:cubicBezTo>
                    <a:cubicBezTo>
                      <a:pt x="29643" y="37448"/>
                      <a:pt x="31373" y="37312"/>
                      <a:pt x="33071" y="37041"/>
                    </a:cubicBezTo>
                    <a:cubicBezTo>
                      <a:pt x="33581" y="36973"/>
                      <a:pt x="34089" y="36870"/>
                      <a:pt x="34565" y="36769"/>
                    </a:cubicBezTo>
                    <a:cubicBezTo>
                      <a:pt x="35040" y="36633"/>
                      <a:pt x="35447" y="36430"/>
                      <a:pt x="35923" y="36259"/>
                    </a:cubicBezTo>
                    <a:cubicBezTo>
                      <a:pt x="36230" y="36123"/>
                      <a:pt x="36534" y="36022"/>
                      <a:pt x="36841" y="35886"/>
                    </a:cubicBezTo>
                    <a:cubicBezTo>
                      <a:pt x="36873" y="35886"/>
                      <a:pt x="36909" y="35886"/>
                      <a:pt x="36941" y="35851"/>
                    </a:cubicBezTo>
                    <a:close/>
                    <a:moveTo>
                      <a:pt x="18438" y="36734"/>
                    </a:moveTo>
                    <a:cubicBezTo>
                      <a:pt x="18438" y="36734"/>
                      <a:pt x="18471" y="36734"/>
                      <a:pt x="18471" y="36769"/>
                    </a:cubicBezTo>
                    <a:cubicBezTo>
                      <a:pt x="21558" y="38327"/>
                      <a:pt x="24642" y="39915"/>
                      <a:pt x="28146" y="39915"/>
                    </a:cubicBezTo>
                    <a:cubicBezTo>
                      <a:pt x="28382" y="39915"/>
                      <a:pt x="28620" y="39908"/>
                      <a:pt x="28861" y="39893"/>
                    </a:cubicBezTo>
                    <a:cubicBezTo>
                      <a:pt x="31713" y="39722"/>
                      <a:pt x="35415" y="38874"/>
                      <a:pt x="37791" y="37041"/>
                    </a:cubicBezTo>
                    <a:cubicBezTo>
                      <a:pt x="37859" y="37209"/>
                      <a:pt x="37960" y="37380"/>
                      <a:pt x="38028" y="37584"/>
                    </a:cubicBezTo>
                    <a:cubicBezTo>
                      <a:pt x="37995" y="37584"/>
                      <a:pt x="37995" y="37584"/>
                      <a:pt x="37960" y="37617"/>
                    </a:cubicBezTo>
                    <a:cubicBezTo>
                      <a:pt x="35315" y="39885"/>
                      <a:pt x="32119" y="41755"/>
                      <a:pt x="28634" y="41755"/>
                    </a:cubicBezTo>
                    <a:cubicBezTo>
                      <a:pt x="28050" y="41755"/>
                      <a:pt x="27458" y="41702"/>
                      <a:pt x="26859" y="41590"/>
                    </a:cubicBezTo>
                    <a:cubicBezTo>
                      <a:pt x="23564" y="40979"/>
                      <a:pt x="20883" y="38771"/>
                      <a:pt x="17895" y="37448"/>
                    </a:cubicBezTo>
                    <a:cubicBezTo>
                      <a:pt x="18031" y="37141"/>
                      <a:pt x="18199" y="36905"/>
                      <a:pt x="18438" y="36734"/>
                    </a:cubicBezTo>
                    <a:close/>
                    <a:moveTo>
                      <a:pt x="23112" y="1032"/>
                    </a:moveTo>
                    <a:cubicBezTo>
                      <a:pt x="23260" y="1032"/>
                      <a:pt x="23411" y="1048"/>
                      <a:pt x="23564" y="1084"/>
                    </a:cubicBezTo>
                    <a:cubicBezTo>
                      <a:pt x="24922" y="1423"/>
                      <a:pt x="25533" y="3631"/>
                      <a:pt x="26212" y="4650"/>
                    </a:cubicBezTo>
                    <a:cubicBezTo>
                      <a:pt x="26317" y="4828"/>
                      <a:pt x="26467" y="4909"/>
                      <a:pt x="26616" y="4909"/>
                    </a:cubicBezTo>
                    <a:cubicBezTo>
                      <a:pt x="26809" y="4909"/>
                      <a:pt x="27000" y="4776"/>
                      <a:pt x="27095" y="4547"/>
                    </a:cubicBezTo>
                    <a:cubicBezTo>
                      <a:pt x="27650" y="3261"/>
                      <a:pt x="28843" y="1711"/>
                      <a:pt x="30214" y="1711"/>
                    </a:cubicBezTo>
                    <a:cubicBezTo>
                      <a:pt x="30687" y="1711"/>
                      <a:pt x="31183" y="1896"/>
                      <a:pt x="31680" y="2341"/>
                    </a:cubicBezTo>
                    <a:cubicBezTo>
                      <a:pt x="32563" y="3156"/>
                      <a:pt x="32731" y="4718"/>
                      <a:pt x="33139" y="5804"/>
                    </a:cubicBezTo>
                    <a:cubicBezTo>
                      <a:pt x="33218" y="6021"/>
                      <a:pt x="33412" y="6147"/>
                      <a:pt x="33607" y="6147"/>
                    </a:cubicBezTo>
                    <a:cubicBezTo>
                      <a:pt x="33748" y="6147"/>
                      <a:pt x="33889" y="6082"/>
                      <a:pt x="33989" y="5940"/>
                    </a:cubicBezTo>
                    <a:cubicBezTo>
                      <a:pt x="34804" y="4718"/>
                      <a:pt x="35787" y="3121"/>
                      <a:pt x="37417" y="2952"/>
                    </a:cubicBezTo>
                    <a:cubicBezTo>
                      <a:pt x="37492" y="2947"/>
                      <a:pt x="37565" y="2944"/>
                      <a:pt x="37636" y="2944"/>
                    </a:cubicBezTo>
                    <a:cubicBezTo>
                      <a:pt x="40076" y="2944"/>
                      <a:pt x="40257" y="6260"/>
                      <a:pt x="39861" y="7909"/>
                    </a:cubicBezTo>
                    <a:cubicBezTo>
                      <a:pt x="39789" y="8253"/>
                      <a:pt x="40052" y="8507"/>
                      <a:pt x="40344" y="8507"/>
                    </a:cubicBezTo>
                    <a:cubicBezTo>
                      <a:pt x="40456" y="8507"/>
                      <a:pt x="40573" y="8469"/>
                      <a:pt x="40676" y="8385"/>
                    </a:cubicBezTo>
                    <a:cubicBezTo>
                      <a:pt x="42196" y="7197"/>
                      <a:pt x="44813" y="6225"/>
                      <a:pt x="47120" y="6225"/>
                    </a:cubicBezTo>
                    <a:cubicBezTo>
                      <a:pt x="48111" y="6225"/>
                      <a:pt x="49045" y="6404"/>
                      <a:pt x="49811" y="6823"/>
                    </a:cubicBezTo>
                    <a:cubicBezTo>
                      <a:pt x="53138" y="8656"/>
                      <a:pt x="47942" y="14700"/>
                      <a:pt x="46584" y="16330"/>
                    </a:cubicBezTo>
                    <a:cubicBezTo>
                      <a:pt x="46315" y="16630"/>
                      <a:pt x="46468" y="17247"/>
                      <a:pt x="46882" y="17247"/>
                    </a:cubicBezTo>
                    <a:cubicBezTo>
                      <a:pt x="46936" y="17247"/>
                      <a:pt x="46996" y="17236"/>
                      <a:pt x="47059" y="17212"/>
                    </a:cubicBezTo>
                    <a:cubicBezTo>
                      <a:pt x="47567" y="17007"/>
                      <a:pt x="48033" y="16913"/>
                      <a:pt x="48454" y="16913"/>
                    </a:cubicBezTo>
                    <a:cubicBezTo>
                      <a:pt x="50257" y="16913"/>
                      <a:pt x="51249" y="18632"/>
                      <a:pt x="51305" y="20640"/>
                    </a:cubicBezTo>
                    <a:cubicBezTo>
                      <a:pt x="51372" y="22849"/>
                      <a:pt x="49811" y="24410"/>
                      <a:pt x="48181" y="25597"/>
                    </a:cubicBezTo>
                    <a:cubicBezTo>
                      <a:pt x="47706" y="25937"/>
                      <a:pt x="47874" y="26515"/>
                      <a:pt x="48417" y="26616"/>
                    </a:cubicBezTo>
                    <a:cubicBezTo>
                      <a:pt x="50726" y="26923"/>
                      <a:pt x="51133" y="29300"/>
                      <a:pt x="51201" y="31234"/>
                    </a:cubicBezTo>
                    <a:cubicBezTo>
                      <a:pt x="51337" y="33713"/>
                      <a:pt x="49707" y="35240"/>
                      <a:pt x="47570" y="36158"/>
                    </a:cubicBezTo>
                    <a:cubicBezTo>
                      <a:pt x="47331" y="36259"/>
                      <a:pt x="47195" y="36701"/>
                      <a:pt x="47366" y="36905"/>
                    </a:cubicBezTo>
                    <a:cubicBezTo>
                      <a:pt x="48453" y="38467"/>
                      <a:pt x="49267" y="40300"/>
                      <a:pt x="47909" y="41998"/>
                    </a:cubicBezTo>
                    <a:cubicBezTo>
                      <a:pt x="47319" y="42746"/>
                      <a:pt x="46387" y="43060"/>
                      <a:pt x="45449" y="43060"/>
                    </a:cubicBezTo>
                    <a:cubicBezTo>
                      <a:pt x="44768" y="43060"/>
                      <a:pt x="44085" y="42895"/>
                      <a:pt x="43528" y="42609"/>
                    </a:cubicBezTo>
                    <a:cubicBezTo>
                      <a:pt x="43440" y="42558"/>
                      <a:pt x="43332" y="42531"/>
                      <a:pt x="43226" y="42531"/>
                    </a:cubicBezTo>
                    <a:cubicBezTo>
                      <a:pt x="43050" y="42531"/>
                      <a:pt x="42879" y="42607"/>
                      <a:pt x="42816" y="42777"/>
                    </a:cubicBezTo>
                    <a:cubicBezTo>
                      <a:pt x="42273" y="43899"/>
                      <a:pt x="41695" y="44918"/>
                      <a:pt x="40440" y="45257"/>
                    </a:cubicBezTo>
                    <a:cubicBezTo>
                      <a:pt x="40168" y="44035"/>
                      <a:pt x="39861" y="42813"/>
                      <a:pt x="39625" y="41555"/>
                    </a:cubicBezTo>
                    <a:cubicBezTo>
                      <a:pt x="39386" y="40061"/>
                      <a:pt x="39082" y="38092"/>
                      <a:pt x="38199" y="36701"/>
                    </a:cubicBezTo>
                    <a:cubicBezTo>
                      <a:pt x="38444" y="36363"/>
                      <a:pt x="38137" y="35972"/>
                      <a:pt x="37775" y="35972"/>
                    </a:cubicBezTo>
                    <a:cubicBezTo>
                      <a:pt x="37736" y="35972"/>
                      <a:pt x="37696" y="35977"/>
                      <a:pt x="37656" y="35987"/>
                    </a:cubicBezTo>
                    <a:lnTo>
                      <a:pt x="37349" y="35683"/>
                    </a:lnTo>
                    <a:cubicBezTo>
                      <a:pt x="37791" y="35512"/>
                      <a:pt x="38231" y="35275"/>
                      <a:pt x="38639" y="35004"/>
                    </a:cubicBezTo>
                    <a:cubicBezTo>
                      <a:pt x="39725" y="34289"/>
                      <a:pt x="40608" y="33339"/>
                      <a:pt x="41151" y="32184"/>
                    </a:cubicBezTo>
                    <a:cubicBezTo>
                      <a:pt x="41322" y="31845"/>
                      <a:pt x="41458" y="31473"/>
                      <a:pt x="41594" y="31133"/>
                    </a:cubicBezTo>
                    <a:cubicBezTo>
                      <a:pt x="41627" y="31030"/>
                      <a:pt x="41966" y="30047"/>
                      <a:pt x="41934" y="30011"/>
                    </a:cubicBezTo>
                    <a:lnTo>
                      <a:pt x="41934" y="30011"/>
                    </a:lnTo>
                    <a:cubicBezTo>
                      <a:pt x="42060" y="30096"/>
                      <a:pt x="42211" y="30140"/>
                      <a:pt x="42384" y="30140"/>
                    </a:cubicBezTo>
                    <a:cubicBezTo>
                      <a:pt x="42625" y="30140"/>
                      <a:pt x="42907" y="30054"/>
                      <a:pt x="43224" y="29875"/>
                    </a:cubicBezTo>
                    <a:cubicBezTo>
                      <a:pt x="44275" y="29232"/>
                      <a:pt x="44310" y="27059"/>
                      <a:pt x="44275" y="26005"/>
                    </a:cubicBezTo>
                    <a:cubicBezTo>
                      <a:pt x="44244" y="25483"/>
                      <a:pt x="44180" y="23618"/>
                      <a:pt x="43334" y="23618"/>
                    </a:cubicBezTo>
                    <a:cubicBezTo>
                      <a:pt x="43299" y="23618"/>
                      <a:pt x="43262" y="23621"/>
                      <a:pt x="43224" y="23628"/>
                    </a:cubicBezTo>
                    <a:cubicBezTo>
                      <a:pt x="42917" y="23696"/>
                      <a:pt x="42713" y="23900"/>
                      <a:pt x="42545" y="24139"/>
                    </a:cubicBezTo>
                    <a:cubicBezTo>
                      <a:pt x="42461" y="24276"/>
                      <a:pt x="42334" y="24772"/>
                      <a:pt x="42144" y="24772"/>
                    </a:cubicBezTo>
                    <a:cubicBezTo>
                      <a:pt x="42100" y="24772"/>
                      <a:pt x="42053" y="24746"/>
                      <a:pt x="42002" y="24682"/>
                    </a:cubicBezTo>
                    <a:cubicBezTo>
                      <a:pt x="41830" y="24443"/>
                      <a:pt x="41830" y="24139"/>
                      <a:pt x="41798" y="23867"/>
                    </a:cubicBezTo>
                    <a:cubicBezTo>
                      <a:pt x="41763" y="23560"/>
                      <a:pt x="41695" y="23289"/>
                      <a:pt x="41594" y="22984"/>
                    </a:cubicBezTo>
                    <a:cubicBezTo>
                      <a:pt x="41390" y="22237"/>
                      <a:pt x="41187" y="21490"/>
                      <a:pt x="40948" y="20744"/>
                    </a:cubicBezTo>
                    <a:lnTo>
                      <a:pt x="40540" y="19521"/>
                    </a:lnTo>
                    <a:cubicBezTo>
                      <a:pt x="40440" y="19146"/>
                      <a:pt x="40304" y="18739"/>
                      <a:pt x="40168" y="18367"/>
                    </a:cubicBezTo>
                    <a:cubicBezTo>
                      <a:pt x="39761" y="17245"/>
                      <a:pt x="39557" y="16023"/>
                      <a:pt x="39114" y="14904"/>
                    </a:cubicBezTo>
                    <a:lnTo>
                      <a:pt x="39046" y="14836"/>
                    </a:lnTo>
                    <a:cubicBezTo>
                      <a:pt x="39046" y="14665"/>
                      <a:pt x="38946" y="14529"/>
                      <a:pt x="38707" y="14529"/>
                    </a:cubicBezTo>
                    <a:cubicBezTo>
                      <a:pt x="37117" y="14457"/>
                      <a:pt x="35521" y="14434"/>
                      <a:pt x="33924" y="14434"/>
                    </a:cubicBezTo>
                    <a:cubicBezTo>
                      <a:pt x="31770" y="14434"/>
                      <a:pt x="29615" y="14476"/>
                      <a:pt x="27470" y="14496"/>
                    </a:cubicBezTo>
                    <a:cubicBezTo>
                      <a:pt x="25425" y="14496"/>
                      <a:pt x="23344" y="14432"/>
                      <a:pt x="21264" y="14432"/>
                    </a:cubicBezTo>
                    <a:cubicBezTo>
                      <a:pt x="19337" y="14432"/>
                      <a:pt x="17412" y="14487"/>
                      <a:pt x="15519" y="14700"/>
                    </a:cubicBezTo>
                    <a:cubicBezTo>
                      <a:pt x="15111" y="14733"/>
                      <a:pt x="14975" y="15243"/>
                      <a:pt x="14907" y="15547"/>
                    </a:cubicBezTo>
                    <a:cubicBezTo>
                      <a:pt x="14364" y="17585"/>
                      <a:pt x="13718" y="19554"/>
                      <a:pt x="13107" y="21558"/>
                    </a:cubicBezTo>
                    <a:cubicBezTo>
                      <a:pt x="12938" y="22170"/>
                      <a:pt x="12767" y="22745"/>
                      <a:pt x="12631" y="23324"/>
                    </a:cubicBezTo>
                    <a:cubicBezTo>
                      <a:pt x="12531" y="23628"/>
                      <a:pt x="12463" y="23935"/>
                      <a:pt x="12395" y="24275"/>
                    </a:cubicBezTo>
                    <a:cubicBezTo>
                      <a:pt x="12361" y="24471"/>
                      <a:pt x="12170" y="24888"/>
                      <a:pt x="12218" y="25132"/>
                    </a:cubicBezTo>
                    <a:lnTo>
                      <a:pt x="12218" y="25132"/>
                    </a:lnTo>
                    <a:cubicBezTo>
                      <a:pt x="12047" y="24427"/>
                      <a:pt x="11708" y="23762"/>
                      <a:pt x="11069" y="23628"/>
                    </a:cubicBezTo>
                    <a:cubicBezTo>
                      <a:pt x="11031" y="23621"/>
                      <a:pt x="10994" y="23618"/>
                      <a:pt x="10959" y="23618"/>
                    </a:cubicBezTo>
                    <a:cubicBezTo>
                      <a:pt x="10113" y="23618"/>
                      <a:pt x="10049" y="25483"/>
                      <a:pt x="10018" y="26005"/>
                    </a:cubicBezTo>
                    <a:cubicBezTo>
                      <a:pt x="9983" y="27059"/>
                      <a:pt x="10018" y="29232"/>
                      <a:pt x="11069" y="29875"/>
                    </a:cubicBezTo>
                    <a:cubicBezTo>
                      <a:pt x="11386" y="30054"/>
                      <a:pt x="11669" y="30140"/>
                      <a:pt x="11916" y="30140"/>
                    </a:cubicBezTo>
                    <a:cubicBezTo>
                      <a:pt x="12093" y="30140"/>
                      <a:pt x="12253" y="30096"/>
                      <a:pt x="12394" y="30012"/>
                    </a:cubicBezTo>
                    <a:lnTo>
                      <a:pt x="12394" y="30012"/>
                    </a:lnTo>
                    <a:cubicBezTo>
                      <a:pt x="12330" y="30055"/>
                      <a:pt x="12699" y="31134"/>
                      <a:pt x="12767" y="31269"/>
                    </a:cubicBezTo>
                    <a:cubicBezTo>
                      <a:pt x="12870" y="31641"/>
                      <a:pt x="13039" y="32016"/>
                      <a:pt x="13210" y="32388"/>
                    </a:cubicBezTo>
                    <a:cubicBezTo>
                      <a:pt x="13582" y="33102"/>
                      <a:pt x="14093" y="33713"/>
                      <a:pt x="14704" y="34221"/>
                    </a:cubicBezTo>
                    <a:cubicBezTo>
                      <a:pt x="15619" y="35036"/>
                      <a:pt x="16741" y="35715"/>
                      <a:pt x="17895" y="36158"/>
                    </a:cubicBezTo>
                    <a:cubicBezTo>
                      <a:pt x="16773" y="37005"/>
                      <a:pt x="16773" y="39314"/>
                      <a:pt x="16673" y="40537"/>
                    </a:cubicBezTo>
                    <a:cubicBezTo>
                      <a:pt x="16605" y="41455"/>
                      <a:pt x="16502" y="42370"/>
                      <a:pt x="16401" y="43288"/>
                    </a:cubicBezTo>
                    <a:cubicBezTo>
                      <a:pt x="16126" y="43610"/>
                      <a:pt x="15758" y="43743"/>
                      <a:pt x="15368" y="43743"/>
                    </a:cubicBezTo>
                    <a:cubicBezTo>
                      <a:pt x="14072" y="43743"/>
                      <a:pt x="12527" y="42274"/>
                      <a:pt x="13310" y="41387"/>
                    </a:cubicBezTo>
                    <a:cubicBezTo>
                      <a:pt x="13470" y="41196"/>
                      <a:pt x="13421" y="40769"/>
                      <a:pt x="13137" y="40769"/>
                    </a:cubicBezTo>
                    <a:cubicBezTo>
                      <a:pt x="13117" y="40769"/>
                      <a:pt x="13096" y="40771"/>
                      <a:pt x="13074" y="40776"/>
                    </a:cubicBezTo>
                    <a:cubicBezTo>
                      <a:pt x="12938" y="40790"/>
                      <a:pt x="12788" y="40797"/>
                      <a:pt x="12627" y="40797"/>
                    </a:cubicBezTo>
                    <a:cubicBezTo>
                      <a:pt x="10132" y="40797"/>
                      <a:pt x="4958" y="39096"/>
                      <a:pt x="7574" y="36226"/>
                    </a:cubicBezTo>
                    <a:cubicBezTo>
                      <a:pt x="7742" y="36022"/>
                      <a:pt x="7742" y="35751"/>
                      <a:pt x="7506" y="35615"/>
                    </a:cubicBezTo>
                    <a:cubicBezTo>
                      <a:pt x="5469" y="34289"/>
                      <a:pt x="544" y="30283"/>
                      <a:pt x="4246" y="28178"/>
                    </a:cubicBezTo>
                    <a:cubicBezTo>
                      <a:pt x="4450" y="28077"/>
                      <a:pt x="4518" y="27738"/>
                      <a:pt x="4314" y="27567"/>
                    </a:cubicBezTo>
                    <a:cubicBezTo>
                      <a:pt x="3057" y="26448"/>
                      <a:pt x="2413" y="24818"/>
                      <a:pt x="2141" y="23153"/>
                    </a:cubicBezTo>
                    <a:cubicBezTo>
                      <a:pt x="1902" y="21966"/>
                      <a:pt x="2106" y="20640"/>
                      <a:pt x="3192" y="19893"/>
                    </a:cubicBezTo>
                    <a:cubicBezTo>
                      <a:pt x="3939" y="19418"/>
                      <a:pt x="5026" y="19453"/>
                      <a:pt x="5909" y="19418"/>
                    </a:cubicBezTo>
                    <a:cubicBezTo>
                      <a:pt x="6112" y="19418"/>
                      <a:pt x="6351" y="19182"/>
                      <a:pt x="6283" y="18943"/>
                    </a:cubicBezTo>
                    <a:cubicBezTo>
                      <a:pt x="5808" y="17688"/>
                      <a:pt x="5536" y="16398"/>
                      <a:pt x="5569" y="15072"/>
                    </a:cubicBezTo>
                    <a:cubicBezTo>
                      <a:pt x="5609" y="13732"/>
                      <a:pt x="6227" y="13229"/>
                      <a:pt x="7054" y="13229"/>
                    </a:cubicBezTo>
                    <a:cubicBezTo>
                      <a:pt x="7631" y="13229"/>
                      <a:pt x="8309" y="13474"/>
                      <a:pt x="8964" y="13850"/>
                    </a:cubicBezTo>
                    <a:cubicBezTo>
                      <a:pt x="9029" y="13886"/>
                      <a:pt x="9096" y="13903"/>
                      <a:pt x="9160" y="13903"/>
                    </a:cubicBezTo>
                    <a:cubicBezTo>
                      <a:pt x="9397" y="13903"/>
                      <a:pt x="9596" y="13677"/>
                      <a:pt x="9543" y="13410"/>
                    </a:cubicBezTo>
                    <a:cubicBezTo>
                      <a:pt x="9339" y="12220"/>
                      <a:pt x="9100" y="11033"/>
                      <a:pt x="9100" y="9811"/>
                    </a:cubicBezTo>
                    <a:cubicBezTo>
                      <a:pt x="9068" y="8996"/>
                      <a:pt x="9271" y="8181"/>
                      <a:pt x="9983" y="7706"/>
                    </a:cubicBezTo>
                    <a:cubicBezTo>
                      <a:pt x="10153" y="7590"/>
                      <a:pt x="10352" y="7543"/>
                      <a:pt x="10569" y="7543"/>
                    </a:cubicBezTo>
                    <a:cubicBezTo>
                      <a:pt x="11441" y="7543"/>
                      <a:pt x="12604" y="8310"/>
                      <a:pt x="13310" y="8553"/>
                    </a:cubicBezTo>
                    <a:cubicBezTo>
                      <a:pt x="13363" y="8574"/>
                      <a:pt x="13414" y="8583"/>
                      <a:pt x="13462" y="8583"/>
                    </a:cubicBezTo>
                    <a:cubicBezTo>
                      <a:pt x="13817" y="8583"/>
                      <a:pt x="14021" y="8073"/>
                      <a:pt x="13753" y="7774"/>
                    </a:cubicBezTo>
                    <a:cubicBezTo>
                      <a:pt x="12596" y="6470"/>
                      <a:pt x="14235" y="3458"/>
                      <a:pt x="15957" y="3458"/>
                    </a:cubicBezTo>
                    <a:cubicBezTo>
                      <a:pt x="16207" y="3458"/>
                      <a:pt x="16460" y="3522"/>
                      <a:pt x="16706" y="3664"/>
                    </a:cubicBezTo>
                    <a:cubicBezTo>
                      <a:pt x="17847" y="4285"/>
                      <a:pt x="18269" y="5403"/>
                      <a:pt x="19622" y="5403"/>
                    </a:cubicBezTo>
                    <a:cubicBezTo>
                      <a:pt x="19678" y="5403"/>
                      <a:pt x="19737" y="5401"/>
                      <a:pt x="19797" y="5397"/>
                    </a:cubicBezTo>
                    <a:cubicBezTo>
                      <a:pt x="20136" y="5397"/>
                      <a:pt x="20340" y="5125"/>
                      <a:pt x="20272" y="4786"/>
                    </a:cubicBezTo>
                    <a:cubicBezTo>
                      <a:pt x="20052" y="3225"/>
                      <a:pt x="21413" y="1032"/>
                      <a:pt x="23112" y="1032"/>
                    </a:cubicBezTo>
                    <a:close/>
                    <a:moveTo>
                      <a:pt x="22923" y="0"/>
                    </a:moveTo>
                    <a:cubicBezTo>
                      <a:pt x="22771" y="0"/>
                      <a:pt x="22611" y="11"/>
                      <a:pt x="22445" y="32"/>
                    </a:cubicBezTo>
                    <a:cubicBezTo>
                      <a:pt x="20576" y="304"/>
                      <a:pt x="19253" y="2578"/>
                      <a:pt x="19286" y="4411"/>
                    </a:cubicBezTo>
                    <a:cubicBezTo>
                      <a:pt x="18303" y="4207"/>
                      <a:pt x="17385" y="2849"/>
                      <a:pt x="16469" y="2510"/>
                    </a:cubicBezTo>
                    <a:cubicBezTo>
                      <a:pt x="16277" y="2443"/>
                      <a:pt x="16086" y="2414"/>
                      <a:pt x="15899" y="2414"/>
                    </a:cubicBezTo>
                    <a:cubicBezTo>
                      <a:pt x="15226" y="2414"/>
                      <a:pt x="14596" y="2791"/>
                      <a:pt x="14093" y="3189"/>
                    </a:cubicBezTo>
                    <a:cubicBezTo>
                      <a:pt x="13039" y="4107"/>
                      <a:pt x="12224" y="5837"/>
                      <a:pt x="12531" y="7263"/>
                    </a:cubicBezTo>
                    <a:cubicBezTo>
                      <a:pt x="11820" y="6995"/>
                      <a:pt x="11101" y="6741"/>
                      <a:pt x="10448" y="6741"/>
                    </a:cubicBezTo>
                    <a:cubicBezTo>
                      <a:pt x="9696" y="6741"/>
                      <a:pt x="9029" y="7077"/>
                      <a:pt x="8557" y="8113"/>
                    </a:cubicBezTo>
                    <a:cubicBezTo>
                      <a:pt x="7913" y="9504"/>
                      <a:pt x="8285" y="11269"/>
                      <a:pt x="8625" y="12763"/>
                    </a:cubicBezTo>
                    <a:cubicBezTo>
                      <a:pt x="8072" y="12524"/>
                      <a:pt x="7499" y="12351"/>
                      <a:pt x="6961" y="12351"/>
                    </a:cubicBezTo>
                    <a:cubicBezTo>
                      <a:pt x="6279" y="12351"/>
                      <a:pt x="5653" y="12630"/>
                      <a:pt x="5197" y="13410"/>
                    </a:cubicBezTo>
                    <a:cubicBezTo>
                      <a:pt x="4347" y="14868"/>
                      <a:pt x="4822" y="17077"/>
                      <a:pt x="5365" y="18671"/>
                    </a:cubicBezTo>
                    <a:cubicBezTo>
                      <a:pt x="3464" y="18842"/>
                      <a:pt x="1563" y="19385"/>
                      <a:pt x="1326" y="21659"/>
                    </a:cubicBezTo>
                    <a:cubicBezTo>
                      <a:pt x="1123" y="23764"/>
                      <a:pt x="1937" y="26244"/>
                      <a:pt x="3431" y="27770"/>
                    </a:cubicBezTo>
                    <a:cubicBezTo>
                      <a:pt x="1" y="30250"/>
                      <a:pt x="4178" y="34257"/>
                      <a:pt x="6759" y="36022"/>
                    </a:cubicBezTo>
                    <a:cubicBezTo>
                      <a:pt x="4246" y="39282"/>
                      <a:pt x="9372" y="41487"/>
                      <a:pt x="12463" y="41523"/>
                    </a:cubicBezTo>
                    <a:cubicBezTo>
                      <a:pt x="12029" y="42933"/>
                      <a:pt x="13782" y="44364"/>
                      <a:pt x="15266" y="44364"/>
                    </a:cubicBezTo>
                    <a:cubicBezTo>
                      <a:pt x="15640" y="44364"/>
                      <a:pt x="15997" y="44273"/>
                      <a:pt x="16298" y="44068"/>
                    </a:cubicBezTo>
                    <a:lnTo>
                      <a:pt x="16298" y="44068"/>
                    </a:lnTo>
                    <a:cubicBezTo>
                      <a:pt x="15994" y="46648"/>
                      <a:pt x="15687" y="49228"/>
                      <a:pt x="15755" y="51844"/>
                    </a:cubicBezTo>
                    <a:cubicBezTo>
                      <a:pt x="15772" y="51928"/>
                      <a:pt x="15840" y="51970"/>
                      <a:pt x="15908" y="51970"/>
                    </a:cubicBezTo>
                    <a:cubicBezTo>
                      <a:pt x="15976" y="51970"/>
                      <a:pt x="16044" y="51928"/>
                      <a:pt x="16062" y="51844"/>
                    </a:cubicBezTo>
                    <a:cubicBezTo>
                      <a:pt x="16265" y="48517"/>
                      <a:pt x="16809" y="45257"/>
                      <a:pt x="17249" y="41963"/>
                    </a:cubicBezTo>
                    <a:cubicBezTo>
                      <a:pt x="17385" y="40979"/>
                      <a:pt x="17284" y="39010"/>
                      <a:pt x="17759" y="37720"/>
                    </a:cubicBezTo>
                    <a:cubicBezTo>
                      <a:pt x="20747" y="39893"/>
                      <a:pt x="24142" y="41998"/>
                      <a:pt x="27842" y="42541"/>
                    </a:cubicBezTo>
                    <a:cubicBezTo>
                      <a:pt x="28231" y="42596"/>
                      <a:pt x="28619" y="42622"/>
                      <a:pt x="29006" y="42622"/>
                    </a:cubicBezTo>
                    <a:cubicBezTo>
                      <a:pt x="32441" y="42622"/>
                      <a:pt x="35772" y="40567"/>
                      <a:pt x="38335" y="38431"/>
                    </a:cubicBezTo>
                    <a:cubicBezTo>
                      <a:pt x="38707" y="39689"/>
                      <a:pt x="38843" y="41012"/>
                      <a:pt x="39046" y="42166"/>
                    </a:cubicBezTo>
                    <a:cubicBezTo>
                      <a:pt x="39217" y="43356"/>
                      <a:pt x="39489" y="44510"/>
                      <a:pt x="39761" y="45665"/>
                    </a:cubicBezTo>
                    <a:cubicBezTo>
                      <a:pt x="39761" y="45801"/>
                      <a:pt x="39793" y="45936"/>
                      <a:pt x="39861" y="46037"/>
                    </a:cubicBezTo>
                    <a:cubicBezTo>
                      <a:pt x="40201" y="47463"/>
                      <a:pt x="40508" y="48889"/>
                      <a:pt x="40643" y="50350"/>
                    </a:cubicBezTo>
                    <a:cubicBezTo>
                      <a:pt x="40677" y="50604"/>
                      <a:pt x="40889" y="50731"/>
                      <a:pt x="41084" y="50731"/>
                    </a:cubicBezTo>
                    <a:cubicBezTo>
                      <a:pt x="41279" y="50731"/>
                      <a:pt x="41457" y="50604"/>
                      <a:pt x="41423" y="50350"/>
                    </a:cubicBezTo>
                    <a:cubicBezTo>
                      <a:pt x="41287" y="48957"/>
                      <a:pt x="41016" y="47599"/>
                      <a:pt x="40676" y="46241"/>
                    </a:cubicBezTo>
                    <a:cubicBezTo>
                      <a:pt x="42069" y="45936"/>
                      <a:pt x="42849" y="44918"/>
                      <a:pt x="43495" y="43695"/>
                    </a:cubicBezTo>
                    <a:cubicBezTo>
                      <a:pt x="44121" y="43960"/>
                      <a:pt x="44769" y="44093"/>
                      <a:pt x="45408" y="44093"/>
                    </a:cubicBezTo>
                    <a:cubicBezTo>
                      <a:pt x="46573" y="44093"/>
                      <a:pt x="47713" y="43654"/>
                      <a:pt x="48656" y="42777"/>
                    </a:cubicBezTo>
                    <a:cubicBezTo>
                      <a:pt x="50422" y="41148"/>
                      <a:pt x="49743" y="38671"/>
                      <a:pt x="48656" y="36870"/>
                    </a:cubicBezTo>
                    <a:cubicBezTo>
                      <a:pt x="51066" y="35647"/>
                      <a:pt x="52424" y="33678"/>
                      <a:pt x="52288" y="30861"/>
                    </a:cubicBezTo>
                    <a:cubicBezTo>
                      <a:pt x="52187" y="28688"/>
                      <a:pt x="51473" y="26651"/>
                      <a:pt x="49572" y="25836"/>
                    </a:cubicBezTo>
                    <a:cubicBezTo>
                      <a:pt x="51440" y="24207"/>
                      <a:pt x="52798" y="22170"/>
                      <a:pt x="52255" y="19486"/>
                    </a:cubicBezTo>
                    <a:cubicBezTo>
                      <a:pt x="51861" y="17288"/>
                      <a:pt x="50388" y="15882"/>
                      <a:pt x="48479" y="15882"/>
                    </a:cubicBezTo>
                    <a:cubicBezTo>
                      <a:pt x="48414" y="15882"/>
                      <a:pt x="48348" y="15884"/>
                      <a:pt x="48281" y="15887"/>
                    </a:cubicBezTo>
                    <a:cubicBezTo>
                      <a:pt x="50422" y="13274"/>
                      <a:pt x="53274" y="9164"/>
                      <a:pt x="50897" y="6448"/>
                    </a:cubicBezTo>
                    <a:cubicBezTo>
                      <a:pt x="50085" y="5518"/>
                      <a:pt x="48832" y="5160"/>
                      <a:pt x="47442" y="5160"/>
                    </a:cubicBezTo>
                    <a:cubicBezTo>
                      <a:pt x="45231" y="5160"/>
                      <a:pt x="42671" y="6068"/>
                      <a:pt x="40983" y="7027"/>
                    </a:cubicBezTo>
                    <a:cubicBezTo>
                      <a:pt x="41151" y="5090"/>
                      <a:pt x="40576" y="3257"/>
                      <a:pt x="38606" y="2273"/>
                    </a:cubicBezTo>
                    <a:cubicBezTo>
                      <a:pt x="38203" y="2078"/>
                      <a:pt x="37813" y="1992"/>
                      <a:pt x="37438" y="1992"/>
                    </a:cubicBezTo>
                    <a:cubicBezTo>
                      <a:pt x="35918" y="1992"/>
                      <a:pt x="34643" y="3404"/>
                      <a:pt x="33717" y="4683"/>
                    </a:cubicBezTo>
                    <a:cubicBezTo>
                      <a:pt x="33174" y="3020"/>
                      <a:pt x="32663" y="1323"/>
                      <a:pt x="30729" y="847"/>
                    </a:cubicBezTo>
                    <a:cubicBezTo>
                      <a:pt x="30493" y="786"/>
                      <a:pt x="30264" y="758"/>
                      <a:pt x="30041" y="758"/>
                    </a:cubicBezTo>
                    <a:cubicBezTo>
                      <a:pt x="28537" y="758"/>
                      <a:pt x="27356" y="2063"/>
                      <a:pt x="26587" y="3392"/>
                    </a:cubicBezTo>
                    <a:cubicBezTo>
                      <a:pt x="25734" y="1785"/>
                      <a:pt x="24912" y="0"/>
                      <a:pt x="22923" y="0"/>
                    </a:cubicBezTo>
                    <a:close/>
                  </a:path>
                </a:pathLst>
              </a:custGeom>
              <a:solidFill>
                <a:srgbClr val="2329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3" name="Google Shape;2763;p39"/>
              <p:cNvSpPr/>
              <p:nvPr/>
            </p:nvSpPr>
            <p:spPr>
              <a:xfrm>
                <a:off x="4399293" y="2376857"/>
                <a:ext cx="54441" cy="167312"/>
              </a:xfrm>
              <a:custGeom>
                <a:rect b="b" l="l" r="r" t="t"/>
                <a:pathLst>
                  <a:path extrusionOk="0" h="5999" w="1952">
                    <a:moveTo>
                      <a:pt x="1112" y="0"/>
                    </a:moveTo>
                    <a:cubicBezTo>
                      <a:pt x="1027" y="0"/>
                      <a:pt x="933" y="59"/>
                      <a:pt x="915" y="177"/>
                    </a:cubicBezTo>
                    <a:cubicBezTo>
                      <a:pt x="883" y="484"/>
                      <a:pt x="951" y="789"/>
                      <a:pt x="983" y="1095"/>
                    </a:cubicBezTo>
                    <a:cubicBezTo>
                      <a:pt x="951" y="1128"/>
                      <a:pt x="883" y="1163"/>
                      <a:pt x="847" y="1196"/>
                    </a:cubicBezTo>
                    <a:cubicBezTo>
                      <a:pt x="780" y="1299"/>
                      <a:pt x="747" y="1400"/>
                      <a:pt x="679" y="1503"/>
                    </a:cubicBezTo>
                    <a:cubicBezTo>
                      <a:pt x="576" y="1231"/>
                      <a:pt x="475" y="960"/>
                      <a:pt x="304" y="721"/>
                    </a:cubicBezTo>
                    <a:cubicBezTo>
                      <a:pt x="276" y="692"/>
                      <a:pt x="242" y="680"/>
                      <a:pt x="208" y="680"/>
                    </a:cubicBezTo>
                    <a:cubicBezTo>
                      <a:pt x="123" y="680"/>
                      <a:pt x="43" y="759"/>
                      <a:pt x="68" y="856"/>
                    </a:cubicBezTo>
                    <a:cubicBezTo>
                      <a:pt x="168" y="1163"/>
                      <a:pt x="340" y="1468"/>
                      <a:pt x="508" y="1739"/>
                    </a:cubicBezTo>
                    <a:lnTo>
                      <a:pt x="508" y="1775"/>
                    </a:lnTo>
                    <a:cubicBezTo>
                      <a:pt x="508" y="1875"/>
                      <a:pt x="475" y="1943"/>
                      <a:pt x="475" y="2046"/>
                    </a:cubicBezTo>
                    <a:cubicBezTo>
                      <a:pt x="372" y="2350"/>
                      <a:pt x="304" y="2690"/>
                      <a:pt x="272" y="3029"/>
                    </a:cubicBezTo>
                    <a:cubicBezTo>
                      <a:pt x="136" y="3708"/>
                      <a:pt x="0" y="4388"/>
                      <a:pt x="101" y="5067"/>
                    </a:cubicBezTo>
                    <a:cubicBezTo>
                      <a:pt x="154" y="5363"/>
                      <a:pt x="485" y="5999"/>
                      <a:pt x="873" y="5999"/>
                    </a:cubicBezTo>
                    <a:cubicBezTo>
                      <a:pt x="975" y="5999"/>
                      <a:pt x="1081" y="5955"/>
                      <a:pt x="1187" y="5849"/>
                    </a:cubicBezTo>
                    <a:cubicBezTo>
                      <a:pt x="1662" y="5338"/>
                      <a:pt x="1594" y="4355"/>
                      <a:pt x="1594" y="3708"/>
                    </a:cubicBezTo>
                    <a:cubicBezTo>
                      <a:pt x="1594" y="3133"/>
                      <a:pt x="1562" y="2454"/>
                      <a:pt x="1459" y="1807"/>
                    </a:cubicBezTo>
                    <a:cubicBezTo>
                      <a:pt x="1630" y="1603"/>
                      <a:pt x="1766" y="1367"/>
                      <a:pt x="1901" y="1128"/>
                    </a:cubicBezTo>
                    <a:cubicBezTo>
                      <a:pt x="1951" y="978"/>
                      <a:pt x="1854" y="828"/>
                      <a:pt x="1731" y="828"/>
                    </a:cubicBezTo>
                    <a:cubicBezTo>
                      <a:pt x="1687" y="828"/>
                      <a:pt x="1639" y="847"/>
                      <a:pt x="1594" y="892"/>
                    </a:cubicBezTo>
                    <a:cubicBezTo>
                      <a:pt x="1494" y="1028"/>
                      <a:pt x="1391" y="1163"/>
                      <a:pt x="1323" y="1332"/>
                    </a:cubicBezTo>
                    <a:cubicBezTo>
                      <a:pt x="1323" y="1332"/>
                      <a:pt x="1323" y="1299"/>
                      <a:pt x="1290" y="1264"/>
                    </a:cubicBezTo>
                    <a:cubicBezTo>
                      <a:pt x="1290" y="1231"/>
                      <a:pt x="1255" y="1163"/>
                      <a:pt x="1187" y="1128"/>
                    </a:cubicBezTo>
                    <a:cubicBezTo>
                      <a:pt x="1290" y="824"/>
                      <a:pt x="1255" y="449"/>
                      <a:pt x="1255" y="177"/>
                    </a:cubicBezTo>
                    <a:cubicBezTo>
                      <a:pt x="1273" y="59"/>
                      <a:pt x="1197" y="0"/>
                      <a:pt x="1112" y="0"/>
                    </a:cubicBezTo>
                    <a:close/>
                  </a:path>
                </a:pathLst>
              </a:custGeom>
              <a:solidFill>
                <a:srgbClr val="2329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4" name="Google Shape;2764;p39"/>
              <p:cNvSpPr/>
              <p:nvPr/>
            </p:nvSpPr>
            <p:spPr>
              <a:xfrm>
                <a:off x="4795995" y="2385419"/>
                <a:ext cx="58625" cy="158750"/>
              </a:xfrm>
              <a:custGeom>
                <a:rect b="b" l="l" r="r" t="t"/>
                <a:pathLst>
                  <a:path extrusionOk="0" h="5692" w="2102">
                    <a:moveTo>
                      <a:pt x="1116" y="0"/>
                    </a:moveTo>
                    <a:cubicBezTo>
                      <a:pt x="1051" y="0"/>
                      <a:pt x="987" y="58"/>
                      <a:pt x="987" y="142"/>
                    </a:cubicBezTo>
                    <a:cubicBezTo>
                      <a:pt x="951" y="278"/>
                      <a:pt x="987" y="414"/>
                      <a:pt x="987" y="585"/>
                    </a:cubicBezTo>
                    <a:lnTo>
                      <a:pt x="987" y="821"/>
                    </a:lnTo>
                    <a:cubicBezTo>
                      <a:pt x="951" y="821"/>
                      <a:pt x="919" y="856"/>
                      <a:pt x="884" y="889"/>
                    </a:cubicBezTo>
                    <a:cubicBezTo>
                      <a:pt x="851" y="957"/>
                      <a:pt x="816" y="992"/>
                      <a:pt x="816" y="1025"/>
                    </a:cubicBezTo>
                    <a:cubicBezTo>
                      <a:pt x="715" y="889"/>
                      <a:pt x="612" y="721"/>
                      <a:pt x="444" y="653"/>
                    </a:cubicBezTo>
                    <a:cubicBezTo>
                      <a:pt x="427" y="644"/>
                      <a:pt x="407" y="640"/>
                      <a:pt x="386" y="640"/>
                    </a:cubicBezTo>
                    <a:cubicBezTo>
                      <a:pt x="319" y="640"/>
                      <a:pt x="240" y="685"/>
                      <a:pt x="240" y="788"/>
                    </a:cubicBezTo>
                    <a:cubicBezTo>
                      <a:pt x="240" y="957"/>
                      <a:pt x="376" y="1093"/>
                      <a:pt x="476" y="1229"/>
                    </a:cubicBezTo>
                    <a:cubicBezTo>
                      <a:pt x="511" y="1296"/>
                      <a:pt x="544" y="1332"/>
                      <a:pt x="579" y="1400"/>
                    </a:cubicBezTo>
                    <a:cubicBezTo>
                      <a:pt x="544" y="1400"/>
                      <a:pt x="544" y="1432"/>
                      <a:pt x="544" y="1468"/>
                    </a:cubicBezTo>
                    <a:cubicBezTo>
                      <a:pt x="511" y="1568"/>
                      <a:pt x="511" y="1636"/>
                      <a:pt x="511" y="1739"/>
                    </a:cubicBezTo>
                    <a:cubicBezTo>
                      <a:pt x="408" y="2043"/>
                      <a:pt x="340" y="2383"/>
                      <a:pt x="308" y="2722"/>
                    </a:cubicBezTo>
                    <a:cubicBezTo>
                      <a:pt x="137" y="3401"/>
                      <a:pt x="1" y="4081"/>
                      <a:pt x="137" y="4760"/>
                    </a:cubicBezTo>
                    <a:cubicBezTo>
                      <a:pt x="190" y="5056"/>
                      <a:pt x="499" y="5692"/>
                      <a:pt x="879" y="5692"/>
                    </a:cubicBezTo>
                    <a:cubicBezTo>
                      <a:pt x="979" y="5692"/>
                      <a:pt x="1084" y="5648"/>
                      <a:pt x="1190" y="5542"/>
                    </a:cubicBezTo>
                    <a:cubicBezTo>
                      <a:pt x="1698" y="5031"/>
                      <a:pt x="1631" y="4048"/>
                      <a:pt x="1631" y="3401"/>
                    </a:cubicBezTo>
                    <a:cubicBezTo>
                      <a:pt x="1598" y="2826"/>
                      <a:pt x="1598" y="2179"/>
                      <a:pt x="1495" y="1603"/>
                    </a:cubicBezTo>
                    <a:cubicBezTo>
                      <a:pt x="1734" y="1432"/>
                      <a:pt x="2005" y="1264"/>
                      <a:pt x="2073" y="992"/>
                    </a:cubicBezTo>
                    <a:cubicBezTo>
                      <a:pt x="2102" y="903"/>
                      <a:pt x="2029" y="815"/>
                      <a:pt x="1942" y="815"/>
                    </a:cubicBezTo>
                    <a:cubicBezTo>
                      <a:pt x="1929" y="815"/>
                      <a:pt x="1916" y="817"/>
                      <a:pt x="1902" y="821"/>
                    </a:cubicBezTo>
                    <a:cubicBezTo>
                      <a:pt x="1698" y="889"/>
                      <a:pt x="1563" y="1025"/>
                      <a:pt x="1394" y="1196"/>
                    </a:cubicBezTo>
                    <a:cubicBezTo>
                      <a:pt x="1394" y="1128"/>
                      <a:pt x="1359" y="1060"/>
                      <a:pt x="1326" y="957"/>
                    </a:cubicBezTo>
                    <a:cubicBezTo>
                      <a:pt x="1326" y="957"/>
                      <a:pt x="1326" y="924"/>
                      <a:pt x="1291" y="924"/>
                    </a:cubicBezTo>
                    <a:cubicBezTo>
                      <a:pt x="1326" y="617"/>
                      <a:pt x="1326" y="313"/>
                      <a:pt x="1223" y="74"/>
                    </a:cubicBezTo>
                    <a:cubicBezTo>
                      <a:pt x="1197" y="22"/>
                      <a:pt x="1157" y="0"/>
                      <a:pt x="1116" y="0"/>
                    </a:cubicBezTo>
                    <a:close/>
                  </a:path>
                </a:pathLst>
              </a:custGeom>
              <a:solidFill>
                <a:srgbClr val="2329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5" name="Google Shape;2765;p39"/>
              <p:cNvSpPr/>
              <p:nvPr/>
            </p:nvSpPr>
            <p:spPr>
              <a:xfrm>
                <a:off x="4576866" y="2355075"/>
                <a:ext cx="102719" cy="273936"/>
              </a:xfrm>
              <a:custGeom>
                <a:rect b="b" l="l" r="r" t="t"/>
                <a:pathLst>
                  <a:path extrusionOk="0" h="9822" w="3683">
                    <a:moveTo>
                      <a:pt x="142" y="0"/>
                    </a:moveTo>
                    <a:cubicBezTo>
                      <a:pt x="72" y="0"/>
                      <a:pt x="1" y="73"/>
                      <a:pt x="49" y="144"/>
                    </a:cubicBezTo>
                    <a:cubicBezTo>
                      <a:pt x="1510" y="2996"/>
                      <a:pt x="84" y="5440"/>
                      <a:pt x="320" y="8327"/>
                    </a:cubicBezTo>
                    <a:cubicBezTo>
                      <a:pt x="456" y="9718"/>
                      <a:pt x="2290" y="9786"/>
                      <a:pt x="3343" y="9821"/>
                    </a:cubicBezTo>
                    <a:cubicBezTo>
                      <a:pt x="3683" y="9821"/>
                      <a:pt x="3683" y="9311"/>
                      <a:pt x="3343" y="9278"/>
                    </a:cubicBezTo>
                    <a:cubicBezTo>
                      <a:pt x="2493" y="9175"/>
                      <a:pt x="999" y="9278"/>
                      <a:pt x="864" y="8124"/>
                    </a:cubicBezTo>
                    <a:cubicBezTo>
                      <a:pt x="796" y="7477"/>
                      <a:pt x="967" y="6766"/>
                      <a:pt x="1067" y="6155"/>
                    </a:cubicBezTo>
                    <a:cubicBezTo>
                      <a:pt x="1339" y="3982"/>
                      <a:pt x="1475" y="1977"/>
                      <a:pt x="220" y="43"/>
                    </a:cubicBezTo>
                    <a:cubicBezTo>
                      <a:pt x="200" y="13"/>
                      <a:pt x="171" y="0"/>
                      <a:pt x="142" y="0"/>
                    </a:cubicBezTo>
                    <a:close/>
                  </a:path>
                </a:pathLst>
              </a:custGeom>
              <a:solidFill>
                <a:srgbClr val="2329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6" name="Google Shape;2766;p39"/>
              <p:cNvSpPr/>
              <p:nvPr/>
            </p:nvSpPr>
            <p:spPr>
              <a:xfrm>
                <a:off x="4867979" y="3039885"/>
                <a:ext cx="45461" cy="185692"/>
              </a:xfrm>
              <a:custGeom>
                <a:rect b="b" l="l" r="r" t="t"/>
                <a:pathLst>
                  <a:path extrusionOk="0" h="6658" w="1630">
                    <a:moveTo>
                      <a:pt x="393" y="1"/>
                    </a:moveTo>
                    <a:cubicBezTo>
                      <a:pt x="199" y="1"/>
                      <a:pt x="0" y="122"/>
                      <a:pt x="0" y="342"/>
                    </a:cubicBezTo>
                    <a:cubicBezTo>
                      <a:pt x="68" y="1497"/>
                      <a:pt x="307" y="2616"/>
                      <a:pt x="476" y="3770"/>
                    </a:cubicBezTo>
                    <a:cubicBezTo>
                      <a:pt x="579" y="4517"/>
                      <a:pt x="511" y="6046"/>
                      <a:pt x="1155" y="6622"/>
                    </a:cubicBezTo>
                    <a:cubicBezTo>
                      <a:pt x="1179" y="6646"/>
                      <a:pt x="1208" y="6658"/>
                      <a:pt x="1236" y="6658"/>
                    </a:cubicBezTo>
                    <a:cubicBezTo>
                      <a:pt x="1287" y="6658"/>
                      <a:pt x="1337" y="6621"/>
                      <a:pt x="1358" y="6554"/>
                    </a:cubicBezTo>
                    <a:cubicBezTo>
                      <a:pt x="1630" y="5875"/>
                      <a:pt x="1222" y="4653"/>
                      <a:pt x="1122" y="3941"/>
                    </a:cubicBezTo>
                    <a:cubicBezTo>
                      <a:pt x="986" y="2719"/>
                      <a:pt x="951" y="1461"/>
                      <a:pt x="747" y="274"/>
                    </a:cubicBezTo>
                    <a:cubicBezTo>
                      <a:pt x="716" y="88"/>
                      <a:pt x="556" y="1"/>
                      <a:pt x="393" y="1"/>
                    </a:cubicBezTo>
                    <a:close/>
                  </a:path>
                </a:pathLst>
              </a:custGeom>
              <a:solidFill>
                <a:srgbClr val="2329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7" name="Google Shape;2767;p39"/>
              <p:cNvSpPr/>
              <p:nvPr/>
            </p:nvSpPr>
            <p:spPr>
              <a:xfrm>
                <a:off x="4679585" y="2684722"/>
                <a:ext cx="121826" cy="42551"/>
              </a:xfrm>
              <a:custGeom>
                <a:rect b="b" l="l" r="r" t="t"/>
                <a:pathLst>
                  <a:path extrusionOk="0" h="911" w="2608">
                    <a:moveTo>
                      <a:pt x="2381" y="0"/>
                    </a:moveTo>
                    <a:cubicBezTo>
                      <a:pt x="2359" y="0"/>
                      <a:pt x="2336" y="7"/>
                      <a:pt x="2314" y="21"/>
                    </a:cubicBezTo>
                    <a:cubicBezTo>
                      <a:pt x="1632" y="475"/>
                      <a:pt x="954" y="656"/>
                      <a:pt x="138" y="656"/>
                    </a:cubicBezTo>
                    <a:cubicBezTo>
                      <a:pt x="125" y="652"/>
                      <a:pt x="113" y="650"/>
                      <a:pt x="103" y="650"/>
                    </a:cubicBezTo>
                    <a:cubicBezTo>
                      <a:pt x="1" y="650"/>
                      <a:pt x="13" y="841"/>
                      <a:pt x="138" y="881"/>
                    </a:cubicBezTo>
                    <a:cubicBezTo>
                      <a:pt x="307" y="900"/>
                      <a:pt x="480" y="911"/>
                      <a:pt x="653" y="911"/>
                    </a:cubicBezTo>
                    <a:cubicBezTo>
                      <a:pt x="1318" y="911"/>
                      <a:pt x="1992" y="750"/>
                      <a:pt x="2495" y="246"/>
                    </a:cubicBezTo>
                    <a:cubicBezTo>
                      <a:pt x="2607" y="170"/>
                      <a:pt x="2499" y="0"/>
                      <a:pt x="2381" y="0"/>
                    </a:cubicBezTo>
                    <a:close/>
                  </a:path>
                </a:pathLst>
              </a:custGeom>
              <a:solidFill>
                <a:srgbClr val="2329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1" name="Shape 2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Google Shape;2772;p40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2773" name="Google Shape;2773;p40"/>
          <p:cNvGrpSpPr/>
          <p:nvPr/>
        </p:nvGrpSpPr>
        <p:grpSpPr>
          <a:xfrm>
            <a:off x="462374" y="3758125"/>
            <a:ext cx="2398501" cy="913825"/>
            <a:chOff x="462374" y="3758125"/>
            <a:chExt cx="2398501" cy="913825"/>
          </a:xfrm>
        </p:grpSpPr>
        <p:sp>
          <p:nvSpPr>
            <p:cNvPr id="2774" name="Google Shape;2774;p40"/>
            <p:cNvSpPr txBox="1"/>
            <p:nvPr/>
          </p:nvSpPr>
          <p:spPr>
            <a:xfrm>
              <a:off x="462374" y="3758125"/>
              <a:ext cx="20739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Goals and needs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775" name="Google Shape;2775;p40"/>
            <p:cNvSpPr txBox="1"/>
            <p:nvPr/>
          </p:nvSpPr>
          <p:spPr>
            <a:xfrm>
              <a:off x="462375" y="4090550"/>
              <a:ext cx="23985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the fifth planet from the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un and the largest in the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olar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76" name="Google Shape;2776;p40"/>
          <p:cNvGrpSpPr/>
          <p:nvPr/>
        </p:nvGrpSpPr>
        <p:grpSpPr>
          <a:xfrm>
            <a:off x="6092924" y="1053300"/>
            <a:ext cx="2502579" cy="1701991"/>
            <a:chOff x="6092924" y="1053300"/>
            <a:chExt cx="2502579" cy="1701991"/>
          </a:xfrm>
        </p:grpSpPr>
        <p:sp>
          <p:nvSpPr>
            <p:cNvPr id="2777" name="Google Shape;2777;p40"/>
            <p:cNvSpPr txBox="1"/>
            <p:nvPr/>
          </p:nvSpPr>
          <p:spPr>
            <a:xfrm>
              <a:off x="6092924" y="1053300"/>
              <a:ext cx="20739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Skills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778" name="Google Shape;2778;p40"/>
            <p:cNvSpPr/>
            <p:nvPr/>
          </p:nvSpPr>
          <p:spPr>
            <a:xfrm>
              <a:off x="6214700" y="1645975"/>
              <a:ext cx="2380803" cy="24752"/>
            </a:xfrm>
            <a:custGeom>
              <a:rect b="b" l="l" r="r" t="t"/>
              <a:pathLst>
                <a:path extrusionOk="0" h="65" w="7766">
                  <a:moveTo>
                    <a:pt x="7765" y="64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4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79" name="Google Shape;2779;p40"/>
            <p:cNvSpPr/>
            <p:nvPr/>
          </p:nvSpPr>
          <p:spPr>
            <a:xfrm>
              <a:off x="7879182" y="1616279"/>
              <a:ext cx="91440" cy="91440"/>
            </a:xfrm>
            <a:custGeom>
              <a:rect b="b" l="l" r="r" t="t"/>
              <a:pathLst>
                <a:path extrusionOk="0" h="231" w="232">
                  <a:moveTo>
                    <a:pt x="231" y="114"/>
                  </a:moveTo>
                  <a:lnTo>
                    <a:pt x="231" y="114"/>
                  </a:lnTo>
                  <a:cubicBezTo>
                    <a:pt x="231" y="178"/>
                    <a:pt x="179" y="230"/>
                    <a:pt x="116" y="230"/>
                  </a:cubicBezTo>
                  <a:lnTo>
                    <a:pt x="116" y="230"/>
                  </a:lnTo>
                  <a:cubicBezTo>
                    <a:pt x="52" y="230"/>
                    <a:pt x="0" y="178"/>
                    <a:pt x="0" y="114"/>
                  </a:cubicBezTo>
                  <a:lnTo>
                    <a:pt x="0" y="114"/>
                  </a:lnTo>
                  <a:cubicBezTo>
                    <a:pt x="0" y="51"/>
                    <a:pt x="52" y="0"/>
                    <a:pt x="116" y="0"/>
                  </a:cubicBezTo>
                  <a:lnTo>
                    <a:pt x="116" y="0"/>
                  </a:lnTo>
                  <a:cubicBezTo>
                    <a:pt x="179" y="0"/>
                    <a:pt x="231" y="51"/>
                    <a:pt x="231" y="114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80" name="Google Shape;2780;p40"/>
            <p:cNvSpPr txBox="1"/>
            <p:nvPr/>
          </p:nvSpPr>
          <p:spPr>
            <a:xfrm>
              <a:off x="6148024" y="1451350"/>
              <a:ext cx="9783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81" name="Google Shape;2781;p40"/>
            <p:cNvSpPr/>
            <p:nvPr/>
          </p:nvSpPr>
          <p:spPr>
            <a:xfrm>
              <a:off x="6214700" y="1994420"/>
              <a:ext cx="2380803" cy="24752"/>
            </a:xfrm>
            <a:custGeom>
              <a:rect b="b" l="l" r="r" t="t"/>
              <a:pathLst>
                <a:path extrusionOk="0" h="66" w="7766">
                  <a:moveTo>
                    <a:pt x="7765" y="65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5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82" name="Google Shape;2782;p40"/>
            <p:cNvSpPr/>
            <p:nvPr/>
          </p:nvSpPr>
          <p:spPr>
            <a:xfrm>
              <a:off x="7126349" y="1964721"/>
              <a:ext cx="91440" cy="91440"/>
            </a:xfrm>
            <a:custGeom>
              <a:rect b="b" l="l" r="r" t="t"/>
              <a:pathLst>
                <a:path extrusionOk="0" h="232" w="232">
                  <a:moveTo>
                    <a:pt x="231" y="115"/>
                  </a:moveTo>
                  <a:lnTo>
                    <a:pt x="231" y="115"/>
                  </a:lnTo>
                  <a:cubicBezTo>
                    <a:pt x="231" y="179"/>
                    <a:pt x="180" y="231"/>
                    <a:pt x="116" y="231"/>
                  </a:cubicBezTo>
                  <a:lnTo>
                    <a:pt x="116" y="231"/>
                  </a:lnTo>
                  <a:cubicBezTo>
                    <a:pt x="52" y="231"/>
                    <a:pt x="0" y="179"/>
                    <a:pt x="0" y="115"/>
                  </a:cubicBezTo>
                  <a:lnTo>
                    <a:pt x="0" y="115"/>
                  </a:lnTo>
                  <a:cubicBezTo>
                    <a:pt x="0" y="52"/>
                    <a:pt x="52" y="0"/>
                    <a:pt x="116" y="0"/>
                  </a:cubicBezTo>
                  <a:lnTo>
                    <a:pt x="116" y="0"/>
                  </a:lnTo>
                  <a:cubicBezTo>
                    <a:pt x="180" y="0"/>
                    <a:pt x="231" y="52"/>
                    <a:pt x="231" y="115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83" name="Google Shape;2783;p40"/>
            <p:cNvSpPr txBox="1"/>
            <p:nvPr/>
          </p:nvSpPr>
          <p:spPr>
            <a:xfrm>
              <a:off x="6148024" y="1799546"/>
              <a:ext cx="9783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Pluto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84" name="Google Shape;2784;p40"/>
            <p:cNvSpPr/>
            <p:nvPr/>
          </p:nvSpPr>
          <p:spPr>
            <a:xfrm>
              <a:off x="6214700" y="2347249"/>
              <a:ext cx="2380803" cy="24751"/>
            </a:xfrm>
            <a:custGeom>
              <a:rect b="b" l="l" r="r" t="t"/>
              <a:pathLst>
                <a:path extrusionOk="0" h="66" w="7766">
                  <a:moveTo>
                    <a:pt x="7765" y="65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5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85" name="Google Shape;2785;p40"/>
            <p:cNvSpPr/>
            <p:nvPr/>
          </p:nvSpPr>
          <p:spPr>
            <a:xfrm>
              <a:off x="6989447" y="2317550"/>
              <a:ext cx="91440" cy="91440"/>
            </a:xfrm>
            <a:custGeom>
              <a:rect b="b" l="l" r="r" t="t"/>
              <a:pathLst>
                <a:path extrusionOk="0" h="233" w="232">
                  <a:moveTo>
                    <a:pt x="231" y="116"/>
                  </a:moveTo>
                  <a:lnTo>
                    <a:pt x="231" y="116"/>
                  </a:lnTo>
                  <a:cubicBezTo>
                    <a:pt x="231" y="180"/>
                    <a:pt x="180" y="232"/>
                    <a:pt x="115" y="232"/>
                  </a:cubicBezTo>
                  <a:lnTo>
                    <a:pt x="115" y="232"/>
                  </a:lnTo>
                  <a:cubicBezTo>
                    <a:pt x="52" y="232"/>
                    <a:pt x="0" y="180"/>
                    <a:pt x="0" y="116"/>
                  </a:cubicBezTo>
                  <a:lnTo>
                    <a:pt x="0" y="116"/>
                  </a:lnTo>
                  <a:cubicBezTo>
                    <a:pt x="0" y="52"/>
                    <a:pt x="52" y="0"/>
                    <a:pt x="115" y="0"/>
                  </a:cubicBezTo>
                  <a:lnTo>
                    <a:pt x="115" y="0"/>
                  </a:lnTo>
                  <a:cubicBezTo>
                    <a:pt x="180" y="0"/>
                    <a:pt x="231" y="52"/>
                    <a:pt x="231" y="116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86" name="Google Shape;2786;p40"/>
            <p:cNvSpPr txBox="1"/>
            <p:nvPr/>
          </p:nvSpPr>
          <p:spPr>
            <a:xfrm>
              <a:off x="6148024" y="2152233"/>
              <a:ext cx="9783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87" name="Google Shape;2787;p40"/>
            <p:cNvSpPr/>
            <p:nvPr/>
          </p:nvSpPr>
          <p:spPr>
            <a:xfrm>
              <a:off x="6214700" y="2693549"/>
              <a:ext cx="2380803" cy="24751"/>
            </a:xfrm>
            <a:custGeom>
              <a:rect b="b" l="l" r="r" t="t"/>
              <a:pathLst>
                <a:path extrusionOk="0" h="66" w="7766">
                  <a:moveTo>
                    <a:pt x="7765" y="65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5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88" name="Google Shape;2788;p40"/>
            <p:cNvSpPr/>
            <p:nvPr/>
          </p:nvSpPr>
          <p:spPr>
            <a:xfrm>
              <a:off x="7503797" y="2663850"/>
              <a:ext cx="91440" cy="91440"/>
            </a:xfrm>
            <a:custGeom>
              <a:rect b="b" l="l" r="r" t="t"/>
              <a:pathLst>
                <a:path extrusionOk="0" h="233" w="232">
                  <a:moveTo>
                    <a:pt x="231" y="116"/>
                  </a:moveTo>
                  <a:lnTo>
                    <a:pt x="231" y="116"/>
                  </a:lnTo>
                  <a:cubicBezTo>
                    <a:pt x="231" y="180"/>
                    <a:pt x="180" y="232"/>
                    <a:pt x="115" y="232"/>
                  </a:cubicBezTo>
                  <a:lnTo>
                    <a:pt x="115" y="232"/>
                  </a:lnTo>
                  <a:cubicBezTo>
                    <a:pt x="52" y="232"/>
                    <a:pt x="0" y="180"/>
                    <a:pt x="0" y="116"/>
                  </a:cubicBezTo>
                  <a:lnTo>
                    <a:pt x="0" y="116"/>
                  </a:lnTo>
                  <a:cubicBezTo>
                    <a:pt x="0" y="52"/>
                    <a:pt x="52" y="0"/>
                    <a:pt x="115" y="0"/>
                  </a:cubicBezTo>
                  <a:lnTo>
                    <a:pt x="115" y="0"/>
                  </a:lnTo>
                  <a:cubicBezTo>
                    <a:pt x="180" y="0"/>
                    <a:pt x="231" y="52"/>
                    <a:pt x="231" y="116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89" name="Google Shape;2789;p40"/>
            <p:cNvSpPr txBox="1"/>
            <p:nvPr/>
          </p:nvSpPr>
          <p:spPr>
            <a:xfrm>
              <a:off x="6148024" y="2498527"/>
              <a:ext cx="9783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90" name="Google Shape;2790;p40"/>
          <p:cNvGrpSpPr/>
          <p:nvPr/>
        </p:nvGrpSpPr>
        <p:grpSpPr>
          <a:xfrm>
            <a:off x="6092924" y="2963000"/>
            <a:ext cx="2502579" cy="1700266"/>
            <a:chOff x="6092924" y="2963000"/>
            <a:chExt cx="2502579" cy="1700266"/>
          </a:xfrm>
        </p:grpSpPr>
        <p:sp>
          <p:nvSpPr>
            <p:cNvPr id="2791" name="Google Shape;2791;p40"/>
            <p:cNvSpPr txBox="1"/>
            <p:nvPr/>
          </p:nvSpPr>
          <p:spPr>
            <a:xfrm>
              <a:off x="6092924" y="2963000"/>
              <a:ext cx="20739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Motivations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792" name="Google Shape;2792;p40"/>
            <p:cNvSpPr/>
            <p:nvPr/>
          </p:nvSpPr>
          <p:spPr>
            <a:xfrm>
              <a:off x="6214700" y="3553950"/>
              <a:ext cx="2380803" cy="24752"/>
            </a:xfrm>
            <a:custGeom>
              <a:rect b="b" l="l" r="r" t="t"/>
              <a:pathLst>
                <a:path extrusionOk="0" h="65" w="7766">
                  <a:moveTo>
                    <a:pt x="7765" y="64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4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93" name="Google Shape;2793;p40"/>
            <p:cNvSpPr/>
            <p:nvPr/>
          </p:nvSpPr>
          <p:spPr>
            <a:xfrm>
              <a:off x="7879182" y="3524254"/>
              <a:ext cx="91440" cy="91440"/>
            </a:xfrm>
            <a:custGeom>
              <a:rect b="b" l="l" r="r" t="t"/>
              <a:pathLst>
                <a:path extrusionOk="0" h="231" w="232">
                  <a:moveTo>
                    <a:pt x="231" y="114"/>
                  </a:moveTo>
                  <a:lnTo>
                    <a:pt x="231" y="114"/>
                  </a:lnTo>
                  <a:cubicBezTo>
                    <a:pt x="231" y="178"/>
                    <a:pt x="179" y="230"/>
                    <a:pt x="116" y="230"/>
                  </a:cubicBezTo>
                  <a:lnTo>
                    <a:pt x="116" y="230"/>
                  </a:lnTo>
                  <a:cubicBezTo>
                    <a:pt x="52" y="230"/>
                    <a:pt x="0" y="178"/>
                    <a:pt x="0" y="114"/>
                  </a:cubicBezTo>
                  <a:lnTo>
                    <a:pt x="0" y="114"/>
                  </a:lnTo>
                  <a:cubicBezTo>
                    <a:pt x="0" y="51"/>
                    <a:pt x="52" y="0"/>
                    <a:pt x="116" y="0"/>
                  </a:cubicBezTo>
                  <a:lnTo>
                    <a:pt x="116" y="0"/>
                  </a:lnTo>
                  <a:cubicBezTo>
                    <a:pt x="179" y="0"/>
                    <a:pt x="231" y="51"/>
                    <a:pt x="231" y="114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94" name="Google Shape;2794;p40"/>
            <p:cNvSpPr txBox="1"/>
            <p:nvPr/>
          </p:nvSpPr>
          <p:spPr>
            <a:xfrm>
              <a:off x="6148024" y="3359325"/>
              <a:ext cx="9783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95" name="Google Shape;2795;p40"/>
            <p:cNvSpPr/>
            <p:nvPr/>
          </p:nvSpPr>
          <p:spPr>
            <a:xfrm>
              <a:off x="6214700" y="3902395"/>
              <a:ext cx="2380803" cy="24752"/>
            </a:xfrm>
            <a:custGeom>
              <a:rect b="b" l="l" r="r" t="t"/>
              <a:pathLst>
                <a:path extrusionOk="0" h="66" w="7766">
                  <a:moveTo>
                    <a:pt x="7765" y="65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5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96" name="Google Shape;2796;p40"/>
            <p:cNvSpPr/>
            <p:nvPr/>
          </p:nvSpPr>
          <p:spPr>
            <a:xfrm>
              <a:off x="7126349" y="3872696"/>
              <a:ext cx="91440" cy="91440"/>
            </a:xfrm>
            <a:custGeom>
              <a:rect b="b" l="l" r="r" t="t"/>
              <a:pathLst>
                <a:path extrusionOk="0" h="232" w="232">
                  <a:moveTo>
                    <a:pt x="231" y="115"/>
                  </a:moveTo>
                  <a:lnTo>
                    <a:pt x="231" y="115"/>
                  </a:lnTo>
                  <a:cubicBezTo>
                    <a:pt x="231" y="179"/>
                    <a:pt x="180" y="231"/>
                    <a:pt x="116" y="231"/>
                  </a:cubicBezTo>
                  <a:lnTo>
                    <a:pt x="116" y="231"/>
                  </a:lnTo>
                  <a:cubicBezTo>
                    <a:pt x="52" y="231"/>
                    <a:pt x="0" y="179"/>
                    <a:pt x="0" y="115"/>
                  </a:cubicBezTo>
                  <a:lnTo>
                    <a:pt x="0" y="115"/>
                  </a:lnTo>
                  <a:cubicBezTo>
                    <a:pt x="0" y="52"/>
                    <a:pt x="52" y="0"/>
                    <a:pt x="116" y="0"/>
                  </a:cubicBezTo>
                  <a:lnTo>
                    <a:pt x="116" y="0"/>
                  </a:lnTo>
                  <a:cubicBezTo>
                    <a:pt x="180" y="0"/>
                    <a:pt x="231" y="52"/>
                    <a:pt x="231" y="115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97" name="Google Shape;2797;p40"/>
            <p:cNvSpPr txBox="1"/>
            <p:nvPr/>
          </p:nvSpPr>
          <p:spPr>
            <a:xfrm>
              <a:off x="6148024" y="3707521"/>
              <a:ext cx="9783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98" name="Google Shape;2798;p40"/>
            <p:cNvSpPr/>
            <p:nvPr/>
          </p:nvSpPr>
          <p:spPr>
            <a:xfrm>
              <a:off x="6214700" y="4255224"/>
              <a:ext cx="2380803" cy="24751"/>
            </a:xfrm>
            <a:custGeom>
              <a:rect b="b" l="l" r="r" t="t"/>
              <a:pathLst>
                <a:path extrusionOk="0" h="66" w="7766">
                  <a:moveTo>
                    <a:pt x="7765" y="65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5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99" name="Google Shape;2799;p40"/>
            <p:cNvSpPr/>
            <p:nvPr/>
          </p:nvSpPr>
          <p:spPr>
            <a:xfrm>
              <a:off x="6989447" y="4225525"/>
              <a:ext cx="91440" cy="91440"/>
            </a:xfrm>
            <a:custGeom>
              <a:rect b="b" l="l" r="r" t="t"/>
              <a:pathLst>
                <a:path extrusionOk="0" h="233" w="232">
                  <a:moveTo>
                    <a:pt x="231" y="116"/>
                  </a:moveTo>
                  <a:lnTo>
                    <a:pt x="231" y="116"/>
                  </a:lnTo>
                  <a:cubicBezTo>
                    <a:pt x="231" y="180"/>
                    <a:pt x="180" y="232"/>
                    <a:pt x="115" y="232"/>
                  </a:cubicBezTo>
                  <a:lnTo>
                    <a:pt x="115" y="232"/>
                  </a:lnTo>
                  <a:cubicBezTo>
                    <a:pt x="52" y="232"/>
                    <a:pt x="0" y="180"/>
                    <a:pt x="0" y="116"/>
                  </a:cubicBezTo>
                  <a:lnTo>
                    <a:pt x="0" y="116"/>
                  </a:lnTo>
                  <a:cubicBezTo>
                    <a:pt x="0" y="52"/>
                    <a:pt x="52" y="0"/>
                    <a:pt x="115" y="0"/>
                  </a:cubicBezTo>
                  <a:lnTo>
                    <a:pt x="115" y="0"/>
                  </a:lnTo>
                  <a:cubicBezTo>
                    <a:pt x="180" y="0"/>
                    <a:pt x="231" y="52"/>
                    <a:pt x="231" y="116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00" name="Google Shape;2800;p40"/>
            <p:cNvSpPr txBox="1"/>
            <p:nvPr/>
          </p:nvSpPr>
          <p:spPr>
            <a:xfrm>
              <a:off x="6148024" y="4060208"/>
              <a:ext cx="9783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Neptune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01" name="Google Shape;2801;p40"/>
            <p:cNvSpPr/>
            <p:nvPr/>
          </p:nvSpPr>
          <p:spPr>
            <a:xfrm>
              <a:off x="6214700" y="4601525"/>
              <a:ext cx="2152192" cy="24750"/>
            </a:xfrm>
            <a:custGeom>
              <a:rect b="b" l="l" r="r" t="t"/>
              <a:pathLst>
                <a:path extrusionOk="0" h="66" w="7766">
                  <a:moveTo>
                    <a:pt x="7765" y="65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5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02" name="Google Shape;2802;p40"/>
            <p:cNvSpPr/>
            <p:nvPr/>
          </p:nvSpPr>
          <p:spPr>
            <a:xfrm>
              <a:off x="7275197" y="4571825"/>
              <a:ext cx="91440" cy="91440"/>
            </a:xfrm>
            <a:custGeom>
              <a:rect b="b" l="l" r="r" t="t"/>
              <a:pathLst>
                <a:path extrusionOk="0" h="233" w="232">
                  <a:moveTo>
                    <a:pt x="231" y="116"/>
                  </a:moveTo>
                  <a:lnTo>
                    <a:pt x="231" y="116"/>
                  </a:lnTo>
                  <a:cubicBezTo>
                    <a:pt x="231" y="180"/>
                    <a:pt x="180" y="232"/>
                    <a:pt x="115" y="232"/>
                  </a:cubicBezTo>
                  <a:lnTo>
                    <a:pt x="115" y="232"/>
                  </a:lnTo>
                  <a:cubicBezTo>
                    <a:pt x="52" y="232"/>
                    <a:pt x="0" y="180"/>
                    <a:pt x="0" y="116"/>
                  </a:cubicBezTo>
                  <a:lnTo>
                    <a:pt x="0" y="116"/>
                  </a:lnTo>
                  <a:cubicBezTo>
                    <a:pt x="0" y="52"/>
                    <a:pt x="52" y="0"/>
                    <a:pt x="115" y="0"/>
                  </a:cubicBezTo>
                  <a:lnTo>
                    <a:pt x="115" y="0"/>
                  </a:lnTo>
                  <a:cubicBezTo>
                    <a:pt x="180" y="0"/>
                    <a:pt x="231" y="52"/>
                    <a:pt x="231" y="116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03" name="Google Shape;2803;p40"/>
            <p:cNvSpPr txBox="1"/>
            <p:nvPr/>
          </p:nvSpPr>
          <p:spPr>
            <a:xfrm>
              <a:off x="6148024" y="4406502"/>
              <a:ext cx="9783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04" name="Google Shape;2804;p40"/>
          <p:cNvGrpSpPr/>
          <p:nvPr/>
        </p:nvGrpSpPr>
        <p:grpSpPr>
          <a:xfrm rot="5400000">
            <a:off x="4069961" y="2965945"/>
            <a:ext cx="3466013" cy="53340"/>
            <a:chOff x="3504850" y="4296150"/>
            <a:chExt cx="1300275" cy="21675"/>
          </a:xfrm>
        </p:grpSpPr>
        <p:sp>
          <p:nvSpPr>
            <p:cNvPr id="2805" name="Google Shape;2805;p40"/>
            <p:cNvSpPr/>
            <p:nvPr/>
          </p:nvSpPr>
          <p:spPr>
            <a:xfrm>
              <a:off x="3504850" y="4296775"/>
              <a:ext cx="20600" cy="21050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40"/>
            <p:cNvSpPr/>
            <p:nvPr/>
          </p:nvSpPr>
          <p:spPr>
            <a:xfrm>
              <a:off x="3539375" y="4296725"/>
              <a:ext cx="19325" cy="2002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40"/>
            <p:cNvSpPr/>
            <p:nvPr/>
          </p:nvSpPr>
          <p:spPr>
            <a:xfrm>
              <a:off x="3579250" y="4296150"/>
              <a:ext cx="20075" cy="20400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40"/>
            <p:cNvSpPr/>
            <p:nvPr/>
          </p:nvSpPr>
          <p:spPr>
            <a:xfrm>
              <a:off x="3614575" y="4298500"/>
              <a:ext cx="20925" cy="16550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40"/>
            <p:cNvSpPr/>
            <p:nvPr/>
          </p:nvSpPr>
          <p:spPr>
            <a:xfrm>
              <a:off x="3653650" y="4298050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40"/>
            <p:cNvSpPr/>
            <p:nvPr/>
          </p:nvSpPr>
          <p:spPr>
            <a:xfrm>
              <a:off x="3691375" y="4297250"/>
              <a:ext cx="17625" cy="18175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9" y="709"/>
                    <a:pt x="271" y="727"/>
                    <a:pt x="333" y="727"/>
                  </a:cubicBezTo>
                  <a:cubicBezTo>
                    <a:pt x="382" y="727"/>
                    <a:pt x="431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4" y="20"/>
                    <a:pt x="348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9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40"/>
            <p:cNvSpPr/>
            <p:nvPr/>
          </p:nvSpPr>
          <p:spPr>
            <a:xfrm>
              <a:off x="3731700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8" y="101"/>
                    <a:pt x="128" y="199"/>
                  </a:cubicBezTo>
                  <a:cubicBezTo>
                    <a:pt x="30" y="318"/>
                    <a:pt x="1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40"/>
            <p:cNvSpPr/>
            <p:nvPr/>
          </p:nvSpPr>
          <p:spPr>
            <a:xfrm>
              <a:off x="3766225" y="4296725"/>
              <a:ext cx="19325" cy="20025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2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5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4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40"/>
            <p:cNvSpPr/>
            <p:nvPr/>
          </p:nvSpPr>
          <p:spPr>
            <a:xfrm>
              <a:off x="3806100" y="4296150"/>
              <a:ext cx="20150" cy="20400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70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5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9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40"/>
            <p:cNvSpPr/>
            <p:nvPr/>
          </p:nvSpPr>
          <p:spPr>
            <a:xfrm>
              <a:off x="3841475" y="4299033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0" y="374"/>
                    <a:pt x="68" y="487"/>
                  </a:cubicBezTo>
                  <a:cubicBezTo>
                    <a:pt x="76" y="506"/>
                    <a:pt x="86" y="522"/>
                    <a:pt x="99" y="539"/>
                  </a:cubicBezTo>
                  <a:cubicBezTo>
                    <a:pt x="120" y="572"/>
                    <a:pt x="149" y="603"/>
                    <a:pt x="191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9" y="658"/>
                    <a:pt x="382" y="651"/>
                  </a:cubicBezTo>
                  <a:cubicBezTo>
                    <a:pt x="399" y="651"/>
                    <a:pt x="416" y="649"/>
                    <a:pt x="432" y="647"/>
                  </a:cubicBezTo>
                  <a:cubicBezTo>
                    <a:pt x="562" y="628"/>
                    <a:pt x="678" y="533"/>
                    <a:pt x="741" y="435"/>
                  </a:cubicBezTo>
                  <a:cubicBezTo>
                    <a:pt x="812" y="324"/>
                    <a:pt x="835" y="178"/>
                    <a:pt x="730" y="78"/>
                  </a:cubicBezTo>
                  <a:cubicBezTo>
                    <a:pt x="673" y="23"/>
                    <a:pt x="603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40"/>
            <p:cNvSpPr/>
            <p:nvPr/>
          </p:nvSpPr>
          <p:spPr>
            <a:xfrm>
              <a:off x="3880500" y="4298050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338" y="1"/>
                  </a:moveTo>
                  <a:cubicBezTo>
                    <a:pt x="236" y="1"/>
                    <a:pt x="137" y="45"/>
                    <a:pt x="82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7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40"/>
            <p:cNvSpPr/>
            <p:nvPr/>
          </p:nvSpPr>
          <p:spPr>
            <a:xfrm>
              <a:off x="3918275" y="4297250"/>
              <a:ext cx="17600" cy="18175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2" y="1"/>
                    <a:pt x="155" y="10"/>
                    <a:pt x="130" y="32"/>
                  </a:cubicBezTo>
                  <a:cubicBezTo>
                    <a:pt x="41" y="112"/>
                    <a:pt x="16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60" y="126"/>
                    <a:pt x="597" y="45"/>
                    <a:pt x="505" y="18"/>
                  </a:cubicBezTo>
                  <a:cubicBezTo>
                    <a:pt x="489" y="12"/>
                    <a:pt x="472" y="10"/>
                    <a:pt x="455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6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40"/>
            <p:cNvSpPr/>
            <p:nvPr/>
          </p:nvSpPr>
          <p:spPr>
            <a:xfrm>
              <a:off x="3958575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2" y="0"/>
                  </a:moveTo>
                  <a:cubicBezTo>
                    <a:pt x="238" y="0"/>
                    <a:pt x="169" y="101"/>
                    <a:pt x="129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5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5" y="466"/>
                    <a:pt x="802" y="222"/>
                    <a:pt x="600" y="110"/>
                  </a:cubicBezTo>
                  <a:cubicBezTo>
                    <a:pt x="552" y="83"/>
                    <a:pt x="509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40"/>
            <p:cNvSpPr/>
            <p:nvPr/>
          </p:nvSpPr>
          <p:spPr>
            <a:xfrm>
              <a:off x="3993100" y="4296725"/>
              <a:ext cx="19300" cy="20025"/>
            </a:xfrm>
            <a:custGeom>
              <a:rect b="b" l="l" r="r" t="t"/>
              <a:pathLst>
                <a:path extrusionOk="0" h="801" w="772">
                  <a:moveTo>
                    <a:pt x="358" y="0"/>
                  </a:moveTo>
                  <a:cubicBezTo>
                    <a:pt x="142" y="0"/>
                    <a:pt x="1" y="348"/>
                    <a:pt x="99" y="549"/>
                  </a:cubicBezTo>
                  <a:cubicBezTo>
                    <a:pt x="123" y="688"/>
                    <a:pt x="210" y="800"/>
                    <a:pt x="373" y="800"/>
                  </a:cubicBezTo>
                  <a:cubicBezTo>
                    <a:pt x="381" y="800"/>
                    <a:pt x="390" y="800"/>
                    <a:pt x="399" y="800"/>
                  </a:cubicBezTo>
                  <a:cubicBezTo>
                    <a:pt x="595" y="785"/>
                    <a:pt x="684" y="637"/>
                    <a:pt x="718" y="481"/>
                  </a:cubicBezTo>
                  <a:cubicBezTo>
                    <a:pt x="720" y="472"/>
                    <a:pt x="724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3" y="30"/>
                  </a:cubicBezTo>
                  <a:cubicBezTo>
                    <a:pt x="489" y="28"/>
                    <a:pt x="472" y="26"/>
                    <a:pt x="457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40"/>
            <p:cNvSpPr/>
            <p:nvPr/>
          </p:nvSpPr>
          <p:spPr>
            <a:xfrm>
              <a:off x="4032975" y="4296150"/>
              <a:ext cx="20125" cy="20400"/>
            </a:xfrm>
            <a:custGeom>
              <a:rect b="b" l="l" r="r" t="t"/>
              <a:pathLst>
                <a:path extrusionOk="0" h="816" w="805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4" y="743"/>
                  </a:cubicBezTo>
                  <a:cubicBezTo>
                    <a:pt x="207" y="794"/>
                    <a:pt x="271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5" y="383"/>
                    <a:pt x="790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40"/>
            <p:cNvSpPr/>
            <p:nvPr/>
          </p:nvSpPr>
          <p:spPr>
            <a:xfrm>
              <a:off x="4068350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2" y="0"/>
                    <a:pt x="455" y="6"/>
                    <a:pt x="419" y="16"/>
                  </a:cubicBezTo>
                  <a:cubicBezTo>
                    <a:pt x="408" y="14"/>
                    <a:pt x="396" y="13"/>
                    <a:pt x="385" y="13"/>
                  </a:cubicBezTo>
                  <a:cubicBezTo>
                    <a:pt x="360" y="13"/>
                    <a:pt x="337" y="18"/>
                    <a:pt x="315" y="26"/>
                  </a:cubicBezTo>
                  <a:cubicBezTo>
                    <a:pt x="303" y="24"/>
                    <a:pt x="290" y="20"/>
                    <a:pt x="275" y="20"/>
                  </a:cubicBezTo>
                  <a:cubicBezTo>
                    <a:pt x="268" y="19"/>
                    <a:pt x="261" y="19"/>
                    <a:pt x="254" y="19"/>
                  </a:cubicBezTo>
                  <a:cubicBezTo>
                    <a:pt x="184" y="19"/>
                    <a:pt x="123" y="55"/>
                    <a:pt x="82" y="107"/>
                  </a:cubicBezTo>
                  <a:cubicBezTo>
                    <a:pt x="0" y="214"/>
                    <a:pt x="19" y="374"/>
                    <a:pt x="67" y="487"/>
                  </a:cubicBezTo>
                  <a:cubicBezTo>
                    <a:pt x="75" y="506"/>
                    <a:pt x="86" y="522"/>
                    <a:pt x="98" y="539"/>
                  </a:cubicBezTo>
                  <a:cubicBezTo>
                    <a:pt x="119" y="572"/>
                    <a:pt x="148" y="603"/>
                    <a:pt x="190" y="628"/>
                  </a:cubicBezTo>
                  <a:cubicBezTo>
                    <a:pt x="229" y="652"/>
                    <a:pt x="269" y="661"/>
                    <a:pt x="309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398" y="651"/>
                    <a:pt x="415" y="649"/>
                    <a:pt x="432" y="647"/>
                  </a:cubicBezTo>
                  <a:cubicBezTo>
                    <a:pt x="561" y="628"/>
                    <a:pt x="678" y="533"/>
                    <a:pt x="740" y="435"/>
                  </a:cubicBezTo>
                  <a:cubicBezTo>
                    <a:pt x="811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40"/>
            <p:cNvSpPr/>
            <p:nvPr/>
          </p:nvSpPr>
          <p:spPr>
            <a:xfrm>
              <a:off x="4107375" y="4298050"/>
              <a:ext cx="19050" cy="18200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6" y="1"/>
                    <a:pt x="138" y="45"/>
                    <a:pt x="82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4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8" y="726"/>
                  </a:cubicBezTo>
                  <a:cubicBezTo>
                    <a:pt x="624" y="707"/>
                    <a:pt x="761" y="474"/>
                    <a:pt x="717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0" y="60"/>
                    <a:pt x="457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40"/>
            <p:cNvSpPr/>
            <p:nvPr/>
          </p:nvSpPr>
          <p:spPr>
            <a:xfrm>
              <a:off x="4145150" y="4297250"/>
              <a:ext cx="17575" cy="18175"/>
            </a:xfrm>
            <a:custGeom>
              <a:rect b="b" l="l" r="r" t="t"/>
              <a:pathLst>
                <a:path extrusionOk="0" h="727" w="703">
                  <a:moveTo>
                    <a:pt x="206" y="1"/>
                  </a:moveTo>
                  <a:cubicBezTo>
                    <a:pt x="181" y="1"/>
                    <a:pt x="155" y="10"/>
                    <a:pt x="130" y="32"/>
                  </a:cubicBezTo>
                  <a:cubicBezTo>
                    <a:pt x="42" y="112"/>
                    <a:pt x="17" y="220"/>
                    <a:pt x="36" y="326"/>
                  </a:cubicBezTo>
                  <a:cubicBezTo>
                    <a:pt x="0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0" y="551"/>
                    <a:pt x="661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5" y="10"/>
                  </a:cubicBezTo>
                  <a:cubicBezTo>
                    <a:pt x="419" y="10"/>
                    <a:pt x="382" y="20"/>
                    <a:pt x="346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5" y="15"/>
                    <a:pt x="237" y="1"/>
                    <a:pt x="2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40"/>
            <p:cNvSpPr/>
            <p:nvPr/>
          </p:nvSpPr>
          <p:spPr>
            <a:xfrm>
              <a:off x="4185425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40" y="0"/>
                    <a:pt x="170" y="101"/>
                    <a:pt x="130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5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8" y="842"/>
                    <a:pt x="656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5" y="83"/>
                    <a:pt x="509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5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40"/>
            <p:cNvSpPr/>
            <p:nvPr/>
          </p:nvSpPr>
          <p:spPr>
            <a:xfrm>
              <a:off x="4220000" y="4296725"/>
              <a:ext cx="19275" cy="20025"/>
            </a:xfrm>
            <a:custGeom>
              <a:rect b="b" l="l" r="r" t="t"/>
              <a:pathLst>
                <a:path extrusionOk="0" h="801" w="771">
                  <a:moveTo>
                    <a:pt x="356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1" y="688"/>
                    <a:pt x="209" y="800"/>
                    <a:pt x="371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3" y="785"/>
                    <a:pt x="683" y="637"/>
                    <a:pt x="716" y="481"/>
                  </a:cubicBezTo>
                  <a:cubicBezTo>
                    <a:pt x="718" y="472"/>
                    <a:pt x="722" y="466"/>
                    <a:pt x="725" y="460"/>
                  </a:cubicBezTo>
                  <a:cubicBezTo>
                    <a:pt x="770" y="324"/>
                    <a:pt x="731" y="176"/>
                    <a:pt x="625" y="95"/>
                  </a:cubicBezTo>
                  <a:cubicBezTo>
                    <a:pt x="593" y="64"/>
                    <a:pt x="552" y="41"/>
                    <a:pt x="502" y="30"/>
                  </a:cubicBezTo>
                  <a:cubicBezTo>
                    <a:pt x="487" y="28"/>
                    <a:pt x="472" y="26"/>
                    <a:pt x="456" y="24"/>
                  </a:cubicBezTo>
                  <a:cubicBezTo>
                    <a:pt x="421" y="8"/>
                    <a:pt x="388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40"/>
            <p:cNvSpPr/>
            <p:nvPr/>
          </p:nvSpPr>
          <p:spPr>
            <a:xfrm>
              <a:off x="4259825" y="4296150"/>
              <a:ext cx="20150" cy="20400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9" y="643"/>
                    <a:pt x="144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91" y="108"/>
                    <a:pt x="534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6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40"/>
            <p:cNvSpPr/>
            <p:nvPr/>
          </p:nvSpPr>
          <p:spPr>
            <a:xfrm>
              <a:off x="4295200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2" y="374"/>
                    <a:pt x="68" y="487"/>
                  </a:cubicBezTo>
                  <a:cubicBezTo>
                    <a:pt x="76" y="506"/>
                    <a:pt x="88" y="522"/>
                    <a:pt x="101" y="539"/>
                  </a:cubicBezTo>
                  <a:cubicBezTo>
                    <a:pt x="120" y="572"/>
                    <a:pt x="149" y="603"/>
                    <a:pt x="190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401" y="651"/>
                    <a:pt x="418" y="649"/>
                    <a:pt x="432" y="647"/>
                  </a:cubicBezTo>
                  <a:cubicBezTo>
                    <a:pt x="561" y="628"/>
                    <a:pt x="678" y="533"/>
                    <a:pt x="741" y="435"/>
                  </a:cubicBezTo>
                  <a:cubicBezTo>
                    <a:pt x="812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40"/>
            <p:cNvSpPr/>
            <p:nvPr/>
          </p:nvSpPr>
          <p:spPr>
            <a:xfrm>
              <a:off x="4334225" y="4298050"/>
              <a:ext cx="19050" cy="18200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7" y="1"/>
                    <a:pt x="138" y="45"/>
                    <a:pt x="82" y="146"/>
                  </a:cubicBezTo>
                  <a:cubicBezTo>
                    <a:pt x="9" y="278"/>
                    <a:pt x="1" y="432"/>
                    <a:pt x="63" y="567"/>
                  </a:cubicBezTo>
                  <a:cubicBezTo>
                    <a:pt x="114" y="681"/>
                    <a:pt x="237" y="727"/>
                    <a:pt x="361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2" y="474"/>
                    <a:pt x="718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1" y="60"/>
                    <a:pt x="458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40"/>
            <p:cNvSpPr/>
            <p:nvPr/>
          </p:nvSpPr>
          <p:spPr>
            <a:xfrm>
              <a:off x="4372000" y="4297250"/>
              <a:ext cx="17600" cy="18175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3" y="112"/>
                    <a:pt x="18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2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7" y="45"/>
                    <a:pt x="507" y="18"/>
                  </a:cubicBezTo>
                  <a:cubicBezTo>
                    <a:pt x="491" y="12"/>
                    <a:pt x="473" y="10"/>
                    <a:pt x="456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9" y="37"/>
                  </a:cubicBezTo>
                  <a:cubicBezTo>
                    <a:pt x="267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40"/>
            <p:cNvSpPr/>
            <p:nvPr/>
          </p:nvSpPr>
          <p:spPr>
            <a:xfrm>
              <a:off x="4410475" y="4296775"/>
              <a:ext cx="20600" cy="21050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6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40"/>
            <p:cNvSpPr/>
            <p:nvPr/>
          </p:nvSpPr>
          <p:spPr>
            <a:xfrm>
              <a:off x="4445000" y="4296725"/>
              <a:ext cx="19300" cy="20025"/>
            </a:xfrm>
            <a:custGeom>
              <a:rect b="b" l="l" r="r" t="t"/>
              <a:pathLst>
                <a:path extrusionOk="0" h="801" w="772">
                  <a:moveTo>
                    <a:pt x="356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2" y="688"/>
                    <a:pt x="208" y="800"/>
                    <a:pt x="371" y="800"/>
                  </a:cubicBezTo>
                  <a:cubicBezTo>
                    <a:pt x="379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4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5" y="24"/>
                  </a:cubicBezTo>
                  <a:cubicBezTo>
                    <a:pt x="421" y="8"/>
                    <a:pt x="387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40"/>
            <p:cNvSpPr/>
            <p:nvPr/>
          </p:nvSpPr>
          <p:spPr>
            <a:xfrm>
              <a:off x="4484875" y="4296150"/>
              <a:ext cx="20075" cy="20400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2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69" y="815"/>
                    <a:pt x="332" y="815"/>
                  </a:cubicBezTo>
                  <a:cubicBezTo>
                    <a:pt x="478" y="815"/>
                    <a:pt x="612" y="696"/>
                    <a:pt x="678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7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40"/>
            <p:cNvSpPr/>
            <p:nvPr/>
          </p:nvSpPr>
          <p:spPr>
            <a:xfrm>
              <a:off x="4520200" y="4298500"/>
              <a:ext cx="20850" cy="16550"/>
            </a:xfrm>
            <a:custGeom>
              <a:rect b="b" l="l" r="r" t="t"/>
              <a:pathLst>
                <a:path extrusionOk="0" h="662" w="834">
                  <a:moveTo>
                    <a:pt x="531" y="0"/>
                  </a:moveTo>
                  <a:cubicBezTo>
                    <a:pt x="494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8" y="18"/>
                    <a:pt x="315" y="26"/>
                  </a:cubicBezTo>
                  <a:cubicBezTo>
                    <a:pt x="305" y="24"/>
                    <a:pt x="290" y="20"/>
                    <a:pt x="277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0" y="661"/>
                    <a:pt x="310" y="661"/>
                  </a:cubicBezTo>
                  <a:cubicBezTo>
                    <a:pt x="335" y="661"/>
                    <a:pt x="359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40"/>
            <p:cNvSpPr/>
            <p:nvPr/>
          </p:nvSpPr>
          <p:spPr>
            <a:xfrm>
              <a:off x="4559275" y="4298050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40"/>
            <p:cNvSpPr/>
            <p:nvPr/>
          </p:nvSpPr>
          <p:spPr>
            <a:xfrm>
              <a:off x="4597000" y="4297250"/>
              <a:ext cx="17625" cy="18175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2" y="1"/>
                    <a:pt x="156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30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3" y="20"/>
                    <a:pt x="346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8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40"/>
            <p:cNvSpPr/>
            <p:nvPr/>
          </p:nvSpPr>
          <p:spPr>
            <a:xfrm>
              <a:off x="4637325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7" y="101"/>
                    <a:pt x="128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40"/>
            <p:cNvSpPr/>
            <p:nvPr/>
          </p:nvSpPr>
          <p:spPr>
            <a:xfrm>
              <a:off x="4671850" y="4296725"/>
              <a:ext cx="19325" cy="20025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2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1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40"/>
            <p:cNvSpPr/>
            <p:nvPr/>
          </p:nvSpPr>
          <p:spPr>
            <a:xfrm>
              <a:off x="4711725" y="4296150"/>
              <a:ext cx="20150" cy="20400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2" y="743"/>
                  </a:cubicBezTo>
                  <a:cubicBezTo>
                    <a:pt x="206" y="794"/>
                    <a:pt x="271" y="815"/>
                    <a:pt x="333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8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40"/>
            <p:cNvSpPr/>
            <p:nvPr/>
          </p:nvSpPr>
          <p:spPr>
            <a:xfrm>
              <a:off x="4747050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31" y="0"/>
                  </a:moveTo>
                  <a:cubicBezTo>
                    <a:pt x="495" y="0"/>
                    <a:pt x="458" y="6"/>
                    <a:pt x="422" y="16"/>
                  </a:cubicBezTo>
                  <a:cubicBezTo>
                    <a:pt x="410" y="14"/>
                    <a:pt x="399" y="13"/>
                    <a:pt x="388" y="13"/>
                  </a:cubicBezTo>
                  <a:cubicBezTo>
                    <a:pt x="363" y="13"/>
                    <a:pt x="339" y="18"/>
                    <a:pt x="318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3" y="19"/>
                    <a:pt x="256" y="19"/>
                  </a:cubicBezTo>
                  <a:cubicBezTo>
                    <a:pt x="184" y="19"/>
                    <a:pt x="126" y="55"/>
                    <a:pt x="84" y="107"/>
                  </a:cubicBezTo>
                  <a:cubicBezTo>
                    <a:pt x="1" y="214"/>
                    <a:pt x="22" y="374"/>
                    <a:pt x="70" y="487"/>
                  </a:cubicBezTo>
                  <a:cubicBezTo>
                    <a:pt x="78" y="506"/>
                    <a:pt x="88" y="522"/>
                    <a:pt x="101" y="539"/>
                  </a:cubicBezTo>
                  <a:cubicBezTo>
                    <a:pt x="122" y="572"/>
                    <a:pt x="151" y="603"/>
                    <a:pt x="192" y="628"/>
                  </a:cubicBezTo>
                  <a:cubicBezTo>
                    <a:pt x="231" y="652"/>
                    <a:pt x="272" y="661"/>
                    <a:pt x="312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1" y="651"/>
                    <a:pt x="418" y="649"/>
                    <a:pt x="434" y="647"/>
                  </a:cubicBezTo>
                  <a:cubicBezTo>
                    <a:pt x="563" y="628"/>
                    <a:pt x="678" y="533"/>
                    <a:pt x="743" y="435"/>
                  </a:cubicBezTo>
                  <a:cubicBezTo>
                    <a:pt x="814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40"/>
            <p:cNvSpPr/>
            <p:nvPr/>
          </p:nvSpPr>
          <p:spPr>
            <a:xfrm>
              <a:off x="4786125" y="4298050"/>
              <a:ext cx="19000" cy="18150"/>
            </a:xfrm>
            <a:custGeom>
              <a:rect b="b" l="l" r="r" t="t"/>
              <a:pathLst>
                <a:path extrusionOk="0" h="726" w="760">
                  <a:moveTo>
                    <a:pt x="337" y="1"/>
                  </a:moveTo>
                  <a:cubicBezTo>
                    <a:pt x="235" y="1"/>
                    <a:pt x="136" y="45"/>
                    <a:pt x="80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0"/>
                    <a:pt x="234" y="725"/>
                    <a:pt x="359" y="725"/>
                  </a:cubicBezTo>
                  <a:cubicBezTo>
                    <a:pt x="372" y="725"/>
                    <a:pt x="386" y="725"/>
                    <a:pt x="399" y="724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0" name="Google Shape;2840;p40"/>
          <p:cNvGrpSpPr/>
          <p:nvPr/>
        </p:nvGrpSpPr>
        <p:grpSpPr>
          <a:xfrm rot="5400000">
            <a:off x="1627986" y="2965945"/>
            <a:ext cx="3466013" cy="53340"/>
            <a:chOff x="3504850" y="4296150"/>
            <a:chExt cx="1300275" cy="21675"/>
          </a:xfrm>
        </p:grpSpPr>
        <p:sp>
          <p:nvSpPr>
            <p:cNvPr id="2841" name="Google Shape;2841;p40"/>
            <p:cNvSpPr/>
            <p:nvPr/>
          </p:nvSpPr>
          <p:spPr>
            <a:xfrm>
              <a:off x="3504850" y="4296775"/>
              <a:ext cx="20600" cy="21050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40"/>
            <p:cNvSpPr/>
            <p:nvPr/>
          </p:nvSpPr>
          <p:spPr>
            <a:xfrm>
              <a:off x="3539375" y="4296725"/>
              <a:ext cx="19325" cy="2002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40"/>
            <p:cNvSpPr/>
            <p:nvPr/>
          </p:nvSpPr>
          <p:spPr>
            <a:xfrm>
              <a:off x="3579250" y="4296150"/>
              <a:ext cx="20075" cy="20400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40"/>
            <p:cNvSpPr/>
            <p:nvPr/>
          </p:nvSpPr>
          <p:spPr>
            <a:xfrm>
              <a:off x="3614575" y="4298500"/>
              <a:ext cx="20925" cy="16550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40"/>
            <p:cNvSpPr/>
            <p:nvPr/>
          </p:nvSpPr>
          <p:spPr>
            <a:xfrm>
              <a:off x="3653650" y="4298050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40"/>
            <p:cNvSpPr/>
            <p:nvPr/>
          </p:nvSpPr>
          <p:spPr>
            <a:xfrm>
              <a:off x="3691375" y="4297250"/>
              <a:ext cx="17625" cy="18175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9" y="709"/>
                    <a:pt x="271" y="727"/>
                    <a:pt x="333" y="727"/>
                  </a:cubicBezTo>
                  <a:cubicBezTo>
                    <a:pt x="382" y="727"/>
                    <a:pt x="431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4" y="20"/>
                    <a:pt x="348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9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40"/>
            <p:cNvSpPr/>
            <p:nvPr/>
          </p:nvSpPr>
          <p:spPr>
            <a:xfrm>
              <a:off x="3731700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8" y="101"/>
                    <a:pt x="128" y="199"/>
                  </a:cubicBezTo>
                  <a:cubicBezTo>
                    <a:pt x="30" y="318"/>
                    <a:pt x="1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40"/>
            <p:cNvSpPr/>
            <p:nvPr/>
          </p:nvSpPr>
          <p:spPr>
            <a:xfrm>
              <a:off x="3766225" y="4296725"/>
              <a:ext cx="19325" cy="20025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2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5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4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40"/>
            <p:cNvSpPr/>
            <p:nvPr/>
          </p:nvSpPr>
          <p:spPr>
            <a:xfrm>
              <a:off x="3806100" y="4296150"/>
              <a:ext cx="20150" cy="20400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70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5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9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40"/>
            <p:cNvSpPr/>
            <p:nvPr/>
          </p:nvSpPr>
          <p:spPr>
            <a:xfrm>
              <a:off x="3841475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0" y="374"/>
                    <a:pt x="68" y="487"/>
                  </a:cubicBezTo>
                  <a:cubicBezTo>
                    <a:pt x="76" y="506"/>
                    <a:pt x="86" y="522"/>
                    <a:pt x="99" y="539"/>
                  </a:cubicBezTo>
                  <a:cubicBezTo>
                    <a:pt x="120" y="572"/>
                    <a:pt x="149" y="603"/>
                    <a:pt x="191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9" y="658"/>
                    <a:pt x="382" y="651"/>
                  </a:cubicBezTo>
                  <a:cubicBezTo>
                    <a:pt x="399" y="651"/>
                    <a:pt x="416" y="649"/>
                    <a:pt x="432" y="647"/>
                  </a:cubicBezTo>
                  <a:cubicBezTo>
                    <a:pt x="562" y="628"/>
                    <a:pt x="678" y="533"/>
                    <a:pt x="741" y="435"/>
                  </a:cubicBezTo>
                  <a:cubicBezTo>
                    <a:pt x="812" y="324"/>
                    <a:pt x="835" y="178"/>
                    <a:pt x="730" y="78"/>
                  </a:cubicBezTo>
                  <a:cubicBezTo>
                    <a:pt x="673" y="23"/>
                    <a:pt x="603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40"/>
            <p:cNvSpPr/>
            <p:nvPr/>
          </p:nvSpPr>
          <p:spPr>
            <a:xfrm>
              <a:off x="3880500" y="4298050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338" y="1"/>
                  </a:moveTo>
                  <a:cubicBezTo>
                    <a:pt x="236" y="1"/>
                    <a:pt x="137" y="45"/>
                    <a:pt x="82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7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40"/>
            <p:cNvSpPr/>
            <p:nvPr/>
          </p:nvSpPr>
          <p:spPr>
            <a:xfrm>
              <a:off x="3918275" y="4297250"/>
              <a:ext cx="17600" cy="18175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2" y="1"/>
                    <a:pt x="155" y="10"/>
                    <a:pt x="130" y="32"/>
                  </a:cubicBezTo>
                  <a:cubicBezTo>
                    <a:pt x="41" y="112"/>
                    <a:pt x="16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60" y="126"/>
                    <a:pt x="597" y="45"/>
                    <a:pt x="505" y="18"/>
                  </a:cubicBezTo>
                  <a:cubicBezTo>
                    <a:pt x="489" y="12"/>
                    <a:pt x="472" y="10"/>
                    <a:pt x="455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6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40"/>
            <p:cNvSpPr/>
            <p:nvPr/>
          </p:nvSpPr>
          <p:spPr>
            <a:xfrm>
              <a:off x="3958575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2" y="0"/>
                  </a:moveTo>
                  <a:cubicBezTo>
                    <a:pt x="238" y="0"/>
                    <a:pt x="169" y="101"/>
                    <a:pt x="129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5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5" y="466"/>
                    <a:pt x="802" y="222"/>
                    <a:pt x="600" y="110"/>
                  </a:cubicBezTo>
                  <a:cubicBezTo>
                    <a:pt x="552" y="83"/>
                    <a:pt x="509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40"/>
            <p:cNvSpPr/>
            <p:nvPr/>
          </p:nvSpPr>
          <p:spPr>
            <a:xfrm>
              <a:off x="3993100" y="4296725"/>
              <a:ext cx="19300" cy="20025"/>
            </a:xfrm>
            <a:custGeom>
              <a:rect b="b" l="l" r="r" t="t"/>
              <a:pathLst>
                <a:path extrusionOk="0" h="801" w="772">
                  <a:moveTo>
                    <a:pt x="358" y="0"/>
                  </a:moveTo>
                  <a:cubicBezTo>
                    <a:pt x="142" y="0"/>
                    <a:pt x="1" y="348"/>
                    <a:pt x="99" y="549"/>
                  </a:cubicBezTo>
                  <a:cubicBezTo>
                    <a:pt x="123" y="688"/>
                    <a:pt x="210" y="800"/>
                    <a:pt x="373" y="800"/>
                  </a:cubicBezTo>
                  <a:cubicBezTo>
                    <a:pt x="381" y="800"/>
                    <a:pt x="390" y="800"/>
                    <a:pt x="399" y="800"/>
                  </a:cubicBezTo>
                  <a:cubicBezTo>
                    <a:pt x="595" y="785"/>
                    <a:pt x="684" y="637"/>
                    <a:pt x="718" y="481"/>
                  </a:cubicBezTo>
                  <a:cubicBezTo>
                    <a:pt x="720" y="472"/>
                    <a:pt x="724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3" y="30"/>
                  </a:cubicBezTo>
                  <a:cubicBezTo>
                    <a:pt x="489" y="28"/>
                    <a:pt x="472" y="26"/>
                    <a:pt x="457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40"/>
            <p:cNvSpPr/>
            <p:nvPr/>
          </p:nvSpPr>
          <p:spPr>
            <a:xfrm>
              <a:off x="4032975" y="4296150"/>
              <a:ext cx="20125" cy="20400"/>
            </a:xfrm>
            <a:custGeom>
              <a:rect b="b" l="l" r="r" t="t"/>
              <a:pathLst>
                <a:path extrusionOk="0" h="816" w="805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4" y="743"/>
                  </a:cubicBezTo>
                  <a:cubicBezTo>
                    <a:pt x="207" y="794"/>
                    <a:pt x="271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5" y="383"/>
                    <a:pt x="790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40"/>
            <p:cNvSpPr/>
            <p:nvPr/>
          </p:nvSpPr>
          <p:spPr>
            <a:xfrm>
              <a:off x="4068350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2" y="0"/>
                    <a:pt x="455" y="6"/>
                    <a:pt x="419" y="16"/>
                  </a:cubicBezTo>
                  <a:cubicBezTo>
                    <a:pt x="408" y="14"/>
                    <a:pt x="396" y="13"/>
                    <a:pt x="385" y="13"/>
                  </a:cubicBezTo>
                  <a:cubicBezTo>
                    <a:pt x="360" y="13"/>
                    <a:pt x="337" y="18"/>
                    <a:pt x="315" y="26"/>
                  </a:cubicBezTo>
                  <a:cubicBezTo>
                    <a:pt x="303" y="24"/>
                    <a:pt x="290" y="20"/>
                    <a:pt x="275" y="20"/>
                  </a:cubicBezTo>
                  <a:cubicBezTo>
                    <a:pt x="268" y="19"/>
                    <a:pt x="261" y="19"/>
                    <a:pt x="254" y="19"/>
                  </a:cubicBezTo>
                  <a:cubicBezTo>
                    <a:pt x="184" y="19"/>
                    <a:pt x="123" y="55"/>
                    <a:pt x="82" y="107"/>
                  </a:cubicBezTo>
                  <a:cubicBezTo>
                    <a:pt x="0" y="214"/>
                    <a:pt x="19" y="374"/>
                    <a:pt x="67" y="487"/>
                  </a:cubicBezTo>
                  <a:cubicBezTo>
                    <a:pt x="75" y="506"/>
                    <a:pt x="86" y="522"/>
                    <a:pt x="98" y="539"/>
                  </a:cubicBezTo>
                  <a:cubicBezTo>
                    <a:pt x="119" y="572"/>
                    <a:pt x="148" y="603"/>
                    <a:pt x="190" y="628"/>
                  </a:cubicBezTo>
                  <a:cubicBezTo>
                    <a:pt x="229" y="652"/>
                    <a:pt x="269" y="661"/>
                    <a:pt x="309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398" y="651"/>
                    <a:pt x="415" y="649"/>
                    <a:pt x="432" y="647"/>
                  </a:cubicBezTo>
                  <a:cubicBezTo>
                    <a:pt x="561" y="628"/>
                    <a:pt x="678" y="533"/>
                    <a:pt x="740" y="435"/>
                  </a:cubicBezTo>
                  <a:cubicBezTo>
                    <a:pt x="811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40"/>
            <p:cNvSpPr/>
            <p:nvPr/>
          </p:nvSpPr>
          <p:spPr>
            <a:xfrm>
              <a:off x="4107375" y="4298050"/>
              <a:ext cx="19050" cy="18200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6" y="1"/>
                    <a:pt x="138" y="45"/>
                    <a:pt x="82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4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8" y="726"/>
                  </a:cubicBezTo>
                  <a:cubicBezTo>
                    <a:pt x="624" y="707"/>
                    <a:pt x="761" y="474"/>
                    <a:pt x="717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0" y="60"/>
                    <a:pt x="457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40"/>
            <p:cNvSpPr/>
            <p:nvPr/>
          </p:nvSpPr>
          <p:spPr>
            <a:xfrm>
              <a:off x="4145150" y="4297250"/>
              <a:ext cx="17575" cy="18175"/>
            </a:xfrm>
            <a:custGeom>
              <a:rect b="b" l="l" r="r" t="t"/>
              <a:pathLst>
                <a:path extrusionOk="0" h="727" w="703">
                  <a:moveTo>
                    <a:pt x="206" y="1"/>
                  </a:moveTo>
                  <a:cubicBezTo>
                    <a:pt x="181" y="1"/>
                    <a:pt x="155" y="10"/>
                    <a:pt x="130" y="32"/>
                  </a:cubicBezTo>
                  <a:cubicBezTo>
                    <a:pt x="42" y="112"/>
                    <a:pt x="17" y="220"/>
                    <a:pt x="36" y="326"/>
                  </a:cubicBezTo>
                  <a:cubicBezTo>
                    <a:pt x="0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0" y="662"/>
                    <a:pt x="640" y="551"/>
                    <a:pt x="661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5" y="10"/>
                  </a:cubicBezTo>
                  <a:cubicBezTo>
                    <a:pt x="419" y="10"/>
                    <a:pt x="382" y="20"/>
                    <a:pt x="346" y="34"/>
                  </a:cubicBezTo>
                  <a:cubicBezTo>
                    <a:pt x="326" y="34"/>
                    <a:pt x="307" y="34"/>
                    <a:pt x="286" y="37"/>
                  </a:cubicBezTo>
                  <a:cubicBezTo>
                    <a:pt x="265" y="15"/>
                    <a:pt x="237" y="1"/>
                    <a:pt x="2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40"/>
            <p:cNvSpPr/>
            <p:nvPr/>
          </p:nvSpPr>
          <p:spPr>
            <a:xfrm>
              <a:off x="4185425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40" y="0"/>
                    <a:pt x="170" y="101"/>
                    <a:pt x="130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5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8" y="842"/>
                    <a:pt x="656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5" y="83"/>
                    <a:pt x="509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5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40"/>
            <p:cNvSpPr/>
            <p:nvPr/>
          </p:nvSpPr>
          <p:spPr>
            <a:xfrm>
              <a:off x="4220000" y="4296725"/>
              <a:ext cx="19275" cy="20025"/>
            </a:xfrm>
            <a:custGeom>
              <a:rect b="b" l="l" r="r" t="t"/>
              <a:pathLst>
                <a:path extrusionOk="0" h="801" w="771">
                  <a:moveTo>
                    <a:pt x="356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1" y="688"/>
                    <a:pt x="209" y="800"/>
                    <a:pt x="371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3" y="785"/>
                    <a:pt x="683" y="637"/>
                    <a:pt x="716" y="481"/>
                  </a:cubicBezTo>
                  <a:cubicBezTo>
                    <a:pt x="718" y="472"/>
                    <a:pt x="722" y="466"/>
                    <a:pt x="725" y="460"/>
                  </a:cubicBezTo>
                  <a:cubicBezTo>
                    <a:pt x="770" y="324"/>
                    <a:pt x="731" y="176"/>
                    <a:pt x="625" y="95"/>
                  </a:cubicBezTo>
                  <a:cubicBezTo>
                    <a:pt x="593" y="64"/>
                    <a:pt x="552" y="41"/>
                    <a:pt x="502" y="30"/>
                  </a:cubicBezTo>
                  <a:cubicBezTo>
                    <a:pt x="487" y="28"/>
                    <a:pt x="472" y="26"/>
                    <a:pt x="456" y="24"/>
                  </a:cubicBezTo>
                  <a:cubicBezTo>
                    <a:pt x="421" y="8"/>
                    <a:pt x="388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40"/>
            <p:cNvSpPr/>
            <p:nvPr/>
          </p:nvSpPr>
          <p:spPr>
            <a:xfrm>
              <a:off x="4259825" y="4296150"/>
              <a:ext cx="20150" cy="20400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9" y="643"/>
                    <a:pt x="144" y="743"/>
                  </a:cubicBezTo>
                  <a:cubicBezTo>
                    <a:pt x="207" y="794"/>
                    <a:pt x="272" y="815"/>
                    <a:pt x="334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91" y="108"/>
                    <a:pt x="534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6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40"/>
            <p:cNvSpPr/>
            <p:nvPr/>
          </p:nvSpPr>
          <p:spPr>
            <a:xfrm>
              <a:off x="4295200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29" y="0"/>
                  </a:moveTo>
                  <a:cubicBezTo>
                    <a:pt x="493" y="0"/>
                    <a:pt x="456" y="6"/>
                    <a:pt x="420" y="16"/>
                  </a:cubicBezTo>
                  <a:cubicBezTo>
                    <a:pt x="408" y="14"/>
                    <a:pt x="397" y="13"/>
                    <a:pt x="386" y="13"/>
                  </a:cubicBezTo>
                  <a:cubicBezTo>
                    <a:pt x="361" y="13"/>
                    <a:pt x="337" y="18"/>
                    <a:pt x="316" y="26"/>
                  </a:cubicBezTo>
                  <a:cubicBezTo>
                    <a:pt x="303" y="24"/>
                    <a:pt x="291" y="20"/>
                    <a:pt x="276" y="20"/>
                  </a:cubicBezTo>
                  <a:cubicBezTo>
                    <a:pt x="269" y="19"/>
                    <a:pt x="261" y="19"/>
                    <a:pt x="254" y="19"/>
                  </a:cubicBezTo>
                  <a:cubicBezTo>
                    <a:pt x="184" y="19"/>
                    <a:pt x="124" y="55"/>
                    <a:pt x="82" y="107"/>
                  </a:cubicBezTo>
                  <a:cubicBezTo>
                    <a:pt x="1" y="214"/>
                    <a:pt x="22" y="374"/>
                    <a:pt x="68" y="487"/>
                  </a:cubicBezTo>
                  <a:cubicBezTo>
                    <a:pt x="76" y="506"/>
                    <a:pt x="88" y="522"/>
                    <a:pt x="101" y="539"/>
                  </a:cubicBezTo>
                  <a:cubicBezTo>
                    <a:pt x="120" y="572"/>
                    <a:pt x="149" y="603"/>
                    <a:pt x="190" y="628"/>
                  </a:cubicBezTo>
                  <a:cubicBezTo>
                    <a:pt x="229" y="652"/>
                    <a:pt x="270" y="661"/>
                    <a:pt x="310" y="661"/>
                  </a:cubicBezTo>
                  <a:cubicBezTo>
                    <a:pt x="334" y="661"/>
                    <a:pt x="358" y="658"/>
                    <a:pt x="382" y="651"/>
                  </a:cubicBezTo>
                  <a:cubicBezTo>
                    <a:pt x="401" y="651"/>
                    <a:pt x="418" y="649"/>
                    <a:pt x="432" y="647"/>
                  </a:cubicBezTo>
                  <a:cubicBezTo>
                    <a:pt x="561" y="628"/>
                    <a:pt x="678" y="533"/>
                    <a:pt x="741" y="435"/>
                  </a:cubicBezTo>
                  <a:cubicBezTo>
                    <a:pt x="812" y="324"/>
                    <a:pt x="834" y="178"/>
                    <a:pt x="730" y="78"/>
                  </a:cubicBezTo>
                  <a:cubicBezTo>
                    <a:pt x="673" y="23"/>
                    <a:pt x="602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40"/>
            <p:cNvSpPr/>
            <p:nvPr/>
          </p:nvSpPr>
          <p:spPr>
            <a:xfrm>
              <a:off x="4334225" y="4298050"/>
              <a:ext cx="19050" cy="18200"/>
            </a:xfrm>
            <a:custGeom>
              <a:rect b="b" l="l" r="r" t="t"/>
              <a:pathLst>
                <a:path extrusionOk="0" h="728" w="762">
                  <a:moveTo>
                    <a:pt x="339" y="1"/>
                  </a:moveTo>
                  <a:cubicBezTo>
                    <a:pt x="237" y="1"/>
                    <a:pt x="138" y="45"/>
                    <a:pt x="82" y="146"/>
                  </a:cubicBezTo>
                  <a:cubicBezTo>
                    <a:pt x="9" y="278"/>
                    <a:pt x="1" y="432"/>
                    <a:pt x="63" y="567"/>
                  </a:cubicBezTo>
                  <a:cubicBezTo>
                    <a:pt x="114" y="681"/>
                    <a:pt x="237" y="727"/>
                    <a:pt x="361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62" y="474"/>
                    <a:pt x="718" y="292"/>
                  </a:cubicBezTo>
                  <a:cubicBezTo>
                    <a:pt x="707" y="244"/>
                    <a:pt x="682" y="198"/>
                    <a:pt x="649" y="157"/>
                  </a:cubicBezTo>
                  <a:cubicBezTo>
                    <a:pt x="581" y="60"/>
                    <a:pt x="458" y="1"/>
                    <a:pt x="3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40"/>
            <p:cNvSpPr/>
            <p:nvPr/>
          </p:nvSpPr>
          <p:spPr>
            <a:xfrm>
              <a:off x="4372000" y="4297250"/>
              <a:ext cx="17600" cy="18175"/>
            </a:xfrm>
            <a:custGeom>
              <a:rect b="b" l="l" r="r" t="t"/>
              <a:pathLst>
                <a:path extrusionOk="0" h="727" w="704">
                  <a:moveTo>
                    <a:pt x="207" y="1"/>
                  </a:moveTo>
                  <a:cubicBezTo>
                    <a:pt x="183" y="1"/>
                    <a:pt x="157" y="10"/>
                    <a:pt x="132" y="32"/>
                  </a:cubicBezTo>
                  <a:cubicBezTo>
                    <a:pt x="43" y="112"/>
                    <a:pt x="18" y="220"/>
                    <a:pt x="36" y="326"/>
                  </a:cubicBezTo>
                  <a:cubicBezTo>
                    <a:pt x="1" y="445"/>
                    <a:pt x="34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29" y="717"/>
                    <a:pt x="476" y="699"/>
                  </a:cubicBezTo>
                  <a:cubicBezTo>
                    <a:pt x="582" y="662"/>
                    <a:pt x="641" y="551"/>
                    <a:pt x="662" y="455"/>
                  </a:cubicBezTo>
                  <a:cubicBezTo>
                    <a:pt x="697" y="376"/>
                    <a:pt x="703" y="287"/>
                    <a:pt x="680" y="205"/>
                  </a:cubicBezTo>
                  <a:cubicBezTo>
                    <a:pt x="659" y="126"/>
                    <a:pt x="597" y="45"/>
                    <a:pt x="507" y="18"/>
                  </a:cubicBezTo>
                  <a:cubicBezTo>
                    <a:pt x="491" y="12"/>
                    <a:pt x="473" y="10"/>
                    <a:pt x="456" y="10"/>
                  </a:cubicBezTo>
                  <a:cubicBezTo>
                    <a:pt x="419" y="10"/>
                    <a:pt x="382" y="20"/>
                    <a:pt x="347" y="34"/>
                  </a:cubicBezTo>
                  <a:cubicBezTo>
                    <a:pt x="326" y="34"/>
                    <a:pt x="307" y="34"/>
                    <a:pt x="289" y="37"/>
                  </a:cubicBezTo>
                  <a:cubicBezTo>
                    <a:pt x="267" y="15"/>
                    <a:pt x="238" y="1"/>
                    <a:pt x="20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4410475" y="4296775"/>
              <a:ext cx="20600" cy="21050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6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5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4445000" y="4296725"/>
              <a:ext cx="19300" cy="20025"/>
            </a:xfrm>
            <a:custGeom>
              <a:rect b="b" l="l" r="r" t="t"/>
              <a:pathLst>
                <a:path extrusionOk="0" h="801" w="772">
                  <a:moveTo>
                    <a:pt x="356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2" y="688"/>
                    <a:pt x="208" y="800"/>
                    <a:pt x="371" y="800"/>
                  </a:cubicBezTo>
                  <a:cubicBezTo>
                    <a:pt x="379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4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5" y="24"/>
                  </a:cubicBezTo>
                  <a:cubicBezTo>
                    <a:pt x="421" y="8"/>
                    <a:pt x="387" y="0"/>
                    <a:pt x="3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4484875" y="4296150"/>
              <a:ext cx="20075" cy="20400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2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69" y="815"/>
                    <a:pt x="332" y="815"/>
                  </a:cubicBezTo>
                  <a:cubicBezTo>
                    <a:pt x="478" y="815"/>
                    <a:pt x="612" y="696"/>
                    <a:pt x="678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7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4520200" y="4298500"/>
              <a:ext cx="20850" cy="16550"/>
            </a:xfrm>
            <a:custGeom>
              <a:rect b="b" l="l" r="r" t="t"/>
              <a:pathLst>
                <a:path extrusionOk="0" h="662" w="834">
                  <a:moveTo>
                    <a:pt x="531" y="0"/>
                  </a:moveTo>
                  <a:cubicBezTo>
                    <a:pt x="494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8" y="18"/>
                    <a:pt x="315" y="26"/>
                  </a:cubicBezTo>
                  <a:cubicBezTo>
                    <a:pt x="305" y="24"/>
                    <a:pt x="290" y="20"/>
                    <a:pt x="277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0" y="661"/>
                    <a:pt x="310" y="661"/>
                  </a:cubicBezTo>
                  <a:cubicBezTo>
                    <a:pt x="335" y="661"/>
                    <a:pt x="359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559275" y="4298050"/>
              <a:ext cx="19000" cy="1820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58" y="727"/>
                  </a:cubicBezTo>
                  <a:cubicBezTo>
                    <a:pt x="371" y="727"/>
                    <a:pt x="384" y="727"/>
                    <a:pt x="396" y="726"/>
                  </a:cubicBezTo>
                  <a:cubicBezTo>
                    <a:pt x="621" y="707"/>
                    <a:pt x="759" y="474"/>
                    <a:pt x="717" y="292"/>
                  </a:cubicBezTo>
                  <a:cubicBezTo>
                    <a:pt x="705" y="244"/>
                    <a:pt x="680" y="198"/>
                    <a:pt x="646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40"/>
            <p:cNvSpPr/>
            <p:nvPr/>
          </p:nvSpPr>
          <p:spPr>
            <a:xfrm>
              <a:off x="4597000" y="4297250"/>
              <a:ext cx="17625" cy="18175"/>
            </a:xfrm>
            <a:custGeom>
              <a:rect b="b" l="l" r="r" t="t"/>
              <a:pathLst>
                <a:path extrusionOk="0" h="727" w="705">
                  <a:moveTo>
                    <a:pt x="208" y="1"/>
                  </a:moveTo>
                  <a:cubicBezTo>
                    <a:pt x="182" y="1"/>
                    <a:pt x="156" y="10"/>
                    <a:pt x="132" y="32"/>
                  </a:cubicBezTo>
                  <a:cubicBezTo>
                    <a:pt x="42" y="112"/>
                    <a:pt x="17" y="220"/>
                    <a:pt x="38" y="326"/>
                  </a:cubicBezTo>
                  <a:cubicBezTo>
                    <a:pt x="0" y="445"/>
                    <a:pt x="36" y="576"/>
                    <a:pt x="155" y="668"/>
                  </a:cubicBezTo>
                  <a:cubicBezTo>
                    <a:pt x="208" y="709"/>
                    <a:pt x="269" y="727"/>
                    <a:pt x="332" y="727"/>
                  </a:cubicBezTo>
                  <a:cubicBezTo>
                    <a:pt x="380" y="727"/>
                    <a:pt x="430" y="717"/>
                    <a:pt x="478" y="699"/>
                  </a:cubicBezTo>
                  <a:cubicBezTo>
                    <a:pt x="582" y="662"/>
                    <a:pt x="642" y="551"/>
                    <a:pt x="663" y="455"/>
                  </a:cubicBezTo>
                  <a:cubicBezTo>
                    <a:pt x="699" y="376"/>
                    <a:pt x="705" y="287"/>
                    <a:pt x="682" y="205"/>
                  </a:cubicBezTo>
                  <a:cubicBezTo>
                    <a:pt x="659" y="126"/>
                    <a:pt x="596" y="45"/>
                    <a:pt x="507" y="18"/>
                  </a:cubicBezTo>
                  <a:cubicBezTo>
                    <a:pt x="490" y="12"/>
                    <a:pt x="473" y="10"/>
                    <a:pt x="456" y="10"/>
                  </a:cubicBezTo>
                  <a:cubicBezTo>
                    <a:pt x="420" y="10"/>
                    <a:pt x="383" y="20"/>
                    <a:pt x="346" y="34"/>
                  </a:cubicBezTo>
                  <a:cubicBezTo>
                    <a:pt x="328" y="34"/>
                    <a:pt x="307" y="34"/>
                    <a:pt x="288" y="37"/>
                  </a:cubicBezTo>
                  <a:cubicBezTo>
                    <a:pt x="267" y="15"/>
                    <a:pt x="238" y="1"/>
                    <a:pt x="20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40"/>
            <p:cNvSpPr/>
            <p:nvPr/>
          </p:nvSpPr>
          <p:spPr>
            <a:xfrm>
              <a:off x="4637325" y="4296775"/>
              <a:ext cx="20650" cy="21050"/>
            </a:xfrm>
            <a:custGeom>
              <a:rect b="b" l="l" r="r" t="t"/>
              <a:pathLst>
                <a:path extrusionOk="0" h="842" w="826">
                  <a:moveTo>
                    <a:pt x="353" y="0"/>
                  </a:moveTo>
                  <a:cubicBezTo>
                    <a:pt x="238" y="0"/>
                    <a:pt x="167" y="101"/>
                    <a:pt x="128" y="199"/>
                  </a:cubicBezTo>
                  <a:cubicBezTo>
                    <a:pt x="30" y="318"/>
                    <a:pt x="0" y="485"/>
                    <a:pt x="94" y="593"/>
                  </a:cubicBezTo>
                  <a:cubicBezTo>
                    <a:pt x="113" y="668"/>
                    <a:pt x="153" y="735"/>
                    <a:pt x="219" y="787"/>
                  </a:cubicBezTo>
                  <a:cubicBezTo>
                    <a:pt x="270" y="826"/>
                    <a:pt x="326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6" y="466"/>
                    <a:pt x="803" y="222"/>
                    <a:pt x="601" y="110"/>
                  </a:cubicBezTo>
                  <a:cubicBezTo>
                    <a:pt x="553" y="83"/>
                    <a:pt x="507" y="68"/>
                    <a:pt x="463" y="62"/>
                  </a:cubicBezTo>
                  <a:cubicBezTo>
                    <a:pt x="453" y="35"/>
                    <a:pt x="428" y="10"/>
                    <a:pt x="388" y="3"/>
                  </a:cubicBezTo>
                  <a:cubicBezTo>
                    <a:pt x="376" y="1"/>
                    <a:pt x="364" y="0"/>
                    <a:pt x="3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40"/>
            <p:cNvSpPr/>
            <p:nvPr/>
          </p:nvSpPr>
          <p:spPr>
            <a:xfrm>
              <a:off x="4671850" y="4296725"/>
              <a:ext cx="19325" cy="20025"/>
            </a:xfrm>
            <a:custGeom>
              <a:rect b="b" l="l" r="r" t="t"/>
              <a:pathLst>
                <a:path extrusionOk="0" h="801" w="773">
                  <a:moveTo>
                    <a:pt x="358" y="0"/>
                  </a:moveTo>
                  <a:cubicBezTo>
                    <a:pt x="141" y="0"/>
                    <a:pt x="1" y="348"/>
                    <a:pt x="97" y="549"/>
                  </a:cubicBezTo>
                  <a:cubicBezTo>
                    <a:pt x="123" y="688"/>
                    <a:pt x="211" y="800"/>
                    <a:pt x="372" y="800"/>
                  </a:cubicBezTo>
                  <a:cubicBezTo>
                    <a:pt x="380" y="800"/>
                    <a:pt x="389" y="800"/>
                    <a:pt x="397" y="800"/>
                  </a:cubicBezTo>
                  <a:cubicBezTo>
                    <a:pt x="595" y="785"/>
                    <a:pt x="685" y="637"/>
                    <a:pt x="716" y="481"/>
                  </a:cubicBezTo>
                  <a:cubicBezTo>
                    <a:pt x="720" y="472"/>
                    <a:pt x="722" y="466"/>
                    <a:pt x="727" y="460"/>
                  </a:cubicBezTo>
                  <a:cubicBezTo>
                    <a:pt x="772" y="324"/>
                    <a:pt x="731" y="176"/>
                    <a:pt x="627" y="95"/>
                  </a:cubicBezTo>
                  <a:cubicBezTo>
                    <a:pt x="593" y="64"/>
                    <a:pt x="554" y="41"/>
                    <a:pt x="501" y="30"/>
                  </a:cubicBezTo>
                  <a:cubicBezTo>
                    <a:pt x="487" y="28"/>
                    <a:pt x="472" y="26"/>
                    <a:pt x="458" y="24"/>
                  </a:cubicBezTo>
                  <a:cubicBezTo>
                    <a:pt x="423" y="8"/>
                    <a:pt x="390" y="0"/>
                    <a:pt x="3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40"/>
            <p:cNvSpPr/>
            <p:nvPr/>
          </p:nvSpPr>
          <p:spPr>
            <a:xfrm>
              <a:off x="4711725" y="4296150"/>
              <a:ext cx="20150" cy="20400"/>
            </a:xfrm>
            <a:custGeom>
              <a:rect b="b" l="l" r="r" t="t"/>
              <a:pathLst>
                <a:path extrusionOk="0" h="816" w="806">
                  <a:moveTo>
                    <a:pt x="389" y="0"/>
                  </a:moveTo>
                  <a:cubicBezTo>
                    <a:pt x="220" y="0"/>
                    <a:pt x="114" y="116"/>
                    <a:pt x="80" y="254"/>
                  </a:cubicBezTo>
                  <a:cubicBezTo>
                    <a:pt x="69" y="270"/>
                    <a:pt x="61" y="287"/>
                    <a:pt x="55" y="306"/>
                  </a:cubicBezTo>
                  <a:cubicBezTo>
                    <a:pt x="1" y="439"/>
                    <a:pt x="17" y="643"/>
                    <a:pt x="142" y="743"/>
                  </a:cubicBezTo>
                  <a:cubicBezTo>
                    <a:pt x="206" y="794"/>
                    <a:pt x="271" y="815"/>
                    <a:pt x="333" y="815"/>
                  </a:cubicBezTo>
                  <a:cubicBezTo>
                    <a:pt x="480" y="815"/>
                    <a:pt x="613" y="696"/>
                    <a:pt x="680" y="556"/>
                  </a:cubicBezTo>
                  <a:cubicBezTo>
                    <a:pt x="805" y="383"/>
                    <a:pt x="788" y="108"/>
                    <a:pt x="532" y="47"/>
                  </a:cubicBezTo>
                  <a:cubicBezTo>
                    <a:pt x="528" y="45"/>
                    <a:pt x="524" y="45"/>
                    <a:pt x="520" y="45"/>
                  </a:cubicBezTo>
                  <a:cubicBezTo>
                    <a:pt x="501" y="24"/>
                    <a:pt x="474" y="8"/>
                    <a:pt x="438" y="3"/>
                  </a:cubicBezTo>
                  <a:cubicBezTo>
                    <a:pt x="421" y="1"/>
                    <a:pt x="405" y="0"/>
                    <a:pt x="3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40"/>
            <p:cNvSpPr/>
            <p:nvPr/>
          </p:nvSpPr>
          <p:spPr>
            <a:xfrm>
              <a:off x="4747050" y="4298500"/>
              <a:ext cx="20875" cy="16550"/>
            </a:xfrm>
            <a:custGeom>
              <a:rect b="b" l="l" r="r" t="t"/>
              <a:pathLst>
                <a:path extrusionOk="0" h="662" w="835">
                  <a:moveTo>
                    <a:pt x="531" y="0"/>
                  </a:moveTo>
                  <a:cubicBezTo>
                    <a:pt x="495" y="0"/>
                    <a:pt x="458" y="6"/>
                    <a:pt x="422" y="16"/>
                  </a:cubicBezTo>
                  <a:cubicBezTo>
                    <a:pt x="410" y="14"/>
                    <a:pt x="399" y="13"/>
                    <a:pt x="388" y="13"/>
                  </a:cubicBezTo>
                  <a:cubicBezTo>
                    <a:pt x="363" y="13"/>
                    <a:pt x="339" y="18"/>
                    <a:pt x="318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3" y="19"/>
                    <a:pt x="256" y="19"/>
                  </a:cubicBezTo>
                  <a:cubicBezTo>
                    <a:pt x="184" y="19"/>
                    <a:pt x="126" y="55"/>
                    <a:pt x="84" y="107"/>
                  </a:cubicBezTo>
                  <a:cubicBezTo>
                    <a:pt x="1" y="214"/>
                    <a:pt x="22" y="374"/>
                    <a:pt x="70" y="487"/>
                  </a:cubicBezTo>
                  <a:cubicBezTo>
                    <a:pt x="78" y="506"/>
                    <a:pt x="88" y="522"/>
                    <a:pt x="101" y="539"/>
                  </a:cubicBezTo>
                  <a:cubicBezTo>
                    <a:pt x="122" y="572"/>
                    <a:pt x="151" y="603"/>
                    <a:pt x="192" y="628"/>
                  </a:cubicBezTo>
                  <a:cubicBezTo>
                    <a:pt x="231" y="652"/>
                    <a:pt x="272" y="661"/>
                    <a:pt x="312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1" y="651"/>
                    <a:pt x="418" y="649"/>
                    <a:pt x="434" y="647"/>
                  </a:cubicBezTo>
                  <a:cubicBezTo>
                    <a:pt x="563" y="628"/>
                    <a:pt x="678" y="533"/>
                    <a:pt x="743" y="435"/>
                  </a:cubicBezTo>
                  <a:cubicBezTo>
                    <a:pt x="814" y="324"/>
                    <a:pt x="834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40"/>
            <p:cNvSpPr/>
            <p:nvPr/>
          </p:nvSpPr>
          <p:spPr>
            <a:xfrm>
              <a:off x="4786125" y="4298050"/>
              <a:ext cx="19000" cy="18150"/>
            </a:xfrm>
            <a:custGeom>
              <a:rect b="b" l="l" r="r" t="t"/>
              <a:pathLst>
                <a:path extrusionOk="0" h="726" w="760">
                  <a:moveTo>
                    <a:pt x="337" y="1"/>
                  </a:moveTo>
                  <a:cubicBezTo>
                    <a:pt x="235" y="1"/>
                    <a:pt x="136" y="45"/>
                    <a:pt x="80" y="146"/>
                  </a:cubicBezTo>
                  <a:cubicBezTo>
                    <a:pt x="9" y="278"/>
                    <a:pt x="1" y="432"/>
                    <a:pt x="61" y="567"/>
                  </a:cubicBezTo>
                  <a:cubicBezTo>
                    <a:pt x="112" y="680"/>
                    <a:pt x="234" y="725"/>
                    <a:pt x="359" y="725"/>
                  </a:cubicBezTo>
                  <a:cubicBezTo>
                    <a:pt x="372" y="725"/>
                    <a:pt x="386" y="725"/>
                    <a:pt x="399" y="724"/>
                  </a:cubicBezTo>
                  <a:cubicBezTo>
                    <a:pt x="624" y="707"/>
                    <a:pt x="760" y="474"/>
                    <a:pt x="718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9" y="60"/>
                    <a:pt x="456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6" name="Google Shape;2876;p40"/>
          <p:cNvGrpSpPr/>
          <p:nvPr/>
        </p:nvGrpSpPr>
        <p:grpSpPr>
          <a:xfrm>
            <a:off x="462374" y="1053300"/>
            <a:ext cx="2073901" cy="1105099"/>
            <a:chOff x="462374" y="1053300"/>
            <a:chExt cx="2073901" cy="1105099"/>
          </a:xfrm>
        </p:grpSpPr>
        <p:sp>
          <p:nvSpPr>
            <p:cNvPr id="2877" name="Google Shape;2877;p40"/>
            <p:cNvSpPr txBox="1"/>
            <p:nvPr/>
          </p:nvSpPr>
          <p:spPr>
            <a:xfrm>
              <a:off x="462374" y="1053300"/>
              <a:ext cx="20739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Technologies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878" name="Google Shape;2878;p40"/>
            <p:cNvSpPr txBox="1"/>
            <p:nvPr/>
          </p:nvSpPr>
          <p:spPr>
            <a:xfrm>
              <a:off x="520100" y="1369175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Internet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79" name="Google Shape;2879;p40"/>
            <p:cNvSpPr txBox="1"/>
            <p:nvPr/>
          </p:nvSpPr>
          <p:spPr>
            <a:xfrm>
              <a:off x="520088" y="1636736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Social Media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80" name="Google Shape;2880;p40"/>
            <p:cNvSpPr txBox="1"/>
            <p:nvPr/>
          </p:nvSpPr>
          <p:spPr>
            <a:xfrm>
              <a:off x="520100" y="1904299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Online Shop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81" name="Google Shape;2881;p40"/>
            <p:cNvSpPr/>
            <p:nvPr/>
          </p:nvSpPr>
          <p:spPr>
            <a:xfrm>
              <a:off x="1601081" y="1431088"/>
              <a:ext cx="122743" cy="11575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40"/>
            <p:cNvSpPr/>
            <p:nvPr/>
          </p:nvSpPr>
          <p:spPr>
            <a:xfrm>
              <a:off x="1806795" y="1430813"/>
              <a:ext cx="115146" cy="11011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40"/>
            <p:cNvSpPr/>
            <p:nvPr/>
          </p:nvSpPr>
          <p:spPr>
            <a:xfrm>
              <a:off x="2004936" y="1427652"/>
              <a:ext cx="119615" cy="112178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40"/>
            <p:cNvSpPr/>
            <p:nvPr/>
          </p:nvSpPr>
          <p:spPr>
            <a:xfrm>
              <a:off x="2207517" y="1440574"/>
              <a:ext cx="124680" cy="91007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40"/>
            <p:cNvSpPr/>
            <p:nvPr/>
          </p:nvSpPr>
          <p:spPr>
            <a:xfrm>
              <a:off x="2423066" y="1438099"/>
              <a:ext cx="113210" cy="10008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40"/>
            <p:cNvSpPr/>
            <p:nvPr/>
          </p:nvSpPr>
          <p:spPr>
            <a:xfrm>
              <a:off x="1601081" y="1707638"/>
              <a:ext cx="122743" cy="11575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40"/>
            <p:cNvSpPr/>
            <p:nvPr/>
          </p:nvSpPr>
          <p:spPr>
            <a:xfrm>
              <a:off x="1806795" y="1707363"/>
              <a:ext cx="115146" cy="11011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40"/>
            <p:cNvSpPr/>
            <p:nvPr/>
          </p:nvSpPr>
          <p:spPr>
            <a:xfrm>
              <a:off x="2004936" y="1704202"/>
              <a:ext cx="119615" cy="112178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40"/>
            <p:cNvSpPr/>
            <p:nvPr/>
          </p:nvSpPr>
          <p:spPr>
            <a:xfrm>
              <a:off x="2207517" y="1717124"/>
              <a:ext cx="124680" cy="91007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40"/>
            <p:cNvSpPr/>
            <p:nvPr/>
          </p:nvSpPr>
          <p:spPr>
            <a:xfrm>
              <a:off x="2423066" y="1714649"/>
              <a:ext cx="113210" cy="10008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40"/>
            <p:cNvSpPr/>
            <p:nvPr/>
          </p:nvSpPr>
          <p:spPr>
            <a:xfrm>
              <a:off x="1601081" y="1984188"/>
              <a:ext cx="122743" cy="11575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40"/>
            <p:cNvSpPr/>
            <p:nvPr/>
          </p:nvSpPr>
          <p:spPr>
            <a:xfrm>
              <a:off x="1806795" y="1983913"/>
              <a:ext cx="115146" cy="11011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40"/>
            <p:cNvSpPr/>
            <p:nvPr/>
          </p:nvSpPr>
          <p:spPr>
            <a:xfrm>
              <a:off x="2004936" y="1980752"/>
              <a:ext cx="119615" cy="112178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40"/>
            <p:cNvSpPr/>
            <p:nvPr/>
          </p:nvSpPr>
          <p:spPr>
            <a:xfrm>
              <a:off x="2207517" y="1993674"/>
              <a:ext cx="124680" cy="91007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40"/>
            <p:cNvSpPr/>
            <p:nvPr/>
          </p:nvSpPr>
          <p:spPr>
            <a:xfrm>
              <a:off x="2423066" y="1991199"/>
              <a:ext cx="113210" cy="10008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96" name="Google Shape;2896;p40"/>
          <p:cNvGrpSpPr/>
          <p:nvPr/>
        </p:nvGrpSpPr>
        <p:grpSpPr>
          <a:xfrm>
            <a:off x="462374" y="2381125"/>
            <a:ext cx="2553551" cy="1154274"/>
            <a:chOff x="462374" y="2381125"/>
            <a:chExt cx="2553551" cy="1154274"/>
          </a:xfrm>
        </p:grpSpPr>
        <p:sp>
          <p:nvSpPr>
            <p:cNvPr id="2897" name="Google Shape;2897;p40"/>
            <p:cNvSpPr txBox="1"/>
            <p:nvPr/>
          </p:nvSpPr>
          <p:spPr>
            <a:xfrm>
              <a:off x="462374" y="2381125"/>
              <a:ext cx="20739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Personality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898" name="Google Shape;2898;p40"/>
            <p:cNvSpPr txBox="1"/>
            <p:nvPr/>
          </p:nvSpPr>
          <p:spPr>
            <a:xfrm>
              <a:off x="635125" y="2724488"/>
              <a:ext cx="23808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 has several rings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99" name="Google Shape;2899;p40"/>
            <p:cNvSpPr txBox="1"/>
            <p:nvPr/>
          </p:nvSpPr>
          <p:spPr>
            <a:xfrm>
              <a:off x="635125" y="3012187"/>
              <a:ext cx="23808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It’s the fifth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00" name="Google Shape;2900;p40"/>
            <p:cNvSpPr txBox="1"/>
            <p:nvPr/>
          </p:nvSpPr>
          <p:spPr>
            <a:xfrm>
              <a:off x="635125" y="3299899"/>
              <a:ext cx="23808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01" name="Google Shape;2901;p40"/>
            <p:cNvSpPr/>
            <p:nvPr/>
          </p:nvSpPr>
          <p:spPr>
            <a:xfrm>
              <a:off x="541594" y="3072051"/>
              <a:ext cx="122743" cy="11575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40"/>
            <p:cNvSpPr/>
            <p:nvPr/>
          </p:nvSpPr>
          <p:spPr>
            <a:xfrm>
              <a:off x="541594" y="3360676"/>
              <a:ext cx="122743" cy="11575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40"/>
            <p:cNvSpPr/>
            <p:nvPr/>
          </p:nvSpPr>
          <p:spPr>
            <a:xfrm>
              <a:off x="541594" y="2799063"/>
              <a:ext cx="122743" cy="11575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4" name="Google Shape;2904;p40"/>
          <p:cNvGrpSpPr/>
          <p:nvPr/>
        </p:nvGrpSpPr>
        <p:grpSpPr>
          <a:xfrm>
            <a:off x="3535049" y="1053300"/>
            <a:ext cx="2073900" cy="3678600"/>
            <a:chOff x="3535049" y="1053300"/>
            <a:chExt cx="2073900" cy="3678600"/>
          </a:xfrm>
        </p:grpSpPr>
        <p:sp>
          <p:nvSpPr>
            <p:cNvPr id="2905" name="Google Shape;2905;p40"/>
            <p:cNvSpPr txBox="1"/>
            <p:nvPr/>
          </p:nvSpPr>
          <p:spPr>
            <a:xfrm>
              <a:off x="3592575" y="3798075"/>
              <a:ext cx="19788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Bio</a:t>
              </a:r>
              <a:endParaRPr b="1" sz="15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906" name="Google Shape;2906;p40"/>
            <p:cNvSpPr txBox="1"/>
            <p:nvPr/>
          </p:nvSpPr>
          <p:spPr>
            <a:xfrm>
              <a:off x="3592576" y="4150500"/>
              <a:ext cx="19788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the fourth planet from the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un and despite being red, it’s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07" name="Google Shape;2907;p40"/>
            <p:cNvSpPr txBox="1"/>
            <p:nvPr/>
          </p:nvSpPr>
          <p:spPr>
            <a:xfrm>
              <a:off x="3535049" y="1053300"/>
              <a:ext cx="20739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Mike James  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2908" name="Google Shape;2908;p40"/>
            <p:cNvGrpSpPr/>
            <p:nvPr/>
          </p:nvGrpSpPr>
          <p:grpSpPr>
            <a:xfrm>
              <a:off x="4022125" y="1673200"/>
              <a:ext cx="1119731" cy="1828991"/>
              <a:chOff x="4022125" y="1673200"/>
              <a:chExt cx="1119731" cy="1828991"/>
            </a:xfrm>
          </p:grpSpPr>
          <p:sp>
            <p:nvSpPr>
              <p:cNvPr id="2909" name="Google Shape;2909;p40"/>
              <p:cNvSpPr/>
              <p:nvPr/>
            </p:nvSpPr>
            <p:spPr>
              <a:xfrm>
                <a:off x="4022125" y="1673200"/>
                <a:ext cx="1119731" cy="1828991"/>
              </a:xfrm>
              <a:custGeom>
                <a:rect b="b" l="l" r="r" t="t"/>
                <a:pathLst>
                  <a:path extrusionOk="0" h="40762" w="24955">
                    <a:moveTo>
                      <a:pt x="12082" y="373"/>
                    </a:moveTo>
                    <a:cubicBezTo>
                      <a:pt x="12123" y="373"/>
                      <a:pt x="12164" y="373"/>
                      <a:pt x="12206" y="374"/>
                    </a:cubicBezTo>
                    <a:lnTo>
                      <a:pt x="12137" y="409"/>
                    </a:lnTo>
                    <a:cubicBezTo>
                      <a:pt x="11988" y="487"/>
                      <a:pt x="11844" y="578"/>
                      <a:pt x="11708" y="679"/>
                    </a:cubicBezTo>
                    <a:cubicBezTo>
                      <a:pt x="11566" y="597"/>
                      <a:pt x="11429" y="503"/>
                      <a:pt x="11298" y="402"/>
                    </a:cubicBezTo>
                    <a:lnTo>
                      <a:pt x="11299" y="402"/>
                    </a:lnTo>
                    <a:cubicBezTo>
                      <a:pt x="11561" y="381"/>
                      <a:pt x="11822" y="373"/>
                      <a:pt x="12082" y="373"/>
                    </a:cubicBezTo>
                    <a:close/>
                    <a:moveTo>
                      <a:pt x="16515" y="4132"/>
                    </a:moveTo>
                    <a:lnTo>
                      <a:pt x="16515" y="4132"/>
                    </a:lnTo>
                    <a:cubicBezTo>
                      <a:pt x="16276" y="4329"/>
                      <a:pt x="16021" y="4509"/>
                      <a:pt x="15738" y="4653"/>
                    </a:cubicBezTo>
                    <a:cubicBezTo>
                      <a:pt x="15689" y="4674"/>
                      <a:pt x="15655" y="4720"/>
                      <a:pt x="15649" y="4774"/>
                    </a:cubicBezTo>
                    <a:cubicBezTo>
                      <a:pt x="15629" y="4784"/>
                      <a:pt x="15609" y="4795"/>
                      <a:pt x="15589" y="4805"/>
                    </a:cubicBezTo>
                    <a:cubicBezTo>
                      <a:pt x="15583" y="4804"/>
                      <a:pt x="15579" y="4799"/>
                      <a:pt x="15573" y="4796"/>
                    </a:cubicBezTo>
                    <a:cubicBezTo>
                      <a:pt x="15565" y="4792"/>
                      <a:pt x="15555" y="4791"/>
                      <a:pt x="15546" y="4791"/>
                    </a:cubicBezTo>
                    <a:cubicBezTo>
                      <a:pt x="15515" y="4791"/>
                      <a:pt x="15483" y="4810"/>
                      <a:pt x="15487" y="4847"/>
                    </a:cubicBezTo>
                    <a:cubicBezTo>
                      <a:pt x="15487" y="4851"/>
                      <a:pt x="15490" y="4856"/>
                      <a:pt x="15490" y="4860"/>
                    </a:cubicBezTo>
                    <a:cubicBezTo>
                      <a:pt x="14994" y="5131"/>
                      <a:pt x="14498" y="5401"/>
                      <a:pt x="13992" y="5655"/>
                    </a:cubicBezTo>
                    <a:cubicBezTo>
                      <a:pt x="14833" y="5157"/>
                      <a:pt x="15713" y="4676"/>
                      <a:pt x="16515" y="4132"/>
                    </a:cubicBezTo>
                    <a:close/>
                    <a:moveTo>
                      <a:pt x="11510" y="4245"/>
                    </a:moveTo>
                    <a:lnTo>
                      <a:pt x="11510" y="4245"/>
                    </a:lnTo>
                    <a:cubicBezTo>
                      <a:pt x="11138" y="4567"/>
                      <a:pt x="10800" y="4951"/>
                      <a:pt x="10482" y="5320"/>
                    </a:cubicBezTo>
                    <a:cubicBezTo>
                      <a:pt x="10478" y="5320"/>
                      <a:pt x="10473" y="5320"/>
                      <a:pt x="10469" y="5320"/>
                    </a:cubicBezTo>
                    <a:cubicBezTo>
                      <a:pt x="10444" y="5320"/>
                      <a:pt x="10420" y="5327"/>
                      <a:pt x="10398" y="5340"/>
                    </a:cubicBezTo>
                    <a:cubicBezTo>
                      <a:pt x="10032" y="5570"/>
                      <a:pt x="9619" y="5799"/>
                      <a:pt x="9197" y="6039"/>
                    </a:cubicBezTo>
                    <a:lnTo>
                      <a:pt x="9197" y="6039"/>
                    </a:lnTo>
                    <a:cubicBezTo>
                      <a:pt x="9822" y="5310"/>
                      <a:pt x="10654" y="4730"/>
                      <a:pt x="11510" y="4245"/>
                    </a:cubicBezTo>
                    <a:close/>
                    <a:moveTo>
                      <a:pt x="10166" y="1599"/>
                    </a:moveTo>
                    <a:cubicBezTo>
                      <a:pt x="8413" y="2715"/>
                      <a:pt x="6838" y="4323"/>
                      <a:pt x="5744" y="6114"/>
                    </a:cubicBezTo>
                    <a:cubicBezTo>
                      <a:pt x="5949" y="5072"/>
                      <a:pt x="6384" y="4092"/>
                      <a:pt x="7127" y="3397"/>
                    </a:cubicBezTo>
                    <a:cubicBezTo>
                      <a:pt x="7991" y="2586"/>
                      <a:pt x="9048" y="2001"/>
                      <a:pt x="10166" y="1599"/>
                    </a:cubicBezTo>
                    <a:close/>
                    <a:moveTo>
                      <a:pt x="17181" y="1826"/>
                    </a:moveTo>
                    <a:cubicBezTo>
                      <a:pt x="17295" y="1902"/>
                      <a:pt x="17405" y="1983"/>
                      <a:pt x="17513" y="2065"/>
                    </a:cubicBezTo>
                    <a:lnTo>
                      <a:pt x="17513" y="2066"/>
                    </a:lnTo>
                    <a:cubicBezTo>
                      <a:pt x="15911" y="2784"/>
                      <a:pt x="14346" y="3586"/>
                      <a:pt x="12826" y="4466"/>
                    </a:cubicBezTo>
                    <a:cubicBezTo>
                      <a:pt x="11938" y="4982"/>
                      <a:pt x="11000" y="5536"/>
                      <a:pt x="10184" y="6212"/>
                    </a:cubicBezTo>
                    <a:cubicBezTo>
                      <a:pt x="10326" y="6032"/>
                      <a:pt x="10470" y="5853"/>
                      <a:pt x="10620" y="5682"/>
                    </a:cubicBezTo>
                    <a:cubicBezTo>
                      <a:pt x="11107" y="5131"/>
                      <a:pt x="11698" y="4646"/>
                      <a:pt x="12131" y="4053"/>
                    </a:cubicBezTo>
                    <a:cubicBezTo>
                      <a:pt x="12165" y="4006"/>
                      <a:pt x="12149" y="3954"/>
                      <a:pt x="12113" y="3919"/>
                    </a:cubicBezTo>
                    <a:cubicBezTo>
                      <a:pt x="12299" y="3823"/>
                      <a:pt x="12483" y="3729"/>
                      <a:pt x="12664" y="3640"/>
                    </a:cubicBezTo>
                    <a:cubicBezTo>
                      <a:pt x="14123" y="2915"/>
                      <a:pt x="15658" y="2394"/>
                      <a:pt x="17181" y="1826"/>
                    </a:cubicBezTo>
                    <a:close/>
                    <a:moveTo>
                      <a:pt x="17510" y="2956"/>
                    </a:moveTo>
                    <a:lnTo>
                      <a:pt x="17510" y="2956"/>
                    </a:lnTo>
                    <a:cubicBezTo>
                      <a:pt x="17374" y="3200"/>
                      <a:pt x="17207" y="3421"/>
                      <a:pt x="17029" y="3631"/>
                    </a:cubicBezTo>
                    <a:lnTo>
                      <a:pt x="17027" y="3632"/>
                    </a:lnTo>
                    <a:cubicBezTo>
                      <a:pt x="17012" y="3608"/>
                      <a:pt x="16985" y="3593"/>
                      <a:pt x="16957" y="3593"/>
                    </a:cubicBezTo>
                    <a:cubicBezTo>
                      <a:pt x="16948" y="3593"/>
                      <a:pt x="16938" y="3595"/>
                      <a:pt x="16929" y="3598"/>
                    </a:cubicBezTo>
                    <a:cubicBezTo>
                      <a:pt x="15661" y="3970"/>
                      <a:pt x="14494" y="4844"/>
                      <a:pt x="13405" y="5572"/>
                    </a:cubicBezTo>
                    <a:cubicBezTo>
                      <a:pt x="12622" y="6096"/>
                      <a:pt x="11740" y="6359"/>
                      <a:pt x="10897" y="6715"/>
                    </a:cubicBezTo>
                    <a:cubicBezTo>
                      <a:pt x="13115" y="5493"/>
                      <a:pt x="15306" y="4204"/>
                      <a:pt x="17510" y="2956"/>
                    </a:cubicBezTo>
                    <a:close/>
                    <a:moveTo>
                      <a:pt x="17733" y="2248"/>
                    </a:moveTo>
                    <a:cubicBezTo>
                      <a:pt x="17757" y="2269"/>
                      <a:pt x="17782" y="2288"/>
                      <a:pt x="17806" y="2309"/>
                    </a:cubicBezTo>
                    <a:cubicBezTo>
                      <a:pt x="17782" y="2376"/>
                      <a:pt x="17754" y="2438"/>
                      <a:pt x="17727" y="2502"/>
                    </a:cubicBezTo>
                    <a:cubicBezTo>
                      <a:pt x="14918" y="3850"/>
                      <a:pt x="12243" y="5524"/>
                      <a:pt x="9635" y="7226"/>
                    </a:cubicBezTo>
                    <a:cubicBezTo>
                      <a:pt x="9578" y="7223"/>
                      <a:pt x="9523" y="7217"/>
                      <a:pt x="9468" y="7215"/>
                    </a:cubicBezTo>
                    <a:cubicBezTo>
                      <a:pt x="10719" y="6178"/>
                      <a:pt x="11953" y="5247"/>
                      <a:pt x="13389" y="4436"/>
                    </a:cubicBezTo>
                    <a:cubicBezTo>
                      <a:pt x="14802" y="3637"/>
                      <a:pt x="16255" y="2916"/>
                      <a:pt x="17733" y="2248"/>
                    </a:cubicBezTo>
                    <a:close/>
                    <a:moveTo>
                      <a:pt x="9602" y="6346"/>
                    </a:moveTo>
                    <a:lnTo>
                      <a:pt x="9602" y="6347"/>
                    </a:lnTo>
                    <a:cubicBezTo>
                      <a:pt x="9379" y="6626"/>
                      <a:pt x="9170" y="6916"/>
                      <a:pt x="9007" y="7218"/>
                    </a:cubicBezTo>
                    <a:cubicBezTo>
                      <a:pt x="8567" y="7244"/>
                      <a:pt x="8213" y="7316"/>
                      <a:pt x="8219" y="7334"/>
                    </a:cubicBezTo>
                    <a:cubicBezTo>
                      <a:pt x="8161" y="7340"/>
                      <a:pt x="8105" y="7345"/>
                      <a:pt x="8049" y="7351"/>
                    </a:cubicBezTo>
                    <a:cubicBezTo>
                      <a:pt x="8548" y="6999"/>
                      <a:pt x="9083" y="6694"/>
                      <a:pt x="9602" y="6346"/>
                    </a:cubicBezTo>
                    <a:close/>
                    <a:moveTo>
                      <a:pt x="16557" y="4569"/>
                    </a:moveTo>
                    <a:cubicBezTo>
                      <a:pt x="16560" y="4598"/>
                      <a:pt x="16576" y="4625"/>
                      <a:pt x="16603" y="4638"/>
                    </a:cubicBezTo>
                    <a:cubicBezTo>
                      <a:pt x="17825" y="5307"/>
                      <a:pt x="18032" y="6602"/>
                      <a:pt x="18330" y="7848"/>
                    </a:cubicBezTo>
                    <a:cubicBezTo>
                      <a:pt x="17794" y="6724"/>
                      <a:pt x="16974" y="5624"/>
                      <a:pt x="15944" y="5000"/>
                    </a:cubicBezTo>
                    <a:cubicBezTo>
                      <a:pt x="16153" y="4863"/>
                      <a:pt x="16357" y="4717"/>
                      <a:pt x="16557" y="4569"/>
                    </a:cubicBezTo>
                    <a:close/>
                    <a:moveTo>
                      <a:pt x="12756" y="396"/>
                    </a:moveTo>
                    <a:cubicBezTo>
                      <a:pt x="13590" y="451"/>
                      <a:pt x="14413" y="615"/>
                      <a:pt x="15207" y="880"/>
                    </a:cubicBezTo>
                    <a:cubicBezTo>
                      <a:pt x="12886" y="1343"/>
                      <a:pt x="10811" y="2150"/>
                      <a:pt x="8928" y="3641"/>
                    </a:cubicBezTo>
                    <a:cubicBezTo>
                      <a:pt x="8039" y="4345"/>
                      <a:pt x="7222" y="5161"/>
                      <a:pt x="6603" y="6117"/>
                    </a:cubicBezTo>
                    <a:cubicBezTo>
                      <a:pt x="6227" y="6696"/>
                      <a:pt x="5756" y="7510"/>
                      <a:pt x="5627" y="8278"/>
                    </a:cubicBezTo>
                    <a:cubicBezTo>
                      <a:pt x="5581" y="7727"/>
                      <a:pt x="5593" y="7174"/>
                      <a:pt x="5663" y="6626"/>
                    </a:cubicBezTo>
                    <a:lnTo>
                      <a:pt x="5663" y="6627"/>
                    </a:lnTo>
                    <a:cubicBezTo>
                      <a:pt x="7070" y="4674"/>
                      <a:pt x="8615" y="3064"/>
                      <a:pt x="10516" y="1560"/>
                    </a:cubicBezTo>
                    <a:cubicBezTo>
                      <a:pt x="10546" y="1535"/>
                      <a:pt x="10543" y="1502"/>
                      <a:pt x="10528" y="1474"/>
                    </a:cubicBezTo>
                    <a:cubicBezTo>
                      <a:pt x="10970" y="1332"/>
                      <a:pt x="11420" y="1218"/>
                      <a:pt x="11875" y="1130"/>
                    </a:cubicBezTo>
                    <a:cubicBezTo>
                      <a:pt x="12024" y="1100"/>
                      <a:pt x="12055" y="866"/>
                      <a:pt x="11920" y="798"/>
                    </a:cubicBezTo>
                    <a:cubicBezTo>
                      <a:pt x="11908" y="792"/>
                      <a:pt x="11898" y="786"/>
                      <a:pt x="11886" y="780"/>
                    </a:cubicBezTo>
                    <a:cubicBezTo>
                      <a:pt x="12008" y="713"/>
                      <a:pt x="12134" y="656"/>
                      <a:pt x="12264" y="610"/>
                    </a:cubicBezTo>
                    <a:cubicBezTo>
                      <a:pt x="12420" y="554"/>
                      <a:pt x="12652" y="533"/>
                      <a:pt x="12756" y="396"/>
                    </a:cubicBezTo>
                    <a:close/>
                    <a:moveTo>
                      <a:pt x="15400" y="947"/>
                    </a:moveTo>
                    <a:cubicBezTo>
                      <a:pt x="15701" y="1054"/>
                      <a:pt x="16000" y="1172"/>
                      <a:pt x="16293" y="1310"/>
                    </a:cubicBezTo>
                    <a:cubicBezTo>
                      <a:pt x="15071" y="1733"/>
                      <a:pt x="13882" y="2263"/>
                      <a:pt x="12686" y="2754"/>
                    </a:cubicBezTo>
                    <a:cubicBezTo>
                      <a:pt x="11537" y="3229"/>
                      <a:pt x="10428" y="3705"/>
                      <a:pt x="9428" y="4458"/>
                    </a:cubicBezTo>
                    <a:cubicBezTo>
                      <a:pt x="8539" y="5127"/>
                      <a:pt x="7685" y="5904"/>
                      <a:pt x="6975" y="6760"/>
                    </a:cubicBezTo>
                    <a:cubicBezTo>
                      <a:pt x="6655" y="7145"/>
                      <a:pt x="6138" y="7718"/>
                      <a:pt x="5918" y="8290"/>
                    </a:cubicBezTo>
                    <a:cubicBezTo>
                      <a:pt x="6305" y="6277"/>
                      <a:pt x="8142" y="4507"/>
                      <a:pt x="9703" y="3401"/>
                    </a:cubicBezTo>
                    <a:cubicBezTo>
                      <a:pt x="11354" y="2231"/>
                      <a:pt x="13361" y="1323"/>
                      <a:pt x="15359" y="979"/>
                    </a:cubicBezTo>
                    <a:cubicBezTo>
                      <a:pt x="15378" y="976"/>
                      <a:pt x="15393" y="963"/>
                      <a:pt x="15399" y="947"/>
                    </a:cubicBezTo>
                    <a:close/>
                    <a:moveTo>
                      <a:pt x="18112" y="2602"/>
                    </a:moveTo>
                    <a:cubicBezTo>
                      <a:pt x="19589" y="4113"/>
                      <a:pt x="20110" y="6295"/>
                      <a:pt x="19433" y="8344"/>
                    </a:cubicBezTo>
                    <a:cubicBezTo>
                      <a:pt x="19686" y="6624"/>
                      <a:pt x="19247" y="4228"/>
                      <a:pt x="17626" y="3445"/>
                    </a:cubicBezTo>
                    <a:cubicBezTo>
                      <a:pt x="17795" y="3193"/>
                      <a:pt x="17940" y="2925"/>
                      <a:pt x="18056" y="2645"/>
                    </a:cubicBezTo>
                    <a:lnTo>
                      <a:pt x="18069" y="2638"/>
                    </a:lnTo>
                    <a:cubicBezTo>
                      <a:pt x="18086" y="2629"/>
                      <a:pt x="18101" y="2617"/>
                      <a:pt x="18112" y="2602"/>
                    </a:cubicBezTo>
                    <a:close/>
                    <a:moveTo>
                      <a:pt x="17056" y="4138"/>
                    </a:moveTo>
                    <a:cubicBezTo>
                      <a:pt x="18718" y="4883"/>
                      <a:pt x="18711" y="7044"/>
                      <a:pt x="18928" y="8632"/>
                    </a:cubicBezTo>
                    <a:cubicBezTo>
                      <a:pt x="18864" y="8606"/>
                      <a:pt x="18805" y="8570"/>
                      <a:pt x="18751" y="8525"/>
                    </a:cubicBezTo>
                    <a:cubicBezTo>
                      <a:pt x="18626" y="7632"/>
                      <a:pt x="18391" y="6642"/>
                      <a:pt x="18075" y="5840"/>
                    </a:cubicBezTo>
                    <a:cubicBezTo>
                      <a:pt x="17828" y="5209"/>
                      <a:pt x="17398" y="4603"/>
                      <a:pt x="16703" y="4463"/>
                    </a:cubicBezTo>
                    <a:cubicBezTo>
                      <a:pt x="16782" y="4403"/>
                      <a:pt x="16861" y="4345"/>
                      <a:pt x="16938" y="4283"/>
                    </a:cubicBezTo>
                    <a:cubicBezTo>
                      <a:pt x="16951" y="4271"/>
                      <a:pt x="16960" y="4256"/>
                      <a:pt x="16962" y="4238"/>
                    </a:cubicBezTo>
                    <a:cubicBezTo>
                      <a:pt x="16995" y="4207"/>
                      <a:pt x="17024" y="4171"/>
                      <a:pt x="17056" y="4138"/>
                    </a:cubicBezTo>
                    <a:close/>
                    <a:moveTo>
                      <a:pt x="17511" y="3605"/>
                    </a:moveTo>
                    <a:lnTo>
                      <a:pt x="17511" y="3607"/>
                    </a:lnTo>
                    <a:cubicBezTo>
                      <a:pt x="19339" y="4676"/>
                      <a:pt x="19178" y="6842"/>
                      <a:pt x="19181" y="8687"/>
                    </a:cubicBezTo>
                    <a:lnTo>
                      <a:pt x="19152" y="8687"/>
                    </a:lnTo>
                    <a:cubicBezTo>
                      <a:pt x="19174" y="7163"/>
                      <a:pt x="18793" y="4469"/>
                      <a:pt x="17158" y="4033"/>
                    </a:cubicBezTo>
                    <a:cubicBezTo>
                      <a:pt x="17285" y="3897"/>
                      <a:pt x="17402" y="3754"/>
                      <a:pt x="17511" y="3605"/>
                    </a:cubicBezTo>
                    <a:close/>
                    <a:moveTo>
                      <a:pt x="17267" y="811"/>
                    </a:moveTo>
                    <a:lnTo>
                      <a:pt x="17267" y="811"/>
                    </a:lnTo>
                    <a:cubicBezTo>
                      <a:pt x="17243" y="875"/>
                      <a:pt x="17221" y="933"/>
                      <a:pt x="17212" y="962"/>
                    </a:cubicBezTo>
                    <a:cubicBezTo>
                      <a:pt x="17158" y="1149"/>
                      <a:pt x="17105" y="1335"/>
                      <a:pt x="17051" y="1523"/>
                    </a:cubicBezTo>
                    <a:cubicBezTo>
                      <a:pt x="17048" y="1535"/>
                      <a:pt x="17048" y="1548"/>
                      <a:pt x="17050" y="1560"/>
                    </a:cubicBezTo>
                    <a:cubicBezTo>
                      <a:pt x="15363" y="2127"/>
                      <a:pt x="13672" y="2763"/>
                      <a:pt x="12100" y="3599"/>
                    </a:cubicBezTo>
                    <a:cubicBezTo>
                      <a:pt x="10894" y="4241"/>
                      <a:pt x="9516" y="5026"/>
                      <a:pt x="8828" y="6255"/>
                    </a:cubicBezTo>
                    <a:cubicBezTo>
                      <a:pt x="7689" y="6925"/>
                      <a:pt x="6565" y="7715"/>
                      <a:pt x="6159" y="8914"/>
                    </a:cubicBezTo>
                    <a:cubicBezTo>
                      <a:pt x="6157" y="8923"/>
                      <a:pt x="6156" y="8933"/>
                      <a:pt x="6156" y="8942"/>
                    </a:cubicBezTo>
                    <a:lnTo>
                      <a:pt x="6038" y="8927"/>
                    </a:lnTo>
                    <a:cubicBezTo>
                      <a:pt x="6016" y="8926"/>
                      <a:pt x="5995" y="8921"/>
                      <a:pt x="5976" y="8917"/>
                    </a:cubicBezTo>
                    <a:cubicBezTo>
                      <a:pt x="5965" y="8361"/>
                      <a:pt x="6695" y="7555"/>
                      <a:pt x="6994" y="7191"/>
                    </a:cubicBezTo>
                    <a:cubicBezTo>
                      <a:pt x="7305" y="6816"/>
                      <a:pt x="7636" y="6459"/>
                      <a:pt x="7985" y="6120"/>
                    </a:cubicBezTo>
                    <a:cubicBezTo>
                      <a:pt x="8751" y="5371"/>
                      <a:pt x="9577" y="4665"/>
                      <a:pt x="10498" y="4116"/>
                    </a:cubicBezTo>
                    <a:cubicBezTo>
                      <a:pt x="12365" y="3005"/>
                      <a:pt x="14629" y="2227"/>
                      <a:pt x="16686" y="1536"/>
                    </a:cubicBezTo>
                    <a:cubicBezTo>
                      <a:pt x="16694" y="1533"/>
                      <a:pt x="16698" y="1527"/>
                      <a:pt x="16706" y="1524"/>
                    </a:cubicBezTo>
                    <a:cubicBezTo>
                      <a:pt x="16719" y="1529"/>
                      <a:pt x="16734" y="1531"/>
                      <a:pt x="16748" y="1531"/>
                    </a:cubicBezTo>
                    <a:cubicBezTo>
                      <a:pt x="16798" y="1531"/>
                      <a:pt x="16846" y="1503"/>
                      <a:pt x="16859" y="1442"/>
                    </a:cubicBezTo>
                    <a:cubicBezTo>
                      <a:pt x="16861" y="1434"/>
                      <a:pt x="16867" y="1425"/>
                      <a:pt x="16870" y="1414"/>
                    </a:cubicBezTo>
                    <a:cubicBezTo>
                      <a:pt x="16892" y="1386"/>
                      <a:pt x="16905" y="1350"/>
                      <a:pt x="16908" y="1314"/>
                    </a:cubicBezTo>
                    <a:cubicBezTo>
                      <a:pt x="16926" y="1282"/>
                      <a:pt x="16945" y="1249"/>
                      <a:pt x="16965" y="1215"/>
                    </a:cubicBezTo>
                    <a:cubicBezTo>
                      <a:pt x="17021" y="1213"/>
                      <a:pt x="17070" y="1177"/>
                      <a:pt x="17090" y="1124"/>
                    </a:cubicBezTo>
                    <a:cubicBezTo>
                      <a:pt x="17137" y="1014"/>
                      <a:pt x="17197" y="910"/>
                      <a:pt x="17267" y="811"/>
                    </a:cubicBezTo>
                    <a:close/>
                    <a:moveTo>
                      <a:pt x="6296" y="9390"/>
                    </a:moveTo>
                    <a:lnTo>
                      <a:pt x="6296" y="9390"/>
                    </a:lnTo>
                    <a:cubicBezTo>
                      <a:pt x="6284" y="10410"/>
                      <a:pt x="6305" y="11431"/>
                      <a:pt x="6384" y="12443"/>
                    </a:cubicBezTo>
                    <a:cubicBezTo>
                      <a:pt x="5589" y="12144"/>
                      <a:pt x="5401" y="11153"/>
                      <a:pt x="5394" y="10382"/>
                    </a:cubicBezTo>
                    <a:lnTo>
                      <a:pt x="5394" y="10383"/>
                    </a:lnTo>
                    <a:cubicBezTo>
                      <a:pt x="5388" y="9805"/>
                      <a:pt x="5360" y="9610"/>
                      <a:pt x="6090" y="9408"/>
                    </a:cubicBezTo>
                    <a:cubicBezTo>
                      <a:pt x="6143" y="9395"/>
                      <a:pt x="6223" y="9398"/>
                      <a:pt x="6296" y="9390"/>
                    </a:cubicBezTo>
                    <a:close/>
                    <a:moveTo>
                      <a:pt x="19001" y="9006"/>
                    </a:moveTo>
                    <a:cubicBezTo>
                      <a:pt x="19031" y="9040"/>
                      <a:pt x="19385" y="9144"/>
                      <a:pt x="19360" y="10063"/>
                    </a:cubicBezTo>
                    <a:cubicBezTo>
                      <a:pt x="19351" y="10380"/>
                      <a:pt x="19315" y="10694"/>
                      <a:pt x="19251" y="11004"/>
                    </a:cubicBezTo>
                    <a:cubicBezTo>
                      <a:pt x="19141" y="11546"/>
                      <a:pt x="18940" y="12348"/>
                      <a:pt x="18434" y="12693"/>
                    </a:cubicBezTo>
                    <a:cubicBezTo>
                      <a:pt x="18651" y="11508"/>
                      <a:pt x="18742" y="10303"/>
                      <a:pt x="18766" y="9089"/>
                    </a:cubicBezTo>
                    <a:cubicBezTo>
                      <a:pt x="18773" y="9088"/>
                      <a:pt x="18782" y="9086"/>
                      <a:pt x="18790" y="9083"/>
                    </a:cubicBezTo>
                    <a:cubicBezTo>
                      <a:pt x="18801" y="9093"/>
                      <a:pt x="18815" y="9098"/>
                      <a:pt x="18829" y="9098"/>
                    </a:cubicBezTo>
                    <a:cubicBezTo>
                      <a:pt x="18843" y="9098"/>
                      <a:pt x="18857" y="9093"/>
                      <a:pt x="18867" y="9083"/>
                    </a:cubicBezTo>
                    <a:cubicBezTo>
                      <a:pt x="18906" y="9049"/>
                      <a:pt x="18951" y="9022"/>
                      <a:pt x="18998" y="9006"/>
                    </a:cubicBezTo>
                    <a:close/>
                    <a:moveTo>
                      <a:pt x="15622" y="5204"/>
                    </a:moveTo>
                    <a:cubicBezTo>
                      <a:pt x="15883" y="5612"/>
                      <a:pt x="16462" y="5920"/>
                      <a:pt x="16765" y="6240"/>
                    </a:cubicBezTo>
                    <a:cubicBezTo>
                      <a:pt x="17520" y="7035"/>
                      <a:pt x="18057" y="7977"/>
                      <a:pt x="18391" y="9019"/>
                    </a:cubicBezTo>
                    <a:cubicBezTo>
                      <a:pt x="18409" y="9080"/>
                      <a:pt x="18458" y="9128"/>
                      <a:pt x="18520" y="9143"/>
                    </a:cubicBezTo>
                    <a:cubicBezTo>
                      <a:pt x="18455" y="11025"/>
                      <a:pt x="18197" y="12906"/>
                      <a:pt x="17586" y="14679"/>
                    </a:cubicBezTo>
                    <a:cubicBezTo>
                      <a:pt x="16756" y="17084"/>
                      <a:pt x="15021" y="20002"/>
                      <a:pt x="12266" y="20002"/>
                    </a:cubicBezTo>
                    <a:cubicBezTo>
                      <a:pt x="12014" y="20002"/>
                      <a:pt x="11754" y="19978"/>
                      <a:pt x="11485" y="19926"/>
                    </a:cubicBezTo>
                    <a:cubicBezTo>
                      <a:pt x="10861" y="19807"/>
                      <a:pt x="10318" y="19612"/>
                      <a:pt x="9842" y="19356"/>
                    </a:cubicBezTo>
                    <a:cubicBezTo>
                      <a:pt x="6899" y="16984"/>
                      <a:pt x="6626" y="11037"/>
                      <a:pt x="6608" y="11026"/>
                    </a:cubicBezTo>
                    <a:cubicBezTo>
                      <a:pt x="6603" y="10341"/>
                      <a:pt x="6613" y="9661"/>
                      <a:pt x="6628" y="9000"/>
                    </a:cubicBezTo>
                    <a:lnTo>
                      <a:pt x="6510" y="8985"/>
                    </a:lnTo>
                    <a:cubicBezTo>
                      <a:pt x="6887" y="8303"/>
                      <a:pt x="7393" y="7827"/>
                      <a:pt x="7951" y="7422"/>
                    </a:cubicBezTo>
                    <a:cubicBezTo>
                      <a:pt x="7957" y="7428"/>
                      <a:pt x="7966" y="7433"/>
                      <a:pt x="7975" y="7433"/>
                    </a:cubicBezTo>
                    <a:cubicBezTo>
                      <a:pt x="8143" y="7443"/>
                      <a:pt x="8310" y="7459"/>
                      <a:pt x="8478" y="7474"/>
                    </a:cubicBezTo>
                    <a:cubicBezTo>
                      <a:pt x="8620" y="7513"/>
                      <a:pt x="8770" y="7528"/>
                      <a:pt x="8922" y="7540"/>
                    </a:cubicBezTo>
                    <a:cubicBezTo>
                      <a:pt x="8941" y="7563"/>
                      <a:pt x="8967" y="7578"/>
                      <a:pt x="8996" y="7578"/>
                    </a:cubicBezTo>
                    <a:cubicBezTo>
                      <a:pt x="9018" y="7578"/>
                      <a:pt x="9040" y="7570"/>
                      <a:pt x="9062" y="7550"/>
                    </a:cubicBezTo>
                    <a:lnTo>
                      <a:pt x="9081" y="7552"/>
                    </a:lnTo>
                    <a:cubicBezTo>
                      <a:pt x="8999" y="7609"/>
                      <a:pt x="9041" y="7754"/>
                      <a:pt x="9142" y="7754"/>
                    </a:cubicBezTo>
                    <a:cubicBezTo>
                      <a:pt x="9144" y="7754"/>
                      <a:pt x="9146" y="7754"/>
                      <a:pt x="9148" y="7754"/>
                    </a:cubicBezTo>
                    <a:cubicBezTo>
                      <a:pt x="9352" y="7742"/>
                      <a:pt x="9556" y="7717"/>
                      <a:pt x="9757" y="7680"/>
                    </a:cubicBezTo>
                    <a:cubicBezTo>
                      <a:pt x="10154" y="7832"/>
                      <a:pt x="10504" y="8099"/>
                      <a:pt x="10906" y="8189"/>
                    </a:cubicBezTo>
                    <a:cubicBezTo>
                      <a:pt x="10918" y="8192"/>
                      <a:pt x="10929" y="8193"/>
                      <a:pt x="10940" y="8193"/>
                    </a:cubicBezTo>
                    <a:cubicBezTo>
                      <a:pt x="11036" y="8193"/>
                      <a:pt x="11106" y="8088"/>
                      <a:pt x="11055" y="7997"/>
                    </a:cubicBezTo>
                    <a:cubicBezTo>
                      <a:pt x="11051" y="7988"/>
                      <a:pt x="11043" y="7980"/>
                      <a:pt x="11039" y="7971"/>
                    </a:cubicBezTo>
                    <a:cubicBezTo>
                      <a:pt x="11034" y="7963"/>
                      <a:pt x="11030" y="7952"/>
                      <a:pt x="11025" y="7942"/>
                    </a:cubicBezTo>
                    <a:lnTo>
                      <a:pt x="11024" y="7940"/>
                    </a:lnTo>
                    <a:cubicBezTo>
                      <a:pt x="10948" y="7741"/>
                      <a:pt x="10780" y="7593"/>
                      <a:pt x="10567" y="7486"/>
                    </a:cubicBezTo>
                    <a:cubicBezTo>
                      <a:pt x="11448" y="7223"/>
                      <a:pt x="12328" y="6818"/>
                      <a:pt x="13099" y="6481"/>
                    </a:cubicBezTo>
                    <a:cubicBezTo>
                      <a:pt x="13958" y="6106"/>
                      <a:pt x="14817" y="5694"/>
                      <a:pt x="15622" y="5204"/>
                    </a:cubicBezTo>
                    <a:close/>
                    <a:moveTo>
                      <a:pt x="16301" y="17979"/>
                    </a:moveTo>
                    <a:cubicBezTo>
                      <a:pt x="16292" y="18002"/>
                      <a:pt x="16287" y="18026"/>
                      <a:pt x="16289" y="18049"/>
                    </a:cubicBezTo>
                    <a:cubicBezTo>
                      <a:pt x="16304" y="18617"/>
                      <a:pt x="16320" y="19185"/>
                      <a:pt x="16335" y="19754"/>
                    </a:cubicBezTo>
                    <a:cubicBezTo>
                      <a:pt x="15190" y="20462"/>
                      <a:pt x="12579" y="21135"/>
                      <a:pt x="12558" y="21149"/>
                    </a:cubicBezTo>
                    <a:cubicBezTo>
                      <a:pt x="11944" y="20934"/>
                      <a:pt x="11284" y="20830"/>
                      <a:pt x="10668" y="20613"/>
                    </a:cubicBezTo>
                    <a:lnTo>
                      <a:pt x="10668" y="20614"/>
                    </a:lnTo>
                    <a:cubicBezTo>
                      <a:pt x="10052" y="20397"/>
                      <a:pt x="9461" y="20119"/>
                      <a:pt x="8855" y="19876"/>
                    </a:cubicBezTo>
                    <a:cubicBezTo>
                      <a:pt x="8862" y="19644"/>
                      <a:pt x="8864" y="19411"/>
                      <a:pt x="8837" y="19190"/>
                    </a:cubicBezTo>
                    <a:lnTo>
                      <a:pt x="8837" y="19190"/>
                    </a:lnTo>
                    <a:cubicBezTo>
                      <a:pt x="9705" y="19858"/>
                      <a:pt x="10833" y="20261"/>
                      <a:pt x="11889" y="20383"/>
                    </a:cubicBezTo>
                    <a:cubicBezTo>
                      <a:pt x="12051" y="20402"/>
                      <a:pt x="12209" y="20411"/>
                      <a:pt x="12365" y="20411"/>
                    </a:cubicBezTo>
                    <a:cubicBezTo>
                      <a:pt x="14056" y="20411"/>
                      <a:pt x="15346" y="19335"/>
                      <a:pt x="16301" y="17979"/>
                    </a:cubicBezTo>
                    <a:close/>
                    <a:moveTo>
                      <a:pt x="16350" y="20306"/>
                    </a:moveTo>
                    <a:cubicBezTo>
                      <a:pt x="16359" y="20578"/>
                      <a:pt x="16366" y="20851"/>
                      <a:pt x="16374" y="21123"/>
                    </a:cubicBezTo>
                    <a:cubicBezTo>
                      <a:pt x="16346" y="21153"/>
                      <a:pt x="16331" y="21193"/>
                      <a:pt x="16331" y="21235"/>
                    </a:cubicBezTo>
                    <a:lnTo>
                      <a:pt x="16331" y="21238"/>
                    </a:lnTo>
                    <a:cubicBezTo>
                      <a:pt x="15740" y="21625"/>
                      <a:pt x="15250" y="22243"/>
                      <a:pt x="14598" y="22537"/>
                    </a:cubicBezTo>
                    <a:cubicBezTo>
                      <a:pt x="14471" y="22595"/>
                      <a:pt x="14423" y="22631"/>
                      <a:pt x="14365" y="22631"/>
                    </a:cubicBezTo>
                    <a:cubicBezTo>
                      <a:pt x="14315" y="22631"/>
                      <a:pt x="14259" y="22605"/>
                      <a:pt x="14141" y="22543"/>
                    </a:cubicBezTo>
                    <a:cubicBezTo>
                      <a:pt x="14007" y="22472"/>
                      <a:pt x="13870" y="22299"/>
                      <a:pt x="13760" y="22194"/>
                    </a:cubicBezTo>
                    <a:cubicBezTo>
                      <a:pt x="13490" y="21936"/>
                      <a:pt x="13245" y="21656"/>
                      <a:pt x="12980" y="21394"/>
                    </a:cubicBezTo>
                    <a:cubicBezTo>
                      <a:pt x="14127" y="21283"/>
                      <a:pt x="15418" y="21024"/>
                      <a:pt x="16350" y="20306"/>
                    </a:cubicBezTo>
                    <a:close/>
                    <a:moveTo>
                      <a:pt x="8844" y="20184"/>
                    </a:moveTo>
                    <a:cubicBezTo>
                      <a:pt x="9761" y="20800"/>
                      <a:pt x="11028" y="21353"/>
                      <a:pt x="12152" y="21492"/>
                    </a:cubicBezTo>
                    <a:cubicBezTo>
                      <a:pt x="11936" y="21732"/>
                      <a:pt x="11744" y="22028"/>
                      <a:pt x="11566" y="22322"/>
                    </a:cubicBezTo>
                    <a:cubicBezTo>
                      <a:pt x="11555" y="22332"/>
                      <a:pt x="11548" y="22345"/>
                      <a:pt x="11543" y="22359"/>
                    </a:cubicBezTo>
                    <a:cubicBezTo>
                      <a:pt x="11415" y="22573"/>
                      <a:pt x="11292" y="22786"/>
                      <a:pt x="11176" y="22972"/>
                    </a:cubicBezTo>
                    <a:cubicBezTo>
                      <a:pt x="10324" y="22488"/>
                      <a:pt x="9602" y="21883"/>
                      <a:pt x="8864" y="21253"/>
                    </a:cubicBezTo>
                    <a:cubicBezTo>
                      <a:pt x="8855" y="21222"/>
                      <a:pt x="8844" y="21190"/>
                      <a:pt x="8834" y="21159"/>
                    </a:cubicBezTo>
                    <a:cubicBezTo>
                      <a:pt x="8853" y="20983"/>
                      <a:pt x="8835" y="20446"/>
                      <a:pt x="8844" y="20184"/>
                    </a:cubicBezTo>
                    <a:close/>
                    <a:moveTo>
                      <a:pt x="16728" y="19638"/>
                    </a:moveTo>
                    <a:cubicBezTo>
                      <a:pt x="16743" y="19675"/>
                      <a:pt x="16774" y="19705"/>
                      <a:pt x="16811" y="19721"/>
                    </a:cubicBezTo>
                    <a:cubicBezTo>
                      <a:pt x="16829" y="19773"/>
                      <a:pt x="16870" y="19815"/>
                      <a:pt x="16922" y="19834"/>
                    </a:cubicBezTo>
                    <a:cubicBezTo>
                      <a:pt x="17532" y="20063"/>
                      <a:pt x="18331" y="20419"/>
                      <a:pt x="18760" y="20931"/>
                    </a:cubicBezTo>
                    <a:cubicBezTo>
                      <a:pt x="19411" y="21710"/>
                      <a:pt x="19047" y="22645"/>
                      <a:pt x="18890" y="23548"/>
                    </a:cubicBezTo>
                    <a:cubicBezTo>
                      <a:pt x="18827" y="23903"/>
                      <a:pt x="18765" y="24257"/>
                      <a:pt x="18702" y="24611"/>
                    </a:cubicBezTo>
                    <a:cubicBezTo>
                      <a:pt x="18623" y="25053"/>
                      <a:pt x="18656" y="25205"/>
                      <a:pt x="18205" y="25278"/>
                    </a:cubicBezTo>
                    <a:cubicBezTo>
                      <a:pt x="18199" y="25279"/>
                      <a:pt x="18190" y="25279"/>
                      <a:pt x="18179" y="25279"/>
                    </a:cubicBezTo>
                    <a:cubicBezTo>
                      <a:pt x="17913" y="25279"/>
                      <a:pt x="16334" y="24983"/>
                      <a:pt x="15924" y="24869"/>
                    </a:cubicBezTo>
                    <a:cubicBezTo>
                      <a:pt x="16344" y="23794"/>
                      <a:pt x="16624" y="22668"/>
                      <a:pt x="16680" y="21470"/>
                    </a:cubicBezTo>
                    <a:cubicBezTo>
                      <a:pt x="16718" y="21440"/>
                      <a:pt x="16712" y="20264"/>
                      <a:pt x="16697" y="19730"/>
                    </a:cubicBezTo>
                    <a:cubicBezTo>
                      <a:pt x="16706" y="19699"/>
                      <a:pt x="16719" y="19669"/>
                      <a:pt x="16728" y="19638"/>
                    </a:cubicBezTo>
                    <a:close/>
                    <a:moveTo>
                      <a:pt x="8173" y="20513"/>
                    </a:moveTo>
                    <a:cubicBezTo>
                      <a:pt x="8223" y="20735"/>
                      <a:pt x="8759" y="21988"/>
                      <a:pt x="8790" y="21988"/>
                    </a:cubicBezTo>
                    <a:cubicBezTo>
                      <a:pt x="8791" y="21988"/>
                      <a:pt x="8791" y="21988"/>
                      <a:pt x="8791" y="21988"/>
                    </a:cubicBezTo>
                    <a:cubicBezTo>
                      <a:pt x="9077" y="23108"/>
                      <a:pt x="9404" y="24215"/>
                      <a:pt x="9781" y="25303"/>
                    </a:cubicBezTo>
                    <a:cubicBezTo>
                      <a:pt x="9348" y="25570"/>
                      <a:pt x="8425" y="26155"/>
                      <a:pt x="8413" y="26189"/>
                    </a:cubicBezTo>
                    <a:cubicBezTo>
                      <a:pt x="8405" y="26191"/>
                      <a:pt x="8399" y="26192"/>
                      <a:pt x="8393" y="26195"/>
                    </a:cubicBezTo>
                    <a:cubicBezTo>
                      <a:pt x="8117" y="26348"/>
                      <a:pt x="7798" y="26646"/>
                      <a:pt x="7499" y="26646"/>
                    </a:cubicBezTo>
                    <a:cubicBezTo>
                      <a:pt x="7366" y="26646"/>
                      <a:pt x="7237" y="26587"/>
                      <a:pt x="7118" y="26432"/>
                    </a:cubicBezTo>
                    <a:cubicBezTo>
                      <a:pt x="6958" y="26225"/>
                      <a:pt x="6932" y="25699"/>
                      <a:pt x="6863" y="25455"/>
                    </a:cubicBezTo>
                    <a:cubicBezTo>
                      <a:pt x="6670" y="24753"/>
                      <a:pt x="6452" y="24056"/>
                      <a:pt x="6214" y="23367"/>
                    </a:cubicBezTo>
                    <a:cubicBezTo>
                      <a:pt x="6092" y="23011"/>
                      <a:pt x="5882" y="22627"/>
                      <a:pt x="5812" y="22259"/>
                    </a:cubicBezTo>
                    <a:cubicBezTo>
                      <a:pt x="5721" y="21786"/>
                      <a:pt x="5671" y="21842"/>
                      <a:pt x="6107" y="21522"/>
                    </a:cubicBezTo>
                    <a:cubicBezTo>
                      <a:pt x="6689" y="21097"/>
                      <a:pt x="7503" y="20815"/>
                      <a:pt x="8173" y="20513"/>
                    </a:cubicBezTo>
                    <a:close/>
                    <a:moveTo>
                      <a:pt x="16311" y="21561"/>
                    </a:moveTo>
                    <a:cubicBezTo>
                      <a:pt x="16168" y="24050"/>
                      <a:pt x="15044" y="26228"/>
                      <a:pt x="13685" y="28261"/>
                    </a:cubicBezTo>
                    <a:cubicBezTo>
                      <a:pt x="13691" y="27289"/>
                      <a:pt x="13693" y="26319"/>
                      <a:pt x="13688" y="25347"/>
                    </a:cubicBezTo>
                    <a:cubicBezTo>
                      <a:pt x="13685" y="24498"/>
                      <a:pt x="13766" y="23583"/>
                      <a:pt x="13660" y="22725"/>
                    </a:cubicBezTo>
                    <a:lnTo>
                      <a:pt x="13662" y="22725"/>
                    </a:lnTo>
                    <a:cubicBezTo>
                      <a:pt x="13670" y="22734"/>
                      <a:pt x="13679" y="22744"/>
                      <a:pt x="13690" y="22753"/>
                    </a:cubicBezTo>
                    <a:cubicBezTo>
                      <a:pt x="13683" y="22764"/>
                      <a:pt x="14252" y="23090"/>
                      <a:pt x="14413" y="23090"/>
                    </a:cubicBezTo>
                    <a:cubicBezTo>
                      <a:pt x="14418" y="23090"/>
                      <a:pt x="14422" y="23090"/>
                      <a:pt x="14425" y="23090"/>
                    </a:cubicBezTo>
                    <a:cubicBezTo>
                      <a:pt x="14632" y="23066"/>
                      <a:pt x="14879" y="22892"/>
                      <a:pt x="15103" y="22713"/>
                    </a:cubicBezTo>
                    <a:cubicBezTo>
                      <a:pt x="15482" y="22295"/>
                      <a:pt x="15877" y="21893"/>
                      <a:pt x="16311" y="21561"/>
                    </a:cubicBezTo>
                    <a:close/>
                    <a:moveTo>
                      <a:pt x="9151" y="21944"/>
                    </a:moveTo>
                    <a:cubicBezTo>
                      <a:pt x="9735" y="22524"/>
                      <a:pt x="10431" y="22997"/>
                      <a:pt x="11138" y="23401"/>
                    </a:cubicBezTo>
                    <a:cubicBezTo>
                      <a:pt x="11139" y="23401"/>
                      <a:pt x="11139" y="23401"/>
                      <a:pt x="11140" y="23401"/>
                    </a:cubicBezTo>
                    <a:cubicBezTo>
                      <a:pt x="11161" y="23401"/>
                      <a:pt x="11314" y="23353"/>
                      <a:pt x="11387" y="23322"/>
                    </a:cubicBezTo>
                    <a:lnTo>
                      <a:pt x="11387" y="23322"/>
                    </a:lnTo>
                    <a:cubicBezTo>
                      <a:pt x="11161" y="24942"/>
                      <a:pt x="11107" y="26674"/>
                      <a:pt x="11350" y="28297"/>
                    </a:cubicBezTo>
                    <a:cubicBezTo>
                      <a:pt x="10443" y="26243"/>
                      <a:pt x="9708" y="24118"/>
                      <a:pt x="9151" y="21944"/>
                    </a:cubicBezTo>
                    <a:close/>
                    <a:moveTo>
                      <a:pt x="12710" y="21525"/>
                    </a:moveTo>
                    <a:cubicBezTo>
                      <a:pt x="12899" y="21833"/>
                      <a:pt x="13112" y="22127"/>
                      <a:pt x="13347" y="22401"/>
                    </a:cubicBezTo>
                    <a:cubicBezTo>
                      <a:pt x="13172" y="23349"/>
                      <a:pt x="13280" y="24388"/>
                      <a:pt x="13282" y="25347"/>
                    </a:cubicBezTo>
                    <a:cubicBezTo>
                      <a:pt x="13283" y="26497"/>
                      <a:pt x="13285" y="27648"/>
                      <a:pt x="13301" y="28797"/>
                    </a:cubicBezTo>
                    <a:cubicBezTo>
                      <a:pt x="13301" y="28805"/>
                      <a:pt x="13304" y="28810"/>
                      <a:pt x="13306" y="28818"/>
                    </a:cubicBezTo>
                    <a:cubicBezTo>
                      <a:pt x="12968" y="29303"/>
                      <a:pt x="12622" y="29783"/>
                      <a:pt x="12276" y="30254"/>
                    </a:cubicBezTo>
                    <a:cubicBezTo>
                      <a:pt x="12145" y="29997"/>
                      <a:pt x="12020" y="29738"/>
                      <a:pt x="11896" y="29479"/>
                    </a:cubicBezTo>
                    <a:cubicBezTo>
                      <a:pt x="11906" y="29457"/>
                      <a:pt x="11911" y="29431"/>
                      <a:pt x="11909" y="29406"/>
                    </a:cubicBezTo>
                    <a:cubicBezTo>
                      <a:pt x="11842" y="28236"/>
                      <a:pt x="11652" y="27084"/>
                      <a:pt x="11630" y="25908"/>
                    </a:cubicBezTo>
                    <a:cubicBezTo>
                      <a:pt x="11612" y="24876"/>
                      <a:pt x="11664" y="23845"/>
                      <a:pt x="11737" y="22816"/>
                    </a:cubicBezTo>
                    <a:cubicBezTo>
                      <a:pt x="12021" y="22356"/>
                      <a:pt x="12338" y="21839"/>
                      <a:pt x="12695" y="21525"/>
                    </a:cubicBezTo>
                    <a:close/>
                    <a:moveTo>
                      <a:pt x="15790" y="25204"/>
                    </a:moveTo>
                    <a:cubicBezTo>
                      <a:pt x="16308" y="25338"/>
                      <a:pt x="16831" y="25446"/>
                      <a:pt x="17358" y="25528"/>
                    </a:cubicBezTo>
                    <a:cubicBezTo>
                      <a:pt x="17420" y="25699"/>
                      <a:pt x="17538" y="25857"/>
                      <a:pt x="17560" y="26034"/>
                    </a:cubicBezTo>
                    <a:cubicBezTo>
                      <a:pt x="17590" y="26268"/>
                      <a:pt x="17413" y="26457"/>
                      <a:pt x="17254" y="26615"/>
                    </a:cubicBezTo>
                    <a:cubicBezTo>
                      <a:pt x="17231" y="26624"/>
                      <a:pt x="17212" y="26637"/>
                      <a:pt x="17194" y="26654"/>
                    </a:cubicBezTo>
                    <a:cubicBezTo>
                      <a:pt x="15780" y="28071"/>
                      <a:pt x="14343" y="29464"/>
                      <a:pt x="12584" y="30444"/>
                    </a:cubicBezTo>
                    <a:cubicBezTo>
                      <a:pt x="13794" y="28790"/>
                      <a:pt x="15001" y="27076"/>
                      <a:pt x="15790" y="25204"/>
                    </a:cubicBezTo>
                    <a:close/>
                    <a:moveTo>
                      <a:pt x="9907" y="25652"/>
                    </a:moveTo>
                    <a:cubicBezTo>
                      <a:pt x="10534" y="27413"/>
                      <a:pt x="11280" y="29131"/>
                      <a:pt x="12140" y="30790"/>
                    </a:cubicBezTo>
                    <a:cubicBezTo>
                      <a:pt x="11280" y="30301"/>
                      <a:pt x="10461" y="29751"/>
                      <a:pt x="9699" y="29119"/>
                    </a:cubicBezTo>
                    <a:cubicBezTo>
                      <a:pt x="9368" y="28843"/>
                      <a:pt x="9048" y="28554"/>
                      <a:pt x="8740" y="28254"/>
                    </a:cubicBezTo>
                    <a:cubicBezTo>
                      <a:pt x="8285" y="27810"/>
                      <a:pt x="8286" y="27414"/>
                      <a:pt x="8550" y="26854"/>
                    </a:cubicBezTo>
                    <a:cubicBezTo>
                      <a:pt x="8606" y="26734"/>
                      <a:pt x="8527" y="26625"/>
                      <a:pt x="8431" y="26591"/>
                    </a:cubicBezTo>
                    <a:cubicBezTo>
                      <a:pt x="8480" y="26563"/>
                      <a:pt x="8661" y="26417"/>
                      <a:pt x="8666" y="26414"/>
                    </a:cubicBezTo>
                    <a:lnTo>
                      <a:pt x="9907" y="25652"/>
                    </a:lnTo>
                    <a:close/>
                    <a:moveTo>
                      <a:pt x="12095" y="1"/>
                    </a:moveTo>
                    <a:cubicBezTo>
                      <a:pt x="11688" y="1"/>
                      <a:pt x="11277" y="25"/>
                      <a:pt x="10864" y="74"/>
                    </a:cubicBezTo>
                    <a:cubicBezTo>
                      <a:pt x="10716" y="94"/>
                      <a:pt x="10617" y="263"/>
                      <a:pt x="10736" y="384"/>
                    </a:cubicBezTo>
                    <a:cubicBezTo>
                      <a:pt x="10918" y="570"/>
                      <a:pt x="11119" y="737"/>
                      <a:pt x="11336" y="878"/>
                    </a:cubicBezTo>
                    <a:cubicBezTo>
                      <a:pt x="9541" y="1294"/>
                      <a:pt x="7694" y="2139"/>
                      <a:pt x="6483" y="3540"/>
                    </a:cubicBezTo>
                    <a:cubicBezTo>
                      <a:pt x="5285" y="4927"/>
                      <a:pt x="5059" y="7279"/>
                      <a:pt x="5363" y="9025"/>
                    </a:cubicBezTo>
                    <a:cubicBezTo>
                      <a:pt x="5367" y="9046"/>
                      <a:pt x="5374" y="9066"/>
                      <a:pt x="5385" y="9083"/>
                    </a:cubicBezTo>
                    <a:cubicBezTo>
                      <a:pt x="5048" y="9334"/>
                      <a:pt x="5008" y="9871"/>
                      <a:pt x="4995" y="10255"/>
                    </a:cubicBezTo>
                    <a:cubicBezTo>
                      <a:pt x="4973" y="10849"/>
                      <a:pt x="5216" y="12729"/>
                      <a:pt x="6076" y="12729"/>
                    </a:cubicBezTo>
                    <a:cubicBezTo>
                      <a:pt x="6176" y="12729"/>
                      <a:pt x="6284" y="12704"/>
                      <a:pt x="6400" y="12649"/>
                    </a:cubicBezTo>
                    <a:cubicBezTo>
                      <a:pt x="6442" y="13147"/>
                      <a:pt x="6668" y="14194"/>
                      <a:pt x="6712" y="14194"/>
                    </a:cubicBezTo>
                    <a:cubicBezTo>
                      <a:pt x="6713" y="14194"/>
                      <a:pt x="6713" y="14193"/>
                      <a:pt x="6714" y="14192"/>
                    </a:cubicBezTo>
                    <a:cubicBezTo>
                      <a:pt x="6873" y="14940"/>
                      <a:pt x="7098" y="15672"/>
                      <a:pt x="7383" y="16381"/>
                    </a:cubicBezTo>
                    <a:cubicBezTo>
                      <a:pt x="7628" y="16994"/>
                      <a:pt x="7941" y="17778"/>
                      <a:pt x="8375" y="18439"/>
                    </a:cubicBezTo>
                    <a:cubicBezTo>
                      <a:pt x="8393" y="18521"/>
                      <a:pt x="8509" y="18640"/>
                      <a:pt x="8557" y="18685"/>
                    </a:cubicBezTo>
                    <a:cubicBezTo>
                      <a:pt x="8588" y="19088"/>
                      <a:pt x="8484" y="19697"/>
                      <a:pt x="8478" y="20102"/>
                    </a:cubicBezTo>
                    <a:cubicBezTo>
                      <a:pt x="8478" y="20206"/>
                      <a:pt x="8474" y="20316"/>
                      <a:pt x="8471" y="20427"/>
                    </a:cubicBezTo>
                    <a:cubicBezTo>
                      <a:pt x="8441" y="20361"/>
                      <a:pt x="8414" y="20293"/>
                      <a:pt x="8380" y="20230"/>
                    </a:cubicBezTo>
                    <a:cubicBezTo>
                      <a:pt x="8378" y="20226"/>
                      <a:pt x="8375" y="20220"/>
                      <a:pt x="8372" y="20215"/>
                    </a:cubicBezTo>
                    <a:cubicBezTo>
                      <a:pt x="8370" y="20209"/>
                      <a:pt x="8371" y="20209"/>
                      <a:pt x="8370" y="20206"/>
                    </a:cubicBezTo>
                    <a:cubicBezTo>
                      <a:pt x="8368" y="20205"/>
                      <a:pt x="8362" y="20203"/>
                      <a:pt x="8361" y="20199"/>
                    </a:cubicBezTo>
                    <a:cubicBezTo>
                      <a:pt x="8325" y="20152"/>
                      <a:pt x="8270" y="20117"/>
                      <a:pt x="8208" y="20117"/>
                    </a:cubicBezTo>
                    <a:cubicBezTo>
                      <a:pt x="8182" y="20117"/>
                      <a:pt x="8155" y="20123"/>
                      <a:pt x="8127" y="20136"/>
                    </a:cubicBezTo>
                    <a:cubicBezTo>
                      <a:pt x="7179" y="20586"/>
                      <a:pt x="6235" y="21049"/>
                      <a:pt x="5299" y="21524"/>
                    </a:cubicBezTo>
                    <a:cubicBezTo>
                      <a:pt x="5234" y="21557"/>
                      <a:pt x="3673" y="22064"/>
                      <a:pt x="3668" y="22083"/>
                    </a:cubicBezTo>
                    <a:cubicBezTo>
                      <a:pt x="3668" y="22083"/>
                      <a:pt x="1916" y="22493"/>
                      <a:pt x="1305" y="22648"/>
                    </a:cubicBezTo>
                    <a:cubicBezTo>
                      <a:pt x="956" y="22735"/>
                      <a:pt x="452" y="22805"/>
                      <a:pt x="1" y="22939"/>
                    </a:cubicBezTo>
                    <a:cubicBezTo>
                      <a:pt x="84" y="22987"/>
                      <a:pt x="143" y="23069"/>
                      <a:pt x="163" y="23164"/>
                    </a:cubicBezTo>
                    <a:lnTo>
                      <a:pt x="222" y="23431"/>
                    </a:lnTo>
                    <a:cubicBezTo>
                      <a:pt x="571" y="23282"/>
                      <a:pt x="986" y="23200"/>
                      <a:pt x="1425" y="23084"/>
                    </a:cubicBezTo>
                    <a:cubicBezTo>
                      <a:pt x="2183" y="22883"/>
                      <a:pt x="4962" y="22191"/>
                      <a:pt x="5349" y="22083"/>
                    </a:cubicBezTo>
                    <a:cubicBezTo>
                      <a:pt x="5894" y="23547"/>
                      <a:pt x="6230" y="25068"/>
                      <a:pt x="6768" y="26525"/>
                    </a:cubicBezTo>
                    <a:cubicBezTo>
                      <a:pt x="6918" y="26930"/>
                      <a:pt x="7120" y="27073"/>
                      <a:pt x="7355" y="27073"/>
                    </a:cubicBezTo>
                    <a:cubicBezTo>
                      <a:pt x="7610" y="27073"/>
                      <a:pt x="7903" y="26905"/>
                      <a:pt x="8212" y="26720"/>
                    </a:cubicBezTo>
                    <a:lnTo>
                      <a:pt x="8212" y="26720"/>
                    </a:lnTo>
                    <a:cubicBezTo>
                      <a:pt x="8064" y="27008"/>
                      <a:pt x="7782" y="27410"/>
                      <a:pt x="7823" y="27734"/>
                    </a:cubicBezTo>
                    <a:cubicBezTo>
                      <a:pt x="7872" y="28114"/>
                      <a:pt x="8545" y="28572"/>
                      <a:pt x="8795" y="28805"/>
                    </a:cubicBezTo>
                    <a:cubicBezTo>
                      <a:pt x="9758" y="29695"/>
                      <a:pt x="10821" y="30455"/>
                      <a:pt x="11962" y="31103"/>
                    </a:cubicBezTo>
                    <a:cubicBezTo>
                      <a:pt x="11988" y="31119"/>
                      <a:pt x="12018" y="31127"/>
                      <a:pt x="12048" y="31127"/>
                    </a:cubicBezTo>
                    <a:cubicBezTo>
                      <a:pt x="12087" y="31127"/>
                      <a:pt x="12126" y="31114"/>
                      <a:pt x="12157" y="31088"/>
                    </a:cubicBezTo>
                    <a:lnTo>
                      <a:pt x="12210" y="40587"/>
                    </a:lnTo>
                    <a:cubicBezTo>
                      <a:pt x="12211" y="40703"/>
                      <a:pt x="12302" y="40762"/>
                      <a:pt x="12393" y="40762"/>
                    </a:cubicBezTo>
                    <a:cubicBezTo>
                      <a:pt x="12483" y="40762"/>
                      <a:pt x="12573" y="40704"/>
                      <a:pt x="12572" y="40587"/>
                    </a:cubicBezTo>
                    <a:lnTo>
                      <a:pt x="12518" y="30890"/>
                    </a:lnTo>
                    <a:cubicBezTo>
                      <a:pt x="12526" y="30889"/>
                      <a:pt x="12533" y="30886"/>
                      <a:pt x="12541" y="30883"/>
                    </a:cubicBezTo>
                    <a:cubicBezTo>
                      <a:pt x="14412" y="29897"/>
                      <a:pt x="15920" y="28438"/>
                      <a:pt x="17402" y="26956"/>
                    </a:cubicBezTo>
                    <a:cubicBezTo>
                      <a:pt x="17422" y="26947"/>
                      <a:pt x="17441" y="26935"/>
                      <a:pt x="17456" y="26920"/>
                    </a:cubicBezTo>
                    <a:cubicBezTo>
                      <a:pt x="17661" y="26720"/>
                      <a:pt x="17877" y="26488"/>
                      <a:pt x="17922" y="26195"/>
                    </a:cubicBezTo>
                    <a:cubicBezTo>
                      <a:pt x="17956" y="25964"/>
                      <a:pt x="17853" y="25786"/>
                      <a:pt x="17767" y="25595"/>
                    </a:cubicBezTo>
                    <a:lnTo>
                      <a:pt x="17767" y="25595"/>
                    </a:lnTo>
                    <a:cubicBezTo>
                      <a:pt x="17946" y="25626"/>
                      <a:pt x="18181" y="25674"/>
                      <a:pt x="18380" y="25674"/>
                    </a:cubicBezTo>
                    <a:cubicBezTo>
                      <a:pt x="18461" y="25674"/>
                      <a:pt x="18536" y="25666"/>
                      <a:pt x="18599" y="25646"/>
                    </a:cubicBezTo>
                    <a:cubicBezTo>
                      <a:pt x="18882" y="25555"/>
                      <a:pt x="18834" y="25480"/>
                      <a:pt x="18957" y="25238"/>
                    </a:cubicBezTo>
                    <a:cubicBezTo>
                      <a:pt x="19208" y="24741"/>
                      <a:pt x="19204" y="23834"/>
                      <a:pt x="19300" y="23289"/>
                    </a:cubicBezTo>
                    <a:cubicBezTo>
                      <a:pt x="19379" y="22844"/>
                      <a:pt x="19559" y="22337"/>
                      <a:pt x="19582" y="21863"/>
                    </a:cubicBezTo>
                    <a:cubicBezTo>
                      <a:pt x="19645" y="21873"/>
                      <a:pt x="19710" y="21878"/>
                      <a:pt x="19775" y="21878"/>
                    </a:cubicBezTo>
                    <a:cubicBezTo>
                      <a:pt x="19796" y="21878"/>
                      <a:pt x="19818" y="21878"/>
                      <a:pt x="19839" y="21877"/>
                    </a:cubicBezTo>
                    <a:cubicBezTo>
                      <a:pt x="19866" y="21896"/>
                      <a:pt x="19899" y="21909"/>
                      <a:pt x="19932" y="21911"/>
                    </a:cubicBezTo>
                    <a:cubicBezTo>
                      <a:pt x="20596" y="21955"/>
                      <a:pt x="22964" y="22316"/>
                      <a:pt x="23483" y="22454"/>
                    </a:cubicBezTo>
                    <a:cubicBezTo>
                      <a:pt x="23798" y="22537"/>
                      <a:pt x="24101" y="22603"/>
                      <a:pt x="24375" y="22688"/>
                    </a:cubicBezTo>
                    <a:cubicBezTo>
                      <a:pt x="24560" y="22554"/>
                      <a:pt x="24753" y="22433"/>
                      <a:pt x="24954" y="22323"/>
                    </a:cubicBezTo>
                    <a:cubicBezTo>
                      <a:pt x="24491" y="22180"/>
                      <a:pt x="23964" y="22110"/>
                      <a:pt x="23604" y="22019"/>
                    </a:cubicBezTo>
                    <a:cubicBezTo>
                      <a:pt x="23360" y="21957"/>
                      <a:pt x="19947" y="21418"/>
                      <a:pt x="19577" y="21418"/>
                    </a:cubicBezTo>
                    <a:cubicBezTo>
                      <a:pt x="19557" y="21418"/>
                      <a:pt x="19546" y="21419"/>
                      <a:pt x="19545" y="21423"/>
                    </a:cubicBezTo>
                    <a:cubicBezTo>
                      <a:pt x="19504" y="21256"/>
                      <a:pt x="19425" y="21102"/>
                      <a:pt x="19314" y="20973"/>
                    </a:cubicBezTo>
                    <a:cubicBezTo>
                      <a:pt x="18721" y="20287"/>
                      <a:pt x="16848" y="19388"/>
                      <a:pt x="16809" y="19388"/>
                    </a:cubicBezTo>
                    <a:cubicBezTo>
                      <a:pt x="16809" y="19388"/>
                      <a:pt x="16809" y="19388"/>
                      <a:pt x="16808" y="19388"/>
                    </a:cubicBezTo>
                    <a:cubicBezTo>
                      <a:pt x="16808" y="19385"/>
                      <a:pt x="16810" y="19382"/>
                      <a:pt x="16811" y="19379"/>
                    </a:cubicBezTo>
                    <a:cubicBezTo>
                      <a:pt x="16777" y="18767"/>
                      <a:pt x="16740" y="18157"/>
                      <a:pt x="16627" y="17555"/>
                    </a:cubicBezTo>
                    <a:cubicBezTo>
                      <a:pt x="16624" y="17543"/>
                      <a:pt x="16616" y="17533"/>
                      <a:pt x="16606" y="17524"/>
                    </a:cubicBezTo>
                    <a:cubicBezTo>
                      <a:pt x="16965" y="16954"/>
                      <a:pt x="17267" y="16352"/>
                      <a:pt x="17520" y="15770"/>
                    </a:cubicBezTo>
                    <a:cubicBezTo>
                      <a:pt x="17898" y="14899"/>
                      <a:pt x="18166" y="14008"/>
                      <a:pt x="18357" y="13103"/>
                    </a:cubicBezTo>
                    <a:cubicBezTo>
                      <a:pt x="19488" y="12650"/>
                      <a:pt x="19708" y="10830"/>
                      <a:pt x="19671" y="9779"/>
                    </a:cubicBezTo>
                    <a:cubicBezTo>
                      <a:pt x="19664" y="9567"/>
                      <a:pt x="19659" y="9262"/>
                      <a:pt x="19552" y="9037"/>
                    </a:cubicBezTo>
                    <a:cubicBezTo>
                      <a:pt x="20634" y="6565"/>
                      <a:pt x="20021" y="3815"/>
                      <a:pt x="18068" y="2068"/>
                    </a:cubicBezTo>
                    <a:cubicBezTo>
                      <a:pt x="18105" y="1991"/>
                      <a:pt x="18035" y="1884"/>
                      <a:pt x="17939" y="1884"/>
                    </a:cubicBezTo>
                    <a:cubicBezTo>
                      <a:pt x="17921" y="1884"/>
                      <a:pt x="17901" y="1888"/>
                      <a:pt x="17882" y="1896"/>
                    </a:cubicBezTo>
                    <a:lnTo>
                      <a:pt x="17877" y="1898"/>
                    </a:lnTo>
                    <a:cubicBezTo>
                      <a:pt x="17731" y="1777"/>
                      <a:pt x="17580" y="1661"/>
                      <a:pt x="17419" y="1551"/>
                    </a:cubicBezTo>
                    <a:cubicBezTo>
                      <a:pt x="17498" y="1279"/>
                      <a:pt x="17578" y="1005"/>
                      <a:pt x="17653" y="729"/>
                    </a:cubicBezTo>
                    <a:cubicBezTo>
                      <a:pt x="17706" y="536"/>
                      <a:pt x="17721" y="377"/>
                      <a:pt x="17587" y="216"/>
                    </a:cubicBezTo>
                    <a:cubicBezTo>
                      <a:pt x="17557" y="179"/>
                      <a:pt x="17515" y="165"/>
                      <a:pt x="17473" y="165"/>
                    </a:cubicBezTo>
                    <a:cubicBezTo>
                      <a:pt x="17422" y="165"/>
                      <a:pt x="17369" y="186"/>
                      <a:pt x="17331" y="216"/>
                    </a:cubicBezTo>
                    <a:cubicBezTo>
                      <a:pt x="17090" y="405"/>
                      <a:pt x="16901" y="652"/>
                      <a:pt x="16780" y="932"/>
                    </a:cubicBezTo>
                    <a:cubicBezTo>
                      <a:pt x="16736" y="978"/>
                      <a:pt x="16701" y="1033"/>
                      <a:pt x="16679" y="1093"/>
                    </a:cubicBezTo>
                    <a:cubicBezTo>
                      <a:pt x="15233" y="372"/>
                      <a:pt x="13686" y="1"/>
                      <a:pt x="12095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0" name="Google Shape;2910;p40"/>
              <p:cNvSpPr/>
              <p:nvPr/>
            </p:nvSpPr>
            <p:spPr>
              <a:xfrm>
                <a:off x="4294754" y="2047812"/>
                <a:ext cx="589367" cy="137527"/>
              </a:xfrm>
              <a:custGeom>
                <a:rect b="b" l="l" r="r" t="t"/>
                <a:pathLst>
                  <a:path extrusionOk="0" h="3065" w="13135">
                    <a:moveTo>
                      <a:pt x="9864" y="351"/>
                    </a:moveTo>
                    <a:cubicBezTo>
                      <a:pt x="10040" y="351"/>
                      <a:pt x="10214" y="358"/>
                      <a:pt x="10389" y="374"/>
                    </a:cubicBezTo>
                    <a:cubicBezTo>
                      <a:pt x="10579" y="391"/>
                      <a:pt x="10919" y="382"/>
                      <a:pt x="11055" y="542"/>
                    </a:cubicBezTo>
                    <a:cubicBezTo>
                      <a:pt x="11163" y="669"/>
                      <a:pt x="11161" y="1107"/>
                      <a:pt x="11176" y="1257"/>
                    </a:cubicBezTo>
                    <a:cubicBezTo>
                      <a:pt x="11215" y="1650"/>
                      <a:pt x="11206" y="2021"/>
                      <a:pt x="11076" y="2385"/>
                    </a:cubicBezTo>
                    <a:cubicBezTo>
                      <a:pt x="11006" y="2431"/>
                      <a:pt x="10939" y="2482"/>
                      <a:pt x="10874" y="2536"/>
                    </a:cubicBezTo>
                    <a:cubicBezTo>
                      <a:pt x="10526" y="2647"/>
                      <a:pt x="10101" y="2649"/>
                      <a:pt x="9744" y="2650"/>
                    </a:cubicBezTo>
                    <a:cubicBezTo>
                      <a:pt x="9622" y="2651"/>
                      <a:pt x="9470" y="2656"/>
                      <a:pt x="9307" y="2656"/>
                    </a:cubicBezTo>
                    <a:cubicBezTo>
                      <a:pt x="8943" y="2656"/>
                      <a:pt x="8528" y="2633"/>
                      <a:pt x="8285" y="2498"/>
                    </a:cubicBezTo>
                    <a:cubicBezTo>
                      <a:pt x="7469" y="2046"/>
                      <a:pt x="7903" y="1239"/>
                      <a:pt x="7812" y="551"/>
                    </a:cubicBezTo>
                    <a:cubicBezTo>
                      <a:pt x="8486" y="459"/>
                      <a:pt x="9177" y="351"/>
                      <a:pt x="9864" y="351"/>
                    </a:cubicBezTo>
                    <a:close/>
                    <a:moveTo>
                      <a:pt x="3552" y="389"/>
                    </a:moveTo>
                    <a:cubicBezTo>
                      <a:pt x="3725" y="389"/>
                      <a:pt x="3898" y="396"/>
                      <a:pt x="4069" y="411"/>
                    </a:cubicBezTo>
                    <a:cubicBezTo>
                      <a:pt x="4260" y="429"/>
                      <a:pt x="4598" y="420"/>
                      <a:pt x="4736" y="581"/>
                    </a:cubicBezTo>
                    <a:cubicBezTo>
                      <a:pt x="4844" y="708"/>
                      <a:pt x="4842" y="1144"/>
                      <a:pt x="4857" y="1294"/>
                    </a:cubicBezTo>
                    <a:cubicBezTo>
                      <a:pt x="4896" y="1689"/>
                      <a:pt x="4887" y="2059"/>
                      <a:pt x="4757" y="2424"/>
                    </a:cubicBezTo>
                    <a:cubicBezTo>
                      <a:pt x="4687" y="2470"/>
                      <a:pt x="4619" y="2521"/>
                      <a:pt x="4555" y="2573"/>
                    </a:cubicBezTo>
                    <a:cubicBezTo>
                      <a:pt x="4206" y="2686"/>
                      <a:pt x="3782" y="2686"/>
                      <a:pt x="3425" y="2689"/>
                    </a:cubicBezTo>
                    <a:cubicBezTo>
                      <a:pt x="3303" y="2690"/>
                      <a:pt x="3150" y="2694"/>
                      <a:pt x="2988" y="2694"/>
                    </a:cubicBezTo>
                    <a:cubicBezTo>
                      <a:pt x="2623" y="2694"/>
                      <a:pt x="2208" y="2672"/>
                      <a:pt x="1966" y="2537"/>
                    </a:cubicBezTo>
                    <a:cubicBezTo>
                      <a:pt x="1150" y="2083"/>
                      <a:pt x="1583" y="1278"/>
                      <a:pt x="1493" y="590"/>
                    </a:cubicBezTo>
                    <a:cubicBezTo>
                      <a:pt x="2169" y="497"/>
                      <a:pt x="2863" y="389"/>
                      <a:pt x="3552" y="389"/>
                    </a:cubicBezTo>
                    <a:close/>
                    <a:moveTo>
                      <a:pt x="9804" y="29"/>
                    </a:moveTo>
                    <a:cubicBezTo>
                      <a:pt x="9103" y="29"/>
                      <a:pt x="8395" y="107"/>
                      <a:pt x="7721" y="297"/>
                    </a:cubicBezTo>
                    <a:cubicBezTo>
                      <a:pt x="7653" y="315"/>
                      <a:pt x="7624" y="365"/>
                      <a:pt x="7626" y="416"/>
                    </a:cubicBezTo>
                    <a:cubicBezTo>
                      <a:pt x="7446" y="635"/>
                      <a:pt x="7373" y="1004"/>
                      <a:pt x="7388" y="1386"/>
                    </a:cubicBezTo>
                    <a:cubicBezTo>
                      <a:pt x="7104" y="1115"/>
                      <a:pt x="6661" y="971"/>
                      <a:pt x="6224" y="971"/>
                    </a:cubicBezTo>
                    <a:cubicBezTo>
                      <a:pt x="5851" y="971"/>
                      <a:pt x="5483" y="1075"/>
                      <a:pt x="5220" y="1291"/>
                    </a:cubicBezTo>
                    <a:cubicBezTo>
                      <a:pt x="5199" y="894"/>
                      <a:pt x="5123" y="481"/>
                      <a:pt x="4913" y="285"/>
                    </a:cubicBezTo>
                    <a:cubicBezTo>
                      <a:pt x="4650" y="39"/>
                      <a:pt x="4011" y="75"/>
                      <a:pt x="3672" y="69"/>
                    </a:cubicBezTo>
                    <a:cubicBezTo>
                      <a:pt x="3610" y="68"/>
                      <a:pt x="3547" y="67"/>
                      <a:pt x="3485" y="67"/>
                    </a:cubicBezTo>
                    <a:cubicBezTo>
                      <a:pt x="2783" y="67"/>
                      <a:pt x="2076" y="145"/>
                      <a:pt x="1402" y="334"/>
                    </a:cubicBezTo>
                    <a:cubicBezTo>
                      <a:pt x="1332" y="353"/>
                      <a:pt x="1305" y="404"/>
                      <a:pt x="1307" y="455"/>
                    </a:cubicBezTo>
                    <a:cubicBezTo>
                      <a:pt x="1217" y="562"/>
                      <a:pt x="1156" y="706"/>
                      <a:pt x="1116" y="871"/>
                    </a:cubicBezTo>
                    <a:cubicBezTo>
                      <a:pt x="887" y="703"/>
                      <a:pt x="652" y="554"/>
                      <a:pt x="446" y="346"/>
                    </a:cubicBezTo>
                    <a:cubicBezTo>
                      <a:pt x="403" y="301"/>
                      <a:pt x="354" y="283"/>
                      <a:pt x="306" y="283"/>
                    </a:cubicBezTo>
                    <a:cubicBezTo>
                      <a:pt x="145" y="283"/>
                      <a:pt x="0" y="494"/>
                      <a:pt x="148" y="644"/>
                    </a:cubicBezTo>
                    <a:cubicBezTo>
                      <a:pt x="401" y="900"/>
                      <a:pt x="716" y="1163"/>
                      <a:pt x="1067" y="1267"/>
                    </a:cubicBezTo>
                    <a:cubicBezTo>
                      <a:pt x="1051" y="1866"/>
                      <a:pt x="1262" y="2546"/>
                      <a:pt x="1639" y="2762"/>
                    </a:cubicBezTo>
                    <a:cubicBezTo>
                      <a:pt x="2140" y="3051"/>
                      <a:pt x="2990" y="3057"/>
                      <a:pt x="3554" y="3064"/>
                    </a:cubicBezTo>
                    <a:cubicBezTo>
                      <a:pt x="3569" y="3064"/>
                      <a:pt x="3584" y="3064"/>
                      <a:pt x="3599" y="3064"/>
                    </a:cubicBezTo>
                    <a:cubicBezTo>
                      <a:pt x="4982" y="3064"/>
                      <a:pt x="5176" y="2376"/>
                      <a:pt x="5205" y="2062"/>
                    </a:cubicBezTo>
                    <a:cubicBezTo>
                      <a:pt x="5214" y="1960"/>
                      <a:pt x="5223" y="1824"/>
                      <a:pt x="5228" y="1674"/>
                    </a:cubicBezTo>
                    <a:cubicBezTo>
                      <a:pt x="5597" y="1457"/>
                      <a:pt x="5931" y="1381"/>
                      <a:pt x="6221" y="1381"/>
                    </a:cubicBezTo>
                    <a:cubicBezTo>
                      <a:pt x="6919" y="1381"/>
                      <a:pt x="7364" y="1824"/>
                      <a:pt x="7436" y="1824"/>
                    </a:cubicBezTo>
                    <a:cubicBezTo>
                      <a:pt x="7438" y="1824"/>
                      <a:pt x="7440" y="1823"/>
                      <a:pt x="7441" y="1823"/>
                    </a:cubicBezTo>
                    <a:cubicBezTo>
                      <a:pt x="7526" y="2222"/>
                      <a:pt x="7706" y="2577"/>
                      <a:pt x="7959" y="2722"/>
                    </a:cubicBezTo>
                    <a:cubicBezTo>
                      <a:pt x="8461" y="3011"/>
                      <a:pt x="9311" y="3006"/>
                      <a:pt x="9875" y="3024"/>
                    </a:cubicBezTo>
                    <a:cubicBezTo>
                      <a:pt x="9903" y="3025"/>
                      <a:pt x="9935" y="3026"/>
                      <a:pt x="9970" y="3026"/>
                    </a:cubicBezTo>
                    <a:cubicBezTo>
                      <a:pt x="10429" y="3026"/>
                      <a:pt x="11443" y="2918"/>
                      <a:pt x="11526" y="2022"/>
                    </a:cubicBezTo>
                    <a:cubicBezTo>
                      <a:pt x="11544" y="1811"/>
                      <a:pt x="11553" y="1599"/>
                      <a:pt x="11548" y="1386"/>
                    </a:cubicBezTo>
                    <a:cubicBezTo>
                      <a:pt x="12041" y="1197"/>
                      <a:pt x="12520" y="910"/>
                      <a:pt x="12964" y="626"/>
                    </a:cubicBezTo>
                    <a:cubicBezTo>
                      <a:pt x="13135" y="518"/>
                      <a:pt x="13032" y="284"/>
                      <a:pt x="12868" y="284"/>
                    </a:cubicBezTo>
                    <a:cubicBezTo>
                      <a:pt x="12839" y="284"/>
                      <a:pt x="12808" y="291"/>
                      <a:pt x="12776" y="307"/>
                    </a:cubicBezTo>
                    <a:cubicBezTo>
                      <a:pt x="12352" y="531"/>
                      <a:pt x="11913" y="781"/>
                      <a:pt x="11529" y="1075"/>
                    </a:cubicBezTo>
                    <a:cubicBezTo>
                      <a:pt x="11495" y="737"/>
                      <a:pt x="11411" y="413"/>
                      <a:pt x="11234" y="246"/>
                    </a:cubicBezTo>
                    <a:cubicBezTo>
                      <a:pt x="10969" y="1"/>
                      <a:pt x="10331" y="36"/>
                      <a:pt x="9991" y="30"/>
                    </a:cubicBezTo>
                    <a:cubicBezTo>
                      <a:pt x="9929" y="29"/>
                      <a:pt x="9866" y="29"/>
                      <a:pt x="9804" y="2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1" name="Google Shape;2911;p40"/>
              <p:cNvSpPr/>
              <p:nvPr/>
            </p:nvSpPr>
            <p:spPr>
              <a:xfrm>
                <a:off x="4563839" y="2750462"/>
                <a:ext cx="31723" cy="28537"/>
              </a:xfrm>
              <a:custGeom>
                <a:rect b="b" l="l" r="r" t="t"/>
                <a:pathLst>
                  <a:path extrusionOk="0" h="636" w="707">
                    <a:moveTo>
                      <a:pt x="339" y="1"/>
                    </a:moveTo>
                    <a:cubicBezTo>
                      <a:pt x="325" y="1"/>
                      <a:pt x="311" y="4"/>
                      <a:pt x="296" y="10"/>
                    </a:cubicBezTo>
                    <a:cubicBezTo>
                      <a:pt x="168" y="62"/>
                      <a:pt x="55" y="80"/>
                      <a:pt x="25" y="231"/>
                    </a:cubicBezTo>
                    <a:cubicBezTo>
                      <a:pt x="0" y="359"/>
                      <a:pt x="49" y="490"/>
                      <a:pt x="151" y="571"/>
                    </a:cubicBezTo>
                    <a:cubicBezTo>
                      <a:pt x="210" y="616"/>
                      <a:pt x="276" y="635"/>
                      <a:pt x="341" y="635"/>
                    </a:cubicBezTo>
                    <a:cubicBezTo>
                      <a:pt x="530" y="635"/>
                      <a:pt x="707" y="465"/>
                      <a:pt x="649" y="251"/>
                    </a:cubicBezTo>
                    <a:cubicBezTo>
                      <a:pt x="619" y="144"/>
                      <a:pt x="533" y="63"/>
                      <a:pt x="424" y="42"/>
                    </a:cubicBezTo>
                    <a:cubicBezTo>
                      <a:pt x="403" y="16"/>
                      <a:pt x="372" y="1"/>
                      <a:pt x="33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2" name="Google Shape;2912;p40"/>
              <p:cNvSpPr/>
              <p:nvPr/>
            </p:nvSpPr>
            <p:spPr>
              <a:xfrm>
                <a:off x="4566621" y="2870531"/>
                <a:ext cx="42761" cy="35986"/>
              </a:xfrm>
              <a:custGeom>
                <a:rect b="b" l="l" r="r" t="t"/>
                <a:pathLst>
                  <a:path extrusionOk="0" h="802" w="953">
                    <a:moveTo>
                      <a:pt x="386" y="1"/>
                    </a:moveTo>
                    <a:cubicBezTo>
                      <a:pt x="218" y="1"/>
                      <a:pt x="62" y="110"/>
                      <a:pt x="23" y="283"/>
                    </a:cubicBezTo>
                    <a:cubicBezTo>
                      <a:pt x="1" y="384"/>
                      <a:pt x="22" y="490"/>
                      <a:pt x="78" y="576"/>
                    </a:cubicBezTo>
                    <a:cubicBezTo>
                      <a:pt x="84" y="644"/>
                      <a:pt x="133" y="710"/>
                      <a:pt x="187" y="747"/>
                    </a:cubicBezTo>
                    <a:cubicBezTo>
                      <a:pt x="241" y="785"/>
                      <a:pt x="296" y="802"/>
                      <a:pt x="349" y="802"/>
                    </a:cubicBezTo>
                    <a:cubicBezTo>
                      <a:pt x="690" y="802"/>
                      <a:pt x="952" y="109"/>
                      <a:pt x="465" y="9"/>
                    </a:cubicBezTo>
                    <a:cubicBezTo>
                      <a:pt x="439" y="3"/>
                      <a:pt x="412" y="1"/>
                      <a:pt x="38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6" name="Shape 2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7" name="Google Shape;2917;p41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sp>
        <p:nvSpPr>
          <p:cNvPr id="2918" name="Google Shape;2918;p41"/>
          <p:cNvSpPr/>
          <p:nvPr/>
        </p:nvSpPr>
        <p:spPr>
          <a:xfrm>
            <a:off x="715700" y="1133486"/>
            <a:ext cx="2788525" cy="2439935"/>
          </a:xfrm>
          <a:custGeom>
            <a:rect b="b" l="l" r="r" t="t"/>
            <a:pathLst>
              <a:path extrusionOk="0" h="47078" w="49940">
                <a:moveTo>
                  <a:pt x="4045" y="1685"/>
                </a:moveTo>
                <a:lnTo>
                  <a:pt x="4045" y="1685"/>
                </a:lnTo>
                <a:cubicBezTo>
                  <a:pt x="4042" y="2040"/>
                  <a:pt x="4045" y="2395"/>
                  <a:pt x="4045" y="2751"/>
                </a:cubicBezTo>
                <a:cubicBezTo>
                  <a:pt x="3401" y="3050"/>
                  <a:pt x="2816" y="3542"/>
                  <a:pt x="2264" y="3961"/>
                </a:cubicBezTo>
                <a:cubicBezTo>
                  <a:pt x="1754" y="4348"/>
                  <a:pt x="1273" y="4767"/>
                  <a:pt x="804" y="5201"/>
                </a:cubicBezTo>
                <a:cubicBezTo>
                  <a:pt x="767" y="4867"/>
                  <a:pt x="735" y="4533"/>
                  <a:pt x="696" y="4199"/>
                </a:cubicBezTo>
                <a:cubicBezTo>
                  <a:pt x="720" y="4195"/>
                  <a:pt x="745" y="4188"/>
                  <a:pt x="768" y="4179"/>
                </a:cubicBezTo>
                <a:cubicBezTo>
                  <a:pt x="1497" y="3844"/>
                  <a:pt x="2121" y="3109"/>
                  <a:pt x="2768" y="2633"/>
                </a:cubicBezTo>
                <a:cubicBezTo>
                  <a:pt x="3193" y="2321"/>
                  <a:pt x="3640" y="2025"/>
                  <a:pt x="4045" y="1685"/>
                </a:cubicBezTo>
                <a:close/>
                <a:moveTo>
                  <a:pt x="4045" y="3150"/>
                </a:moveTo>
                <a:cubicBezTo>
                  <a:pt x="4045" y="3588"/>
                  <a:pt x="4043" y="4025"/>
                  <a:pt x="4046" y="4464"/>
                </a:cubicBezTo>
                <a:cubicBezTo>
                  <a:pt x="3475" y="4815"/>
                  <a:pt x="2943" y="5270"/>
                  <a:pt x="2422" y="5671"/>
                </a:cubicBezTo>
                <a:cubicBezTo>
                  <a:pt x="1932" y="6050"/>
                  <a:pt x="1456" y="6445"/>
                  <a:pt x="977" y="6837"/>
                </a:cubicBezTo>
                <a:cubicBezTo>
                  <a:pt x="934" y="6386"/>
                  <a:pt x="883" y="5938"/>
                  <a:pt x="835" y="5488"/>
                </a:cubicBezTo>
                <a:cubicBezTo>
                  <a:pt x="1442" y="5011"/>
                  <a:pt x="2054" y="4540"/>
                  <a:pt x="2678" y="4087"/>
                </a:cubicBezTo>
                <a:cubicBezTo>
                  <a:pt x="3117" y="3768"/>
                  <a:pt x="3610" y="3487"/>
                  <a:pt x="4045" y="3150"/>
                </a:cubicBezTo>
                <a:close/>
                <a:moveTo>
                  <a:pt x="4052" y="4871"/>
                </a:moveTo>
                <a:cubicBezTo>
                  <a:pt x="4058" y="5396"/>
                  <a:pt x="4065" y="5921"/>
                  <a:pt x="4074" y="6447"/>
                </a:cubicBezTo>
                <a:cubicBezTo>
                  <a:pt x="3067" y="7004"/>
                  <a:pt x="2135" y="7851"/>
                  <a:pt x="1239" y="8521"/>
                </a:cubicBezTo>
                <a:cubicBezTo>
                  <a:pt x="1166" y="8577"/>
                  <a:pt x="1209" y="8691"/>
                  <a:pt x="1282" y="8691"/>
                </a:cubicBezTo>
                <a:cubicBezTo>
                  <a:pt x="1296" y="8691"/>
                  <a:pt x="1312" y="8686"/>
                  <a:pt x="1329" y="8675"/>
                </a:cubicBezTo>
                <a:cubicBezTo>
                  <a:pt x="2209" y="8105"/>
                  <a:pt x="3236" y="7560"/>
                  <a:pt x="4080" y="6876"/>
                </a:cubicBezTo>
                <a:cubicBezTo>
                  <a:pt x="4086" y="7199"/>
                  <a:pt x="4096" y="7520"/>
                  <a:pt x="4104" y="7843"/>
                </a:cubicBezTo>
                <a:cubicBezTo>
                  <a:pt x="3666" y="8138"/>
                  <a:pt x="3264" y="8511"/>
                  <a:pt x="2861" y="8837"/>
                </a:cubicBezTo>
                <a:cubicBezTo>
                  <a:pt x="2322" y="9272"/>
                  <a:pt x="1795" y="9722"/>
                  <a:pt x="1265" y="10169"/>
                </a:cubicBezTo>
                <a:cubicBezTo>
                  <a:pt x="1186" y="9147"/>
                  <a:pt x="1099" y="8124"/>
                  <a:pt x="1002" y="7105"/>
                </a:cubicBezTo>
                <a:cubicBezTo>
                  <a:pt x="1589" y="6699"/>
                  <a:pt x="2171" y="6290"/>
                  <a:pt x="2742" y="5862"/>
                </a:cubicBezTo>
                <a:cubicBezTo>
                  <a:pt x="3170" y="5543"/>
                  <a:pt x="3634" y="5226"/>
                  <a:pt x="4052" y="4871"/>
                </a:cubicBezTo>
                <a:close/>
                <a:moveTo>
                  <a:pt x="4115" y="8252"/>
                </a:moveTo>
                <a:cubicBezTo>
                  <a:pt x="4124" y="8612"/>
                  <a:pt x="4132" y="8973"/>
                  <a:pt x="4143" y="9334"/>
                </a:cubicBezTo>
                <a:cubicBezTo>
                  <a:pt x="3152" y="9889"/>
                  <a:pt x="2246" y="10702"/>
                  <a:pt x="1364" y="11455"/>
                </a:cubicBezTo>
                <a:cubicBezTo>
                  <a:pt x="1338" y="11106"/>
                  <a:pt x="1310" y="10758"/>
                  <a:pt x="1284" y="10410"/>
                </a:cubicBezTo>
                <a:cubicBezTo>
                  <a:pt x="1811" y="10015"/>
                  <a:pt x="2340" y="9624"/>
                  <a:pt x="2861" y="9222"/>
                </a:cubicBezTo>
                <a:cubicBezTo>
                  <a:pt x="3269" y="8907"/>
                  <a:pt x="3716" y="8598"/>
                  <a:pt x="4115" y="8252"/>
                </a:cubicBezTo>
                <a:close/>
                <a:moveTo>
                  <a:pt x="4153" y="9674"/>
                </a:moveTo>
                <a:cubicBezTo>
                  <a:pt x="4168" y="10138"/>
                  <a:pt x="4187" y="10603"/>
                  <a:pt x="4206" y="11067"/>
                </a:cubicBezTo>
                <a:cubicBezTo>
                  <a:pt x="3660" y="11349"/>
                  <a:pt x="3164" y="11762"/>
                  <a:pt x="2675" y="12123"/>
                </a:cubicBezTo>
                <a:cubicBezTo>
                  <a:pt x="2271" y="12421"/>
                  <a:pt x="1872" y="12725"/>
                  <a:pt x="1471" y="13027"/>
                </a:cubicBezTo>
                <a:cubicBezTo>
                  <a:pt x="1443" y="12602"/>
                  <a:pt x="1416" y="12177"/>
                  <a:pt x="1386" y="11753"/>
                </a:cubicBezTo>
                <a:cubicBezTo>
                  <a:pt x="2323" y="11106"/>
                  <a:pt x="3342" y="10460"/>
                  <a:pt x="4153" y="9674"/>
                </a:cubicBezTo>
                <a:close/>
                <a:moveTo>
                  <a:pt x="4217" y="11376"/>
                </a:moveTo>
                <a:cubicBezTo>
                  <a:pt x="4236" y="11880"/>
                  <a:pt x="4257" y="12383"/>
                  <a:pt x="4280" y="12887"/>
                </a:cubicBezTo>
                <a:cubicBezTo>
                  <a:pt x="3882" y="13150"/>
                  <a:pt x="3510" y="13484"/>
                  <a:pt x="3143" y="13763"/>
                </a:cubicBezTo>
                <a:cubicBezTo>
                  <a:pt x="2633" y="14149"/>
                  <a:pt x="2115" y="14524"/>
                  <a:pt x="1589" y="14888"/>
                </a:cubicBezTo>
                <a:cubicBezTo>
                  <a:pt x="1557" y="14357"/>
                  <a:pt x="1523" y="13825"/>
                  <a:pt x="1489" y="13295"/>
                </a:cubicBezTo>
                <a:cubicBezTo>
                  <a:pt x="1972" y="12967"/>
                  <a:pt x="2456" y="12640"/>
                  <a:pt x="2934" y="12305"/>
                </a:cubicBezTo>
                <a:cubicBezTo>
                  <a:pt x="3357" y="12009"/>
                  <a:pt x="3822" y="11723"/>
                  <a:pt x="4217" y="11376"/>
                </a:cubicBezTo>
                <a:close/>
                <a:moveTo>
                  <a:pt x="4301" y="13324"/>
                </a:moveTo>
                <a:cubicBezTo>
                  <a:pt x="4319" y="13686"/>
                  <a:pt x="4335" y="14049"/>
                  <a:pt x="4352" y="14412"/>
                </a:cubicBezTo>
                <a:cubicBezTo>
                  <a:pt x="3386" y="14852"/>
                  <a:pt x="2498" y="15558"/>
                  <a:pt x="1670" y="16232"/>
                </a:cubicBezTo>
                <a:cubicBezTo>
                  <a:pt x="1648" y="15873"/>
                  <a:pt x="1627" y="15513"/>
                  <a:pt x="1606" y="15155"/>
                </a:cubicBezTo>
                <a:cubicBezTo>
                  <a:pt x="1617" y="15153"/>
                  <a:pt x="1627" y="15149"/>
                  <a:pt x="1638" y="15143"/>
                </a:cubicBezTo>
                <a:cubicBezTo>
                  <a:pt x="2270" y="14750"/>
                  <a:pt x="2897" y="14347"/>
                  <a:pt x="3503" y="13913"/>
                </a:cubicBezTo>
                <a:cubicBezTo>
                  <a:pt x="3762" y="13725"/>
                  <a:pt x="4042" y="13534"/>
                  <a:pt x="4301" y="13324"/>
                </a:cubicBezTo>
                <a:close/>
                <a:moveTo>
                  <a:pt x="4369" y="14749"/>
                </a:moveTo>
                <a:cubicBezTo>
                  <a:pt x="4395" y="15271"/>
                  <a:pt x="4427" y="15793"/>
                  <a:pt x="4456" y="16316"/>
                </a:cubicBezTo>
                <a:cubicBezTo>
                  <a:pt x="3543" y="16871"/>
                  <a:pt x="2681" y="17546"/>
                  <a:pt x="1776" y="18099"/>
                </a:cubicBezTo>
                <a:cubicBezTo>
                  <a:pt x="1747" y="17585"/>
                  <a:pt x="1718" y="17070"/>
                  <a:pt x="1689" y="16555"/>
                </a:cubicBezTo>
                <a:cubicBezTo>
                  <a:pt x="2564" y="15941"/>
                  <a:pt x="3520" y="15398"/>
                  <a:pt x="4369" y="14749"/>
                </a:cubicBezTo>
                <a:close/>
                <a:moveTo>
                  <a:pt x="4480" y="16760"/>
                </a:moveTo>
                <a:cubicBezTo>
                  <a:pt x="4500" y="17110"/>
                  <a:pt x="4521" y="17459"/>
                  <a:pt x="4542" y="17808"/>
                </a:cubicBezTo>
                <a:cubicBezTo>
                  <a:pt x="4123" y="18008"/>
                  <a:pt x="3735" y="18297"/>
                  <a:pt x="3345" y="18537"/>
                </a:cubicBezTo>
                <a:cubicBezTo>
                  <a:pt x="2851" y="18843"/>
                  <a:pt x="2354" y="19143"/>
                  <a:pt x="1851" y="19437"/>
                </a:cubicBezTo>
                <a:cubicBezTo>
                  <a:pt x="1831" y="19078"/>
                  <a:pt x="1811" y="18720"/>
                  <a:pt x="1790" y="18362"/>
                </a:cubicBezTo>
                <a:cubicBezTo>
                  <a:pt x="1791" y="18362"/>
                  <a:pt x="1792" y="18361"/>
                  <a:pt x="1793" y="18361"/>
                </a:cubicBezTo>
                <a:cubicBezTo>
                  <a:pt x="1795" y="18361"/>
                  <a:pt x="1796" y="18362"/>
                  <a:pt x="1798" y="18362"/>
                </a:cubicBezTo>
                <a:cubicBezTo>
                  <a:pt x="1799" y="18362"/>
                  <a:pt x="1800" y="18362"/>
                  <a:pt x="1801" y="18361"/>
                </a:cubicBezTo>
                <a:cubicBezTo>
                  <a:pt x="2683" y="17887"/>
                  <a:pt x="3654" y="17391"/>
                  <a:pt x="4480" y="16760"/>
                </a:cubicBezTo>
                <a:close/>
                <a:moveTo>
                  <a:pt x="4563" y="18131"/>
                </a:moveTo>
                <a:cubicBezTo>
                  <a:pt x="4586" y="18521"/>
                  <a:pt x="4612" y="18912"/>
                  <a:pt x="4636" y="19303"/>
                </a:cubicBezTo>
                <a:cubicBezTo>
                  <a:pt x="4213" y="19522"/>
                  <a:pt x="3820" y="19823"/>
                  <a:pt x="3439" y="20096"/>
                </a:cubicBezTo>
                <a:cubicBezTo>
                  <a:pt x="2938" y="20451"/>
                  <a:pt x="2444" y="20814"/>
                  <a:pt x="1950" y="21176"/>
                </a:cubicBezTo>
                <a:cubicBezTo>
                  <a:pt x="1922" y="20692"/>
                  <a:pt x="1894" y="20207"/>
                  <a:pt x="1868" y="19723"/>
                </a:cubicBezTo>
                <a:cubicBezTo>
                  <a:pt x="2421" y="19432"/>
                  <a:pt x="2972" y="19134"/>
                  <a:pt x="3505" y="18809"/>
                </a:cubicBezTo>
                <a:cubicBezTo>
                  <a:pt x="3853" y="18597"/>
                  <a:pt x="4235" y="18389"/>
                  <a:pt x="4563" y="18131"/>
                </a:cubicBezTo>
                <a:close/>
                <a:moveTo>
                  <a:pt x="4659" y="19671"/>
                </a:moveTo>
                <a:cubicBezTo>
                  <a:pt x="4690" y="20135"/>
                  <a:pt x="4721" y="20601"/>
                  <a:pt x="4754" y="21065"/>
                </a:cubicBezTo>
                <a:cubicBezTo>
                  <a:pt x="3950" y="21625"/>
                  <a:pt x="3236" y="22302"/>
                  <a:pt x="2371" y="22794"/>
                </a:cubicBezTo>
                <a:cubicBezTo>
                  <a:pt x="2254" y="22860"/>
                  <a:pt x="2326" y="23016"/>
                  <a:pt x="2437" y="23016"/>
                </a:cubicBezTo>
                <a:cubicBezTo>
                  <a:pt x="2455" y="23016"/>
                  <a:pt x="2474" y="23012"/>
                  <a:pt x="2493" y="23003"/>
                </a:cubicBezTo>
                <a:cubicBezTo>
                  <a:pt x="3278" y="22621"/>
                  <a:pt x="4166" y="22127"/>
                  <a:pt x="4781" y="21450"/>
                </a:cubicBezTo>
                <a:cubicBezTo>
                  <a:pt x="4803" y="21783"/>
                  <a:pt x="4826" y="22117"/>
                  <a:pt x="4850" y="22450"/>
                </a:cubicBezTo>
                <a:cubicBezTo>
                  <a:pt x="4473" y="22722"/>
                  <a:pt x="4128" y="23043"/>
                  <a:pt x="3769" y="23334"/>
                </a:cubicBezTo>
                <a:cubicBezTo>
                  <a:pt x="3241" y="23763"/>
                  <a:pt x="2702" y="24177"/>
                  <a:pt x="2152" y="24578"/>
                </a:cubicBezTo>
                <a:cubicBezTo>
                  <a:pt x="2145" y="24459"/>
                  <a:pt x="2137" y="24339"/>
                  <a:pt x="2130" y="24220"/>
                </a:cubicBezTo>
                <a:cubicBezTo>
                  <a:pt x="2071" y="23284"/>
                  <a:pt x="2015" y="22348"/>
                  <a:pt x="1961" y="21411"/>
                </a:cubicBezTo>
                <a:cubicBezTo>
                  <a:pt x="2511" y="21070"/>
                  <a:pt x="3061" y="20730"/>
                  <a:pt x="3605" y="20382"/>
                </a:cubicBezTo>
                <a:cubicBezTo>
                  <a:pt x="3952" y="20160"/>
                  <a:pt x="4326" y="19934"/>
                  <a:pt x="4659" y="19671"/>
                </a:cubicBezTo>
                <a:close/>
                <a:moveTo>
                  <a:pt x="4876" y="22819"/>
                </a:moveTo>
                <a:cubicBezTo>
                  <a:pt x="4909" y="23273"/>
                  <a:pt x="4944" y="23727"/>
                  <a:pt x="4979" y="24182"/>
                </a:cubicBezTo>
                <a:cubicBezTo>
                  <a:pt x="4572" y="24443"/>
                  <a:pt x="4192" y="24759"/>
                  <a:pt x="3812" y="25042"/>
                </a:cubicBezTo>
                <a:cubicBezTo>
                  <a:pt x="3303" y="25422"/>
                  <a:pt x="2781" y="25785"/>
                  <a:pt x="2252" y="26137"/>
                </a:cubicBezTo>
                <a:cubicBezTo>
                  <a:pt x="2224" y="25693"/>
                  <a:pt x="2196" y="25248"/>
                  <a:pt x="2167" y="24805"/>
                </a:cubicBezTo>
                <a:cubicBezTo>
                  <a:pt x="3072" y="24234"/>
                  <a:pt x="4103" y="23606"/>
                  <a:pt x="4876" y="22819"/>
                </a:cubicBezTo>
                <a:close/>
                <a:moveTo>
                  <a:pt x="5011" y="24619"/>
                </a:moveTo>
                <a:cubicBezTo>
                  <a:pt x="5038" y="24970"/>
                  <a:pt x="5064" y="25322"/>
                  <a:pt x="5090" y="25673"/>
                </a:cubicBezTo>
                <a:cubicBezTo>
                  <a:pt x="4705" y="25894"/>
                  <a:pt x="4356" y="26195"/>
                  <a:pt x="4016" y="26471"/>
                </a:cubicBezTo>
                <a:cubicBezTo>
                  <a:pt x="3465" y="26920"/>
                  <a:pt x="2933" y="27393"/>
                  <a:pt x="2406" y="27868"/>
                </a:cubicBezTo>
                <a:cubicBezTo>
                  <a:pt x="2322" y="27943"/>
                  <a:pt x="2399" y="28050"/>
                  <a:pt x="2488" y="28050"/>
                </a:cubicBezTo>
                <a:cubicBezTo>
                  <a:pt x="2512" y="28050"/>
                  <a:pt x="2538" y="28042"/>
                  <a:pt x="2561" y="28023"/>
                </a:cubicBezTo>
                <a:cubicBezTo>
                  <a:pt x="3103" y="27580"/>
                  <a:pt x="3656" y="27152"/>
                  <a:pt x="4213" y="26726"/>
                </a:cubicBezTo>
                <a:cubicBezTo>
                  <a:pt x="4510" y="26499"/>
                  <a:pt x="4831" y="26272"/>
                  <a:pt x="5118" y="26018"/>
                </a:cubicBezTo>
                <a:cubicBezTo>
                  <a:pt x="5158" y="26529"/>
                  <a:pt x="5198" y="27040"/>
                  <a:pt x="5237" y="27551"/>
                </a:cubicBezTo>
                <a:cubicBezTo>
                  <a:pt x="4993" y="27749"/>
                  <a:pt x="4759" y="27963"/>
                  <a:pt x="4524" y="28151"/>
                </a:cubicBezTo>
                <a:cubicBezTo>
                  <a:pt x="3951" y="28607"/>
                  <a:pt x="3370" y="29051"/>
                  <a:pt x="2769" y="29470"/>
                </a:cubicBezTo>
                <a:cubicBezTo>
                  <a:pt x="2667" y="29539"/>
                  <a:pt x="2727" y="29686"/>
                  <a:pt x="2826" y="29686"/>
                </a:cubicBezTo>
                <a:cubicBezTo>
                  <a:pt x="2844" y="29686"/>
                  <a:pt x="2864" y="29680"/>
                  <a:pt x="2884" y="29669"/>
                </a:cubicBezTo>
                <a:lnTo>
                  <a:pt x="2884" y="29668"/>
                </a:lnTo>
                <a:cubicBezTo>
                  <a:pt x="3526" y="29290"/>
                  <a:pt x="4157" y="28896"/>
                  <a:pt x="4754" y="28451"/>
                </a:cubicBezTo>
                <a:cubicBezTo>
                  <a:pt x="4924" y="28324"/>
                  <a:pt x="5102" y="28194"/>
                  <a:pt x="5277" y="28059"/>
                </a:cubicBezTo>
                <a:cubicBezTo>
                  <a:pt x="5306" y="28417"/>
                  <a:pt x="5335" y="28777"/>
                  <a:pt x="5364" y="29137"/>
                </a:cubicBezTo>
                <a:cubicBezTo>
                  <a:pt x="5044" y="29347"/>
                  <a:pt x="4740" y="29591"/>
                  <a:pt x="4443" y="29820"/>
                </a:cubicBezTo>
                <a:cubicBezTo>
                  <a:pt x="3926" y="30219"/>
                  <a:pt x="3420" y="30631"/>
                  <a:pt x="2918" y="31048"/>
                </a:cubicBezTo>
                <a:cubicBezTo>
                  <a:pt x="2843" y="31111"/>
                  <a:pt x="2912" y="31229"/>
                  <a:pt x="2995" y="31229"/>
                </a:cubicBezTo>
                <a:cubicBezTo>
                  <a:pt x="3011" y="31229"/>
                  <a:pt x="3028" y="31224"/>
                  <a:pt x="3045" y="31214"/>
                </a:cubicBezTo>
                <a:cubicBezTo>
                  <a:pt x="3643" y="30815"/>
                  <a:pt x="4237" y="30413"/>
                  <a:pt x="4818" y="29989"/>
                </a:cubicBezTo>
                <a:cubicBezTo>
                  <a:pt x="5010" y="29848"/>
                  <a:pt x="5207" y="29707"/>
                  <a:pt x="5398" y="29559"/>
                </a:cubicBezTo>
                <a:cubicBezTo>
                  <a:pt x="5421" y="29839"/>
                  <a:pt x="5443" y="30118"/>
                  <a:pt x="5465" y="30397"/>
                </a:cubicBezTo>
                <a:cubicBezTo>
                  <a:pt x="4999" y="30707"/>
                  <a:pt x="4574" y="31105"/>
                  <a:pt x="4136" y="31444"/>
                </a:cubicBezTo>
                <a:cubicBezTo>
                  <a:pt x="3655" y="31815"/>
                  <a:pt x="3166" y="32174"/>
                  <a:pt x="2669" y="32522"/>
                </a:cubicBezTo>
                <a:cubicBezTo>
                  <a:pt x="2533" y="30482"/>
                  <a:pt x="2400" y="28443"/>
                  <a:pt x="2270" y="26403"/>
                </a:cubicBezTo>
                <a:cubicBezTo>
                  <a:pt x="2277" y="26402"/>
                  <a:pt x="2284" y="26399"/>
                  <a:pt x="2289" y="26396"/>
                </a:cubicBezTo>
                <a:cubicBezTo>
                  <a:pt x="3164" y="25878"/>
                  <a:pt x="4212" y="25331"/>
                  <a:pt x="5011" y="24619"/>
                </a:cubicBezTo>
                <a:close/>
                <a:moveTo>
                  <a:pt x="5499" y="30815"/>
                </a:moveTo>
                <a:lnTo>
                  <a:pt x="5600" y="32047"/>
                </a:lnTo>
                <a:cubicBezTo>
                  <a:pt x="5097" y="32366"/>
                  <a:pt x="4654" y="32785"/>
                  <a:pt x="4175" y="33137"/>
                </a:cubicBezTo>
                <a:cubicBezTo>
                  <a:pt x="3720" y="33471"/>
                  <a:pt x="3255" y="33786"/>
                  <a:pt x="2777" y="34086"/>
                </a:cubicBezTo>
                <a:cubicBezTo>
                  <a:pt x="2748" y="33661"/>
                  <a:pt x="2718" y="33237"/>
                  <a:pt x="2689" y="32812"/>
                </a:cubicBezTo>
                <a:cubicBezTo>
                  <a:pt x="3635" y="32256"/>
                  <a:pt x="4725" y="31621"/>
                  <a:pt x="5499" y="30815"/>
                </a:cubicBezTo>
                <a:close/>
                <a:moveTo>
                  <a:pt x="5632" y="32437"/>
                </a:moveTo>
                <a:cubicBezTo>
                  <a:pt x="5666" y="32853"/>
                  <a:pt x="5701" y="33270"/>
                  <a:pt x="5734" y="33685"/>
                </a:cubicBezTo>
                <a:cubicBezTo>
                  <a:pt x="5240" y="34019"/>
                  <a:pt x="4785" y="34427"/>
                  <a:pt x="4307" y="34778"/>
                </a:cubicBezTo>
                <a:cubicBezTo>
                  <a:pt x="3849" y="35115"/>
                  <a:pt x="3373" y="35428"/>
                  <a:pt x="2891" y="35729"/>
                </a:cubicBezTo>
                <a:cubicBezTo>
                  <a:pt x="2859" y="35274"/>
                  <a:pt x="2827" y="34819"/>
                  <a:pt x="2796" y="34364"/>
                </a:cubicBezTo>
                <a:cubicBezTo>
                  <a:pt x="3769" y="33863"/>
                  <a:pt x="4877" y="33261"/>
                  <a:pt x="5632" y="32437"/>
                </a:cubicBezTo>
                <a:close/>
                <a:moveTo>
                  <a:pt x="5763" y="34051"/>
                </a:moveTo>
                <a:cubicBezTo>
                  <a:pt x="5799" y="34483"/>
                  <a:pt x="5834" y="34915"/>
                  <a:pt x="5869" y="35346"/>
                </a:cubicBezTo>
                <a:cubicBezTo>
                  <a:pt x="5394" y="35586"/>
                  <a:pt x="4945" y="35927"/>
                  <a:pt x="4522" y="36217"/>
                </a:cubicBezTo>
                <a:cubicBezTo>
                  <a:pt x="4002" y="36572"/>
                  <a:pt x="3500" y="36952"/>
                  <a:pt x="3002" y="37337"/>
                </a:cubicBezTo>
                <a:cubicBezTo>
                  <a:pt x="2969" y="36888"/>
                  <a:pt x="2940" y="36440"/>
                  <a:pt x="2909" y="35990"/>
                </a:cubicBezTo>
                <a:cubicBezTo>
                  <a:pt x="3903" y="35494"/>
                  <a:pt x="4995" y="34874"/>
                  <a:pt x="5763" y="34051"/>
                </a:cubicBezTo>
                <a:close/>
                <a:moveTo>
                  <a:pt x="5904" y="35761"/>
                </a:moveTo>
                <a:cubicBezTo>
                  <a:pt x="5935" y="36136"/>
                  <a:pt x="5965" y="36512"/>
                  <a:pt x="5995" y="36887"/>
                </a:cubicBezTo>
                <a:cubicBezTo>
                  <a:pt x="5529" y="37181"/>
                  <a:pt x="5102" y="37562"/>
                  <a:pt x="4674" y="37890"/>
                </a:cubicBezTo>
                <a:cubicBezTo>
                  <a:pt x="4150" y="38291"/>
                  <a:pt x="3636" y="38704"/>
                  <a:pt x="3122" y="39116"/>
                </a:cubicBezTo>
                <a:cubicBezTo>
                  <a:pt x="3104" y="38824"/>
                  <a:pt x="3086" y="38532"/>
                  <a:pt x="3065" y="38242"/>
                </a:cubicBezTo>
                <a:cubicBezTo>
                  <a:pt x="3051" y="38048"/>
                  <a:pt x="3039" y="37855"/>
                  <a:pt x="3025" y="37662"/>
                </a:cubicBezTo>
                <a:cubicBezTo>
                  <a:pt x="3612" y="37243"/>
                  <a:pt x="4209" y="36840"/>
                  <a:pt x="4813" y="36444"/>
                </a:cubicBezTo>
                <a:cubicBezTo>
                  <a:pt x="5163" y="36215"/>
                  <a:pt x="5547" y="36002"/>
                  <a:pt x="5904" y="35761"/>
                </a:cubicBezTo>
                <a:close/>
                <a:moveTo>
                  <a:pt x="6028" y="37294"/>
                </a:moveTo>
                <a:cubicBezTo>
                  <a:pt x="6060" y="37705"/>
                  <a:pt x="6093" y="38115"/>
                  <a:pt x="6125" y="38526"/>
                </a:cubicBezTo>
                <a:cubicBezTo>
                  <a:pt x="5116" y="39185"/>
                  <a:pt x="4161" y="39946"/>
                  <a:pt x="3199" y="40670"/>
                </a:cubicBezTo>
                <a:cubicBezTo>
                  <a:pt x="3180" y="40242"/>
                  <a:pt x="3159" y="39815"/>
                  <a:pt x="3136" y="39388"/>
                </a:cubicBezTo>
                <a:cubicBezTo>
                  <a:pt x="3744" y="38957"/>
                  <a:pt x="4354" y="38529"/>
                  <a:pt x="4952" y="38086"/>
                </a:cubicBezTo>
                <a:cubicBezTo>
                  <a:pt x="5299" y="37830"/>
                  <a:pt x="5680" y="37577"/>
                  <a:pt x="6028" y="37294"/>
                </a:cubicBezTo>
                <a:close/>
                <a:moveTo>
                  <a:pt x="6157" y="38923"/>
                </a:moveTo>
                <a:cubicBezTo>
                  <a:pt x="6188" y="39329"/>
                  <a:pt x="6221" y="39734"/>
                  <a:pt x="6251" y="40141"/>
                </a:cubicBezTo>
                <a:cubicBezTo>
                  <a:pt x="5812" y="40393"/>
                  <a:pt x="5409" y="40751"/>
                  <a:pt x="5010" y="41039"/>
                </a:cubicBezTo>
                <a:cubicBezTo>
                  <a:pt x="4426" y="41464"/>
                  <a:pt x="3851" y="41900"/>
                  <a:pt x="3274" y="42336"/>
                </a:cubicBezTo>
                <a:cubicBezTo>
                  <a:pt x="3251" y="41864"/>
                  <a:pt x="3230" y="41391"/>
                  <a:pt x="3210" y="40918"/>
                </a:cubicBezTo>
                <a:cubicBezTo>
                  <a:pt x="3813" y="40510"/>
                  <a:pt x="4418" y="40104"/>
                  <a:pt x="5019" y="39693"/>
                </a:cubicBezTo>
                <a:cubicBezTo>
                  <a:pt x="5319" y="39490"/>
                  <a:pt x="5614" y="39281"/>
                  <a:pt x="5912" y="39074"/>
                </a:cubicBezTo>
                <a:cubicBezTo>
                  <a:pt x="5980" y="39028"/>
                  <a:pt x="6067" y="38976"/>
                  <a:pt x="6157" y="38923"/>
                </a:cubicBezTo>
                <a:close/>
                <a:moveTo>
                  <a:pt x="27741" y="927"/>
                </a:moveTo>
                <a:cubicBezTo>
                  <a:pt x="34768" y="927"/>
                  <a:pt x="41788" y="1108"/>
                  <a:pt x="48811" y="1342"/>
                </a:cubicBezTo>
                <a:cubicBezTo>
                  <a:pt x="47902" y="7824"/>
                  <a:pt x="48210" y="14660"/>
                  <a:pt x="48130" y="21178"/>
                </a:cubicBezTo>
                <a:lnTo>
                  <a:pt x="48131" y="21178"/>
                </a:lnTo>
                <a:cubicBezTo>
                  <a:pt x="48045" y="28092"/>
                  <a:pt x="47740" y="35126"/>
                  <a:pt x="48180" y="42035"/>
                </a:cubicBezTo>
                <a:cubicBezTo>
                  <a:pt x="41318" y="42345"/>
                  <a:pt x="34467" y="42507"/>
                  <a:pt x="27600" y="42635"/>
                </a:cubicBezTo>
                <a:cubicBezTo>
                  <a:pt x="20912" y="42761"/>
                  <a:pt x="14087" y="42704"/>
                  <a:pt x="7421" y="43332"/>
                </a:cubicBezTo>
                <a:cubicBezTo>
                  <a:pt x="7418" y="43325"/>
                  <a:pt x="7413" y="43319"/>
                  <a:pt x="7407" y="43313"/>
                </a:cubicBezTo>
                <a:cubicBezTo>
                  <a:pt x="6639" y="29333"/>
                  <a:pt x="6396" y="15168"/>
                  <a:pt x="4497" y="1286"/>
                </a:cubicBezTo>
                <a:lnTo>
                  <a:pt x="4497" y="1286"/>
                </a:lnTo>
                <a:cubicBezTo>
                  <a:pt x="5319" y="1336"/>
                  <a:pt x="6147" y="1355"/>
                  <a:pt x="6977" y="1355"/>
                </a:cubicBezTo>
                <a:cubicBezTo>
                  <a:pt x="9846" y="1355"/>
                  <a:pt x="12747" y="1119"/>
                  <a:pt x="15591" y="1061"/>
                </a:cubicBezTo>
                <a:cubicBezTo>
                  <a:pt x="19243" y="986"/>
                  <a:pt x="22895" y="941"/>
                  <a:pt x="26549" y="929"/>
                </a:cubicBezTo>
                <a:cubicBezTo>
                  <a:pt x="26946" y="927"/>
                  <a:pt x="27343" y="927"/>
                  <a:pt x="27741" y="927"/>
                </a:cubicBezTo>
                <a:close/>
                <a:moveTo>
                  <a:pt x="6285" y="40570"/>
                </a:moveTo>
                <a:cubicBezTo>
                  <a:pt x="6318" y="40985"/>
                  <a:pt x="6348" y="41399"/>
                  <a:pt x="6379" y="41812"/>
                </a:cubicBezTo>
                <a:cubicBezTo>
                  <a:pt x="5331" y="42464"/>
                  <a:pt x="4351" y="43321"/>
                  <a:pt x="3371" y="44045"/>
                </a:cubicBezTo>
                <a:cubicBezTo>
                  <a:pt x="3336" y="43547"/>
                  <a:pt x="3308" y="43046"/>
                  <a:pt x="3284" y="42546"/>
                </a:cubicBezTo>
                <a:cubicBezTo>
                  <a:pt x="3915" y="42138"/>
                  <a:pt x="4546" y="41731"/>
                  <a:pt x="5170" y="41311"/>
                </a:cubicBezTo>
                <a:cubicBezTo>
                  <a:pt x="5525" y="41071"/>
                  <a:pt x="5928" y="40840"/>
                  <a:pt x="6285" y="40570"/>
                </a:cubicBezTo>
                <a:close/>
                <a:moveTo>
                  <a:pt x="6414" y="42294"/>
                </a:moveTo>
                <a:cubicBezTo>
                  <a:pt x="6440" y="42638"/>
                  <a:pt x="6467" y="42982"/>
                  <a:pt x="6491" y="43327"/>
                </a:cubicBezTo>
                <a:cubicBezTo>
                  <a:pt x="6008" y="43674"/>
                  <a:pt x="5575" y="44105"/>
                  <a:pt x="5104" y="44464"/>
                </a:cubicBezTo>
                <a:cubicBezTo>
                  <a:pt x="4591" y="44855"/>
                  <a:pt x="4057" y="45218"/>
                  <a:pt x="3504" y="45548"/>
                </a:cubicBezTo>
                <a:cubicBezTo>
                  <a:pt x="3458" y="45128"/>
                  <a:pt x="3420" y="44705"/>
                  <a:pt x="3390" y="44282"/>
                </a:cubicBezTo>
                <a:cubicBezTo>
                  <a:pt x="4376" y="43671"/>
                  <a:pt x="5487" y="43052"/>
                  <a:pt x="6414" y="42294"/>
                </a:cubicBezTo>
                <a:close/>
                <a:moveTo>
                  <a:pt x="47289" y="43205"/>
                </a:moveTo>
                <a:lnTo>
                  <a:pt x="47289" y="43205"/>
                </a:lnTo>
                <a:cubicBezTo>
                  <a:pt x="46641" y="43713"/>
                  <a:pt x="46005" y="44245"/>
                  <a:pt x="45379" y="44763"/>
                </a:cubicBezTo>
                <a:cubicBezTo>
                  <a:pt x="45177" y="44930"/>
                  <a:pt x="44484" y="45342"/>
                  <a:pt x="44089" y="45776"/>
                </a:cubicBezTo>
                <a:cubicBezTo>
                  <a:pt x="43823" y="45786"/>
                  <a:pt x="43556" y="45790"/>
                  <a:pt x="43289" y="45797"/>
                </a:cubicBezTo>
                <a:cubicBezTo>
                  <a:pt x="44230" y="45065"/>
                  <a:pt x="45083" y="44258"/>
                  <a:pt x="45809" y="43295"/>
                </a:cubicBezTo>
                <a:cubicBezTo>
                  <a:pt x="46302" y="43266"/>
                  <a:pt x="46797" y="43240"/>
                  <a:pt x="47289" y="43205"/>
                </a:cubicBezTo>
                <a:close/>
                <a:moveTo>
                  <a:pt x="45610" y="43307"/>
                </a:moveTo>
                <a:lnTo>
                  <a:pt x="45610" y="43307"/>
                </a:lnTo>
                <a:cubicBezTo>
                  <a:pt x="44615" y="44091"/>
                  <a:pt x="43689" y="44944"/>
                  <a:pt x="42767" y="45810"/>
                </a:cubicBezTo>
                <a:cubicBezTo>
                  <a:pt x="42265" y="45824"/>
                  <a:pt x="41763" y="45837"/>
                  <a:pt x="41260" y="45845"/>
                </a:cubicBezTo>
                <a:lnTo>
                  <a:pt x="41259" y="45845"/>
                </a:lnTo>
                <a:cubicBezTo>
                  <a:pt x="41445" y="45689"/>
                  <a:pt x="41620" y="45516"/>
                  <a:pt x="41795" y="45342"/>
                </a:cubicBezTo>
                <a:cubicBezTo>
                  <a:pt x="42392" y="44745"/>
                  <a:pt x="43095" y="44132"/>
                  <a:pt x="43543" y="43411"/>
                </a:cubicBezTo>
                <a:cubicBezTo>
                  <a:pt x="44232" y="43382"/>
                  <a:pt x="44920" y="43347"/>
                  <a:pt x="45610" y="43307"/>
                </a:cubicBezTo>
                <a:close/>
                <a:moveTo>
                  <a:pt x="43222" y="43424"/>
                </a:moveTo>
                <a:lnTo>
                  <a:pt x="43222" y="43424"/>
                </a:lnTo>
                <a:cubicBezTo>
                  <a:pt x="42739" y="43794"/>
                  <a:pt x="42322" y="44271"/>
                  <a:pt x="41902" y="44705"/>
                </a:cubicBezTo>
                <a:lnTo>
                  <a:pt x="41901" y="44704"/>
                </a:lnTo>
                <a:cubicBezTo>
                  <a:pt x="41534" y="45082"/>
                  <a:pt x="41176" y="45545"/>
                  <a:pt x="40733" y="45852"/>
                </a:cubicBezTo>
                <a:cubicBezTo>
                  <a:pt x="40072" y="45862"/>
                  <a:pt x="39410" y="45869"/>
                  <a:pt x="38748" y="45876"/>
                </a:cubicBezTo>
                <a:cubicBezTo>
                  <a:pt x="39644" y="45075"/>
                  <a:pt x="40677" y="44337"/>
                  <a:pt x="41540" y="43484"/>
                </a:cubicBezTo>
                <a:cubicBezTo>
                  <a:pt x="42101" y="43468"/>
                  <a:pt x="42662" y="43447"/>
                  <a:pt x="43222" y="43424"/>
                </a:cubicBezTo>
                <a:close/>
                <a:moveTo>
                  <a:pt x="31592" y="43617"/>
                </a:moveTo>
                <a:lnTo>
                  <a:pt x="31592" y="43617"/>
                </a:lnTo>
                <a:cubicBezTo>
                  <a:pt x="31338" y="43883"/>
                  <a:pt x="31096" y="44164"/>
                  <a:pt x="30854" y="44412"/>
                </a:cubicBezTo>
                <a:cubicBezTo>
                  <a:pt x="30378" y="44900"/>
                  <a:pt x="29899" y="45386"/>
                  <a:pt x="29419" y="45872"/>
                </a:cubicBezTo>
                <a:lnTo>
                  <a:pt x="28561" y="45872"/>
                </a:lnTo>
                <a:cubicBezTo>
                  <a:pt x="28774" y="45680"/>
                  <a:pt x="28987" y="45486"/>
                  <a:pt x="29201" y="45294"/>
                </a:cubicBezTo>
                <a:cubicBezTo>
                  <a:pt x="29648" y="44892"/>
                  <a:pt x="30223" y="44464"/>
                  <a:pt x="30500" y="43922"/>
                </a:cubicBezTo>
                <a:cubicBezTo>
                  <a:pt x="30536" y="43852"/>
                  <a:pt x="30484" y="43786"/>
                  <a:pt x="30418" y="43786"/>
                </a:cubicBezTo>
                <a:cubicBezTo>
                  <a:pt x="30404" y="43786"/>
                  <a:pt x="30389" y="43789"/>
                  <a:pt x="30374" y="43796"/>
                </a:cubicBezTo>
                <a:cubicBezTo>
                  <a:pt x="29821" y="44058"/>
                  <a:pt x="29380" y="44620"/>
                  <a:pt x="28963" y="45056"/>
                </a:cubicBezTo>
                <a:cubicBezTo>
                  <a:pt x="28702" y="45328"/>
                  <a:pt x="28441" y="45601"/>
                  <a:pt x="28180" y="45872"/>
                </a:cubicBezTo>
                <a:cubicBezTo>
                  <a:pt x="27604" y="45873"/>
                  <a:pt x="27031" y="45875"/>
                  <a:pt x="26455" y="45878"/>
                </a:cubicBezTo>
                <a:lnTo>
                  <a:pt x="26454" y="45876"/>
                </a:lnTo>
                <a:cubicBezTo>
                  <a:pt x="26788" y="45583"/>
                  <a:pt x="27126" y="45291"/>
                  <a:pt x="27457" y="44992"/>
                </a:cubicBezTo>
                <a:cubicBezTo>
                  <a:pt x="27907" y="44587"/>
                  <a:pt x="28461" y="44162"/>
                  <a:pt x="28788" y="43638"/>
                </a:cubicBezTo>
                <a:cubicBezTo>
                  <a:pt x="29722" y="43628"/>
                  <a:pt x="30657" y="43623"/>
                  <a:pt x="31592" y="43617"/>
                </a:cubicBezTo>
                <a:close/>
                <a:moveTo>
                  <a:pt x="40852" y="43504"/>
                </a:moveTo>
                <a:cubicBezTo>
                  <a:pt x="39991" y="44188"/>
                  <a:pt x="39210" y="45042"/>
                  <a:pt x="38472" y="45786"/>
                </a:cubicBezTo>
                <a:lnTo>
                  <a:pt x="38471" y="45786"/>
                </a:lnTo>
                <a:cubicBezTo>
                  <a:pt x="38445" y="45809"/>
                  <a:pt x="38432" y="45843"/>
                  <a:pt x="38434" y="45878"/>
                </a:cubicBezTo>
                <a:cubicBezTo>
                  <a:pt x="38070" y="45880"/>
                  <a:pt x="37707" y="45882"/>
                  <a:pt x="37343" y="45883"/>
                </a:cubicBezTo>
                <a:cubicBezTo>
                  <a:pt x="37824" y="45477"/>
                  <a:pt x="38306" y="45072"/>
                  <a:pt x="38779" y="44656"/>
                </a:cubicBezTo>
                <a:cubicBezTo>
                  <a:pt x="39189" y="44297"/>
                  <a:pt x="39686" y="43944"/>
                  <a:pt x="40072" y="43526"/>
                </a:cubicBezTo>
                <a:cubicBezTo>
                  <a:pt x="40331" y="43520"/>
                  <a:pt x="40592" y="43511"/>
                  <a:pt x="40852" y="43504"/>
                </a:cubicBezTo>
                <a:close/>
                <a:moveTo>
                  <a:pt x="39385" y="43538"/>
                </a:moveTo>
                <a:lnTo>
                  <a:pt x="39385" y="43538"/>
                </a:lnTo>
                <a:cubicBezTo>
                  <a:pt x="39081" y="43819"/>
                  <a:pt x="38795" y="44128"/>
                  <a:pt x="38513" y="44390"/>
                </a:cubicBezTo>
                <a:lnTo>
                  <a:pt x="38512" y="44389"/>
                </a:lnTo>
                <a:cubicBezTo>
                  <a:pt x="37982" y="44880"/>
                  <a:pt x="37464" y="45384"/>
                  <a:pt x="36943" y="45885"/>
                </a:cubicBezTo>
                <a:cubicBezTo>
                  <a:pt x="36627" y="45885"/>
                  <a:pt x="36310" y="45885"/>
                  <a:pt x="35993" y="45885"/>
                </a:cubicBezTo>
                <a:cubicBezTo>
                  <a:pt x="35677" y="45885"/>
                  <a:pt x="35360" y="45885"/>
                  <a:pt x="35044" y="45885"/>
                </a:cubicBezTo>
                <a:cubicBezTo>
                  <a:pt x="36087" y="45169"/>
                  <a:pt x="37259" y="44449"/>
                  <a:pt x="38157" y="43560"/>
                </a:cubicBezTo>
                <a:cubicBezTo>
                  <a:pt x="38566" y="43553"/>
                  <a:pt x="38975" y="43546"/>
                  <a:pt x="39385" y="43538"/>
                </a:cubicBezTo>
                <a:close/>
                <a:moveTo>
                  <a:pt x="37339" y="43574"/>
                </a:moveTo>
                <a:lnTo>
                  <a:pt x="37339" y="43574"/>
                </a:lnTo>
                <a:cubicBezTo>
                  <a:pt x="36346" y="44258"/>
                  <a:pt x="35427" y="45146"/>
                  <a:pt x="34534" y="45886"/>
                </a:cubicBezTo>
                <a:cubicBezTo>
                  <a:pt x="32971" y="45882"/>
                  <a:pt x="31409" y="45879"/>
                  <a:pt x="29847" y="45873"/>
                </a:cubicBezTo>
                <a:lnTo>
                  <a:pt x="29845" y="45873"/>
                </a:lnTo>
                <a:cubicBezTo>
                  <a:pt x="30282" y="45488"/>
                  <a:pt x="30715" y="45098"/>
                  <a:pt x="31138" y="44696"/>
                </a:cubicBezTo>
                <a:cubicBezTo>
                  <a:pt x="31494" y="44358"/>
                  <a:pt x="31917" y="44007"/>
                  <a:pt x="32258" y="43613"/>
                </a:cubicBezTo>
                <a:cubicBezTo>
                  <a:pt x="32595" y="43611"/>
                  <a:pt x="32933" y="43610"/>
                  <a:pt x="33272" y="43607"/>
                </a:cubicBezTo>
                <a:lnTo>
                  <a:pt x="33272" y="43607"/>
                </a:lnTo>
                <a:cubicBezTo>
                  <a:pt x="33123" y="43766"/>
                  <a:pt x="32975" y="43922"/>
                  <a:pt x="32823" y="44065"/>
                </a:cubicBezTo>
                <a:cubicBezTo>
                  <a:pt x="32251" y="44606"/>
                  <a:pt x="31635" y="45099"/>
                  <a:pt x="31031" y="45603"/>
                </a:cubicBezTo>
                <a:cubicBezTo>
                  <a:pt x="30934" y="45685"/>
                  <a:pt x="31023" y="45826"/>
                  <a:pt x="31128" y="45826"/>
                </a:cubicBezTo>
                <a:cubicBezTo>
                  <a:pt x="31149" y="45826"/>
                  <a:pt x="31170" y="45821"/>
                  <a:pt x="31190" y="45809"/>
                </a:cubicBezTo>
                <a:cubicBezTo>
                  <a:pt x="31855" y="45418"/>
                  <a:pt x="32456" y="44946"/>
                  <a:pt x="33028" y="44431"/>
                </a:cubicBezTo>
                <a:cubicBezTo>
                  <a:pt x="33304" y="44180"/>
                  <a:pt x="33619" y="43904"/>
                  <a:pt x="33898" y="43603"/>
                </a:cubicBezTo>
                <a:cubicBezTo>
                  <a:pt x="34396" y="43600"/>
                  <a:pt x="34895" y="43597"/>
                  <a:pt x="35392" y="43592"/>
                </a:cubicBezTo>
                <a:lnTo>
                  <a:pt x="35392" y="43592"/>
                </a:lnTo>
                <a:cubicBezTo>
                  <a:pt x="35151" y="43809"/>
                  <a:pt x="34921" y="44058"/>
                  <a:pt x="34712" y="44242"/>
                </a:cubicBezTo>
                <a:cubicBezTo>
                  <a:pt x="34234" y="44663"/>
                  <a:pt x="33772" y="45101"/>
                  <a:pt x="33308" y="45536"/>
                </a:cubicBezTo>
                <a:cubicBezTo>
                  <a:pt x="33205" y="45632"/>
                  <a:pt x="33300" y="45763"/>
                  <a:pt x="33410" y="45763"/>
                </a:cubicBezTo>
                <a:cubicBezTo>
                  <a:pt x="33440" y="45763"/>
                  <a:pt x="33471" y="45753"/>
                  <a:pt x="33500" y="45730"/>
                </a:cubicBezTo>
                <a:cubicBezTo>
                  <a:pt x="33970" y="45350"/>
                  <a:pt x="34444" y="44975"/>
                  <a:pt x="34902" y="44582"/>
                </a:cubicBezTo>
                <a:cubicBezTo>
                  <a:pt x="35117" y="44397"/>
                  <a:pt x="35332" y="44214"/>
                  <a:pt x="35546" y="44028"/>
                </a:cubicBezTo>
                <a:cubicBezTo>
                  <a:pt x="35684" y="43908"/>
                  <a:pt x="35925" y="43749"/>
                  <a:pt x="36074" y="43586"/>
                </a:cubicBezTo>
                <a:cubicBezTo>
                  <a:pt x="36495" y="43582"/>
                  <a:pt x="36918" y="43580"/>
                  <a:pt x="37339" y="43574"/>
                </a:cubicBezTo>
                <a:close/>
                <a:moveTo>
                  <a:pt x="28317" y="43641"/>
                </a:moveTo>
                <a:lnTo>
                  <a:pt x="28317" y="43641"/>
                </a:lnTo>
                <a:cubicBezTo>
                  <a:pt x="27900" y="43949"/>
                  <a:pt x="27535" y="44369"/>
                  <a:pt x="27184" y="44720"/>
                </a:cubicBezTo>
                <a:cubicBezTo>
                  <a:pt x="26802" y="45102"/>
                  <a:pt x="26426" y="45492"/>
                  <a:pt x="26049" y="45880"/>
                </a:cubicBezTo>
                <a:cubicBezTo>
                  <a:pt x="25469" y="45883"/>
                  <a:pt x="24888" y="45887"/>
                  <a:pt x="24308" y="45895"/>
                </a:cubicBezTo>
                <a:cubicBezTo>
                  <a:pt x="24253" y="45895"/>
                  <a:pt x="24195" y="45895"/>
                  <a:pt x="24138" y="45896"/>
                </a:cubicBezTo>
                <a:lnTo>
                  <a:pt x="24136" y="45895"/>
                </a:lnTo>
                <a:cubicBezTo>
                  <a:pt x="24613" y="45506"/>
                  <a:pt x="25089" y="45119"/>
                  <a:pt x="25554" y="44716"/>
                </a:cubicBezTo>
                <a:cubicBezTo>
                  <a:pt x="25934" y="44387"/>
                  <a:pt x="26356" y="44059"/>
                  <a:pt x="26679" y="43666"/>
                </a:cubicBezTo>
                <a:cubicBezTo>
                  <a:pt x="26984" y="43660"/>
                  <a:pt x="27291" y="43652"/>
                  <a:pt x="27597" y="43648"/>
                </a:cubicBezTo>
                <a:cubicBezTo>
                  <a:pt x="27837" y="43646"/>
                  <a:pt x="28077" y="43644"/>
                  <a:pt x="28317" y="43641"/>
                </a:cubicBezTo>
                <a:close/>
                <a:moveTo>
                  <a:pt x="4230" y="45403"/>
                </a:moveTo>
                <a:cubicBezTo>
                  <a:pt x="4004" y="45574"/>
                  <a:pt x="3776" y="45743"/>
                  <a:pt x="3539" y="45897"/>
                </a:cubicBezTo>
                <a:cubicBezTo>
                  <a:pt x="3534" y="45853"/>
                  <a:pt x="3530" y="45808"/>
                  <a:pt x="3525" y="45764"/>
                </a:cubicBezTo>
                <a:cubicBezTo>
                  <a:pt x="3753" y="45652"/>
                  <a:pt x="3990" y="45531"/>
                  <a:pt x="4230" y="45403"/>
                </a:cubicBezTo>
                <a:close/>
                <a:moveTo>
                  <a:pt x="26124" y="43676"/>
                </a:moveTo>
                <a:lnTo>
                  <a:pt x="26124" y="43676"/>
                </a:lnTo>
                <a:cubicBezTo>
                  <a:pt x="25824" y="43914"/>
                  <a:pt x="25544" y="44186"/>
                  <a:pt x="25270" y="44431"/>
                </a:cubicBezTo>
                <a:cubicBezTo>
                  <a:pt x="24762" y="44887"/>
                  <a:pt x="24267" y="45358"/>
                  <a:pt x="23771" y="45829"/>
                </a:cubicBezTo>
                <a:cubicBezTo>
                  <a:pt x="23750" y="45847"/>
                  <a:pt x="23736" y="45872"/>
                  <a:pt x="23730" y="45899"/>
                </a:cubicBezTo>
                <a:cubicBezTo>
                  <a:pt x="23067" y="45906"/>
                  <a:pt x="22403" y="45910"/>
                  <a:pt x="21737" y="45914"/>
                </a:cubicBezTo>
                <a:cubicBezTo>
                  <a:pt x="22093" y="45554"/>
                  <a:pt x="22456" y="45200"/>
                  <a:pt x="22827" y="44853"/>
                </a:cubicBezTo>
                <a:cubicBezTo>
                  <a:pt x="23229" y="44476"/>
                  <a:pt x="23697" y="44123"/>
                  <a:pt x="24097" y="43723"/>
                </a:cubicBezTo>
                <a:cubicBezTo>
                  <a:pt x="24773" y="43704"/>
                  <a:pt x="25448" y="43689"/>
                  <a:pt x="26124" y="43676"/>
                </a:cubicBezTo>
                <a:close/>
                <a:moveTo>
                  <a:pt x="23481" y="43740"/>
                </a:moveTo>
                <a:lnTo>
                  <a:pt x="23481" y="43740"/>
                </a:lnTo>
                <a:cubicBezTo>
                  <a:pt x="23190" y="43982"/>
                  <a:pt x="22917" y="44250"/>
                  <a:pt x="22654" y="44496"/>
                </a:cubicBezTo>
                <a:lnTo>
                  <a:pt x="22653" y="44496"/>
                </a:lnTo>
                <a:cubicBezTo>
                  <a:pt x="22174" y="44944"/>
                  <a:pt x="21727" y="45424"/>
                  <a:pt x="21291" y="45914"/>
                </a:cubicBezTo>
                <a:cubicBezTo>
                  <a:pt x="20871" y="45915"/>
                  <a:pt x="20449" y="45915"/>
                  <a:pt x="20028" y="45915"/>
                </a:cubicBezTo>
                <a:cubicBezTo>
                  <a:pt x="20376" y="45618"/>
                  <a:pt x="20727" y="45322"/>
                  <a:pt x="21068" y="45016"/>
                </a:cubicBezTo>
                <a:cubicBezTo>
                  <a:pt x="21501" y="44628"/>
                  <a:pt x="21997" y="44243"/>
                  <a:pt x="22349" y="43772"/>
                </a:cubicBezTo>
                <a:cubicBezTo>
                  <a:pt x="22727" y="43760"/>
                  <a:pt x="23104" y="43751"/>
                  <a:pt x="23481" y="43740"/>
                </a:cubicBezTo>
                <a:close/>
                <a:moveTo>
                  <a:pt x="21865" y="43788"/>
                </a:moveTo>
                <a:lnTo>
                  <a:pt x="21865" y="43788"/>
                </a:lnTo>
                <a:cubicBezTo>
                  <a:pt x="21484" y="44073"/>
                  <a:pt x="21135" y="44431"/>
                  <a:pt x="20792" y="44740"/>
                </a:cubicBezTo>
                <a:lnTo>
                  <a:pt x="20791" y="44740"/>
                </a:lnTo>
                <a:cubicBezTo>
                  <a:pt x="20364" y="45126"/>
                  <a:pt x="19950" y="45521"/>
                  <a:pt x="19534" y="45916"/>
                </a:cubicBezTo>
                <a:lnTo>
                  <a:pt x="17751" y="45916"/>
                </a:lnTo>
                <a:cubicBezTo>
                  <a:pt x="18037" y="45665"/>
                  <a:pt x="18327" y="45418"/>
                  <a:pt x="18609" y="45162"/>
                </a:cubicBezTo>
                <a:cubicBezTo>
                  <a:pt x="19073" y="44743"/>
                  <a:pt x="19581" y="44332"/>
                  <a:pt x="19986" y="43847"/>
                </a:cubicBezTo>
                <a:lnTo>
                  <a:pt x="21865" y="43788"/>
                </a:lnTo>
                <a:close/>
                <a:moveTo>
                  <a:pt x="19516" y="43861"/>
                </a:moveTo>
                <a:lnTo>
                  <a:pt x="19516" y="43861"/>
                </a:lnTo>
                <a:cubicBezTo>
                  <a:pt x="19111" y="44187"/>
                  <a:pt x="18737" y="44568"/>
                  <a:pt x="18362" y="44914"/>
                </a:cubicBezTo>
                <a:cubicBezTo>
                  <a:pt x="18006" y="45242"/>
                  <a:pt x="17660" y="45581"/>
                  <a:pt x="17311" y="45915"/>
                </a:cubicBezTo>
                <a:cubicBezTo>
                  <a:pt x="16834" y="45915"/>
                  <a:pt x="16356" y="45916"/>
                  <a:pt x="15879" y="45918"/>
                </a:cubicBezTo>
                <a:cubicBezTo>
                  <a:pt x="16719" y="45305"/>
                  <a:pt x="17560" y="44663"/>
                  <a:pt x="18232" y="43900"/>
                </a:cubicBezTo>
                <a:cubicBezTo>
                  <a:pt x="18659" y="43887"/>
                  <a:pt x="19087" y="43874"/>
                  <a:pt x="19516" y="43861"/>
                </a:cubicBezTo>
                <a:close/>
                <a:moveTo>
                  <a:pt x="17907" y="43909"/>
                </a:moveTo>
                <a:cubicBezTo>
                  <a:pt x="16969" y="44455"/>
                  <a:pt x="16113" y="45200"/>
                  <a:pt x="15282" y="45920"/>
                </a:cubicBezTo>
                <a:lnTo>
                  <a:pt x="15281" y="45920"/>
                </a:lnTo>
                <a:cubicBezTo>
                  <a:pt x="14666" y="45923"/>
                  <a:pt x="14050" y="45928"/>
                  <a:pt x="13435" y="45935"/>
                </a:cubicBezTo>
                <a:cubicBezTo>
                  <a:pt x="13860" y="45570"/>
                  <a:pt x="14294" y="45218"/>
                  <a:pt x="14747" y="44886"/>
                </a:cubicBezTo>
                <a:cubicBezTo>
                  <a:pt x="15186" y="44563"/>
                  <a:pt x="15655" y="44279"/>
                  <a:pt x="16093" y="43954"/>
                </a:cubicBezTo>
                <a:cubicBezTo>
                  <a:pt x="16697" y="43939"/>
                  <a:pt x="17302" y="43926"/>
                  <a:pt x="17907" y="43909"/>
                </a:cubicBezTo>
                <a:close/>
                <a:moveTo>
                  <a:pt x="15409" y="43970"/>
                </a:moveTo>
                <a:lnTo>
                  <a:pt x="15409" y="43970"/>
                </a:lnTo>
                <a:cubicBezTo>
                  <a:pt x="14530" y="44492"/>
                  <a:pt x="13722" y="45226"/>
                  <a:pt x="13005" y="45939"/>
                </a:cubicBezTo>
                <a:lnTo>
                  <a:pt x="13003" y="45939"/>
                </a:lnTo>
                <a:cubicBezTo>
                  <a:pt x="12624" y="45944"/>
                  <a:pt x="12244" y="45946"/>
                  <a:pt x="11865" y="45953"/>
                </a:cubicBezTo>
                <a:cubicBezTo>
                  <a:pt x="12681" y="45407"/>
                  <a:pt x="13504" y="44865"/>
                  <a:pt x="14213" y="44212"/>
                </a:cubicBezTo>
                <a:cubicBezTo>
                  <a:pt x="14258" y="44169"/>
                  <a:pt x="14222" y="44084"/>
                  <a:pt x="14164" y="44084"/>
                </a:cubicBezTo>
                <a:cubicBezTo>
                  <a:pt x="14157" y="44084"/>
                  <a:pt x="14149" y="44085"/>
                  <a:pt x="14141" y="44088"/>
                </a:cubicBezTo>
                <a:cubicBezTo>
                  <a:pt x="13117" y="44500"/>
                  <a:pt x="12177" y="45223"/>
                  <a:pt x="11303" y="45967"/>
                </a:cubicBezTo>
                <a:cubicBezTo>
                  <a:pt x="10796" y="45978"/>
                  <a:pt x="10290" y="45992"/>
                  <a:pt x="9784" y="46008"/>
                </a:cubicBezTo>
                <a:cubicBezTo>
                  <a:pt x="10105" y="45730"/>
                  <a:pt x="10431" y="45458"/>
                  <a:pt x="10764" y="45193"/>
                </a:cubicBezTo>
                <a:cubicBezTo>
                  <a:pt x="11266" y="44793"/>
                  <a:pt x="11851" y="44436"/>
                  <a:pt x="12346" y="44008"/>
                </a:cubicBezTo>
                <a:cubicBezTo>
                  <a:pt x="13365" y="44006"/>
                  <a:pt x="14386" y="43990"/>
                  <a:pt x="15409" y="43970"/>
                </a:cubicBezTo>
                <a:close/>
                <a:moveTo>
                  <a:pt x="10855" y="43996"/>
                </a:moveTo>
                <a:lnTo>
                  <a:pt x="10855" y="43996"/>
                </a:lnTo>
                <a:cubicBezTo>
                  <a:pt x="11166" y="43999"/>
                  <a:pt x="11477" y="44002"/>
                  <a:pt x="11788" y="44003"/>
                </a:cubicBezTo>
                <a:cubicBezTo>
                  <a:pt x="11429" y="44251"/>
                  <a:pt x="11092" y="44541"/>
                  <a:pt x="10761" y="44804"/>
                </a:cubicBezTo>
                <a:cubicBezTo>
                  <a:pt x="10284" y="45187"/>
                  <a:pt x="9831" y="45597"/>
                  <a:pt x="9386" y="46017"/>
                </a:cubicBezTo>
                <a:cubicBezTo>
                  <a:pt x="9067" y="46029"/>
                  <a:pt x="8749" y="46045"/>
                  <a:pt x="8432" y="46058"/>
                </a:cubicBezTo>
                <a:cubicBezTo>
                  <a:pt x="8669" y="45850"/>
                  <a:pt x="8910" y="45644"/>
                  <a:pt x="9156" y="45445"/>
                </a:cubicBezTo>
                <a:cubicBezTo>
                  <a:pt x="9709" y="44997"/>
                  <a:pt x="10383" y="44611"/>
                  <a:pt x="10839" y="44063"/>
                </a:cubicBezTo>
                <a:cubicBezTo>
                  <a:pt x="10853" y="44043"/>
                  <a:pt x="10859" y="44020"/>
                  <a:pt x="10855" y="43996"/>
                </a:cubicBezTo>
                <a:close/>
                <a:moveTo>
                  <a:pt x="9167" y="43967"/>
                </a:moveTo>
                <a:cubicBezTo>
                  <a:pt x="9651" y="43979"/>
                  <a:pt x="10134" y="43988"/>
                  <a:pt x="10617" y="43994"/>
                </a:cubicBezTo>
                <a:cubicBezTo>
                  <a:pt x="10071" y="44252"/>
                  <a:pt x="9595" y="44699"/>
                  <a:pt x="9146" y="45094"/>
                </a:cubicBezTo>
                <a:lnTo>
                  <a:pt x="9145" y="45093"/>
                </a:lnTo>
                <a:cubicBezTo>
                  <a:pt x="8786" y="45408"/>
                  <a:pt x="8437" y="45738"/>
                  <a:pt x="8096" y="46073"/>
                </a:cubicBezTo>
                <a:cubicBezTo>
                  <a:pt x="7642" y="46094"/>
                  <a:pt x="7187" y="46110"/>
                  <a:pt x="6734" y="46136"/>
                </a:cubicBezTo>
                <a:cubicBezTo>
                  <a:pt x="7070" y="45807"/>
                  <a:pt x="7410" y="45483"/>
                  <a:pt x="7762" y="45171"/>
                </a:cubicBezTo>
                <a:cubicBezTo>
                  <a:pt x="8216" y="44769"/>
                  <a:pt x="8727" y="44394"/>
                  <a:pt x="9167" y="43967"/>
                </a:cubicBezTo>
                <a:close/>
                <a:moveTo>
                  <a:pt x="7290" y="43909"/>
                </a:moveTo>
                <a:cubicBezTo>
                  <a:pt x="7724" y="43929"/>
                  <a:pt x="8160" y="43936"/>
                  <a:pt x="8595" y="43950"/>
                </a:cubicBezTo>
                <a:cubicBezTo>
                  <a:pt x="7749" y="44549"/>
                  <a:pt x="6994" y="45386"/>
                  <a:pt x="6323" y="46165"/>
                </a:cubicBezTo>
                <a:cubicBezTo>
                  <a:pt x="5621" y="46209"/>
                  <a:pt x="4919" y="46256"/>
                  <a:pt x="4222" y="46315"/>
                </a:cubicBezTo>
                <a:cubicBezTo>
                  <a:pt x="4662" y="45957"/>
                  <a:pt x="5095" y="45589"/>
                  <a:pt x="5534" y="45233"/>
                </a:cubicBezTo>
                <a:cubicBezTo>
                  <a:pt x="5995" y="44858"/>
                  <a:pt x="6610" y="44474"/>
                  <a:pt x="7043" y="44004"/>
                </a:cubicBezTo>
                <a:cubicBezTo>
                  <a:pt x="7135" y="43995"/>
                  <a:pt x="7222" y="43966"/>
                  <a:pt x="7290" y="43909"/>
                </a:cubicBezTo>
                <a:close/>
                <a:moveTo>
                  <a:pt x="31157" y="0"/>
                </a:moveTo>
                <a:cubicBezTo>
                  <a:pt x="29474" y="0"/>
                  <a:pt x="27791" y="9"/>
                  <a:pt x="26108" y="24"/>
                </a:cubicBezTo>
                <a:cubicBezTo>
                  <a:pt x="22310" y="59"/>
                  <a:pt x="18511" y="145"/>
                  <a:pt x="14715" y="281"/>
                </a:cubicBezTo>
                <a:cubicBezTo>
                  <a:pt x="11269" y="406"/>
                  <a:pt x="7689" y="354"/>
                  <a:pt x="4280" y="916"/>
                </a:cubicBezTo>
                <a:cubicBezTo>
                  <a:pt x="4258" y="916"/>
                  <a:pt x="4236" y="919"/>
                  <a:pt x="4214" y="925"/>
                </a:cubicBezTo>
                <a:cubicBezTo>
                  <a:pt x="4195" y="929"/>
                  <a:pt x="4177" y="930"/>
                  <a:pt x="4158" y="933"/>
                </a:cubicBezTo>
                <a:cubicBezTo>
                  <a:pt x="4108" y="939"/>
                  <a:pt x="4065" y="973"/>
                  <a:pt x="4046" y="1021"/>
                </a:cubicBezTo>
                <a:cubicBezTo>
                  <a:pt x="3351" y="1232"/>
                  <a:pt x="2721" y="1656"/>
                  <a:pt x="2137" y="2079"/>
                </a:cubicBezTo>
                <a:cubicBezTo>
                  <a:pt x="1549" y="2504"/>
                  <a:pt x="790" y="2966"/>
                  <a:pt x="378" y="3583"/>
                </a:cubicBezTo>
                <a:cubicBezTo>
                  <a:pt x="333" y="3598"/>
                  <a:pt x="295" y="3635"/>
                  <a:pt x="286" y="3704"/>
                </a:cubicBezTo>
                <a:cubicBezTo>
                  <a:pt x="285" y="3717"/>
                  <a:pt x="284" y="3728"/>
                  <a:pt x="282" y="3741"/>
                </a:cubicBezTo>
                <a:cubicBezTo>
                  <a:pt x="249" y="3809"/>
                  <a:pt x="241" y="3887"/>
                  <a:pt x="259" y="3960"/>
                </a:cubicBezTo>
                <a:cubicBezTo>
                  <a:pt x="1" y="6164"/>
                  <a:pt x="203" y="8448"/>
                  <a:pt x="293" y="10655"/>
                </a:cubicBezTo>
                <a:cubicBezTo>
                  <a:pt x="482" y="15261"/>
                  <a:pt x="845" y="19865"/>
                  <a:pt x="1156" y="24464"/>
                </a:cubicBezTo>
                <a:cubicBezTo>
                  <a:pt x="1647" y="31733"/>
                  <a:pt x="1916" y="39101"/>
                  <a:pt x="3066" y="46300"/>
                </a:cubicBezTo>
                <a:cubicBezTo>
                  <a:pt x="3036" y="46379"/>
                  <a:pt x="3025" y="46464"/>
                  <a:pt x="3054" y="46541"/>
                </a:cubicBezTo>
                <a:cubicBezTo>
                  <a:pt x="3067" y="46573"/>
                  <a:pt x="3080" y="46605"/>
                  <a:pt x="3095" y="46637"/>
                </a:cubicBezTo>
                <a:cubicBezTo>
                  <a:pt x="3101" y="46648"/>
                  <a:pt x="3114" y="46655"/>
                  <a:pt x="3122" y="46667"/>
                </a:cubicBezTo>
                <a:cubicBezTo>
                  <a:pt x="3144" y="46794"/>
                  <a:pt x="3231" y="46847"/>
                  <a:pt x="3326" y="46847"/>
                </a:cubicBezTo>
                <a:cubicBezTo>
                  <a:pt x="3359" y="46847"/>
                  <a:pt x="3393" y="46841"/>
                  <a:pt x="3426" y="46829"/>
                </a:cubicBezTo>
                <a:cubicBezTo>
                  <a:pt x="3438" y="46829"/>
                  <a:pt x="3451" y="46830"/>
                  <a:pt x="3463" y="46830"/>
                </a:cubicBezTo>
                <a:cubicBezTo>
                  <a:pt x="3529" y="46830"/>
                  <a:pt x="3591" y="46818"/>
                  <a:pt x="3642" y="46780"/>
                </a:cubicBezTo>
                <a:cubicBezTo>
                  <a:pt x="3675" y="46755"/>
                  <a:pt x="3705" y="46729"/>
                  <a:pt x="3737" y="46704"/>
                </a:cubicBezTo>
                <a:cubicBezTo>
                  <a:pt x="6236" y="46987"/>
                  <a:pt x="8776" y="47078"/>
                  <a:pt x="11328" y="47078"/>
                </a:cubicBezTo>
                <a:cubicBezTo>
                  <a:pt x="15667" y="47078"/>
                  <a:pt x="20041" y="46816"/>
                  <a:pt x="24309" y="46795"/>
                </a:cubicBezTo>
                <a:cubicBezTo>
                  <a:pt x="25165" y="46791"/>
                  <a:pt x="26021" y="46789"/>
                  <a:pt x="26877" y="46789"/>
                </a:cubicBezTo>
                <a:cubicBezTo>
                  <a:pt x="29193" y="46789"/>
                  <a:pt x="31509" y="46801"/>
                  <a:pt x="33825" y="46801"/>
                </a:cubicBezTo>
                <a:cubicBezTo>
                  <a:pt x="37209" y="46801"/>
                  <a:pt x="40593" y="46776"/>
                  <a:pt x="43975" y="46652"/>
                </a:cubicBezTo>
                <a:cubicBezTo>
                  <a:pt x="44077" y="46745"/>
                  <a:pt x="44192" y="46793"/>
                  <a:pt x="44320" y="46793"/>
                </a:cubicBezTo>
                <a:cubicBezTo>
                  <a:pt x="44398" y="46793"/>
                  <a:pt x="44482" y="46775"/>
                  <a:pt x="44569" y="46738"/>
                </a:cubicBezTo>
                <a:cubicBezTo>
                  <a:pt x="45505" y="46342"/>
                  <a:pt x="46349" y="45401"/>
                  <a:pt x="47110" y="44734"/>
                </a:cubicBezTo>
                <a:cubicBezTo>
                  <a:pt x="47823" y="44109"/>
                  <a:pt x="48713" y="43529"/>
                  <a:pt x="49067" y="42623"/>
                </a:cubicBezTo>
                <a:cubicBezTo>
                  <a:pt x="49107" y="42521"/>
                  <a:pt x="49079" y="42421"/>
                  <a:pt x="49017" y="42344"/>
                </a:cubicBezTo>
                <a:cubicBezTo>
                  <a:pt x="49423" y="35471"/>
                  <a:pt x="49164" y="28509"/>
                  <a:pt x="49241" y="21624"/>
                </a:cubicBezTo>
                <a:cubicBezTo>
                  <a:pt x="49317" y="14862"/>
                  <a:pt x="49939" y="7838"/>
                  <a:pt x="49319" y="1093"/>
                </a:cubicBezTo>
                <a:cubicBezTo>
                  <a:pt x="49451" y="806"/>
                  <a:pt x="49314" y="379"/>
                  <a:pt x="48897" y="361"/>
                </a:cubicBezTo>
                <a:cubicBezTo>
                  <a:pt x="42990" y="103"/>
                  <a:pt x="37072" y="0"/>
                  <a:pt x="311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19" name="Google Shape;2919;p41"/>
          <p:cNvGrpSpPr/>
          <p:nvPr/>
        </p:nvGrpSpPr>
        <p:grpSpPr>
          <a:xfrm>
            <a:off x="4002304" y="1206688"/>
            <a:ext cx="4199672" cy="1045523"/>
            <a:chOff x="4002304" y="1206688"/>
            <a:chExt cx="4199672" cy="1045523"/>
          </a:xfrm>
        </p:grpSpPr>
        <p:sp>
          <p:nvSpPr>
            <p:cNvPr id="2920" name="Google Shape;2920;p41"/>
            <p:cNvSpPr/>
            <p:nvPr/>
          </p:nvSpPr>
          <p:spPr>
            <a:xfrm rot="-582336">
              <a:off x="4015369" y="1766898"/>
              <a:ext cx="729453" cy="216930"/>
            </a:xfrm>
            <a:custGeom>
              <a:rect b="b" l="l" r="r" t="t"/>
              <a:pathLst>
                <a:path extrusionOk="0" h="10187" w="34255">
                  <a:moveTo>
                    <a:pt x="503" y="1"/>
                  </a:moveTo>
                  <a:lnTo>
                    <a:pt x="151" y="227"/>
                  </a:lnTo>
                  <a:lnTo>
                    <a:pt x="25" y="453"/>
                  </a:lnTo>
                  <a:lnTo>
                    <a:pt x="0" y="604"/>
                  </a:lnTo>
                  <a:lnTo>
                    <a:pt x="0" y="2843"/>
                  </a:lnTo>
                  <a:lnTo>
                    <a:pt x="25" y="5106"/>
                  </a:lnTo>
                  <a:lnTo>
                    <a:pt x="151" y="7319"/>
                  </a:lnTo>
                  <a:lnTo>
                    <a:pt x="176" y="9507"/>
                  </a:lnTo>
                  <a:lnTo>
                    <a:pt x="176" y="9532"/>
                  </a:lnTo>
                  <a:lnTo>
                    <a:pt x="176" y="9558"/>
                  </a:lnTo>
                  <a:lnTo>
                    <a:pt x="227" y="9809"/>
                  </a:lnTo>
                  <a:lnTo>
                    <a:pt x="604" y="10161"/>
                  </a:lnTo>
                  <a:lnTo>
                    <a:pt x="855" y="10186"/>
                  </a:lnTo>
                  <a:lnTo>
                    <a:pt x="4980" y="9935"/>
                  </a:lnTo>
                  <a:lnTo>
                    <a:pt x="9079" y="9683"/>
                  </a:lnTo>
                  <a:lnTo>
                    <a:pt x="13154" y="9382"/>
                  </a:lnTo>
                  <a:lnTo>
                    <a:pt x="17253" y="9055"/>
                  </a:lnTo>
                  <a:lnTo>
                    <a:pt x="25452" y="8426"/>
                  </a:lnTo>
                  <a:lnTo>
                    <a:pt x="29526" y="8099"/>
                  </a:lnTo>
                  <a:lnTo>
                    <a:pt x="33626" y="7822"/>
                  </a:lnTo>
                  <a:lnTo>
                    <a:pt x="33777" y="7772"/>
                  </a:lnTo>
                  <a:lnTo>
                    <a:pt x="34003" y="7546"/>
                  </a:lnTo>
                  <a:lnTo>
                    <a:pt x="34003" y="7395"/>
                  </a:lnTo>
                  <a:lnTo>
                    <a:pt x="33978" y="7219"/>
                  </a:lnTo>
                  <a:lnTo>
                    <a:pt x="33752" y="6992"/>
                  </a:lnTo>
                  <a:lnTo>
                    <a:pt x="33576" y="6992"/>
                  </a:lnTo>
                  <a:lnTo>
                    <a:pt x="29476" y="7143"/>
                  </a:lnTo>
                  <a:lnTo>
                    <a:pt x="25377" y="7370"/>
                  </a:lnTo>
                  <a:lnTo>
                    <a:pt x="21277" y="7596"/>
                  </a:lnTo>
                  <a:lnTo>
                    <a:pt x="17178" y="7873"/>
                  </a:lnTo>
                  <a:lnTo>
                    <a:pt x="8979" y="8401"/>
                  </a:lnTo>
                  <a:lnTo>
                    <a:pt x="4879" y="8652"/>
                  </a:lnTo>
                  <a:lnTo>
                    <a:pt x="1492" y="8819"/>
                  </a:lnTo>
                  <a:lnTo>
                    <a:pt x="1492" y="8819"/>
                  </a:lnTo>
                  <a:lnTo>
                    <a:pt x="1509" y="7294"/>
                  </a:lnTo>
                  <a:lnTo>
                    <a:pt x="1434" y="5056"/>
                  </a:lnTo>
                  <a:lnTo>
                    <a:pt x="1384" y="2868"/>
                  </a:lnTo>
                  <a:lnTo>
                    <a:pt x="1453" y="1356"/>
                  </a:lnTo>
                  <a:lnTo>
                    <a:pt x="1453" y="1356"/>
                  </a:lnTo>
                  <a:lnTo>
                    <a:pt x="4879" y="1711"/>
                  </a:lnTo>
                  <a:lnTo>
                    <a:pt x="9029" y="2063"/>
                  </a:lnTo>
                  <a:lnTo>
                    <a:pt x="11091" y="2214"/>
                  </a:lnTo>
                  <a:lnTo>
                    <a:pt x="13179" y="2365"/>
                  </a:lnTo>
                  <a:lnTo>
                    <a:pt x="17329" y="2591"/>
                  </a:lnTo>
                  <a:lnTo>
                    <a:pt x="21478" y="2792"/>
                  </a:lnTo>
                  <a:lnTo>
                    <a:pt x="25603" y="3044"/>
                  </a:lnTo>
                  <a:lnTo>
                    <a:pt x="27665" y="3195"/>
                  </a:lnTo>
                  <a:lnTo>
                    <a:pt x="28696" y="3270"/>
                  </a:lnTo>
                  <a:lnTo>
                    <a:pt x="29728" y="3371"/>
                  </a:lnTo>
                  <a:lnTo>
                    <a:pt x="31765" y="3597"/>
                  </a:lnTo>
                  <a:lnTo>
                    <a:pt x="33827" y="3823"/>
                  </a:lnTo>
                  <a:lnTo>
                    <a:pt x="33978" y="3823"/>
                  </a:lnTo>
                  <a:lnTo>
                    <a:pt x="34204" y="3647"/>
                  </a:lnTo>
                  <a:lnTo>
                    <a:pt x="34255" y="3522"/>
                  </a:lnTo>
                  <a:lnTo>
                    <a:pt x="34255" y="3371"/>
                  </a:lnTo>
                  <a:lnTo>
                    <a:pt x="34079" y="3119"/>
                  </a:lnTo>
                  <a:lnTo>
                    <a:pt x="33928" y="3094"/>
                  </a:lnTo>
                  <a:lnTo>
                    <a:pt x="31865" y="2767"/>
                  </a:lnTo>
                  <a:lnTo>
                    <a:pt x="29803" y="2516"/>
                  </a:lnTo>
                  <a:lnTo>
                    <a:pt x="28772" y="2390"/>
                  </a:lnTo>
                  <a:lnTo>
                    <a:pt x="27741" y="2264"/>
                  </a:lnTo>
                  <a:lnTo>
                    <a:pt x="25678" y="2063"/>
                  </a:lnTo>
                  <a:lnTo>
                    <a:pt x="21529" y="1711"/>
                  </a:lnTo>
                  <a:lnTo>
                    <a:pt x="17379" y="1459"/>
                  </a:lnTo>
                  <a:lnTo>
                    <a:pt x="13254" y="1157"/>
                  </a:lnTo>
                  <a:lnTo>
                    <a:pt x="9105" y="831"/>
                  </a:lnTo>
                  <a:lnTo>
                    <a:pt x="4980" y="428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41"/>
            <p:cNvSpPr/>
            <p:nvPr/>
          </p:nvSpPr>
          <p:spPr>
            <a:xfrm>
              <a:off x="5255975" y="1206688"/>
              <a:ext cx="2945991" cy="1045523"/>
            </a:xfrm>
            <a:custGeom>
              <a:rect b="b" l="l" r="r" t="t"/>
              <a:pathLst>
                <a:path extrusionOk="0" h="28846" w="55569">
                  <a:moveTo>
                    <a:pt x="4024" y="2266"/>
                  </a:moveTo>
                  <a:cubicBezTo>
                    <a:pt x="4033" y="2479"/>
                    <a:pt x="4045" y="2692"/>
                    <a:pt x="4055" y="2906"/>
                  </a:cubicBezTo>
                  <a:cubicBezTo>
                    <a:pt x="2824" y="3638"/>
                    <a:pt x="1728" y="4644"/>
                    <a:pt x="559" y="5489"/>
                  </a:cubicBezTo>
                  <a:cubicBezTo>
                    <a:pt x="526" y="5259"/>
                    <a:pt x="501" y="5028"/>
                    <a:pt x="467" y="4799"/>
                  </a:cubicBezTo>
                  <a:lnTo>
                    <a:pt x="467" y="4799"/>
                  </a:lnTo>
                  <a:cubicBezTo>
                    <a:pt x="503" y="4808"/>
                    <a:pt x="540" y="4812"/>
                    <a:pt x="576" y="4812"/>
                  </a:cubicBezTo>
                  <a:cubicBezTo>
                    <a:pt x="645" y="4812"/>
                    <a:pt x="711" y="4795"/>
                    <a:pt x="764" y="4757"/>
                  </a:cubicBezTo>
                  <a:lnTo>
                    <a:pt x="763" y="4756"/>
                  </a:lnTo>
                  <a:cubicBezTo>
                    <a:pt x="1424" y="4287"/>
                    <a:pt x="2047" y="3753"/>
                    <a:pt x="2691" y="3257"/>
                  </a:cubicBezTo>
                  <a:cubicBezTo>
                    <a:pt x="3091" y="2948"/>
                    <a:pt x="3606" y="2635"/>
                    <a:pt x="4024" y="2266"/>
                  </a:cubicBezTo>
                  <a:close/>
                  <a:moveTo>
                    <a:pt x="4065" y="3132"/>
                  </a:moveTo>
                  <a:cubicBezTo>
                    <a:pt x="4082" y="3493"/>
                    <a:pt x="4099" y="3855"/>
                    <a:pt x="4118" y="4216"/>
                  </a:cubicBezTo>
                  <a:cubicBezTo>
                    <a:pt x="3494" y="4526"/>
                    <a:pt x="2947" y="5050"/>
                    <a:pt x="2424" y="5496"/>
                  </a:cubicBezTo>
                  <a:cubicBezTo>
                    <a:pt x="1848" y="5989"/>
                    <a:pt x="1302" y="6507"/>
                    <a:pt x="764" y="7038"/>
                  </a:cubicBezTo>
                  <a:cubicBezTo>
                    <a:pt x="709" y="6594"/>
                    <a:pt x="650" y="6149"/>
                    <a:pt x="589" y="5705"/>
                  </a:cubicBezTo>
                  <a:lnTo>
                    <a:pt x="588" y="5703"/>
                  </a:lnTo>
                  <a:cubicBezTo>
                    <a:pt x="1771" y="4947"/>
                    <a:pt x="3099" y="4147"/>
                    <a:pt x="4065" y="3132"/>
                  </a:cubicBezTo>
                  <a:close/>
                  <a:moveTo>
                    <a:pt x="4134" y="4532"/>
                  </a:moveTo>
                  <a:cubicBezTo>
                    <a:pt x="4157" y="4997"/>
                    <a:pt x="4182" y="5461"/>
                    <a:pt x="4206" y="5926"/>
                  </a:cubicBezTo>
                  <a:cubicBezTo>
                    <a:pt x="3719" y="6289"/>
                    <a:pt x="3274" y="6743"/>
                    <a:pt x="2829" y="7136"/>
                  </a:cubicBezTo>
                  <a:lnTo>
                    <a:pt x="2829" y="7135"/>
                  </a:lnTo>
                  <a:cubicBezTo>
                    <a:pt x="2205" y="7688"/>
                    <a:pt x="1590" y="8252"/>
                    <a:pt x="972" y="8811"/>
                  </a:cubicBezTo>
                  <a:cubicBezTo>
                    <a:pt x="916" y="8305"/>
                    <a:pt x="860" y="7800"/>
                    <a:pt x="799" y="7295"/>
                  </a:cubicBezTo>
                  <a:cubicBezTo>
                    <a:pt x="1340" y="6827"/>
                    <a:pt x="1887" y="6366"/>
                    <a:pt x="2440" y="5911"/>
                  </a:cubicBezTo>
                  <a:cubicBezTo>
                    <a:pt x="2989" y="5461"/>
                    <a:pt x="3632" y="5046"/>
                    <a:pt x="4134" y="4532"/>
                  </a:cubicBezTo>
                  <a:close/>
                  <a:moveTo>
                    <a:pt x="4228" y="6327"/>
                  </a:moveTo>
                  <a:cubicBezTo>
                    <a:pt x="4249" y="6717"/>
                    <a:pt x="4272" y="7109"/>
                    <a:pt x="4292" y="7499"/>
                  </a:cubicBezTo>
                  <a:cubicBezTo>
                    <a:pt x="3772" y="7814"/>
                    <a:pt x="3291" y="8235"/>
                    <a:pt x="2815" y="8592"/>
                  </a:cubicBezTo>
                  <a:lnTo>
                    <a:pt x="2815" y="8591"/>
                  </a:lnTo>
                  <a:cubicBezTo>
                    <a:pt x="2238" y="9024"/>
                    <a:pt x="1665" y="9464"/>
                    <a:pt x="1091" y="9901"/>
                  </a:cubicBezTo>
                  <a:cubicBezTo>
                    <a:pt x="1061" y="9603"/>
                    <a:pt x="1027" y="9305"/>
                    <a:pt x="993" y="9006"/>
                  </a:cubicBezTo>
                  <a:cubicBezTo>
                    <a:pt x="1672" y="8450"/>
                    <a:pt x="2353" y="7897"/>
                    <a:pt x="3026" y="7333"/>
                  </a:cubicBezTo>
                  <a:cubicBezTo>
                    <a:pt x="3418" y="7005"/>
                    <a:pt x="3843" y="6682"/>
                    <a:pt x="4228" y="6327"/>
                  </a:cubicBezTo>
                  <a:close/>
                  <a:moveTo>
                    <a:pt x="4316" y="7905"/>
                  </a:moveTo>
                  <a:cubicBezTo>
                    <a:pt x="4336" y="8274"/>
                    <a:pt x="4354" y="8642"/>
                    <a:pt x="4375" y="9010"/>
                  </a:cubicBezTo>
                  <a:cubicBezTo>
                    <a:pt x="3893" y="9302"/>
                    <a:pt x="3447" y="9684"/>
                    <a:pt x="3015" y="10015"/>
                  </a:cubicBezTo>
                  <a:lnTo>
                    <a:pt x="3014" y="10014"/>
                  </a:lnTo>
                  <a:cubicBezTo>
                    <a:pt x="2409" y="10480"/>
                    <a:pt x="1822" y="10974"/>
                    <a:pt x="1242" y="11472"/>
                  </a:cubicBezTo>
                  <a:cubicBezTo>
                    <a:pt x="1202" y="11019"/>
                    <a:pt x="1161" y="10564"/>
                    <a:pt x="1114" y="10111"/>
                  </a:cubicBezTo>
                  <a:cubicBezTo>
                    <a:pt x="1731" y="9691"/>
                    <a:pt x="2351" y="9272"/>
                    <a:pt x="2963" y="8844"/>
                  </a:cubicBezTo>
                  <a:cubicBezTo>
                    <a:pt x="3398" y="8542"/>
                    <a:pt x="3884" y="8247"/>
                    <a:pt x="4316" y="7905"/>
                  </a:cubicBezTo>
                  <a:close/>
                  <a:moveTo>
                    <a:pt x="4402" y="9492"/>
                  </a:moveTo>
                  <a:cubicBezTo>
                    <a:pt x="4418" y="9791"/>
                    <a:pt x="4435" y="10090"/>
                    <a:pt x="4451" y="10389"/>
                  </a:cubicBezTo>
                  <a:cubicBezTo>
                    <a:pt x="3349" y="10889"/>
                    <a:pt x="2287" y="11716"/>
                    <a:pt x="1337" y="12528"/>
                  </a:cubicBezTo>
                  <a:cubicBezTo>
                    <a:pt x="1315" y="12267"/>
                    <a:pt x="1290" y="12006"/>
                    <a:pt x="1267" y="11745"/>
                  </a:cubicBezTo>
                  <a:lnTo>
                    <a:pt x="1267" y="11744"/>
                  </a:lnTo>
                  <a:cubicBezTo>
                    <a:pt x="1908" y="11254"/>
                    <a:pt x="2559" y="10779"/>
                    <a:pt x="3214" y="10310"/>
                  </a:cubicBezTo>
                  <a:cubicBezTo>
                    <a:pt x="3594" y="10038"/>
                    <a:pt x="4013" y="9779"/>
                    <a:pt x="4402" y="9492"/>
                  </a:cubicBezTo>
                  <a:close/>
                  <a:moveTo>
                    <a:pt x="4472" y="10787"/>
                  </a:moveTo>
                  <a:cubicBezTo>
                    <a:pt x="4490" y="11158"/>
                    <a:pt x="4504" y="11528"/>
                    <a:pt x="4522" y="11898"/>
                  </a:cubicBezTo>
                  <a:cubicBezTo>
                    <a:pt x="3947" y="12106"/>
                    <a:pt x="3494" y="12663"/>
                    <a:pt x="3028" y="13047"/>
                  </a:cubicBezTo>
                  <a:cubicBezTo>
                    <a:pt x="2518" y="13467"/>
                    <a:pt x="1987" y="13860"/>
                    <a:pt x="1472" y="14269"/>
                  </a:cubicBezTo>
                  <a:cubicBezTo>
                    <a:pt x="1437" y="13794"/>
                    <a:pt x="1403" y="13319"/>
                    <a:pt x="1363" y="12843"/>
                  </a:cubicBezTo>
                  <a:cubicBezTo>
                    <a:pt x="1897" y="12485"/>
                    <a:pt x="2431" y="12125"/>
                    <a:pt x="2965" y="11765"/>
                  </a:cubicBezTo>
                  <a:lnTo>
                    <a:pt x="2965" y="11764"/>
                  </a:lnTo>
                  <a:cubicBezTo>
                    <a:pt x="3454" y="11436"/>
                    <a:pt x="3986" y="11137"/>
                    <a:pt x="4472" y="10787"/>
                  </a:cubicBezTo>
                  <a:close/>
                  <a:moveTo>
                    <a:pt x="4532" y="12139"/>
                  </a:moveTo>
                  <a:cubicBezTo>
                    <a:pt x="4552" y="12585"/>
                    <a:pt x="4575" y="13031"/>
                    <a:pt x="4592" y="13478"/>
                  </a:cubicBezTo>
                  <a:cubicBezTo>
                    <a:pt x="4028" y="13744"/>
                    <a:pt x="3540" y="14214"/>
                    <a:pt x="3041" y="14579"/>
                  </a:cubicBezTo>
                  <a:cubicBezTo>
                    <a:pt x="2558" y="14933"/>
                    <a:pt x="2064" y="15268"/>
                    <a:pt x="1561" y="15593"/>
                  </a:cubicBezTo>
                  <a:cubicBezTo>
                    <a:pt x="1539" y="15240"/>
                    <a:pt x="1514" y="14886"/>
                    <a:pt x="1489" y="14534"/>
                  </a:cubicBezTo>
                  <a:cubicBezTo>
                    <a:pt x="2049" y="14209"/>
                    <a:pt x="2576" y="13825"/>
                    <a:pt x="3089" y="13430"/>
                  </a:cubicBezTo>
                  <a:cubicBezTo>
                    <a:pt x="3559" y="13067"/>
                    <a:pt x="4214" y="12666"/>
                    <a:pt x="4532" y="12139"/>
                  </a:cubicBezTo>
                  <a:close/>
                  <a:moveTo>
                    <a:pt x="4603" y="13775"/>
                  </a:moveTo>
                  <a:cubicBezTo>
                    <a:pt x="4630" y="14566"/>
                    <a:pt x="4624" y="15373"/>
                    <a:pt x="4606" y="16189"/>
                  </a:cubicBezTo>
                  <a:cubicBezTo>
                    <a:pt x="4038" y="16549"/>
                    <a:pt x="3526" y="17033"/>
                    <a:pt x="3021" y="17463"/>
                  </a:cubicBezTo>
                  <a:cubicBezTo>
                    <a:pt x="2600" y="17821"/>
                    <a:pt x="2188" y="18189"/>
                    <a:pt x="1778" y="18561"/>
                  </a:cubicBezTo>
                  <a:cubicBezTo>
                    <a:pt x="1746" y="18166"/>
                    <a:pt x="1715" y="17775"/>
                    <a:pt x="1685" y="17388"/>
                  </a:cubicBezTo>
                  <a:cubicBezTo>
                    <a:pt x="2146" y="17009"/>
                    <a:pt x="2610" y="16630"/>
                    <a:pt x="3067" y="16245"/>
                  </a:cubicBezTo>
                  <a:cubicBezTo>
                    <a:pt x="3556" y="15834"/>
                    <a:pt x="4133" y="15438"/>
                    <a:pt x="4494" y="14906"/>
                  </a:cubicBezTo>
                  <a:cubicBezTo>
                    <a:pt x="4537" y="14843"/>
                    <a:pt x="4476" y="14780"/>
                    <a:pt x="4414" y="14780"/>
                  </a:cubicBezTo>
                  <a:cubicBezTo>
                    <a:pt x="4401" y="14780"/>
                    <a:pt x="4387" y="14783"/>
                    <a:pt x="4375" y="14789"/>
                  </a:cubicBezTo>
                  <a:cubicBezTo>
                    <a:pt x="3798" y="15068"/>
                    <a:pt x="3315" y="15592"/>
                    <a:pt x="2836" y="16015"/>
                  </a:cubicBezTo>
                  <a:cubicBezTo>
                    <a:pt x="2441" y="16364"/>
                    <a:pt x="2051" y="16721"/>
                    <a:pt x="1660" y="17076"/>
                  </a:cubicBezTo>
                  <a:cubicBezTo>
                    <a:pt x="1640" y="16793"/>
                    <a:pt x="1621" y="16512"/>
                    <a:pt x="1604" y="16236"/>
                  </a:cubicBezTo>
                  <a:cubicBezTo>
                    <a:pt x="1597" y="16123"/>
                    <a:pt x="1588" y="16010"/>
                    <a:pt x="1581" y="15897"/>
                  </a:cubicBezTo>
                  <a:cubicBezTo>
                    <a:pt x="2174" y="15556"/>
                    <a:pt x="2759" y="15200"/>
                    <a:pt x="3319" y="14807"/>
                  </a:cubicBezTo>
                  <a:cubicBezTo>
                    <a:pt x="3751" y="14505"/>
                    <a:pt x="4247" y="14183"/>
                    <a:pt x="4603" y="13775"/>
                  </a:cubicBezTo>
                  <a:close/>
                  <a:moveTo>
                    <a:pt x="4597" y="16580"/>
                  </a:moveTo>
                  <a:lnTo>
                    <a:pt x="4597" y="16580"/>
                  </a:lnTo>
                  <a:cubicBezTo>
                    <a:pt x="4586" y="16987"/>
                    <a:pt x="4572" y="17395"/>
                    <a:pt x="4558" y="17804"/>
                  </a:cubicBezTo>
                  <a:cubicBezTo>
                    <a:pt x="3582" y="18218"/>
                    <a:pt x="2692" y="19033"/>
                    <a:pt x="1881" y="19798"/>
                  </a:cubicBezTo>
                  <a:cubicBezTo>
                    <a:pt x="1857" y="19491"/>
                    <a:pt x="1831" y="19185"/>
                    <a:pt x="1806" y="18880"/>
                  </a:cubicBezTo>
                  <a:cubicBezTo>
                    <a:pt x="2251" y="18515"/>
                    <a:pt x="2696" y="18154"/>
                    <a:pt x="3138" y="17786"/>
                  </a:cubicBezTo>
                  <a:cubicBezTo>
                    <a:pt x="3613" y="17393"/>
                    <a:pt x="4143" y="17016"/>
                    <a:pt x="4597" y="16580"/>
                  </a:cubicBezTo>
                  <a:close/>
                  <a:moveTo>
                    <a:pt x="4549" y="18095"/>
                  </a:moveTo>
                  <a:lnTo>
                    <a:pt x="4549" y="18095"/>
                  </a:lnTo>
                  <a:cubicBezTo>
                    <a:pt x="4532" y="18556"/>
                    <a:pt x="4517" y="19018"/>
                    <a:pt x="4504" y="19479"/>
                  </a:cubicBezTo>
                  <a:cubicBezTo>
                    <a:pt x="3583" y="19997"/>
                    <a:pt x="2741" y="20791"/>
                    <a:pt x="2011" y="21551"/>
                  </a:cubicBezTo>
                  <a:lnTo>
                    <a:pt x="2011" y="21550"/>
                  </a:lnTo>
                  <a:cubicBezTo>
                    <a:pt x="1982" y="21090"/>
                    <a:pt x="1949" y="20633"/>
                    <a:pt x="1912" y="20175"/>
                  </a:cubicBezTo>
                  <a:cubicBezTo>
                    <a:pt x="2355" y="19825"/>
                    <a:pt x="2799" y="19474"/>
                    <a:pt x="3248" y="19132"/>
                  </a:cubicBezTo>
                  <a:cubicBezTo>
                    <a:pt x="3682" y="18802"/>
                    <a:pt x="4162" y="18486"/>
                    <a:pt x="4549" y="18095"/>
                  </a:cubicBezTo>
                  <a:close/>
                  <a:moveTo>
                    <a:pt x="4495" y="19909"/>
                  </a:moveTo>
                  <a:lnTo>
                    <a:pt x="4495" y="19909"/>
                  </a:lnTo>
                  <a:cubicBezTo>
                    <a:pt x="4488" y="20266"/>
                    <a:pt x="4482" y="20624"/>
                    <a:pt x="4481" y="20979"/>
                  </a:cubicBezTo>
                  <a:cubicBezTo>
                    <a:pt x="4041" y="21248"/>
                    <a:pt x="3636" y="21613"/>
                    <a:pt x="3245" y="21929"/>
                  </a:cubicBezTo>
                  <a:cubicBezTo>
                    <a:pt x="2851" y="22245"/>
                    <a:pt x="2466" y="22572"/>
                    <a:pt x="2078" y="22898"/>
                  </a:cubicBezTo>
                  <a:cubicBezTo>
                    <a:pt x="2065" y="22548"/>
                    <a:pt x="2049" y="22199"/>
                    <a:pt x="2029" y="21851"/>
                  </a:cubicBezTo>
                  <a:cubicBezTo>
                    <a:pt x="2543" y="21385"/>
                    <a:pt x="3072" y="20937"/>
                    <a:pt x="3624" y="20521"/>
                  </a:cubicBezTo>
                  <a:cubicBezTo>
                    <a:pt x="3906" y="20309"/>
                    <a:pt x="4204" y="20114"/>
                    <a:pt x="4495" y="19909"/>
                  </a:cubicBezTo>
                  <a:close/>
                  <a:moveTo>
                    <a:pt x="4485" y="21387"/>
                  </a:moveTo>
                  <a:cubicBezTo>
                    <a:pt x="4488" y="21733"/>
                    <a:pt x="4494" y="22076"/>
                    <a:pt x="4507" y="22419"/>
                  </a:cubicBezTo>
                  <a:cubicBezTo>
                    <a:pt x="4113" y="22714"/>
                    <a:pt x="3758" y="23081"/>
                    <a:pt x="3405" y="23411"/>
                  </a:cubicBezTo>
                  <a:cubicBezTo>
                    <a:pt x="2964" y="23822"/>
                    <a:pt x="2533" y="24243"/>
                    <a:pt x="2102" y="24663"/>
                  </a:cubicBezTo>
                  <a:cubicBezTo>
                    <a:pt x="2110" y="24186"/>
                    <a:pt x="2104" y="23706"/>
                    <a:pt x="2090" y="23222"/>
                  </a:cubicBezTo>
                  <a:lnTo>
                    <a:pt x="2090" y="23222"/>
                  </a:lnTo>
                  <a:cubicBezTo>
                    <a:pt x="2518" y="22904"/>
                    <a:pt x="2948" y="22589"/>
                    <a:pt x="3370" y="22263"/>
                  </a:cubicBezTo>
                  <a:cubicBezTo>
                    <a:pt x="3734" y="21983"/>
                    <a:pt x="4134" y="21704"/>
                    <a:pt x="4485" y="21387"/>
                  </a:cubicBezTo>
                  <a:close/>
                  <a:moveTo>
                    <a:pt x="45523" y="1201"/>
                  </a:moveTo>
                  <a:cubicBezTo>
                    <a:pt x="48646" y="1201"/>
                    <a:pt x="51770" y="1214"/>
                    <a:pt x="54896" y="1234"/>
                  </a:cubicBezTo>
                  <a:cubicBezTo>
                    <a:pt x="54294" y="4900"/>
                    <a:pt x="54161" y="8699"/>
                    <a:pt x="53901" y="12399"/>
                  </a:cubicBezTo>
                  <a:lnTo>
                    <a:pt x="53901" y="12396"/>
                  </a:lnTo>
                  <a:cubicBezTo>
                    <a:pt x="53633" y="16231"/>
                    <a:pt x="53333" y="20066"/>
                    <a:pt x="53123" y="23903"/>
                  </a:cubicBezTo>
                  <a:cubicBezTo>
                    <a:pt x="52556" y="23756"/>
                    <a:pt x="51926" y="23709"/>
                    <a:pt x="51283" y="23709"/>
                  </a:cubicBezTo>
                  <a:cubicBezTo>
                    <a:pt x="50220" y="23709"/>
                    <a:pt x="49119" y="23836"/>
                    <a:pt x="48192" y="23849"/>
                  </a:cubicBezTo>
                  <a:cubicBezTo>
                    <a:pt x="46040" y="23880"/>
                    <a:pt x="43888" y="23916"/>
                    <a:pt x="41737" y="23955"/>
                  </a:cubicBezTo>
                  <a:cubicBezTo>
                    <a:pt x="36773" y="24045"/>
                    <a:pt x="31808" y="24140"/>
                    <a:pt x="26845" y="24272"/>
                  </a:cubicBezTo>
                  <a:cubicBezTo>
                    <a:pt x="20343" y="24446"/>
                    <a:pt x="13842" y="24639"/>
                    <a:pt x="7348" y="24986"/>
                  </a:cubicBezTo>
                  <a:cubicBezTo>
                    <a:pt x="7332" y="24962"/>
                    <a:pt x="7306" y="24944"/>
                    <a:pt x="7278" y="24944"/>
                  </a:cubicBezTo>
                  <a:cubicBezTo>
                    <a:pt x="7266" y="24944"/>
                    <a:pt x="7254" y="24948"/>
                    <a:pt x="7242" y="24955"/>
                  </a:cubicBezTo>
                  <a:cubicBezTo>
                    <a:pt x="7224" y="24967"/>
                    <a:pt x="7209" y="24982"/>
                    <a:pt x="7191" y="24994"/>
                  </a:cubicBezTo>
                  <a:cubicBezTo>
                    <a:pt x="6716" y="25019"/>
                    <a:pt x="6242" y="25039"/>
                    <a:pt x="5769" y="25066"/>
                  </a:cubicBezTo>
                  <a:cubicBezTo>
                    <a:pt x="5847" y="24663"/>
                    <a:pt x="5906" y="24250"/>
                    <a:pt x="5954" y="23833"/>
                  </a:cubicBezTo>
                  <a:cubicBezTo>
                    <a:pt x="5995" y="23795"/>
                    <a:pt x="6043" y="23762"/>
                    <a:pt x="6082" y="23721"/>
                  </a:cubicBezTo>
                  <a:cubicBezTo>
                    <a:pt x="6141" y="23661"/>
                    <a:pt x="6091" y="23571"/>
                    <a:pt x="6016" y="23571"/>
                  </a:cubicBezTo>
                  <a:cubicBezTo>
                    <a:pt x="6010" y="23571"/>
                    <a:pt x="6003" y="23572"/>
                    <a:pt x="5996" y="23574"/>
                  </a:cubicBezTo>
                  <a:cubicBezTo>
                    <a:pt x="5991" y="23574"/>
                    <a:pt x="5986" y="23576"/>
                    <a:pt x="5982" y="23577"/>
                  </a:cubicBezTo>
                  <a:cubicBezTo>
                    <a:pt x="6313" y="20249"/>
                    <a:pt x="5781" y="16548"/>
                    <a:pt x="5592" y="13319"/>
                  </a:cubicBezTo>
                  <a:cubicBezTo>
                    <a:pt x="5366" y="9468"/>
                    <a:pt x="5000" y="5635"/>
                    <a:pt x="4447" y="1817"/>
                  </a:cubicBezTo>
                  <a:cubicBezTo>
                    <a:pt x="4487" y="1765"/>
                    <a:pt x="4519" y="1709"/>
                    <a:pt x="4553" y="1654"/>
                  </a:cubicBezTo>
                  <a:cubicBezTo>
                    <a:pt x="5803" y="1771"/>
                    <a:pt x="7072" y="1812"/>
                    <a:pt x="8348" y="1812"/>
                  </a:cubicBezTo>
                  <a:cubicBezTo>
                    <a:pt x="11024" y="1812"/>
                    <a:pt x="13730" y="1631"/>
                    <a:pt x="16352" y="1588"/>
                  </a:cubicBezTo>
                  <a:cubicBezTo>
                    <a:pt x="20571" y="1518"/>
                    <a:pt x="24790" y="1426"/>
                    <a:pt x="29009" y="1346"/>
                  </a:cubicBezTo>
                  <a:cubicBezTo>
                    <a:pt x="34517" y="1240"/>
                    <a:pt x="40019" y="1201"/>
                    <a:pt x="45523" y="1201"/>
                  </a:cubicBezTo>
                  <a:close/>
                  <a:moveTo>
                    <a:pt x="4526" y="22821"/>
                  </a:moveTo>
                  <a:cubicBezTo>
                    <a:pt x="4551" y="23285"/>
                    <a:pt x="4589" y="23742"/>
                    <a:pt x="4641" y="24195"/>
                  </a:cubicBezTo>
                  <a:cubicBezTo>
                    <a:pt x="4320" y="24404"/>
                    <a:pt x="4014" y="24631"/>
                    <a:pt x="3720" y="24831"/>
                  </a:cubicBezTo>
                  <a:cubicBezTo>
                    <a:pt x="3135" y="25231"/>
                    <a:pt x="2580" y="25666"/>
                    <a:pt x="2033" y="26113"/>
                  </a:cubicBezTo>
                  <a:cubicBezTo>
                    <a:pt x="2063" y="25740"/>
                    <a:pt x="2081" y="25362"/>
                    <a:pt x="2092" y="24982"/>
                  </a:cubicBezTo>
                  <a:lnTo>
                    <a:pt x="2091" y="24981"/>
                  </a:lnTo>
                  <a:cubicBezTo>
                    <a:pt x="2608" y="24536"/>
                    <a:pt x="3126" y="24094"/>
                    <a:pt x="3632" y="23638"/>
                  </a:cubicBezTo>
                  <a:cubicBezTo>
                    <a:pt x="3927" y="23373"/>
                    <a:pt x="4241" y="23109"/>
                    <a:pt x="4526" y="22821"/>
                  </a:cubicBezTo>
                  <a:close/>
                  <a:moveTo>
                    <a:pt x="48681" y="25134"/>
                  </a:moveTo>
                  <a:cubicBezTo>
                    <a:pt x="49054" y="25141"/>
                    <a:pt x="49445" y="25158"/>
                    <a:pt x="49843" y="25173"/>
                  </a:cubicBezTo>
                  <a:cubicBezTo>
                    <a:pt x="49602" y="25370"/>
                    <a:pt x="49369" y="25578"/>
                    <a:pt x="49140" y="25767"/>
                  </a:cubicBezTo>
                  <a:cubicBezTo>
                    <a:pt x="48709" y="26123"/>
                    <a:pt x="48287" y="26491"/>
                    <a:pt x="47865" y="26859"/>
                  </a:cubicBezTo>
                  <a:cubicBezTo>
                    <a:pt x="47840" y="26859"/>
                    <a:pt x="47815" y="26859"/>
                    <a:pt x="47790" y="26859"/>
                  </a:cubicBezTo>
                  <a:cubicBezTo>
                    <a:pt x="47368" y="26859"/>
                    <a:pt x="46942" y="26877"/>
                    <a:pt x="46522" y="26902"/>
                  </a:cubicBezTo>
                  <a:lnTo>
                    <a:pt x="46522" y="26900"/>
                  </a:lnTo>
                  <a:cubicBezTo>
                    <a:pt x="46816" y="26673"/>
                    <a:pt x="47113" y="26447"/>
                    <a:pt x="47403" y="26214"/>
                  </a:cubicBezTo>
                  <a:cubicBezTo>
                    <a:pt x="47831" y="25869"/>
                    <a:pt x="48297" y="25534"/>
                    <a:pt x="48681" y="25134"/>
                  </a:cubicBezTo>
                  <a:close/>
                  <a:moveTo>
                    <a:pt x="50443" y="25193"/>
                  </a:moveTo>
                  <a:cubicBezTo>
                    <a:pt x="50582" y="25196"/>
                    <a:pt x="50722" y="25199"/>
                    <a:pt x="50862" y="25200"/>
                  </a:cubicBezTo>
                  <a:cubicBezTo>
                    <a:pt x="50206" y="25741"/>
                    <a:pt x="49592" y="26351"/>
                    <a:pt x="48984" y="26942"/>
                  </a:cubicBezTo>
                  <a:cubicBezTo>
                    <a:pt x="48781" y="26915"/>
                    <a:pt x="48574" y="26894"/>
                    <a:pt x="48362" y="26881"/>
                  </a:cubicBezTo>
                  <a:lnTo>
                    <a:pt x="48363" y="26880"/>
                  </a:lnTo>
                  <a:cubicBezTo>
                    <a:pt x="48717" y="26605"/>
                    <a:pt x="49070" y="26328"/>
                    <a:pt x="49418" y="26045"/>
                  </a:cubicBezTo>
                  <a:cubicBezTo>
                    <a:pt x="49756" y="25769"/>
                    <a:pt x="50120" y="25498"/>
                    <a:pt x="50443" y="25193"/>
                  </a:cubicBezTo>
                  <a:close/>
                  <a:moveTo>
                    <a:pt x="48195" y="25130"/>
                  </a:moveTo>
                  <a:cubicBezTo>
                    <a:pt x="47865" y="25369"/>
                    <a:pt x="47552" y="25636"/>
                    <a:pt x="47242" y="25884"/>
                  </a:cubicBezTo>
                  <a:cubicBezTo>
                    <a:pt x="46813" y="26228"/>
                    <a:pt x="46393" y="26582"/>
                    <a:pt x="45971" y="26935"/>
                  </a:cubicBezTo>
                  <a:cubicBezTo>
                    <a:pt x="45508" y="26965"/>
                    <a:pt x="45058" y="26993"/>
                    <a:pt x="44646" y="27000"/>
                  </a:cubicBezTo>
                  <a:cubicBezTo>
                    <a:pt x="44565" y="27002"/>
                    <a:pt x="44483" y="27003"/>
                    <a:pt x="44402" y="27004"/>
                  </a:cubicBezTo>
                  <a:lnTo>
                    <a:pt x="44403" y="27003"/>
                  </a:lnTo>
                  <a:cubicBezTo>
                    <a:pt x="44807" y="26684"/>
                    <a:pt x="45212" y="26366"/>
                    <a:pt x="45610" y="26040"/>
                  </a:cubicBezTo>
                  <a:cubicBezTo>
                    <a:pt x="45966" y="25749"/>
                    <a:pt x="46348" y="25463"/>
                    <a:pt x="46706" y="25153"/>
                  </a:cubicBezTo>
                  <a:cubicBezTo>
                    <a:pt x="47200" y="25146"/>
                    <a:pt x="47695" y="25137"/>
                    <a:pt x="48191" y="25130"/>
                  </a:cubicBezTo>
                  <a:close/>
                  <a:moveTo>
                    <a:pt x="46101" y="25164"/>
                  </a:moveTo>
                  <a:cubicBezTo>
                    <a:pt x="45891" y="25347"/>
                    <a:pt x="45681" y="25532"/>
                    <a:pt x="45473" y="25707"/>
                  </a:cubicBezTo>
                  <a:cubicBezTo>
                    <a:pt x="44964" y="26135"/>
                    <a:pt x="44463" y="26574"/>
                    <a:pt x="43963" y="27011"/>
                  </a:cubicBezTo>
                  <a:cubicBezTo>
                    <a:pt x="43479" y="27020"/>
                    <a:pt x="42994" y="27028"/>
                    <a:pt x="42510" y="27036"/>
                  </a:cubicBezTo>
                  <a:lnTo>
                    <a:pt x="42510" y="27035"/>
                  </a:lnTo>
                  <a:cubicBezTo>
                    <a:pt x="43077" y="26588"/>
                    <a:pt x="43645" y="26144"/>
                    <a:pt x="44203" y="25687"/>
                  </a:cubicBezTo>
                  <a:cubicBezTo>
                    <a:pt x="44406" y="25520"/>
                    <a:pt x="44621" y="25354"/>
                    <a:pt x="44833" y="25184"/>
                  </a:cubicBezTo>
                  <a:cubicBezTo>
                    <a:pt x="45255" y="25177"/>
                    <a:pt x="45679" y="25170"/>
                    <a:pt x="46101" y="25164"/>
                  </a:cubicBezTo>
                  <a:close/>
                  <a:moveTo>
                    <a:pt x="44261" y="25192"/>
                  </a:moveTo>
                  <a:cubicBezTo>
                    <a:pt x="44162" y="25280"/>
                    <a:pt x="44063" y="25368"/>
                    <a:pt x="43965" y="25450"/>
                  </a:cubicBezTo>
                  <a:lnTo>
                    <a:pt x="43965" y="25449"/>
                  </a:lnTo>
                  <a:cubicBezTo>
                    <a:pt x="43388" y="25936"/>
                    <a:pt x="42821" y="26437"/>
                    <a:pt x="42252" y="26935"/>
                  </a:cubicBezTo>
                  <a:cubicBezTo>
                    <a:pt x="42220" y="26959"/>
                    <a:pt x="42206" y="27001"/>
                    <a:pt x="42218" y="27039"/>
                  </a:cubicBezTo>
                  <a:cubicBezTo>
                    <a:pt x="41818" y="27046"/>
                    <a:pt x="41420" y="27052"/>
                    <a:pt x="41021" y="27059"/>
                  </a:cubicBezTo>
                  <a:cubicBezTo>
                    <a:pt x="41381" y="26699"/>
                    <a:pt x="41749" y="26349"/>
                    <a:pt x="42140" y="26022"/>
                  </a:cubicBezTo>
                  <a:cubicBezTo>
                    <a:pt x="42481" y="25735"/>
                    <a:pt x="42856" y="25477"/>
                    <a:pt x="43220" y="25208"/>
                  </a:cubicBezTo>
                  <a:cubicBezTo>
                    <a:pt x="43567" y="25202"/>
                    <a:pt x="43914" y="25196"/>
                    <a:pt x="44261" y="25192"/>
                  </a:cubicBezTo>
                  <a:close/>
                  <a:moveTo>
                    <a:pt x="42531" y="25217"/>
                  </a:moveTo>
                  <a:cubicBezTo>
                    <a:pt x="41848" y="25762"/>
                    <a:pt x="41220" y="26432"/>
                    <a:pt x="40668" y="27066"/>
                  </a:cubicBezTo>
                  <a:lnTo>
                    <a:pt x="40668" y="27064"/>
                  </a:lnTo>
                  <a:cubicBezTo>
                    <a:pt x="40175" y="27073"/>
                    <a:pt x="39680" y="27080"/>
                    <a:pt x="39186" y="27088"/>
                  </a:cubicBezTo>
                  <a:cubicBezTo>
                    <a:pt x="39943" y="26493"/>
                    <a:pt x="40732" y="25897"/>
                    <a:pt x="41427" y="25235"/>
                  </a:cubicBezTo>
                  <a:cubicBezTo>
                    <a:pt x="41530" y="25234"/>
                    <a:pt x="41633" y="25231"/>
                    <a:pt x="41737" y="25230"/>
                  </a:cubicBezTo>
                  <a:cubicBezTo>
                    <a:pt x="42001" y="25226"/>
                    <a:pt x="42267" y="25222"/>
                    <a:pt x="42531" y="25217"/>
                  </a:cubicBezTo>
                  <a:close/>
                  <a:moveTo>
                    <a:pt x="52588" y="25089"/>
                  </a:moveTo>
                  <a:cubicBezTo>
                    <a:pt x="52262" y="25329"/>
                    <a:pt x="51950" y="25596"/>
                    <a:pt x="51657" y="25809"/>
                  </a:cubicBezTo>
                  <a:lnTo>
                    <a:pt x="51658" y="25806"/>
                  </a:lnTo>
                  <a:lnTo>
                    <a:pt x="51658" y="25806"/>
                  </a:lnTo>
                  <a:cubicBezTo>
                    <a:pt x="51048" y="26249"/>
                    <a:pt x="50453" y="26733"/>
                    <a:pt x="49804" y="27117"/>
                  </a:cubicBezTo>
                  <a:cubicBezTo>
                    <a:pt x="49682" y="27079"/>
                    <a:pt x="49553" y="27053"/>
                    <a:pt x="49426" y="27024"/>
                  </a:cubicBezTo>
                  <a:cubicBezTo>
                    <a:pt x="50123" y="26442"/>
                    <a:pt x="50829" y="25850"/>
                    <a:pt x="51447" y="25193"/>
                  </a:cubicBezTo>
                  <a:cubicBezTo>
                    <a:pt x="51839" y="25180"/>
                    <a:pt x="52223" y="25150"/>
                    <a:pt x="52588" y="25089"/>
                  </a:cubicBezTo>
                  <a:close/>
                  <a:moveTo>
                    <a:pt x="40792" y="25248"/>
                  </a:moveTo>
                  <a:cubicBezTo>
                    <a:pt x="40070" y="25832"/>
                    <a:pt x="39387" y="26487"/>
                    <a:pt x="38705" y="27098"/>
                  </a:cubicBezTo>
                  <a:cubicBezTo>
                    <a:pt x="38534" y="27100"/>
                    <a:pt x="38363" y="27102"/>
                    <a:pt x="38192" y="27106"/>
                  </a:cubicBezTo>
                  <a:cubicBezTo>
                    <a:pt x="37863" y="27113"/>
                    <a:pt x="37533" y="27120"/>
                    <a:pt x="37205" y="27125"/>
                  </a:cubicBezTo>
                  <a:lnTo>
                    <a:pt x="37205" y="27124"/>
                  </a:lnTo>
                  <a:cubicBezTo>
                    <a:pt x="37588" y="26801"/>
                    <a:pt x="37974" y="26479"/>
                    <a:pt x="38363" y="26162"/>
                  </a:cubicBezTo>
                  <a:cubicBezTo>
                    <a:pt x="38729" y="25862"/>
                    <a:pt x="39134" y="25578"/>
                    <a:pt x="39515" y="25272"/>
                  </a:cubicBezTo>
                  <a:cubicBezTo>
                    <a:pt x="39939" y="25264"/>
                    <a:pt x="40366" y="25256"/>
                    <a:pt x="40792" y="25248"/>
                  </a:cubicBezTo>
                  <a:close/>
                  <a:moveTo>
                    <a:pt x="38930" y="25281"/>
                  </a:moveTo>
                  <a:cubicBezTo>
                    <a:pt x="38698" y="25476"/>
                    <a:pt x="38474" y="25676"/>
                    <a:pt x="38254" y="25860"/>
                  </a:cubicBezTo>
                  <a:cubicBezTo>
                    <a:pt x="37764" y="26269"/>
                    <a:pt x="37291" y="26697"/>
                    <a:pt x="36824" y="27131"/>
                  </a:cubicBezTo>
                  <a:cubicBezTo>
                    <a:pt x="36392" y="27139"/>
                    <a:pt x="35958" y="27149"/>
                    <a:pt x="35524" y="27157"/>
                  </a:cubicBezTo>
                  <a:lnTo>
                    <a:pt x="35523" y="27156"/>
                  </a:lnTo>
                  <a:cubicBezTo>
                    <a:pt x="35860" y="26812"/>
                    <a:pt x="36203" y="26471"/>
                    <a:pt x="36553" y="26143"/>
                  </a:cubicBezTo>
                  <a:cubicBezTo>
                    <a:pt x="36856" y="25859"/>
                    <a:pt x="37194" y="25589"/>
                    <a:pt x="37519" y="25307"/>
                  </a:cubicBezTo>
                  <a:cubicBezTo>
                    <a:pt x="37990" y="25298"/>
                    <a:pt x="38460" y="25290"/>
                    <a:pt x="38930" y="25281"/>
                  </a:cubicBezTo>
                  <a:close/>
                  <a:moveTo>
                    <a:pt x="36948" y="25317"/>
                  </a:moveTo>
                  <a:cubicBezTo>
                    <a:pt x="36766" y="25489"/>
                    <a:pt x="36589" y="25661"/>
                    <a:pt x="36417" y="25824"/>
                  </a:cubicBezTo>
                  <a:lnTo>
                    <a:pt x="36414" y="25822"/>
                  </a:lnTo>
                  <a:cubicBezTo>
                    <a:pt x="35959" y="26250"/>
                    <a:pt x="35533" y="26701"/>
                    <a:pt x="35119" y="27164"/>
                  </a:cubicBezTo>
                  <a:cubicBezTo>
                    <a:pt x="34778" y="27170"/>
                    <a:pt x="34438" y="27177"/>
                    <a:pt x="34098" y="27182"/>
                  </a:cubicBezTo>
                  <a:cubicBezTo>
                    <a:pt x="34426" y="26790"/>
                    <a:pt x="34767" y="26407"/>
                    <a:pt x="35126" y="26042"/>
                  </a:cubicBezTo>
                  <a:cubicBezTo>
                    <a:pt x="35361" y="25799"/>
                    <a:pt x="35629" y="25576"/>
                    <a:pt x="35875" y="25337"/>
                  </a:cubicBezTo>
                  <a:cubicBezTo>
                    <a:pt x="36233" y="25330"/>
                    <a:pt x="36590" y="25324"/>
                    <a:pt x="36948" y="25317"/>
                  </a:cubicBezTo>
                  <a:close/>
                  <a:moveTo>
                    <a:pt x="35273" y="25349"/>
                  </a:moveTo>
                  <a:cubicBezTo>
                    <a:pt x="35130" y="25490"/>
                    <a:pt x="34991" y="25633"/>
                    <a:pt x="34854" y="25770"/>
                  </a:cubicBezTo>
                  <a:lnTo>
                    <a:pt x="34852" y="25769"/>
                  </a:lnTo>
                  <a:cubicBezTo>
                    <a:pt x="34417" y="26212"/>
                    <a:pt x="34030" y="26691"/>
                    <a:pt x="33663" y="27192"/>
                  </a:cubicBezTo>
                  <a:cubicBezTo>
                    <a:pt x="33211" y="27200"/>
                    <a:pt x="32759" y="27208"/>
                    <a:pt x="32307" y="27217"/>
                  </a:cubicBezTo>
                  <a:cubicBezTo>
                    <a:pt x="32642" y="26888"/>
                    <a:pt x="32979" y="26558"/>
                    <a:pt x="33304" y="26220"/>
                  </a:cubicBezTo>
                  <a:cubicBezTo>
                    <a:pt x="33568" y="25946"/>
                    <a:pt x="33857" y="25670"/>
                    <a:pt x="34106" y="25370"/>
                  </a:cubicBezTo>
                  <a:cubicBezTo>
                    <a:pt x="34496" y="25363"/>
                    <a:pt x="34885" y="25356"/>
                    <a:pt x="35273" y="25349"/>
                  </a:cubicBezTo>
                  <a:close/>
                  <a:moveTo>
                    <a:pt x="33566" y="25379"/>
                  </a:moveTo>
                  <a:cubicBezTo>
                    <a:pt x="33381" y="25567"/>
                    <a:pt x="33202" y="25759"/>
                    <a:pt x="33024" y="25940"/>
                  </a:cubicBezTo>
                  <a:lnTo>
                    <a:pt x="33022" y="25938"/>
                  </a:lnTo>
                  <a:cubicBezTo>
                    <a:pt x="32606" y="26358"/>
                    <a:pt x="32206" y="26795"/>
                    <a:pt x="31803" y="27227"/>
                  </a:cubicBezTo>
                  <a:cubicBezTo>
                    <a:pt x="31424" y="27235"/>
                    <a:pt x="31044" y="27242"/>
                    <a:pt x="30665" y="27249"/>
                  </a:cubicBezTo>
                  <a:cubicBezTo>
                    <a:pt x="30968" y="26932"/>
                    <a:pt x="31276" y="26619"/>
                    <a:pt x="31585" y="26307"/>
                  </a:cubicBezTo>
                  <a:cubicBezTo>
                    <a:pt x="31878" y="26010"/>
                    <a:pt x="32195" y="25725"/>
                    <a:pt x="32460" y="25400"/>
                  </a:cubicBezTo>
                  <a:cubicBezTo>
                    <a:pt x="32828" y="25393"/>
                    <a:pt x="33197" y="25386"/>
                    <a:pt x="33566" y="25379"/>
                  </a:cubicBezTo>
                  <a:close/>
                  <a:moveTo>
                    <a:pt x="31945" y="25408"/>
                  </a:moveTo>
                  <a:lnTo>
                    <a:pt x="31945" y="25408"/>
                  </a:lnTo>
                  <a:cubicBezTo>
                    <a:pt x="31292" y="25924"/>
                    <a:pt x="30736" y="26639"/>
                    <a:pt x="30231" y="27260"/>
                  </a:cubicBezTo>
                  <a:lnTo>
                    <a:pt x="30229" y="27259"/>
                  </a:lnTo>
                  <a:cubicBezTo>
                    <a:pt x="30050" y="27263"/>
                    <a:pt x="29869" y="27269"/>
                    <a:pt x="29689" y="27272"/>
                  </a:cubicBezTo>
                  <a:cubicBezTo>
                    <a:pt x="29900" y="26995"/>
                    <a:pt x="30124" y="26730"/>
                    <a:pt x="30363" y="26478"/>
                  </a:cubicBezTo>
                  <a:cubicBezTo>
                    <a:pt x="30708" y="26115"/>
                    <a:pt x="31127" y="25803"/>
                    <a:pt x="31445" y="25418"/>
                  </a:cubicBezTo>
                  <a:cubicBezTo>
                    <a:pt x="31611" y="25414"/>
                    <a:pt x="31779" y="25412"/>
                    <a:pt x="31945" y="25408"/>
                  </a:cubicBezTo>
                  <a:close/>
                  <a:moveTo>
                    <a:pt x="31042" y="25425"/>
                  </a:moveTo>
                  <a:lnTo>
                    <a:pt x="31042" y="25425"/>
                  </a:lnTo>
                  <a:cubicBezTo>
                    <a:pt x="30676" y="25663"/>
                    <a:pt x="30351" y="26000"/>
                    <a:pt x="30066" y="26301"/>
                  </a:cubicBezTo>
                  <a:lnTo>
                    <a:pt x="30064" y="26299"/>
                  </a:lnTo>
                  <a:cubicBezTo>
                    <a:pt x="29774" y="26604"/>
                    <a:pt x="29515" y="26939"/>
                    <a:pt x="29271" y="27281"/>
                  </a:cubicBezTo>
                  <a:cubicBezTo>
                    <a:pt x="28823" y="27291"/>
                    <a:pt x="28376" y="27302"/>
                    <a:pt x="27928" y="27313"/>
                  </a:cubicBezTo>
                  <a:cubicBezTo>
                    <a:pt x="28493" y="26733"/>
                    <a:pt x="29042" y="26125"/>
                    <a:pt x="29446" y="25454"/>
                  </a:cubicBezTo>
                  <a:cubicBezTo>
                    <a:pt x="29978" y="25444"/>
                    <a:pt x="30510" y="25434"/>
                    <a:pt x="31042" y="25425"/>
                  </a:cubicBezTo>
                  <a:close/>
                  <a:moveTo>
                    <a:pt x="29159" y="25461"/>
                  </a:moveTo>
                  <a:lnTo>
                    <a:pt x="29159" y="25461"/>
                  </a:lnTo>
                  <a:cubicBezTo>
                    <a:pt x="28508" y="25992"/>
                    <a:pt x="27944" y="26662"/>
                    <a:pt x="27401" y="27327"/>
                  </a:cubicBezTo>
                  <a:cubicBezTo>
                    <a:pt x="26857" y="27340"/>
                    <a:pt x="26312" y="27352"/>
                    <a:pt x="25767" y="27365"/>
                  </a:cubicBezTo>
                  <a:cubicBezTo>
                    <a:pt x="26052" y="27008"/>
                    <a:pt x="26343" y="26655"/>
                    <a:pt x="26648" y="26315"/>
                  </a:cubicBezTo>
                  <a:cubicBezTo>
                    <a:pt x="26890" y="26044"/>
                    <a:pt x="27166" y="25783"/>
                    <a:pt x="27394" y="25492"/>
                  </a:cubicBezTo>
                  <a:cubicBezTo>
                    <a:pt x="27983" y="25483"/>
                    <a:pt x="28571" y="25471"/>
                    <a:pt x="29159" y="25461"/>
                  </a:cubicBezTo>
                  <a:close/>
                  <a:moveTo>
                    <a:pt x="26905" y="25501"/>
                  </a:moveTo>
                  <a:lnTo>
                    <a:pt x="26905" y="25501"/>
                  </a:lnTo>
                  <a:cubicBezTo>
                    <a:pt x="26684" y="25732"/>
                    <a:pt x="26483" y="25986"/>
                    <a:pt x="26288" y="26222"/>
                  </a:cubicBezTo>
                  <a:cubicBezTo>
                    <a:pt x="25979" y="26597"/>
                    <a:pt x="25684" y="26982"/>
                    <a:pt x="25397" y="27375"/>
                  </a:cubicBezTo>
                  <a:cubicBezTo>
                    <a:pt x="25125" y="27382"/>
                    <a:pt x="24854" y="27386"/>
                    <a:pt x="24582" y="27393"/>
                  </a:cubicBezTo>
                  <a:cubicBezTo>
                    <a:pt x="24826" y="27118"/>
                    <a:pt x="25072" y="26844"/>
                    <a:pt x="25310" y="26564"/>
                  </a:cubicBezTo>
                  <a:cubicBezTo>
                    <a:pt x="25590" y="26238"/>
                    <a:pt x="25901" y="25896"/>
                    <a:pt x="26110" y="25514"/>
                  </a:cubicBezTo>
                  <a:cubicBezTo>
                    <a:pt x="26355" y="25510"/>
                    <a:pt x="26599" y="25506"/>
                    <a:pt x="26845" y="25503"/>
                  </a:cubicBezTo>
                  <a:lnTo>
                    <a:pt x="26905" y="25501"/>
                  </a:lnTo>
                  <a:close/>
                  <a:moveTo>
                    <a:pt x="25707" y="25519"/>
                  </a:moveTo>
                  <a:cubicBezTo>
                    <a:pt x="25459" y="25753"/>
                    <a:pt x="25241" y="26024"/>
                    <a:pt x="25026" y="26279"/>
                  </a:cubicBezTo>
                  <a:cubicBezTo>
                    <a:pt x="24714" y="26649"/>
                    <a:pt x="24411" y="27028"/>
                    <a:pt x="24103" y="27403"/>
                  </a:cubicBezTo>
                  <a:cubicBezTo>
                    <a:pt x="23834" y="27410"/>
                    <a:pt x="23565" y="27414"/>
                    <a:pt x="23296" y="27422"/>
                  </a:cubicBezTo>
                  <a:cubicBezTo>
                    <a:pt x="23214" y="27427"/>
                    <a:pt x="23129" y="27428"/>
                    <a:pt x="23044" y="27430"/>
                  </a:cubicBezTo>
                  <a:lnTo>
                    <a:pt x="23043" y="27429"/>
                  </a:lnTo>
                  <a:cubicBezTo>
                    <a:pt x="23330" y="27121"/>
                    <a:pt x="23620" y="26815"/>
                    <a:pt x="23904" y="26503"/>
                  </a:cubicBezTo>
                  <a:cubicBezTo>
                    <a:pt x="24178" y="26202"/>
                    <a:pt x="24487" y="25888"/>
                    <a:pt x="24706" y="25534"/>
                  </a:cubicBezTo>
                  <a:cubicBezTo>
                    <a:pt x="25040" y="25529"/>
                    <a:pt x="25373" y="25524"/>
                    <a:pt x="25707" y="25519"/>
                  </a:cubicBezTo>
                  <a:close/>
                  <a:moveTo>
                    <a:pt x="24213" y="25542"/>
                  </a:moveTo>
                  <a:lnTo>
                    <a:pt x="24213" y="25542"/>
                  </a:lnTo>
                  <a:cubicBezTo>
                    <a:pt x="23972" y="25777"/>
                    <a:pt x="23752" y="26045"/>
                    <a:pt x="23542" y="26286"/>
                  </a:cubicBezTo>
                  <a:cubicBezTo>
                    <a:pt x="23207" y="26669"/>
                    <a:pt x="22879" y="27057"/>
                    <a:pt x="22548" y="27443"/>
                  </a:cubicBezTo>
                  <a:cubicBezTo>
                    <a:pt x="22041" y="27457"/>
                    <a:pt x="21535" y="27472"/>
                    <a:pt x="21029" y="27486"/>
                  </a:cubicBezTo>
                  <a:lnTo>
                    <a:pt x="21026" y="27485"/>
                  </a:lnTo>
                  <a:cubicBezTo>
                    <a:pt x="21292" y="27230"/>
                    <a:pt x="21561" y="26979"/>
                    <a:pt x="21833" y="26731"/>
                  </a:cubicBezTo>
                  <a:cubicBezTo>
                    <a:pt x="22253" y="26348"/>
                    <a:pt x="22713" y="25986"/>
                    <a:pt x="23094" y="25560"/>
                  </a:cubicBezTo>
                  <a:lnTo>
                    <a:pt x="24213" y="25542"/>
                  </a:lnTo>
                  <a:close/>
                  <a:moveTo>
                    <a:pt x="4701" y="24684"/>
                  </a:moveTo>
                  <a:cubicBezTo>
                    <a:pt x="4729" y="24881"/>
                    <a:pt x="4758" y="25076"/>
                    <a:pt x="4793" y="25272"/>
                  </a:cubicBezTo>
                  <a:lnTo>
                    <a:pt x="4793" y="25274"/>
                  </a:lnTo>
                  <a:cubicBezTo>
                    <a:pt x="4771" y="25323"/>
                    <a:pt x="4762" y="25378"/>
                    <a:pt x="4767" y="25432"/>
                  </a:cubicBezTo>
                  <a:cubicBezTo>
                    <a:pt x="4177" y="25695"/>
                    <a:pt x="3631" y="26208"/>
                    <a:pt x="3135" y="26568"/>
                  </a:cubicBezTo>
                  <a:cubicBezTo>
                    <a:pt x="2714" y="26873"/>
                    <a:pt x="2298" y="27199"/>
                    <a:pt x="1868" y="27500"/>
                  </a:cubicBezTo>
                  <a:cubicBezTo>
                    <a:pt x="1925" y="27165"/>
                    <a:pt x="1964" y="26822"/>
                    <a:pt x="1998" y="26476"/>
                  </a:cubicBezTo>
                  <a:lnTo>
                    <a:pt x="1997" y="26475"/>
                  </a:lnTo>
                  <a:cubicBezTo>
                    <a:pt x="2663" y="25988"/>
                    <a:pt x="3341" y="25519"/>
                    <a:pt x="4036" y="25074"/>
                  </a:cubicBezTo>
                  <a:cubicBezTo>
                    <a:pt x="4248" y="24939"/>
                    <a:pt x="4473" y="24811"/>
                    <a:pt x="4701" y="24684"/>
                  </a:cubicBezTo>
                  <a:close/>
                  <a:moveTo>
                    <a:pt x="22664" y="25567"/>
                  </a:moveTo>
                  <a:cubicBezTo>
                    <a:pt x="21894" y="26073"/>
                    <a:pt x="21213" y="26808"/>
                    <a:pt x="20594" y="27499"/>
                  </a:cubicBezTo>
                  <a:lnTo>
                    <a:pt x="20592" y="27498"/>
                  </a:lnTo>
                  <a:lnTo>
                    <a:pt x="19722" y="27521"/>
                  </a:lnTo>
                  <a:cubicBezTo>
                    <a:pt x="20012" y="27242"/>
                    <a:pt x="20302" y="26962"/>
                    <a:pt x="20594" y="26684"/>
                  </a:cubicBezTo>
                  <a:cubicBezTo>
                    <a:pt x="20972" y="26323"/>
                    <a:pt x="21385" y="25978"/>
                    <a:pt x="21731" y="25582"/>
                  </a:cubicBezTo>
                  <a:cubicBezTo>
                    <a:pt x="22041" y="25577"/>
                    <a:pt x="22352" y="25571"/>
                    <a:pt x="22664" y="25567"/>
                  </a:cubicBezTo>
                  <a:close/>
                  <a:moveTo>
                    <a:pt x="21232" y="25589"/>
                  </a:moveTo>
                  <a:lnTo>
                    <a:pt x="21232" y="25589"/>
                  </a:lnTo>
                  <a:cubicBezTo>
                    <a:pt x="20480" y="26123"/>
                    <a:pt x="19807" y="26858"/>
                    <a:pt x="19188" y="27538"/>
                  </a:cubicBezTo>
                  <a:lnTo>
                    <a:pt x="19186" y="27536"/>
                  </a:lnTo>
                  <a:cubicBezTo>
                    <a:pt x="18611" y="27553"/>
                    <a:pt x="18037" y="27569"/>
                    <a:pt x="17462" y="27586"/>
                  </a:cubicBezTo>
                  <a:cubicBezTo>
                    <a:pt x="18215" y="26972"/>
                    <a:pt x="19027" y="26344"/>
                    <a:pt x="19643" y="25609"/>
                  </a:cubicBezTo>
                  <a:cubicBezTo>
                    <a:pt x="20173" y="25602"/>
                    <a:pt x="20703" y="25597"/>
                    <a:pt x="21232" y="25589"/>
                  </a:cubicBezTo>
                  <a:close/>
                  <a:moveTo>
                    <a:pt x="19095" y="25616"/>
                  </a:moveTo>
                  <a:lnTo>
                    <a:pt x="19095" y="25616"/>
                  </a:lnTo>
                  <a:cubicBezTo>
                    <a:pt x="18346" y="26200"/>
                    <a:pt x="17670" y="26944"/>
                    <a:pt x="17005" y="27603"/>
                  </a:cubicBezTo>
                  <a:lnTo>
                    <a:pt x="17004" y="27602"/>
                  </a:lnTo>
                  <a:cubicBezTo>
                    <a:pt x="16578" y="27614"/>
                    <a:pt x="16152" y="27628"/>
                    <a:pt x="15726" y="27642"/>
                  </a:cubicBezTo>
                  <a:cubicBezTo>
                    <a:pt x="16460" y="27015"/>
                    <a:pt x="17247" y="26372"/>
                    <a:pt x="17846" y="25632"/>
                  </a:cubicBezTo>
                  <a:cubicBezTo>
                    <a:pt x="18263" y="25627"/>
                    <a:pt x="18678" y="25621"/>
                    <a:pt x="19095" y="25616"/>
                  </a:cubicBezTo>
                  <a:close/>
                  <a:moveTo>
                    <a:pt x="17256" y="25639"/>
                  </a:moveTo>
                  <a:cubicBezTo>
                    <a:pt x="16510" y="26240"/>
                    <a:pt x="15836" y="26993"/>
                    <a:pt x="15173" y="27661"/>
                  </a:cubicBezTo>
                  <a:lnTo>
                    <a:pt x="15172" y="27660"/>
                  </a:lnTo>
                  <a:cubicBezTo>
                    <a:pt x="14645" y="27676"/>
                    <a:pt x="14119" y="27692"/>
                    <a:pt x="13593" y="27710"/>
                  </a:cubicBezTo>
                  <a:cubicBezTo>
                    <a:pt x="13924" y="27433"/>
                    <a:pt x="14261" y="27164"/>
                    <a:pt x="14605" y="26902"/>
                  </a:cubicBezTo>
                  <a:cubicBezTo>
                    <a:pt x="15138" y="26498"/>
                    <a:pt x="15744" y="26157"/>
                    <a:pt x="16217" y="25682"/>
                  </a:cubicBezTo>
                  <a:cubicBezTo>
                    <a:pt x="16224" y="25673"/>
                    <a:pt x="16229" y="25662"/>
                    <a:pt x="16231" y="25652"/>
                  </a:cubicBezTo>
                  <a:cubicBezTo>
                    <a:pt x="16572" y="25648"/>
                    <a:pt x="16914" y="25642"/>
                    <a:pt x="17256" y="25639"/>
                  </a:cubicBezTo>
                  <a:close/>
                  <a:moveTo>
                    <a:pt x="15814" y="25655"/>
                  </a:moveTo>
                  <a:cubicBezTo>
                    <a:pt x="14817" y="26097"/>
                    <a:pt x="13890" y="26932"/>
                    <a:pt x="13090" y="27728"/>
                  </a:cubicBezTo>
                  <a:lnTo>
                    <a:pt x="13088" y="27726"/>
                  </a:lnTo>
                  <a:cubicBezTo>
                    <a:pt x="12741" y="27738"/>
                    <a:pt x="12394" y="27752"/>
                    <a:pt x="12047" y="27765"/>
                  </a:cubicBezTo>
                  <a:cubicBezTo>
                    <a:pt x="12227" y="27614"/>
                    <a:pt x="12406" y="27463"/>
                    <a:pt x="12585" y="27313"/>
                  </a:cubicBezTo>
                  <a:cubicBezTo>
                    <a:pt x="13144" y="26844"/>
                    <a:pt x="13775" y="26412"/>
                    <a:pt x="14240" y="25847"/>
                  </a:cubicBezTo>
                  <a:cubicBezTo>
                    <a:pt x="14296" y="25780"/>
                    <a:pt x="14249" y="25692"/>
                    <a:pt x="14176" y="25692"/>
                  </a:cubicBezTo>
                  <a:cubicBezTo>
                    <a:pt x="14162" y="25692"/>
                    <a:pt x="14146" y="25696"/>
                    <a:pt x="14130" y="25704"/>
                  </a:cubicBezTo>
                  <a:cubicBezTo>
                    <a:pt x="13161" y="26173"/>
                    <a:pt x="12297" y="26989"/>
                    <a:pt x="11498" y="27787"/>
                  </a:cubicBezTo>
                  <a:cubicBezTo>
                    <a:pt x="10824" y="27812"/>
                    <a:pt x="10148" y="27839"/>
                    <a:pt x="9473" y="27868"/>
                  </a:cubicBezTo>
                  <a:cubicBezTo>
                    <a:pt x="9798" y="27575"/>
                    <a:pt x="10126" y="27288"/>
                    <a:pt x="10461" y="27007"/>
                  </a:cubicBezTo>
                  <a:cubicBezTo>
                    <a:pt x="10990" y="26564"/>
                    <a:pt x="11610" y="26179"/>
                    <a:pt x="12095" y="25681"/>
                  </a:cubicBezTo>
                  <a:cubicBezTo>
                    <a:pt x="13335" y="25675"/>
                    <a:pt x="14574" y="25666"/>
                    <a:pt x="15814" y="25655"/>
                  </a:cubicBezTo>
                  <a:close/>
                  <a:moveTo>
                    <a:pt x="11588" y="25683"/>
                  </a:moveTo>
                  <a:lnTo>
                    <a:pt x="11588" y="25683"/>
                  </a:lnTo>
                  <a:cubicBezTo>
                    <a:pt x="11166" y="25948"/>
                    <a:pt x="10778" y="26293"/>
                    <a:pt x="10408" y="26605"/>
                  </a:cubicBezTo>
                  <a:lnTo>
                    <a:pt x="10406" y="26603"/>
                  </a:lnTo>
                  <a:cubicBezTo>
                    <a:pt x="9931" y="27003"/>
                    <a:pt x="9491" y="27437"/>
                    <a:pt x="9062" y="27883"/>
                  </a:cubicBezTo>
                  <a:cubicBezTo>
                    <a:pt x="8472" y="27908"/>
                    <a:pt x="7882" y="27929"/>
                    <a:pt x="7291" y="27956"/>
                  </a:cubicBezTo>
                  <a:cubicBezTo>
                    <a:pt x="7656" y="27620"/>
                    <a:pt x="8014" y="27280"/>
                    <a:pt x="8388" y="26958"/>
                  </a:cubicBezTo>
                  <a:cubicBezTo>
                    <a:pt x="8879" y="26535"/>
                    <a:pt x="9436" y="26150"/>
                    <a:pt x="9899" y="25689"/>
                  </a:cubicBezTo>
                  <a:cubicBezTo>
                    <a:pt x="10461" y="25688"/>
                    <a:pt x="11025" y="25687"/>
                    <a:pt x="11588" y="25683"/>
                  </a:cubicBezTo>
                  <a:close/>
                  <a:moveTo>
                    <a:pt x="6832" y="25683"/>
                  </a:moveTo>
                  <a:cubicBezTo>
                    <a:pt x="7693" y="25688"/>
                    <a:pt x="8555" y="25690"/>
                    <a:pt x="9416" y="25690"/>
                  </a:cubicBezTo>
                  <a:lnTo>
                    <a:pt x="9416" y="25690"/>
                  </a:lnTo>
                  <a:cubicBezTo>
                    <a:pt x="9012" y="25987"/>
                    <a:pt x="8639" y="26339"/>
                    <a:pt x="8277" y="26664"/>
                  </a:cubicBezTo>
                  <a:cubicBezTo>
                    <a:pt x="7814" y="27084"/>
                    <a:pt x="7373" y="27525"/>
                    <a:pt x="6941" y="27974"/>
                  </a:cubicBezTo>
                  <a:cubicBezTo>
                    <a:pt x="6721" y="27985"/>
                    <a:pt x="6501" y="27997"/>
                    <a:pt x="6281" y="28008"/>
                  </a:cubicBezTo>
                  <a:cubicBezTo>
                    <a:pt x="6524" y="27733"/>
                    <a:pt x="6773" y="27465"/>
                    <a:pt x="7033" y="27207"/>
                  </a:cubicBezTo>
                  <a:cubicBezTo>
                    <a:pt x="7474" y="26768"/>
                    <a:pt x="8021" y="26379"/>
                    <a:pt x="8388" y="25877"/>
                  </a:cubicBezTo>
                  <a:cubicBezTo>
                    <a:pt x="8431" y="25820"/>
                    <a:pt x="8373" y="25763"/>
                    <a:pt x="8315" y="25763"/>
                  </a:cubicBezTo>
                  <a:cubicBezTo>
                    <a:pt x="8304" y="25763"/>
                    <a:pt x="8292" y="25765"/>
                    <a:pt x="8281" y="25770"/>
                  </a:cubicBezTo>
                  <a:cubicBezTo>
                    <a:pt x="7702" y="26058"/>
                    <a:pt x="7220" y="26631"/>
                    <a:pt x="6788" y="27102"/>
                  </a:cubicBezTo>
                  <a:cubicBezTo>
                    <a:pt x="6516" y="27398"/>
                    <a:pt x="6259" y="27708"/>
                    <a:pt x="6008" y="28022"/>
                  </a:cubicBezTo>
                  <a:cubicBezTo>
                    <a:pt x="5437" y="28050"/>
                    <a:pt x="4865" y="28080"/>
                    <a:pt x="4294" y="28109"/>
                  </a:cubicBezTo>
                  <a:cubicBezTo>
                    <a:pt x="4772" y="27673"/>
                    <a:pt x="5238" y="27221"/>
                    <a:pt x="5703" y="26773"/>
                  </a:cubicBezTo>
                  <a:cubicBezTo>
                    <a:pt x="6074" y="26414"/>
                    <a:pt x="6472" y="26063"/>
                    <a:pt x="6832" y="25683"/>
                  </a:cubicBezTo>
                  <a:close/>
                  <a:moveTo>
                    <a:pt x="5217" y="25682"/>
                  </a:moveTo>
                  <a:cubicBezTo>
                    <a:pt x="5406" y="25683"/>
                    <a:pt x="5595" y="25683"/>
                    <a:pt x="5785" y="25683"/>
                  </a:cubicBezTo>
                  <a:cubicBezTo>
                    <a:pt x="5974" y="25683"/>
                    <a:pt x="6164" y="25683"/>
                    <a:pt x="6353" y="25684"/>
                  </a:cubicBezTo>
                  <a:cubicBezTo>
                    <a:pt x="6055" y="25968"/>
                    <a:pt x="5770" y="26269"/>
                    <a:pt x="5479" y="26550"/>
                  </a:cubicBezTo>
                  <a:cubicBezTo>
                    <a:pt x="4943" y="27070"/>
                    <a:pt x="4402" y="27588"/>
                    <a:pt x="3889" y="28131"/>
                  </a:cubicBezTo>
                  <a:cubicBezTo>
                    <a:pt x="3292" y="28163"/>
                    <a:pt x="2695" y="28188"/>
                    <a:pt x="2098" y="28223"/>
                  </a:cubicBezTo>
                  <a:cubicBezTo>
                    <a:pt x="2540" y="27882"/>
                    <a:pt x="2975" y="27531"/>
                    <a:pt x="3416" y="27192"/>
                  </a:cubicBezTo>
                  <a:lnTo>
                    <a:pt x="3414" y="27191"/>
                  </a:lnTo>
                  <a:cubicBezTo>
                    <a:pt x="3989" y="26747"/>
                    <a:pt x="4791" y="26297"/>
                    <a:pt x="5217" y="25682"/>
                  </a:cubicBezTo>
                  <a:close/>
                  <a:moveTo>
                    <a:pt x="46046" y="0"/>
                  </a:moveTo>
                  <a:cubicBezTo>
                    <a:pt x="40219" y="0"/>
                    <a:pt x="34385" y="177"/>
                    <a:pt x="28570" y="314"/>
                  </a:cubicBezTo>
                  <a:cubicBezTo>
                    <a:pt x="24207" y="418"/>
                    <a:pt x="19844" y="513"/>
                    <a:pt x="15480" y="633"/>
                  </a:cubicBezTo>
                  <a:cubicBezTo>
                    <a:pt x="11661" y="739"/>
                    <a:pt x="7631" y="515"/>
                    <a:pt x="3879" y="1282"/>
                  </a:cubicBezTo>
                  <a:cubicBezTo>
                    <a:pt x="3706" y="1317"/>
                    <a:pt x="3749" y="1520"/>
                    <a:pt x="3879" y="1578"/>
                  </a:cubicBezTo>
                  <a:cubicBezTo>
                    <a:pt x="3352" y="1857"/>
                    <a:pt x="2863" y="2310"/>
                    <a:pt x="2415" y="2635"/>
                  </a:cubicBezTo>
                  <a:cubicBezTo>
                    <a:pt x="1742" y="3122"/>
                    <a:pt x="1091" y="3668"/>
                    <a:pt x="360" y="4067"/>
                  </a:cubicBezTo>
                  <a:cubicBezTo>
                    <a:pt x="297" y="4100"/>
                    <a:pt x="245" y="4163"/>
                    <a:pt x="209" y="4234"/>
                  </a:cubicBezTo>
                  <a:cubicBezTo>
                    <a:pt x="105" y="4242"/>
                    <a:pt x="0" y="4313"/>
                    <a:pt x="5" y="4434"/>
                  </a:cubicBezTo>
                  <a:cubicBezTo>
                    <a:pt x="156" y="8496"/>
                    <a:pt x="464" y="12549"/>
                    <a:pt x="615" y="16609"/>
                  </a:cubicBezTo>
                  <a:cubicBezTo>
                    <a:pt x="755" y="20371"/>
                    <a:pt x="150" y="24503"/>
                    <a:pt x="808" y="28187"/>
                  </a:cubicBezTo>
                  <a:cubicBezTo>
                    <a:pt x="820" y="28251"/>
                    <a:pt x="848" y="28311"/>
                    <a:pt x="887" y="28361"/>
                  </a:cubicBezTo>
                  <a:cubicBezTo>
                    <a:pt x="887" y="28392"/>
                    <a:pt x="891" y="28422"/>
                    <a:pt x="900" y="28451"/>
                  </a:cubicBezTo>
                  <a:cubicBezTo>
                    <a:pt x="912" y="28484"/>
                    <a:pt x="925" y="28515"/>
                    <a:pt x="940" y="28547"/>
                  </a:cubicBezTo>
                  <a:cubicBezTo>
                    <a:pt x="998" y="28667"/>
                    <a:pt x="1143" y="28736"/>
                    <a:pt x="1284" y="28739"/>
                  </a:cubicBezTo>
                  <a:cubicBezTo>
                    <a:pt x="1331" y="28794"/>
                    <a:pt x="1401" y="28831"/>
                    <a:pt x="1496" y="28832"/>
                  </a:cubicBezTo>
                  <a:cubicBezTo>
                    <a:pt x="2748" y="28841"/>
                    <a:pt x="4001" y="28846"/>
                    <a:pt x="5253" y="28846"/>
                  </a:cubicBezTo>
                  <a:cubicBezTo>
                    <a:pt x="11269" y="28846"/>
                    <a:pt x="17283" y="28749"/>
                    <a:pt x="23298" y="28652"/>
                  </a:cubicBezTo>
                  <a:cubicBezTo>
                    <a:pt x="28263" y="28571"/>
                    <a:pt x="33227" y="28465"/>
                    <a:pt x="38191" y="28380"/>
                  </a:cubicBezTo>
                  <a:cubicBezTo>
                    <a:pt x="40342" y="28344"/>
                    <a:pt x="42494" y="28311"/>
                    <a:pt x="44645" y="28281"/>
                  </a:cubicBezTo>
                  <a:cubicBezTo>
                    <a:pt x="44698" y="28281"/>
                    <a:pt x="44752" y="28280"/>
                    <a:pt x="44806" y="28280"/>
                  </a:cubicBezTo>
                  <a:cubicBezTo>
                    <a:pt x="45625" y="28280"/>
                    <a:pt x="46563" y="28357"/>
                    <a:pt x="47482" y="28357"/>
                  </a:cubicBezTo>
                  <a:cubicBezTo>
                    <a:pt x="48369" y="28357"/>
                    <a:pt x="49240" y="28286"/>
                    <a:pt x="49970" y="28004"/>
                  </a:cubicBezTo>
                  <a:cubicBezTo>
                    <a:pt x="50089" y="27961"/>
                    <a:pt x="50184" y="27872"/>
                    <a:pt x="50235" y="27756"/>
                  </a:cubicBezTo>
                  <a:cubicBezTo>
                    <a:pt x="50812" y="27330"/>
                    <a:pt x="51367" y="26869"/>
                    <a:pt x="51935" y="26432"/>
                  </a:cubicBezTo>
                  <a:cubicBezTo>
                    <a:pt x="52431" y="26049"/>
                    <a:pt x="53097" y="25661"/>
                    <a:pt x="53545" y="25166"/>
                  </a:cubicBezTo>
                  <a:cubicBezTo>
                    <a:pt x="53771" y="25153"/>
                    <a:pt x="53999" y="25003"/>
                    <a:pt x="54025" y="24714"/>
                  </a:cubicBezTo>
                  <a:cubicBezTo>
                    <a:pt x="54379" y="20749"/>
                    <a:pt x="54607" y="16772"/>
                    <a:pt x="54871" y="12800"/>
                  </a:cubicBezTo>
                  <a:cubicBezTo>
                    <a:pt x="55133" y="8864"/>
                    <a:pt x="55569" y="4827"/>
                    <a:pt x="55437" y="885"/>
                  </a:cubicBezTo>
                  <a:cubicBezTo>
                    <a:pt x="55436" y="858"/>
                    <a:pt x="55430" y="832"/>
                    <a:pt x="55420" y="808"/>
                  </a:cubicBezTo>
                  <a:cubicBezTo>
                    <a:pt x="55466" y="517"/>
                    <a:pt x="55304" y="182"/>
                    <a:pt x="54918" y="165"/>
                  </a:cubicBezTo>
                  <a:cubicBezTo>
                    <a:pt x="51964" y="46"/>
                    <a:pt x="49006" y="0"/>
                    <a:pt x="460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41"/>
            <p:cNvSpPr txBox="1"/>
            <p:nvPr/>
          </p:nvSpPr>
          <p:spPr>
            <a:xfrm>
              <a:off x="5734776" y="1294050"/>
              <a:ext cx="24672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Sources of information</a:t>
              </a:r>
              <a:endParaRPr sz="19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923" name="Google Shape;2923;p41"/>
            <p:cNvSpPr txBox="1"/>
            <p:nvPr/>
          </p:nvSpPr>
          <p:spPr>
            <a:xfrm>
              <a:off x="5734767" y="1572500"/>
              <a:ext cx="1815000" cy="5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24" name="Google Shape;2924;p41"/>
            <p:cNvSpPr/>
            <p:nvPr/>
          </p:nvSpPr>
          <p:spPr>
            <a:xfrm rot="-582336">
              <a:off x="4720011" y="1679980"/>
              <a:ext cx="267803" cy="231922"/>
            </a:xfrm>
            <a:custGeom>
              <a:rect b="b" l="l" r="r" t="t"/>
              <a:pathLst>
                <a:path extrusionOk="0" h="10891" w="12576">
                  <a:moveTo>
                    <a:pt x="906" y="1183"/>
                  </a:moveTo>
                  <a:lnTo>
                    <a:pt x="1258" y="1409"/>
                  </a:lnTo>
                  <a:lnTo>
                    <a:pt x="1610" y="1636"/>
                  </a:lnTo>
                  <a:lnTo>
                    <a:pt x="2264" y="2038"/>
                  </a:lnTo>
                  <a:lnTo>
                    <a:pt x="2943" y="2415"/>
                  </a:lnTo>
                  <a:lnTo>
                    <a:pt x="3597" y="2767"/>
                  </a:lnTo>
                  <a:lnTo>
                    <a:pt x="4276" y="3120"/>
                  </a:lnTo>
                  <a:lnTo>
                    <a:pt x="5634" y="3799"/>
                  </a:lnTo>
                  <a:lnTo>
                    <a:pt x="6992" y="4452"/>
                  </a:lnTo>
                  <a:lnTo>
                    <a:pt x="8375" y="5081"/>
                  </a:lnTo>
                  <a:lnTo>
                    <a:pt x="9246" y="5468"/>
                  </a:lnTo>
                  <a:lnTo>
                    <a:pt x="9246" y="5468"/>
                  </a:lnTo>
                  <a:lnTo>
                    <a:pt x="8426" y="5886"/>
                  </a:lnTo>
                  <a:lnTo>
                    <a:pt x="5659" y="7269"/>
                  </a:lnTo>
                  <a:lnTo>
                    <a:pt x="2993" y="8653"/>
                  </a:lnTo>
                  <a:lnTo>
                    <a:pt x="941" y="9641"/>
                  </a:lnTo>
                  <a:lnTo>
                    <a:pt x="941" y="9641"/>
                  </a:lnTo>
                  <a:lnTo>
                    <a:pt x="931" y="9156"/>
                  </a:lnTo>
                  <a:lnTo>
                    <a:pt x="906" y="7898"/>
                  </a:lnTo>
                  <a:lnTo>
                    <a:pt x="881" y="5408"/>
                  </a:lnTo>
                  <a:lnTo>
                    <a:pt x="881" y="3296"/>
                  </a:lnTo>
                  <a:lnTo>
                    <a:pt x="906" y="1183"/>
                  </a:lnTo>
                  <a:close/>
                  <a:moveTo>
                    <a:pt x="453" y="1"/>
                  </a:moveTo>
                  <a:lnTo>
                    <a:pt x="302" y="26"/>
                  </a:lnTo>
                  <a:lnTo>
                    <a:pt x="76" y="252"/>
                  </a:lnTo>
                  <a:lnTo>
                    <a:pt x="51" y="428"/>
                  </a:lnTo>
                  <a:lnTo>
                    <a:pt x="101" y="2918"/>
                  </a:lnTo>
                  <a:lnTo>
                    <a:pt x="76" y="5408"/>
                  </a:lnTo>
                  <a:lnTo>
                    <a:pt x="51" y="7898"/>
                  </a:lnTo>
                  <a:lnTo>
                    <a:pt x="26" y="9156"/>
                  </a:lnTo>
                  <a:lnTo>
                    <a:pt x="0" y="10413"/>
                  </a:lnTo>
                  <a:lnTo>
                    <a:pt x="0" y="10514"/>
                  </a:lnTo>
                  <a:lnTo>
                    <a:pt x="51" y="10589"/>
                  </a:lnTo>
                  <a:lnTo>
                    <a:pt x="126" y="10765"/>
                  </a:lnTo>
                  <a:lnTo>
                    <a:pt x="478" y="10891"/>
                  </a:lnTo>
                  <a:lnTo>
                    <a:pt x="654" y="10841"/>
                  </a:lnTo>
                  <a:lnTo>
                    <a:pt x="680" y="10841"/>
                  </a:lnTo>
                  <a:lnTo>
                    <a:pt x="3496" y="9659"/>
                  </a:lnTo>
                  <a:lnTo>
                    <a:pt x="6338" y="8552"/>
                  </a:lnTo>
                  <a:lnTo>
                    <a:pt x="9180" y="7445"/>
                  </a:lnTo>
                  <a:lnTo>
                    <a:pt x="12022" y="6288"/>
                  </a:lnTo>
                  <a:lnTo>
                    <a:pt x="12173" y="6213"/>
                  </a:lnTo>
                  <a:lnTo>
                    <a:pt x="12399" y="5961"/>
                  </a:lnTo>
                  <a:lnTo>
                    <a:pt x="12500" y="5811"/>
                  </a:lnTo>
                  <a:lnTo>
                    <a:pt x="12575" y="5635"/>
                  </a:lnTo>
                  <a:lnTo>
                    <a:pt x="12575" y="5282"/>
                  </a:lnTo>
                  <a:lnTo>
                    <a:pt x="12450" y="4930"/>
                  </a:lnTo>
                  <a:lnTo>
                    <a:pt x="12223" y="4654"/>
                  </a:lnTo>
                  <a:lnTo>
                    <a:pt x="12047" y="4578"/>
                  </a:lnTo>
                  <a:lnTo>
                    <a:pt x="12022" y="4553"/>
                  </a:lnTo>
                  <a:lnTo>
                    <a:pt x="10639" y="3899"/>
                  </a:lnTo>
                  <a:lnTo>
                    <a:pt x="9256" y="3270"/>
                  </a:lnTo>
                  <a:lnTo>
                    <a:pt x="7847" y="2642"/>
                  </a:lnTo>
                  <a:lnTo>
                    <a:pt x="6439" y="2038"/>
                  </a:lnTo>
                  <a:lnTo>
                    <a:pt x="5030" y="1460"/>
                  </a:lnTo>
                  <a:lnTo>
                    <a:pt x="4301" y="1208"/>
                  </a:lnTo>
                  <a:lnTo>
                    <a:pt x="3597" y="931"/>
                  </a:lnTo>
                  <a:lnTo>
                    <a:pt x="2868" y="680"/>
                  </a:lnTo>
                  <a:lnTo>
                    <a:pt x="2138" y="454"/>
                  </a:lnTo>
                  <a:lnTo>
                    <a:pt x="1409" y="227"/>
                  </a:lnTo>
                  <a:lnTo>
                    <a:pt x="654" y="26"/>
                  </a:lnTo>
                  <a:lnTo>
                    <a:pt x="554" y="26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41"/>
            <p:cNvSpPr/>
            <p:nvPr/>
          </p:nvSpPr>
          <p:spPr>
            <a:xfrm rot="-582336">
              <a:off x="4188301" y="1825668"/>
              <a:ext cx="507199" cy="37500"/>
            </a:xfrm>
            <a:custGeom>
              <a:rect b="b" l="l" r="r" t="t"/>
              <a:pathLst>
                <a:path extrusionOk="0" h="1761" w="23818">
                  <a:moveTo>
                    <a:pt x="328" y="0"/>
                  </a:moveTo>
                  <a:lnTo>
                    <a:pt x="152" y="25"/>
                  </a:lnTo>
                  <a:lnTo>
                    <a:pt x="51" y="50"/>
                  </a:lnTo>
                  <a:lnTo>
                    <a:pt x="1" y="126"/>
                  </a:lnTo>
                  <a:lnTo>
                    <a:pt x="26" y="252"/>
                  </a:lnTo>
                  <a:lnTo>
                    <a:pt x="127" y="302"/>
                  </a:lnTo>
                  <a:lnTo>
                    <a:pt x="303" y="327"/>
                  </a:lnTo>
                  <a:lnTo>
                    <a:pt x="1133" y="428"/>
                  </a:lnTo>
                  <a:lnTo>
                    <a:pt x="2239" y="553"/>
                  </a:lnTo>
                  <a:lnTo>
                    <a:pt x="3799" y="679"/>
                  </a:lnTo>
                  <a:lnTo>
                    <a:pt x="5534" y="805"/>
                  </a:lnTo>
                  <a:lnTo>
                    <a:pt x="7571" y="905"/>
                  </a:lnTo>
                  <a:lnTo>
                    <a:pt x="9684" y="1006"/>
                  </a:lnTo>
                  <a:lnTo>
                    <a:pt x="11897" y="1082"/>
                  </a:lnTo>
                  <a:lnTo>
                    <a:pt x="14085" y="1157"/>
                  </a:lnTo>
                  <a:lnTo>
                    <a:pt x="16198" y="1258"/>
                  </a:lnTo>
                  <a:lnTo>
                    <a:pt x="18235" y="1358"/>
                  </a:lnTo>
                  <a:lnTo>
                    <a:pt x="19970" y="1484"/>
                  </a:lnTo>
                  <a:lnTo>
                    <a:pt x="22913" y="1660"/>
                  </a:lnTo>
                  <a:lnTo>
                    <a:pt x="23667" y="1761"/>
                  </a:lnTo>
                  <a:lnTo>
                    <a:pt x="23768" y="1685"/>
                  </a:lnTo>
                  <a:lnTo>
                    <a:pt x="23818" y="1534"/>
                  </a:lnTo>
                  <a:lnTo>
                    <a:pt x="23768" y="1383"/>
                  </a:lnTo>
                  <a:lnTo>
                    <a:pt x="23667" y="1308"/>
                  </a:lnTo>
                  <a:lnTo>
                    <a:pt x="22938" y="1258"/>
                  </a:lnTo>
                  <a:lnTo>
                    <a:pt x="19995" y="1107"/>
                  </a:lnTo>
                  <a:lnTo>
                    <a:pt x="18260" y="1006"/>
                  </a:lnTo>
                  <a:lnTo>
                    <a:pt x="16223" y="855"/>
                  </a:lnTo>
                  <a:lnTo>
                    <a:pt x="14110" y="729"/>
                  </a:lnTo>
                  <a:lnTo>
                    <a:pt x="11922" y="553"/>
                  </a:lnTo>
                  <a:lnTo>
                    <a:pt x="9709" y="377"/>
                  </a:lnTo>
                  <a:lnTo>
                    <a:pt x="7596" y="252"/>
                  </a:lnTo>
                  <a:lnTo>
                    <a:pt x="5584" y="126"/>
                  </a:lnTo>
                  <a:lnTo>
                    <a:pt x="3824" y="50"/>
                  </a:lnTo>
                  <a:lnTo>
                    <a:pt x="2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6" name="Google Shape;2926;p41"/>
          <p:cNvGrpSpPr/>
          <p:nvPr/>
        </p:nvGrpSpPr>
        <p:grpSpPr>
          <a:xfrm>
            <a:off x="4003202" y="2388713"/>
            <a:ext cx="4198773" cy="1045523"/>
            <a:chOff x="4003202" y="2388713"/>
            <a:chExt cx="4198773" cy="1045523"/>
          </a:xfrm>
        </p:grpSpPr>
        <p:sp>
          <p:nvSpPr>
            <p:cNvPr id="2927" name="Google Shape;2927;p41"/>
            <p:cNvSpPr/>
            <p:nvPr/>
          </p:nvSpPr>
          <p:spPr>
            <a:xfrm>
              <a:off x="5255975" y="2388713"/>
              <a:ext cx="2945991" cy="1045523"/>
            </a:xfrm>
            <a:custGeom>
              <a:rect b="b" l="l" r="r" t="t"/>
              <a:pathLst>
                <a:path extrusionOk="0" h="28846" w="55569">
                  <a:moveTo>
                    <a:pt x="4024" y="2266"/>
                  </a:moveTo>
                  <a:cubicBezTo>
                    <a:pt x="4033" y="2479"/>
                    <a:pt x="4045" y="2692"/>
                    <a:pt x="4055" y="2906"/>
                  </a:cubicBezTo>
                  <a:cubicBezTo>
                    <a:pt x="2824" y="3638"/>
                    <a:pt x="1728" y="4644"/>
                    <a:pt x="559" y="5489"/>
                  </a:cubicBezTo>
                  <a:cubicBezTo>
                    <a:pt x="526" y="5259"/>
                    <a:pt x="501" y="5028"/>
                    <a:pt x="467" y="4799"/>
                  </a:cubicBezTo>
                  <a:lnTo>
                    <a:pt x="467" y="4799"/>
                  </a:lnTo>
                  <a:cubicBezTo>
                    <a:pt x="503" y="4808"/>
                    <a:pt x="540" y="4812"/>
                    <a:pt x="576" y="4812"/>
                  </a:cubicBezTo>
                  <a:cubicBezTo>
                    <a:pt x="645" y="4812"/>
                    <a:pt x="711" y="4795"/>
                    <a:pt x="764" y="4757"/>
                  </a:cubicBezTo>
                  <a:lnTo>
                    <a:pt x="763" y="4756"/>
                  </a:lnTo>
                  <a:cubicBezTo>
                    <a:pt x="1424" y="4287"/>
                    <a:pt x="2047" y="3753"/>
                    <a:pt x="2691" y="3257"/>
                  </a:cubicBezTo>
                  <a:cubicBezTo>
                    <a:pt x="3091" y="2948"/>
                    <a:pt x="3606" y="2635"/>
                    <a:pt x="4024" y="2266"/>
                  </a:cubicBezTo>
                  <a:close/>
                  <a:moveTo>
                    <a:pt x="4065" y="3132"/>
                  </a:moveTo>
                  <a:cubicBezTo>
                    <a:pt x="4082" y="3493"/>
                    <a:pt x="4099" y="3855"/>
                    <a:pt x="4118" y="4216"/>
                  </a:cubicBezTo>
                  <a:cubicBezTo>
                    <a:pt x="3494" y="4526"/>
                    <a:pt x="2947" y="5050"/>
                    <a:pt x="2424" y="5496"/>
                  </a:cubicBezTo>
                  <a:cubicBezTo>
                    <a:pt x="1848" y="5989"/>
                    <a:pt x="1302" y="6507"/>
                    <a:pt x="764" y="7038"/>
                  </a:cubicBezTo>
                  <a:cubicBezTo>
                    <a:pt x="709" y="6594"/>
                    <a:pt x="650" y="6149"/>
                    <a:pt x="589" y="5705"/>
                  </a:cubicBezTo>
                  <a:lnTo>
                    <a:pt x="588" y="5703"/>
                  </a:lnTo>
                  <a:cubicBezTo>
                    <a:pt x="1771" y="4947"/>
                    <a:pt x="3099" y="4147"/>
                    <a:pt x="4065" y="3132"/>
                  </a:cubicBezTo>
                  <a:close/>
                  <a:moveTo>
                    <a:pt x="4134" y="4532"/>
                  </a:moveTo>
                  <a:cubicBezTo>
                    <a:pt x="4157" y="4997"/>
                    <a:pt x="4182" y="5461"/>
                    <a:pt x="4206" y="5926"/>
                  </a:cubicBezTo>
                  <a:cubicBezTo>
                    <a:pt x="3719" y="6289"/>
                    <a:pt x="3274" y="6743"/>
                    <a:pt x="2829" y="7136"/>
                  </a:cubicBezTo>
                  <a:lnTo>
                    <a:pt x="2829" y="7135"/>
                  </a:lnTo>
                  <a:cubicBezTo>
                    <a:pt x="2205" y="7688"/>
                    <a:pt x="1590" y="8252"/>
                    <a:pt x="972" y="8811"/>
                  </a:cubicBezTo>
                  <a:cubicBezTo>
                    <a:pt x="916" y="8305"/>
                    <a:pt x="860" y="7800"/>
                    <a:pt x="799" y="7295"/>
                  </a:cubicBezTo>
                  <a:cubicBezTo>
                    <a:pt x="1340" y="6827"/>
                    <a:pt x="1887" y="6366"/>
                    <a:pt x="2440" y="5911"/>
                  </a:cubicBezTo>
                  <a:cubicBezTo>
                    <a:pt x="2989" y="5461"/>
                    <a:pt x="3632" y="5046"/>
                    <a:pt x="4134" y="4532"/>
                  </a:cubicBezTo>
                  <a:close/>
                  <a:moveTo>
                    <a:pt x="4228" y="6327"/>
                  </a:moveTo>
                  <a:cubicBezTo>
                    <a:pt x="4249" y="6717"/>
                    <a:pt x="4272" y="7109"/>
                    <a:pt x="4292" y="7499"/>
                  </a:cubicBezTo>
                  <a:cubicBezTo>
                    <a:pt x="3772" y="7814"/>
                    <a:pt x="3291" y="8235"/>
                    <a:pt x="2815" y="8592"/>
                  </a:cubicBezTo>
                  <a:lnTo>
                    <a:pt x="2815" y="8591"/>
                  </a:lnTo>
                  <a:cubicBezTo>
                    <a:pt x="2238" y="9024"/>
                    <a:pt x="1665" y="9464"/>
                    <a:pt x="1091" y="9901"/>
                  </a:cubicBezTo>
                  <a:cubicBezTo>
                    <a:pt x="1061" y="9603"/>
                    <a:pt x="1027" y="9305"/>
                    <a:pt x="993" y="9006"/>
                  </a:cubicBezTo>
                  <a:cubicBezTo>
                    <a:pt x="1672" y="8450"/>
                    <a:pt x="2353" y="7897"/>
                    <a:pt x="3026" y="7333"/>
                  </a:cubicBezTo>
                  <a:cubicBezTo>
                    <a:pt x="3418" y="7005"/>
                    <a:pt x="3843" y="6682"/>
                    <a:pt x="4228" y="6327"/>
                  </a:cubicBezTo>
                  <a:close/>
                  <a:moveTo>
                    <a:pt x="4316" y="7905"/>
                  </a:moveTo>
                  <a:cubicBezTo>
                    <a:pt x="4336" y="8274"/>
                    <a:pt x="4354" y="8642"/>
                    <a:pt x="4375" y="9010"/>
                  </a:cubicBezTo>
                  <a:cubicBezTo>
                    <a:pt x="3893" y="9302"/>
                    <a:pt x="3447" y="9684"/>
                    <a:pt x="3015" y="10015"/>
                  </a:cubicBezTo>
                  <a:lnTo>
                    <a:pt x="3014" y="10014"/>
                  </a:lnTo>
                  <a:cubicBezTo>
                    <a:pt x="2409" y="10480"/>
                    <a:pt x="1822" y="10974"/>
                    <a:pt x="1242" y="11472"/>
                  </a:cubicBezTo>
                  <a:cubicBezTo>
                    <a:pt x="1202" y="11019"/>
                    <a:pt x="1161" y="10564"/>
                    <a:pt x="1114" y="10111"/>
                  </a:cubicBezTo>
                  <a:cubicBezTo>
                    <a:pt x="1731" y="9691"/>
                    <a:pt x="2351" y="9272"/>
                    <a:pt x="2963" y="8844"/>
                  </a:cubicBezTo>
                  <a:cubicBezTo>
                    <a:pt x="3398" y="8542"/>
                    <a:pt x="3884" y="8247"/>
                    <a:pt x="4316" y="7905"/>
                  </a:cubicBezTo>
                  <a:close/>
                  <a:moveTo>
                    <a:pt x="4402" y="9492"/>
                  </a:moveTo>
                  <a:cubicBezTo>
                    <a:pt x="4418" y="9791"/>
                    <a:pt x="4435" y="10090"/>
                    <a:pt x="4451" y="10389"/>
                  </a:cubicBezTo>
                  <a:cubicBezTo>
                    <a:pt x="3349" y="10889"/>
                    <a:pt x="2287" y="11716"/>
                    <a:pt x="1337" y="12528"/>
                  </a:cubicBezTo>
                  <a:cubicBezTo>
                    <a:pt x="1315" y="12267"/>
                    <a:pt x="1290" y="12006"/>
                    <a:pt x="1267" y="11745"/>
                  </a:cubicBezTo>
                  <a:lnTo>
                    <a:pt x="1267" y="11744"/>
                  </a:lnTo>
                  <a:cubicBezTo>
                    <a:pt x="1908" y="11254"/>
                    <a:pt x="2559" y="10779"/>
                    <a:pt x="3214" y="10310"/>
                  </a:cubicBezTo>
                  <a:cubicBezTo>
                    <a:pt x="3594" y="10038"/>
                    <a:pt x="4013" y="9779"/>
                    <a:pt x="4402" y="9492"/>
                  </a:cubicBezTo>
                  <a:close/>
                  <a:moveTo>
                    <a:pt x="4472" y="10787"/>
                  </a:moveTo>
                  <a:cubicBezTo>
                    <a:pt x="4490" y="11158"/>
                    <a:pt x="4504" y="11528"/>
                    <a:pt x="4522" y="11898"/>
                  </a:cubicBezTo>
                  <a:cubicBezTo>
                    <a:pt x="3947" y="12106"/>
                    <a:pt x="3494" y="12663"/>
                    <a:pt x="3028" y="13047"/>
                  </a:cubicBezTo>
                  <a:cubicBezTo>
                    <a:pt x="2518" y="13467"/>
                    <a:pt x="1987" y="13860"/>
                    <a:pt x="1472" y="14269"/>
                  </a:cubicBezTo>
                  <a:cubicBezTo>
                    <a:pt x="1437" y="13794"/>
                    <a:pt x="1403" y="13319"/>
                    <a:pt x="1363" y="12843"/>
                  </a:cubicBezTo>
                  <a:cubicBezTo>
                    <a:pt x="1897" y="12485"/>
                    <a:pt x="2431" y="12125"/>
                    <a:pt x="2965" y="11765"/>
                  </a:cubicBezTo>
                  <a:lnTo>
                    <a:pt x="2965" y="11764"/>
                  </a:lnTo>
                  <a:cubicBezTo>
                    <a:pt x="3454" y="11436"/>
                    <a:pt x="3986" y="11137"/>
                    <a:pt x="4472" y="10787"/>
                  </a:cubicBezTo>
                  <a:close/>
                  <a:moveTo>
                    <a:pt x="4532" y="12139"/>
                  </a:moveTo>
                  <a:cubicBezTo>
                    <a:pt x="4552" y="12585"/>
                    <a:pt x="4575" y="13031"/>
                    <a:pt x="4592" y="13478"/>
                  </a:cubicBezTo>
                  <a:cubicBezTo>
                    <a:pt x="4028" y="13744"/>
                    <a:pt x="3540" y="14214"/>
                    <a:pt x="3041" y="14579"/>
                  </a:cubicBezTo>
                  <a:cubicBezTo>
                    <a:pt x="2558" y="14933"/>
                    <a:pt x="2064" y="15268"/>
                    <a:pt x="1561" y="15593"/>
                  </a:cubicBezTo>
                  <a:cubicBezTo>
                    <a:pt x="1539" y="15240"/>
                    <a:pt x="1514" y="14886"/>
                    <a:pt x="1489" y="14534"/>
                  </a:cubicBezTo>
                  <a:cubicBezTo>
                    <a:pt x="2049" y="14209"/>
                    <a:pt x="2576" y="13825"/>
                    <a:pt x="3089" y="13430"/>
                  </a:cubicBezTo>
                  <a:cubicBezTo>
                    <a:pt x="3559" y="13067"/>
                    <a:pt x="4214" y="12666"/>
                    <a:pt x="4532" y="12139"/>
                  </a:cubicBezTo>
                  <a:close/>
                  <a:moveTo>
                    <a:pt x="4603" y="13775"/>
                  </a:moveTo>
                  <a:cubicBezTo>
                    <a:pt x="4630" y="14566"/>
                    <a:pt x="4624" y="15373"/>
                    <a:pt x="4606" y="16189"/>
                  </a:cubicBezTo>
                  <a:cubicBezTo>
                    <a:pt x="4038" y="16549"/>
                    <a:pt x="3526" y="17033"/>
                    <a:pt x="3021" y="17463"/>
                  </a:cubicBezTo>
                  <a:cubicBezTo>
                    <a:pt x="2600" y="17821"/>
                    <a:pt x="2188" y="18189"/>
                    <a:pt x="1778" y="18561"/>
                  </a:cubicBezTo>
                  <a:cubicBezTo>
                    <a:pt x="1746" y="18166"/>
                    <a:pt x="1715" y="17775"/>
                    <a:pt x="1685" y="17388"/>
                  </a:cubicBezTo>
                  <a:cubicBezTo>
                    <a:pt x="2146" y="17009"/>
                    <a:pt x="2610" y="16630"/>
                    <a:pt x="3067" y="16245"/>
                  </a:cubicBezTo>
                  <a:cubicBezTo>
                    <a:pt x="3556" y="15834"/>
                    <a:pt x="4133" y="15438"/>
                    <a:pt x="4494" y="14906"/>
                  </a:cubicBezTo>
                  <a:cubicBezTo>
                    <a:pt x="4537" y="14843"/>
                    <a:pt x="4476" y="14780"/>
                    <a:pt x="4414" y="14780"/>
                  </a:cubicBezTo>
                  <a:cubicBezTo>
                    <a:pt x="4401" y="14780"/>
                    <a:pt x="4387" y="14783"/>
                    <a:pt x="4375" y="14789"/>
                  </a:cubicBezTo>
                  <a:cubicBezTo>
                    <a:pt x="3798" y="15068"/>
                    <a:pt x="3315" y="15592"/>
                    <a:pt x="2836" y="16015"/>
                  </a:cubicBezTo>
                  <a:cubicBezTo>
                    <a:pt x="2441" y="16364"/>
                    <a:pt x="2051" y="16721"/>
                    <a:pt x="1660" y="17076"/>
                  </a:cubicBezTo>
                  <a:cubicBezTo>
                    <a:pt x="1640" y="16793"/>
                    <a:pt x="1621" y="16512"/>
                    <a:pt x="1604" y="16236"/>
                  </a:cubicBezTo>
                  <a:cubicBezTo>
                    <a:pt x="1597" y="16123"/>
                    <a:pt x="1588" y="16010"/>
                    <a:pt x="1581" y="15897"/>
                  </a:cubicBezTo>
                  <a:cubicBezTo>
                    <a:pt x="2174" y="15556"/>
                    <a:pt x="2759" y="15200"/>
                    <a:pt x="3319" y="14807"/>
                  </a:cubicBezTo>
                  <a:cubicBezTo>
                    <a:pt x="3751" y="14505"/>
                    <a:pt x="4247" y="14183"/>
                    <a:pt x="4603" y="13775"/>
                  </a:cubicBezTo>
                  <a:close/>
                  <a:moveTo>
                    <a:pt x="4597" y="16580"/>
                  </a:moveTo>
                  <a:lnTo>
                    <a:pt x="4597" y="16580"/>
                  </a:lnTo>
                  <a:cubicBezTo>
                    <a:pt x="4586" y="16987"/>
                    <a:pt x="4572" y="17395"/>
                    <a:pt x="4558" y="17804"/>
                  </a:cubicBezTo>
                  <a:cubicBezTo>
                    <a:pt x="3582" y="18218"/>
                    <a:pt x="2692" y="19033"/>
                    <a:pt x="1881" y="19798"/>
                  </a:cubicBezTo>
                  <a:cubicBezTo>
                    <a:pt x="1857" y="19491"/>
                    <a:pt x="1831" y="19185"/>
                    <a:pt x="1806" y="18880"/>
                  </a:cubicBezTo>
                  <a:cubicBezTo>
                    <a:pt x="2251" y="18515"/>
                    <a:pt x="2696" y="18154"/>
                    <a:pt x="3138" y="17786"/>
                  </a:cubicBezTo>
                  <a:cubicBezTo>
                    <a:pt x="3613" y="17393"/>
                    <a:pt x="4143" y="17016"/>
                    <a:pt x="4597" y="16580"/>
                  </a:cubicBezTo>
                  <a:close/>
                  <a:moveTo>
                    <a:pt x="4549" y="18095"/>
                  </a:moveTo>
                  <a:lnTo>
                    <a:pt x="4549" y="18095"/>
                  </a:lnTo>
                  <a:cubicBezTo>
                    <a:pt x="4532" y="18556"/>
                    <a:pt x="4517" y="19018"/>
                    <a:pt x="4504" y="19479"/>
                  </a:cubicBezTo>
                  <a:cubicBezTo>
                    <a:pt x="3583" y="19997"/>
                    <a:pt x="2741" y="20791"/>
                    <a:pt x="2011" y="21551"/>
                  </a:cubicBezTo>
                  <a:lnTo>
                    <a:pt x="2011" y="21550"/>
                  </a:lnTo>
                  <a:cubicBezTo>
                    <a:pt x="1982" y="21090"/>
                    <a:pt x="1949" y="20633"/>
                    <a:pt x="1912" y="20175"/>
                  </a:cubicBezTo>
                  <a:cubicBezTo>
                    <a:pt x="2355" y="19825"/>
                    <a:pt x="2799" y="19474"/>
                    <a:pt x="3248" y="19132"/>
                  </a:cubicBezTo>
                  <a:cubicBezTo>
                    <a:pt x="3682" y="18802"/>
                    <a:pt x="4162" y="18486"/>
                    <a:pt x="4549" y="18095"/>
                  </a:cubicBezTo>
                  <a:close/>
                  <a:moveTo>
                    <a:pt x="4495" y="19909"/>
                  </a:moveTo>
                  <a:lnTo>
                    <a:pt x="4495" y="19909"/>
                  </a:lnTo>
                  <a:cubicBezTo>
                    <a:pt x="4488" y="20266"/>
                    <a:pt x="4482" y="20624"/>
                    <a:pt x="4481" y="20979"/>
                  </a:cubicBezTo>
                  <a:cubicBezTo>
                    <a:pt x="4041" y="21248"/>
                    <a:pt x="3636" y="21613"/>
                    <a:pt x="3245" y="21929"/>
                  </a:cubicBezTo>
                  <a:cubicBezTo>
                    <a:pt x="2851" y="22245"/>
                    <a:pt x="2466" y="22572"/>
                    <a:pt x="2078" y="22898"/>
                  </a:cubicBezTo>
                  <a:cubicBezTo>
                    <a:pt x="2065" y="22548"/>
                    <a:pt x="2049" y="22199"/>
                    <a:pt x="2029" y="21851"/>
                  </a:cubicBezTo>
                  <a:cubicBezTo>
                    <a:pt x="2543" y="21385"/>
                    <a:pt x="3072" y="20937"/>
                    <a:pt x="3624" y="20521"/>
                  </a:cubicBezTo>
                  <a:cubicBezTo>
                    <a:pt x="3906" y="20309"/>
                    <a:pt x="4204" y="20114"/>
                    <a:pt x="4495" y="19909"/>
                  </a:cubicBezTo>
                  <a:close/>
                  <a:moveTo>
                    <a:pt x="4485" y="21387"/>
                  </a:moveTo>
                  <a:cubicBezTo>
                    <a:pt x="4488" y="21733"/>
                    <a:pt x="4494" y="22076"/>
                    <a:pt x="4507" y="22419"/>
                  </a:cubicBezTo>
                  <a:cubicBezTo>
                    <a:pt x="4113" y="22714"/>
                    <a:pt x="3758" y="23081"/>
                    <a:pt x="3405" y="23411"/>
                  </a:cubicBezTo>
                  <a:cubicBezTo>
                    <a:pt x="2964" y="23822"/>
                    <a:pt x="2533" y="24243"/>
                    <a:pt x="2102" y="24663"/>
                  </a:cubicBezTo>
                  <a:cubicBezTo>
                    <a:pt x="2110" y="24186"/>
                    <a:pt x="2104" y="23706"/>
                    <a:pt x="2090" y="23222"/>
                  </a:cubicBezTo>
                  <a:lnTo>
                    <a:pt x="2090" y="23222"/>
                  </a:lnTo>
                  <a:cubicBezTo>
                    <a:pt x="2518" y="22904"/>
                    <a:pt x="2948" y="22589"/>
                    <a:pt x="3370" y="22263"/>
                  </a:cubicBezTo>
                  <a:cubicBezTo>
                    <a:pt x="3734" y="21983"/>
                    <a:pt x="4134" y="21704"/>
                    <a:pt x="4485" y="21387"/>
                  </a:cubicBezTo>
                  <a:close/>
                  <a:moveTo>
                    <a:pt x="45523" y="1201"/>
                  </a:moveTo>
                  <a:cubicBezTo>
                    <a:pt x="48646" y="1201"/>
                    <a:pt x="51770" y="1214"/>
                    <a:pt x="54896" y="1234"/>
                  </a:cubicBezTo>
                  <a:cubicBezTo>
                    <a:pt x="54294" y="4900"/>
                    <a:pt x="54161" y="8699"/>
                    <a:pt x="53901" y="12399"/>
                  </a:cubicBezTo>
                  <a:lnTo>
                    <a:pt x="53901" y="12396"/>
                  </a:lnTo>
                  <a:cubicBezTo>
                    <a:pt x="53633" y="16231"/>
                    <a:pt x="53333" y="20066"/>
                    <a:pt x="53123" y="23903"/>
                  </a:cubicBezTo>
                  <a:cubicBezTo>
                    <a:pt x="52556" y="23756"/>
                    <a:pt x="51926" y="23709"/>
                    <a:pt x="51283" y="23709"/>
                  </a:cubicBezTo>
                  <a:cubicBezTo>
                    <a:pt x="50220" y="23709"/>
                    <a:pt x="49119" y="23836"/>
                    <a:pt x="48192" y="23849"/>
                  </a:cubicBezTo>
                  <a:cubicBezTo>
                    <a:pt x="46040" y="23880"/>
                    <a:pt x="43888" y="23916"/>
                    <a:pt x="41737" y="23955"/>
                  </a:cubicBezTo>
                  <a:cubicBezTo>
                    <a:pt x="36773" y="24045"/>
                    <a:pt x="31808" y="24140"/>
                    <a:pt x="26845" y="24272"/>
                  </a:cubicBezTo>
                  <a:cubicBezTo>
                    <a:pt x="20343" y="24446"/>
                    <a:pt x="13842" y="24639"/>
                    <a:pt x="7348" y="24986"/>
                  </a:cubicBezTo>
                  <a:cubicBezTo>
                    <a:pt x="7332" y="24962"/>
                    <a:pt x="7306" y="24944"/>
                    <a:pt x="7278" y="24944"/>
                  </a:cubicBezTo>
                  <a:cubicBezTo>
                    <a:pt x="7266" y="24944"/>
                    <a:pt x="7254" y="24948"/>
                    <a:pt x="7242" y="24955"/>
                  </a:cubicBezTo>
                  <a:cubicBezTo>
                    <a:pt x="7224" y="24967"/>
                    <a:pt x="7209" y="24982"/>
                    <a:pt x="7191" y="24994"/>
                  </a:cubicBezTo>
                  <a:cubicBezTo>
                    <a:pt x="6716" y="25019"/>
                    <a:pt x="6242" y="25039"/>
                    <a:pt x="5769" y="25066"/>
                  </a:cubicBezTo>
                  <a:cubicBezTo>
                    <a:pt x="5847" y="24663"/>
                    <a:pt x="5906" y="24250"/>
                    <a:pt x="5954" y="23833"/>
                  </a:cubicBezTo>
                  <a:cubicBezTo>
                    <a:pt x="5995" y="23795"/>
                    <a:pt x="6043" y="23762"/>
                    <a:pt x="6082" y="23721"/>
                  </a:cubicBezTo>
                  <a:cubicBezTo>
                    <a:pt x="6141" y="23661"/>
                    <a:pt x="6091" y="23571"/>
                    <a:pt x="6016" y="23571"/>
                  </a:cubicBezTo>
                  <a:cubicBezTo>
                    <a:pt x="6010" y="23571"/>
                    <a:pt x="6003" y="23572"/>
                    <a:pt x="5996" y="23574"/>
                  </a:cubicBezTo>
                  <a:cubicBezTo>
                    <a:pt x="5991" y="23574"/>
                    <a:pt x="5986" y="23576"/>
                    <a:pt x="5982" y="23577"/>
                  </a:cubicBezTo>
                  <a:cubicBezTo>
                    <a:pt x="6313" y="20249"/>
                    <a:pt x="5781" y="16548"/>
                    <a:pt x="5592" y="13319"/>
                  </a:cubicBezTo>
                  <a:cubicBezTo>
                    <a:pt x="5366" y="9468"/>
                    <a:pt x="5000" y="5635"/>
                    <a:pt x="4447" y="1817"/>
                  </a:cubicBezTo>
                  <a:cubicBezTo>
                    <a:pt x="4487" y="1765"/>
                    <a:pt x="4519" y="1709"/>
                    <a:pt x="4553" y="1654"/>
                  </a:cubicBezTo>
                  <a:cubicBezTo>
                    <a:pt x="5803" y="1771"/>
                    <a:pt x="7072" y="1812"/>
                    <a:pt x="8348" y="1812"/>
                  </a:cubicBezTo>
                  <a:cubicBezTo>
                    <a:pt x="11024" y="1812"/>
                    <a:pt x="13730" y="1631"/>
                    <a:pt x="16352" y="1588"/>
                  </a:cubicBezTo>
                  <a:cubicBezTo>
                    <a:pt x="20571" y="1518"/>
                    <a:pt x="24790" y="1426"/>
                    <a:pt x="29009" y="1346"/>
                  </a:cubicBezTo>
                  <a:cubicBezTo>
                    <a:pt x="34517" y="1240"/>
                    <a:pt x="40019" y="1201"/>
                    <a:pt x="45523" y="1201"/>
                  </a:cubicBezTo>
                  <a:close/>
                  <a:moveTo>
                    <a:pt x="4526" y="22821"/>
                  </a:moveTo>
                  <a:cubicBezTo>
                    <a:pt x="4551" y="23285"/>
                    <a:pt x="4589" y="23742"/>
                    <a:pt x="4641" y="24195"/>
                  </a:cubicBezTo>
                  <a:cubicBezTo>
                    <a:pt x="4320" y="24404"/>
                    <a:pt x="4014" y="24631"/>
                    <a:pt x="3720" y="24831"/>
                  </a:cubicBezTo>
                  <a:cubicBezTo>
                    <a:pt x="3135" y="25231"/>
                    <a:pt x="2580" y="25666"/>
                    <a:pt x="2033" y="26113"/>
                  </a:cubicBezTo>
                  <a:cubicBezTo>
                    <a:pt x="2063" y="25740"/>
                    <a:pt x="2081" y="25362"/>
                    <a:pt x="2092" y="24982"/>
                  </a:cubicBezTo>
                  <a:lnTo>
                    <a:pt x="2091" y="24981"/>
                  </a:lnTo>
                  <a:cubicBezTo>
                    <a:pt x="2608" y="24536"/>
                    <a:pt x="3126" y="24094"/>
                    <a:pt x="3632" y="23638"/>
                  </a:cubicBezTo>
                  <a:cubicBezTo>
                    <a:pt x="3927" y="23373"/>
                    <a:pt x="4241" y="23109"/>
                    <a:pt x="4526" y="22821"/>
                  </a:cubicBezTo>
                  <a:close/>
                  <a:moveTo>
                    <a:pt x="48681" y="25134"/>
                  </a:moveTo>
                  <a:cubicBezTo>
                    <a:pt x="49054" y="25141"/>
                    <a:pt x="49445" y="25158"/>
                    <a:pt x="49843" y="25173"/>
                  </a:cubicBezTo>
                  <a:cubicBezTo>
                    <a:pt x="49602" y="25370"/>
                    <a:pt x="49369" y="25578"/>
                    <a:pt x="49140" y="25767"/>
                  </a:cubicBezTo>
                  <a:cubicBezTo>
                    <a:pt x="48709" y="26123"/>
                    <a:pt x="48287" y="26491"/>
                    <a:pt x="47865" y="26859"/>
                  </a:cubicBezTo>
                  <a:cubicBezTo>
                    <a:pt x="47840" y="26859"/>
                    <a:pt x="47815" y="26859"/>
                    <a:pt x="47790" y="26859"/>
                  </a:cubicBezTo>
                  <a:cubicBezTo>
                    <a:pt x="47368" y="26859"/>
                    <a:pt x="46942" y="26877"/>
                    <a:pt x="46522" y="26902"/>
                  </a:cubicBezTo>
                  <a:lnTo>
                    <a:pt x="46522" y="26900"/>
                  </a:lnTo>
                  <a:cubicBezTo>
                    <a:pt x="46816" y="26673"/>
                    <a:pt x="47113" y="26447"/>
                    <a:pt x="47403" y="26214"/>
                  </a:cubicBezTo>
                  <a:cubicBezTo>
                    <a:pt x="47831" y="25869"/>
                    <a:pt x="48297" y="25534"/>
                    <a:pt x="48681" y="25134"/>
                  </a:cubicBezTo>
                  <a:close/>
                  <a:moveTo>
                    <a:pt x="50443" y="25193"/>
                  </a:moveTo>
                  <a:cubicBezTo>
                    <a:pt x="50582" y="25196"/>
                    <a:pt x="50722" y="25199"/>
                    <a:pt x="50862" y="25200"/>
                  </a:cubicBezTo>
                  <a:cubicBezTo>
                    <a:pt x="50206" y="25741"/>
                    <a:pt x="49592" y="26351"/>
                    <a:pt x="48984" y="26942"/>
                  </a:cubicBezTo>
                  <a:cubicBezTo>
                    <a:pt x="48781" y="26915"/>
                    <a:pt x="48574" y="26894"/>
                    <a:pt x="48362" y="26881"/>
                  </a:cubicBezTo>
                  <a:lnTo>
                    <a:pt x="48363" y="26880"/>
                  </a:lnTo>
                  <a:cubicBezTo>
                    <a:pt x="48717" y="26605"/>
                    <a:pt x="49070" y="26328"/>
                    <a:pt x="49418" y="26045"/>
                  </a:cubicBezTo>
                  <a:cubicBezTo>
                    <a:pt x="49756" y="25769"/>
                    <a:pt x="50120" y="25498"/>
                    <a:pt x="50443" y="25193"/>
                  </a:cubicBezTo>
                  <a:close/>
                  <a:moveTo>
                    <a:pt x="48195" y="25130"/>
                  </a:moveTo>
                  <a:cubicBezTo>
                    <a:pt x="47865" y="25369"/>
                    <a:pt x="47552" y="25636"/>
                    <a:pt x="47242" y="25884"/>
                  </a:cubicBezTo>
                  <a:cubicBezTo>
                    <a:pt x="46813" y="26228"/>
                    <a:pt x="46393" y="26582"/>
                    <a:pt x="45971" y="26935"/>
                  </a:cubicBezTo>
                  <a:cubicBezTo>
                    <a:pt x="45508" y="26965"/>
                    <a:pt x="45058" y="26993"/>
                    <a:pt x="44646" y="27000"/>
                  </a:cubicBezTo>
                  <a:cubicBezTo>
                    <a:pt x="44565" y="27002"/>
                    <a:pt x="44483" y="27003"/>
                    <a:pt x="44402" y="27004"/>
                  </a:cubicBezTo>
                  <a:lnTo>
                    <a:pt x="44403" y="27003"/>
                  </a:lnTo>
                  <a:cubicBezTo>
                    <a:pt x="44807" y="26684"/>
                    <a:pt x="45212" y="26366"/>
                    <a:pt x="45610" y="26040"/>
                  </a:cubicBezTo>
                  <a:cubicBezTo>
                    <a:pt x="45966" y="25749"/>
                    <a:pt x="46348" y="25463"/>
                    <a:pt x="46706" y="25153"/>
                  </a:cubicBezTo>
                  <a:cubicBezTo>
                    <a:pt x="47200" y="25146"/>
                    <a:pt x="47695" y="25137"/>
                    <a:pt x="48191" y="25130"/>
                  </a:cubicBezTo>
                  <a:close/>
                  <a:moveTo>
                    <a:pt x="46101" y="25164"/>
                  </a:moveTo>
                  <a:cubicBezTo>
                    <a:pt x="45891" y="25347"/>
                    <a:pt x="45681" y="25532"/>
                    <a:pt x="45473" y="25707"/>
                  </a:cubicBezTo>
                  <a:cubicBezTo>
                    <a:pt x="44964" y="26135"/>
                    <a:pt x="44463" y="26574"/>
                    <a:pt x="43963" y="27011"/>
                  </a:cubicBezTo>
                  <a:cubicBezTo>
                    <a:pt x="43479" y="27020"/>
                    <a:pt x="42994" y="27028"/>
                    <a:pt x="42510" y="27036"/>
                  </a:cubicBezTo>
                  <a:lnTo>
                    <a:pt x="42510" y="27035"/>
                  </a:lnTo>
                  <a:cubicBezTo>
                    <a:pt x="43077" y="26588"/>
                    <a:pt x="43645" y="26144"/>
                    <a:pt x="44203" y="25687"/>
                  </a:cubicBezTo>
                  <a:cubicBezTo>
                    <a:pt x="44406" y="25520"/>
                    <a:pt x="44621" y="25354"/>
                    <a:pt x="44833" y="25184"/>
                  </a:cubicBezTo>
                  <a:cubicBezTo>
                    <a:pt x="45255" y="25177"/>
                    <a:pt x="45679" y="25170"/>
                    <a:pt x="46101" y="25164"/>
                  </a:cubicBezTo>
                  <a:close/>
                  <a:moveTo>
                    <a:pt x="44261" y="25192"/>
                  </a:moveTo>
                  <a:cubicBezTo>
                    <a:pt x="44162" y="25280"/>
                    <a:pt x="44063" y="25368"/>
                    <a:pt x="43965" y="25450"/>
                  </a:cubicBezTo>
                  <a:lnTo>
                    <a:pt x="43965" y="25449"/>
                  </a:lnTo>
                  <a:cubicBezTo>
                    <a:pt x="43388" y="25936"/>
                    <a:pt x="42821" y="26437"/>
                    <a:pt x="42252" y="26935"/>
                  </a:cubicBezTo>
                  <a:cubicBezTo>
                    <a:pt x="42220" y="26959"/>
                    <a:pt x="42206" y="27001"/>
                    <a:pt x="42218" y="27039"/>
                  </a:cubicBezTo>
                  <a:cubicBezTo>
                    <a:pt x="41818" y="27046"/>
                    <a:pt x="41420" y="27052"/>
                    <a:pt x="41021" y="27059"/>
                  </a:cubicBezTo>
                  <a:cubicBezTo>
                    <a:pt x="41381" y="26699"/>
                    <a:pt x="41749" y="26349"/>
                    <a:pt x="42140" y="26022"/>
                  </a:cubicBezTo>
                  <a:cubicBezTo>
                    <a:pt x="42481" y="25735"/>
                    <a:pt x="42856" y="25477"/>
                    <a:pt x="43220" y="25208"/>
                  </a:cubicBezTo>
                  <a:cubicBezTo>
                    <a:pt x="43567" y="25202"/>
                    <a:pt x="43914" y="25196"/>
                    <a:pt x="44261" y="25192"/>
                  </a:cubicBezTo>
                  <a:close/>
                  <a:moveTo>
                    <a:pt x="42531" y="25217"/>
                  </a:moveTo>
                  <a:cubicBezTo>
                    <a:pt x="41848" y="25762"/>
                    <a:pt x="41220" y="26432"/>
                    <a:pt x="40668" y="27066"/>
                  </a:cubicBezTo>
                  <a:lnTo>
                    <a:pt x="40668" y="27064"/>
                  </a:lnTo>
                  <a:cubicBezTo>
                    <a:pt x="40175" y="27073"/>
                    <a:pt x="39680" y="27080"/>
                    <a:pt x="39186" y="27088"/>
                  </a:cubicBezTo>
                  <a:cubicBezTo>
                    <a:pt x="39943" y="26493"/>
                    <a:pt x="40732" y="25897"/>
                    <a:pt x="41427" y="25235"/>
                  </a:cubicBezTo>
                  <a:cubicBezTo>
                    <a:pt x="41530" y="25234"/>
                    <a:pt x="41633" y="25231"/>
                    <a:pt x="41737" y="25230"/>
                  </a:cubicBezTo>
                  <a:cubicBezTo>
                    <a:pt x="42001" y="25226"/>
                    <a:pt x="42267" y="25222"/>
                    <a:pt x="42531" y="25217"/>
                  </a:cubicBezTo>
                  <a:close/>
                  <a:moveTo>
                    <a:pt x="52588" y="25089"/>
                  </a:moveTo>
                  <a:cubicBezTo>
                    <a:pt x="52262" y="25329"/>
                    <a:pt x="51950" y="25596"/>
                    <a:pt x="51657" y="25809"/>
                  </a:cubicBezTo>
                  <a:lnTo>
                    <a:pt x="51658" y="25806"/>
                  </a:lnTo>
                  <a:lnTo>
                    <a:pt x="51658" y="25806"/>
                  </a:lnTo>
                  <a:cubicBezTo>
                    <a:pt x="51048" y="26249"/>
                    <a:pt x="50453" y="26733"/>
                    <a:pt x="49804" y="27117"/>
                  </a:cubicBezTo>
                  <a:cubicBezTo>
                    <a:pt x="49682" y="27079"/>
                    <a:pt x="49553" y="27053"/>
                    <a:pt x="49426" y="27024"/>
                  </a:cubicBezTo>
                  <a:cubicBezTo>
                    <a:pt x="50123" y="26442"/>
                    <a:pt x="50829" y="25850"/>
                    <a:pt x="51447" y="25193"/>
                  </a:cubicBezTo>
                  <a:cubicBezTo>
                    <a:pt x="51839" y="25180"/>
                    <a:pt x="52223" y="25150"/>
                    <a:pt x="52588" y="25089"/>
                  </a:cubicBezTo>
                  <a:close/>
                  <a:moveTo>
                    <a:pt x="40792" y="25248"/>
                  </a:moveTo>
                  <a:cubicBezTo>
                    <a:pt x="40070" y="25832"/>
                    <a:pt x="39387" y="26487"/>
                    <a:pt x="38705" y="27098"/>
                  </a:cubicBezTo>
                  <a:cubicBezTo>
                    <a:pt x="38534" y="27100"/>
                    <a:pt x="38363" y="27102"/>
                    <a:pt x="38192" y="27106"/>
                  </a:cubicBezTo>
                  <a:cubicBezTo>
                    <a:pt x="37863" y="27113"/>
                    <a:pt x="37533" y="27120"/>
                    <a:pt x="37205" y="27125"/>
                  </a:cubicBezTo>
                  <a:lnTo>
                    <a:pt x="37205" y="27124"/>
                  </a:lnTo>
                  <a:cubicBezTo>
                    <a:pt x="37588" y="26801"/>
                    <a:pt x="37974" y="26479"/>
                    <a:pt x="38363" y="26162"/>
                  </a:cubicBezTo>
                  <a:cubicBezTo>
                    <a:pt x="38729" y="25862"/>
                    <a:pt x="39134" y="25578"/>
                    <a:pt x="39515" y="25272"/>
                  </a:cubicBezTo>
                  <a:cubicBezTo>
                    <a:pt x="39939" y="25264"/>
                    <a:pt x="40366" y="25256"/>
                    <a:pt x="40792" y="25248"/>
                  </a:cubicBezTo>
                  <a:close/>
                  <a:moveTo>
                    <a:pt x="38930" y="25281"/>
                  </a:moveTo>
                  <a:cubicBezTo>
                    <a:pt x="38698" y="25476"/>
                    <a:pt x="38474" y="25676"/>
                    <a:pt x="38254" y="25860"/>
                  </a:cubicBezTo>
                  <a:cubicBezTo>
                    <a:pt x="37764" y="26269"/>
                    <a:pt x="37291" y="26697"/>
                    <a:pt x="36824" y="27131"/>
                  </a:cubicBezTo>
                  <a:cubicBezTo>
                    <a:pt x="36392" y="27139"/>
                    <a:pt x="35958" y="27149"/>
                    <a:pt x="35524" y="27157"/>
                  </a:cubicBezTo>
                  <a:lnTo>
                    <a:pt x="35523" y="27156"/>
                  </a:lnTo>
                  <a:cubicBezTo>
                    <a:pt x="35860" y="26812"/>
                    <a:pt x="36203" y="26471"/>
                    <a:pt x="36553" y="26143"/>
                  </a:cubicBezTo>
                  <a:cubicBezTo>
                    <a:pt x="36856" y="25859"/>
                    <a:pt x="37194" y="25589"/>
                    <a:pt x="37519" y="25307"/>
                  </a:cubicBezTo>
                  <a:cubicBezTo>
                    <a:pt x="37990" y="25298"/>
                    <a:pt x="38460" y="25290"/>
                    <a:pt x="38930" y="25281"/>
                  </a:cubicBezTo>
                  <a:close/>
                  <a:moveTo>
                    <a:pt x="36948" y="25317"/>
                  </a:moveTo>
                  <a:cubicBezTo>
                    <a:pt x="36766" y="25489"/>
                    <a:pt x="36589" y="25661"/>
                    <a:pt x="36417" y="25824"/>
                  </a:cubicBezTo>
                  <a:lnTo>
                    <a:pt x="36414" y="25822"/>
                  </a:lnTo>
                  <a:cubicBezTo>
                    <a:pt x="35959" y="26250"/>
                    <a:pt x="35533" y="26701"/>
                    <a:pt x="35119" y="27164"/>
                  </a:cubicBezTo>
                  <a:cubicBezTo>
                    <a:pt x="34778" y="27170"/>
                    <a:pt x="34438" y="27177"/>
                    <a:pt x="34098" y="27182"/>
                  </a:cubicBezTo>
                  <a:cubicBezTo>
                    <a:pt x="34426" y="26790"/>
                    <a:pt x="34767" y="26407"/>
                    <a:pt x="35126" y="26042"/>
                  </a:cubicBezTo>
                  <a:cubicBezTo>
                    <a:pt x="35361" y="25799"/>
                    <a:pt x="35629" y="25576"/>
                    <a:pt x="35875" y="25337"/>
                  </a:cubicBezTo>
                  <a:cubicBezTo>
                    <a:pt x="36233" y="25330"/>
                    <a:pt x="36590" y="25324"/>
                    <a:pt x="36948" y="25317"/>
                  </a:cubicBezTo>
                  <a:close/>
                  <a:moveTo>
                    <a:pt x="35273" y="25349"/>
                  </a:moveTo>
                  <a:cubicBezTo>
                    <a:pt x="35130" y="25490"/>
                    <a:pt x="34991" y="25633"/>
                    <a:pt x="34854" y="25770"/>
                  </a:cubicBezTo>
                  <a:lnTo>
                    <a:pt x="34852" y="25769"/>
                  </a:lnTo>
                  <a:cubicBezTo>
                    <a:pt x="34417" y="26212"/>
                    <a:pt x="34030" y="26691"/>
                    <a:pt x="33663" y="27192"/>
                  </a:cubicBezTo>
                  <a:cubicBezTo>
                    <a:pt x="33211" y="27200"/>
                    <a:pt x="32759" y="27208"/>
                    <a:pt x="32307" y="27217"/>
                  </a:cubicBezTo>
                  <a:cubicBezTo>
                    <a:pt x="32642" y="26888"/>
                    <a:pt x="32979" y="26558"/>
                    <a:pt x="33304" y="26220"/>
                  </a:cubicBezTo>
                  <a:cubicBezTo>
                    <a:pt x="33568" y="25946"/>
                    <a:pt x="33857" y="25670"/>
                    <a:pt x="34106" y="25370"/>
                  </a:cubicBezTo>
                  <a:cubicBezTo>
                    <a:pt x="34496" y="25363"/>
                    <a:pt x="34885" y="25356"/>
                    <a:pt x="35273" y="25349"/>
                  </a:cubicBezTo>
                  <a:close/>
                  <a:moveTo>
                    <a:pt x="33566" y="25379"/>
                  </a:moveTo>
                  <a:cubicBezTo>
                    <a:pt x="33381" y="25567"/>
                    <a:pt x="33202" y="25759"/>
                    <a:pt x="33024" y="25940"/>
                  </a:cubicBezTo>
                  <a:lnTo>
                    <a:pt x="33022" y="25938"/>
                  </a:lnTo>
                  <a:cubicBezTo>
                    <a:pt x="32606" y="26358"/>
                    <a:pt x="32206" y="26795"/>
                    <a:pt x="31803" y="27227"/>
                  </a:cubicBezTo>
                  <a:cubicBezTo>
                    <a:pt x="31424" y="27235"/>
                    <a:pt x="31044" y="27242"/>
                    <a:pt x="30665" y="27249"/>
                  </a:cubicBezTo>
                  <a:cubicBezTo>
                    <a:pt x="30968" y="26932"/>
                    <a:pt x="31276" y="26619"/>
                    <a:pt x="31585" y="26307"/>
                  </a:cubicBezTo>
                  <a:cubicBezTo>
                    <a:pt x="31878" y="26010"/>
                    <a:pt x="32195" y="25725"/>
                    <a:pt x="32460" y="25400"/>
                  </a:cubicBezTo>
                  <a:cubicBezTo>
                    <a:pt x="32828" y="25393"/>
                    <a:pt x="33197" y="25386"/>
                    <a:pt x="33566" y="25379"/>
                  </a:cubicBezTo>
                  <a:close/>
                  <a:moveTo>
                    <a:pt x="31945" y="25408"/>
                  </a:moveTo>
                  <a:lnTo>
                    <a:pt x="31945" y="25408"/>
                  </a:lnTo>
                  <a:cubicBezTo>
                    <a:pt x="31292" y="25924"/>
                    <a:pt x="30736" y="26639"/>
                    <a:pt x="30231" y="27260"/>
                  </a:cubicBezTo>
                  <a:lnTo>
                    <a:pt x="30229" y="27259"/>
                  </a:lnTo>
                  <a:cubicBezTo>
                    <a:pt x="30050" y="27263"/>
                    <a:pt x="29869" y="27269"/>
                    <a:pt x="29689" y="27272"/>
                  </a:cubicBezTo>
                  <a:cubicBezTo>
                    <a:pt x="29900" y="26995"/>
                    <a:pt x="30124" y="26730"/>
                    <a:pt x="30363" y="26478"/>
                  </a:cubicBezTo>
                  <a:cubicBezTo>
                    <a:pt x="30708" y="26115"/>
                    <a:pt x="31127" y="25803"/>
                    <a:pt x="31445" y="25418"/>
                  </a:cubicBezTo>
                  <a:cubicBezTo>
                    <a:pt x="31611" y="25414"/>
                    <a:pt x="31779" y="25412"/>
                    <a:pt x="31945" y="25408"/>
                  </a:cubicBezTo>
                  <a:close/>
                  <a:moveTo>
                    <a:pt x="31042" y="25425"/>
                  </a:moveTo>
                  <a:lnTo>
                    <a:pt x="31042" y="25425"/>
                  </a:lnTo>
                  <a:cubicBezTo>
                    <a:pt x="30676" y="25663"/>
                    <a:pt x="30351" y="26000"/>
                    <a:pt x="30066" y="26301"/>
                  </a:cubicBezTo>
                  <a:lnTo>
                    <a:pt x="30064" y="26299"/>
                  </a:lnTo>
                  <a:cubicBezTo>
                    <a:pt x="29774" y="26604"/>
                    <a:pt x="29515" y="26939"/>
                    <a:pt x="29271" y="27281"/>
                  </a:cubicBezTo>
                  <a:cubicBezTo>
                    <a:pt x="28823" y="27291"/>
                    <a:pt x="28376" y="27302"/>
                    <a:pt x="27928" y="27313"/>
                  </a:cubicBezTo>
                  <a:cubicBezTo>
                    <a:pt x="28493" y="26733"/>
                    <a:pt x="29042" y="26125"/>
                    <a:pt x="29446" y="25454"/>
                  </a:cubicBezTo>
                  <a:cubicBezTo>
                    <a:pt x="29978" y="25444"/>
                    <a:pt x="30510" y="25434"/>
                    <a:pt x="31042" y="25425"/>
                  </a:cubicBezTo>
                  <a:close/>
                  <a:moveTo>
                    <a:pt x="29159" y="25461"/>
                  </a:moveTo>
                  <a:lnTo>
                    <a:pt x="29159" y="25461"/>
                  </a:lnTo>
                  <a:cubicBezTo>
                    <a:pt x="28508" y="25992"/>
                    <a:pt x="27944" y="26662"/>
                    <a:pt x="27401" y="27327"/>
                  </a:cubicBezTo>
                  <a:cubicBezTo>
                    <a:pt x="26857" y="27340"/>
                    <a:pt x="26312" y="27352"/>
                    <a:pt x="25767" y="27365"/>
                  </a:cubicBezTo>
                  <a:cubicBezTo>
                    <a:pt x="26052" y="27008"/>
                    <a:pt x="26343" y="26655"/>
                    <a:pt x="26648" y="26315"/>
                  </a:cubicBezTo>
                  <a:cubicBezTo>
                    <a:pt x="26890" y="26044"/>
                    <a:pt x="27166" y="25783"/>
                    <a:pt x="27394" y="25492"/>
                  </a:cubicBezTo>
                  <a:cubicBezTo>
                    <a:pt x="27983" y="25483"/>
                    <a:pt x="28571" y="25471"/>
                    <a:pt x="29159" y="25461"/>
                  </a:cubicBezTo>
                  <a:close/>
                  <a:moveTo>
                    <a:pt x="26905" y="25501"/>
                  </a:moveTo>
                  <a:lnTo>
                    <a:pt x="26905" y="25501"/>
                  </a:lnTo>
                  <a:cubicBezTo>
                    <a:pt x="26684" y="25732"/>
                    <a:pt x="26483" y="25986"/>
                    <a:pt x="26288" y="26222"/>
                  </a:cubicBezTo>
                  <a:cubicBezTo>
                    <a:pt x="25979" y="26597"/>
                    <a:pt x="25684" y="26982"/>
                    <a:pt x="25397" y="27375"/>
                  </a:cubicBezTo>
                  <a:cubicBezTo>
                    <a:pt x="25125" y="27382"/>
                    <a:pt x="24854" y="27386"/>
                    <a:pt x="24582" y="27393"/>
                  </a:cubicBezTo>
                  <a:cubicBezTo>
                    <a:pt x="24826" y="27118"/>
                    <a:pt x="25072" y="26844"/>
                    <a:pt x="25310" y="26564"/>
                  </a:cubicBezTo>
                  <a:cubicBezTo>
                    <a:pt x="25590" y="26238"/>
                    <a:pt x="25901" y="25896"/>
                    <a:pt x="26110" y="25514"/>
                  </a:cubicBezTo>
                  <a:cubicBezTo>
                    <a:pt x="26355" y="25510"/>
                    <a:pt x="26599" y="25506"/>
                    <a:pt x="26845" y="25503"/>
                  </a:cubicBezTo>
                  <a:lnTo>
                    <a:pt x="26905" y="25501"/>
                  </a:lnTo>
                  <a:close/>
                  <a:moveTo>
                    <a:pt x="25707" y="25519"/>
                  </a:moveTo>
                  <a:cubicBezTo>
                    <a:pt x="25459" y="25753"/>
                    <a:pt x="25241" y="26024"/>
                    <a:pt x="25026" y="26279"/>
                  </a:cubicBezTo>
                  <a:cubicBezTo>
                    <a:pt x="24714" y="26649"/>
                    <a:pt x="24411" y="27028"/>
                    <a:pt x="24103" y="27403"/>
                  </a:cubicBezTo>
                  <a:cubicBezTo>
                    <a:pt x="23834" y="27410"/>
                    <a:pt x="23565" y="27414"/>
                    <a:pt x="23296" y="27422"/>
                  </a:cubicBezTo>
                  <a:cubicBezTo>
                    <a:pt x="23214" y="27427"/>
                    <a:pt x="23129" y="27428"/>
                    <a:pt x="23044" y="27430"/>
                  </a:cubicBezTo>
                  <a:lnTo>
                    <a:pt x="23043" y="27429"/>
                  </a:lnTo>
                  <a:cubicBezTo>
                    <a:pt x="23330" y="27121"/>
                    <a:pt x="23620" y="26815"/>
                    <a:pt x="23904" y="26503"/>
                  </a:cubicBezTo>
                  <a:cubicBezTo>
                    <a:pt x="24178" y="26202"/>
                    <a:pt x="24487" y="25888"/>
                    <a:pt x="24706" y="25534"/>
                  </a:cubicBezTo>
                  <a:cubicBezTo>
                    <a:pt x="25040" y="25529"/>
                    <a:pt x="25373" y="25524"/>
                    <a:pt x="25707" y="25519"/>
                  </a:cubicBezTo>
                  <a:close/>
                  <a:moveTo>
                    <a:pt x="24213" y="25542"/>
                  </a:moveTo>
                  <a:lnTo>
                    <a:pt x="24213" y="25542"/>
                  </a:lnTo>
                  <a:cubicBezTo>
                    <a:pt x="23972" y="25777"/>
                    <a:pt x="23752" y="26045"/>
                    <a:pt x="23542" y="26286"/>
                  </a:cubicBezTo>
                  <a:cubicBezTo>
                    <a:pt x="23207" y="26669"/>
                    <a:pt x="22879" y="27057"/>
                    <a:pt x="22548" y="27443"/>
                  </a:cubicBezTo>
                  <a:cubicBezTo>
                    <a:pt x="22041" y="27457"/>
                    <a:pt x="21535" y="27472"/>
                    <a:pt x="21029" y="27486"/>
                  </a:cubicBezTo>
                  <a:lnTo>
                    <a:pt x="21026" y="27485"/>
                  </a:lnTo>
                  <a:cubicBezTo>
                    <a:pt x="21292" y="27230"/>
                    <a:pt x="21561" y="26979"/>
                    <a:pt x="21833" y="26731"/>
                  </a:cubicBezTo>
                  <a:cubicBezTo>
                    <a:pt x="22253" y="26348"/>
                    <a:pt x="22713" y="25986"/>
                    <a:pt x="23094" y="25560"/>
                  </a:cubicBezTo>
                  <a:lnTo>
                    <a:pt x="24213" y="25542"/>
                  </a:lnTo>
                  <a:close/>
                  <a:moveTo>
                    <a:pt x="4701" y="24684"/>
                  </a:moveTo>
                  <a:cubicBezTo>
                    <a:pt x="4729" y="24881"/>
                    <a:pt x="4758" y="25076"/>
                    <a:pt x="4793" y="25272"/>
                  </a:cubicBezTo>
                  <a:lnTo>
                    <a:pt x="4793" y="25274"/>
                  </a:lnTo>
                  <a:cubicBezTo>
                    <a:pt x="4771" y="25323"/>
                    <a:pt x="4762" y="25378"/>
                    <a:pt x="4767" y="25432"/>
                  </a:cubicBezTo>
                  <a:cubicBezTo>
                    <a:pt x="4177" y="25695"/>
                    <a:pt x="3631" y="26208"/>
                    <a:pt x="3135" y="26568"/>
                  </a:cubicBezTo>
                  <a:cubicBezTo>
                    <a:pt x="2714" y="26873"/>
                    <a:pt x="2298" y="27199"/>
                    <a:pt x="1868" y="27500"/>
                  </a:cubicBezTo>
                  <a:cubicBezTo>
                    <a:pt x="1925" y="27165"/>
                    <a:pt x="1964" y="26822"/>
                    <a:pt x="1998" y="26476"/>
                  </a:cubicBezTo>
                  <a:lnTo>
                    <a:pt x="1997" y="26475"/>
                  </a:lnTo>
                  <a:cubicBezTo>
                    <a:pt x="2663" y="25988"/>
                    <a:pt x="3341" y="25519"/>
                    <a:pt x="4036" y="25074"/>
                  </a:cubicBezTo>
                  <a:cubicBezTo>
                    <a:pt x="4248" y="24939"/>
                    <a:pt x="4473" y="24811"/>
                    <a:pt x="4701" y="24684"/>
                  </a:cubicBezTo>
                  <a:close/>
                  <a:moveTo>
                    <a:pt x="22664" y="25567"/>
                  </a:moveTo>
                  <a:cubicBezTo>
                    <a:pt x="21894" y="26073"/>
                    <a:pt x="21213" y="26808"/>
                    <a:pt x="20594" y="27499"/>
                  </a:cubicBezTo>
                  <a:lnTo>
                    <a:pt x="20592" y="27498"/>
                  </a:lnTo>
                  <a:lnTo>
                    <a:pt x="19722" y="27521"/>
                  </a:lnTo>
                  <a:cubicBezTo>
                    <a:pt x="20012" y="27242"/>
                    <a:pt x="20302" y="26962"/>
                    <a:pt x="20594" y="26684"/>
                  </a:cubicBezTo>
                  <a:cubicBezTo>
                    <a:pt x="20972" y="26323"/>
                    <a:pt x="21385" y="25978"/>
                    <a:pt x="21731" y="25582"/>
                  </a:cubicBezTo>
                  <a:cubicBezTo>
                    <a:pt x="22041" y="25577"/>
                    <a:pt x="22352" y="25571"/>
                    <a:pt x="22664" y="25567"/>
                  </a:cubicBezTo>
                  <a:close/>
                  <a:moveTo>
                    <a:pt x="21232" y="25589"/>
                  </a:moveTo>
                  <a:lnTo>
                    <a:pt x="21232" y="25589"/>
                  </a:lnTo>
                  <a:cubicBezTo>
                    <a:pt x="20480" y="26123"/>
                    <a:pt x="19807" y="26858"/>
                    <a:pt x="19188" y="27538"/>
                  </a:cubicBezTo>
                  <a:lnTo>
                    <a:pt x="19186" y="27536"/>
                  </a:lnTo>
                  <a:cubicBezTo>
                    <a:pt x="18611" y="27553"/>
                    <a:pt x="18037" y="27569"/>
                    <a:pt x="17462" y="27586"/>
                  </a:cubicBezTo>
                  <a:cubicBezTo>
                    <a:pt x="18215" y="26972"/>
                    <a:pt x="19027" y="26344"/>
                    <a:pt x="19643" y="25609"/>
                  </a:cubicBezTo>
                  <a:cubicBezTo>
                    <a:pt x="20173" y="25602"/>
                    <a:pt x="20703" y="25597"/>
                    <a:pt x="21232" y="25589"/>
                  </a:cubicBezTo>
                  <a:close/>
                  <a:moveTo>
                    <a:pt x="19095" y="25616"/>
                  </a:moveTo>
                  <a:lnTo>
                    <a:pt x="19095" y="25616"/>
                  </a:lnTo>
                  <a:cubicBezTo>
                    <a:pt x="18346" y="26200"/>
                    <a:pt x="17670" y="26944"/>
                    <a:pt x="17005" y="27603"/>
                  </a:cubicBezTo>
                  <a:lnTo>
                    <a:pt x="17004" y="27602"/>
                  </a:lnTo>
                  <a:cubicBezTo>
                    <a:pt x="16578" y="27614"/>
                    <a:pt x="16152" y="27628"/>
                    <a:pt x="15726" y="27642"/>
                  </a:cubicBezTo>
                  <a:cubicBezTo>
                    <a:pt x="16460" y="27015"/>
                    <a:pt x="17247" y="26372"/>
                    <a:pt x="17846" y="25632"/>
                  </a:cubicBezTo>
                  <a:cubicBezTo>
                    <a:pt x="18263" y="25627"/>
                    <a:pt x="18678" y="25621"/>
                    <a:pt x="19095" y="25616"/>
                  </a:cubicBezTo>
                  <a:close/>
                  <a:moveTo>
                    <a:pt x="17256" y="25639"/>
                  </a:moveTo>
                  <a:cubicBezTo>
                    <a:pt x="16510" y="26240"/>
                    <a:pt x="15836" y="26993"/>
                    <a:pt x="15173" y="27661"/>
                  </a:cubicBezTo>
                  <a:lnTo>
                    <a:pt x="15172" y="27660"/>
                  </a:lnTo>
                  <a:cubicBezTo>
                    <a:pt x="14645" y="27676"/>
                    <a:pt x="14119" y="27692"/>
                    <a:pt x="13593" y="27710"/>
                  </a:cubicBezTo>
                  <a:cubicBezTo>
                    <a:pt x="13924" y="27433"/>
                    <a:pt x="14261" y="27164"/>
                    <a:pt x="14605" y="26902"/>
                  </a:cubicBezTo>
                  <a:cubicBezTo>
                    <a:pt x="15138" y="26498"/>
                    <a:pt x="15744" y="26157"/>
                    <a:pt x="16217" y="25682"/>
                  </a:cubicBezTo>
                  <a:cubicBezTo>
                    <a:pt x="16224" y="25673"/>
                    <a:pt x="16229" y="25662"/>
                    <a:pt x="16231" y="25652"/>
                  </a:cubicBezTo>
                  <a:cubicBezTo>
                    <a:pt x="16572" y="25648"/>
                    <a:pt x="16914" y="25642"/>
                    <a:pt x="17256" y="25639"/>
                  </a:cubicBezTo>
                  <a:close/>
                  <a:moveTo>
                    <a:pt x="15814" y="25655"/>
                  </a:moveTo>
                  <a:cubicBezTo>
                    <a:pt x="14817" y="26097"/>
                    <a:pt x="13890" y="26932"/>
                    <a:pt x="13090" y="27728"/>
                  </a:cubicBezTo>
                  <a:lnTo>
                    <a:pt x="13088" y="27726"/>
                  </a:lnTo>
                  <a:cubicBezTo>
                    <a:pt x="12741" y="27738"/>
                    <a:pt x="12394" y="27752"/>
                    <a:pt x="12047" y="27765"/>
                  </a:cubicBezTo>
                  <a:cubicBezTo>
                    <a:pt x="12227" y="27614"/>
                    <a:pt x="12406" y="27463"/>
                    <a:pt x="12585" y="27313"/>
                  </a:cubicBezTo>
                  <a:cubicBezTo>
                    <a:pt x="13144" y="26844"/>
                    <a:pt x="13775" y="26412"/>
                    <a:pt x="14240" y="25847"/>
                  </a:cubicBezTo>
                  <a:cubicBezTo>
                    <a:pt x="14296" y="25780"/>
                    <a:pt x="14249" y="25692"/>
                    <a:pt x="14176" y="25692"/>
                  </a:cubicBezTo>
                  <a:cubicBezTo>
                    <a:pt x="14162" y="25692"/>
                    <a:pt x="14146" y="25696"/>
                    <a:pt x="14130" y="25704"/>
                  </a:cubicBezTo>
                  <a:cubicBezTo>
                    <a:pt x="13161" y="26173"/>
                    <a:pt x="12297" y="26989"/>
                    <a:pt x="11498" y="27787"/>
                  </a:cubicBezTo>
                  <a:cubicBezTo>
                    <a:pt x="10824" y="27812"/>
                    <a:pt x="10148" y="27839"/>
                    <a:pt x="9473" y="27868"/>
                  </a:cubicBezTo>
                  <a:cubicBezTo>
                    <a:pt x="9798" y="27575"/>
                    <a:pt x="10126" y="27288"/>
                    <a:pt x="10461" y="27007"/>
                  </a:cubicBezTo>
                  <a:cubicBezTo>
                    <a:pt x="10990" y="26564"/>
                    <a:pt x="11610" y="26179"/>
                    <a:pt x="12095" y="25681"/>
                  </a:cubicBezTo>
                  <a:cubicBezTo>
                    <a:pt x="13335" y="25675"/>
                    <a:pt x="14574" y="25666"/>
                    <a:pt x="15814" y="25655"/>
                  </a:cubicBezTo>
                  <a:close/>
                  <a:moveTo>
                    <a:pt x="11588" y="25683"/>
                  </a:moveTo>
                  <a:lnTo>
                    <a:pt x="11588" y="25683"/>
                  </a:lnTo>
                  <a:cubicBezTo>
                    <a:pt x="11166" y="25948"/>
                    <a:pt x="10778" y="26293"/>
                    <a:pt x="10408" y="26605"/>
                  </a:cubicBezTo>
                  <a:lnTo>
                    <a:pt x="10406" y="26603"/>
                  </a:lnTo>
                  <a:cubicBezTo>
                    <a:pt x="9931" y="27003"/>
                    <a:pt x="9491" y="27437"/>
                    <a:pt x="9062" y="27883"/>
                  </a:cubicBezTo>
                  <a:cubicBezTo>
                    <a:pt x="8472" y="27908"/>
                    <a:pt x="7882" y="27929"/>
                    <a:pt x="7291" y="27956"/>
                  </a:cubicBezTo>
                  <a:cubicBezTo>
                    <a:pt x="7656" y="27620"/>
                    <a:pt x="8014" y="27280"/>
                    <a:pt x="8388" y="26958"/>
                  </a:cubicBezTo>
                  <a:cubicBezTo>
                    <a:pt x="8879" y="26535"/>
                    <a:pt x="9436" y="26150"/>
                    <a:pt x="9899" y="25689"/>
                  </a:cubicBezTo>
                  <a:cubicBezTo>
                    <a:pt x="10461" y="25688"/>
                    <a:pt x="11025" y="25687"/>
                    <a:pt x="11588" y="25683"/>
                  </a:cubicBezTo>
                  <a:close/>
                  <a:moveTo>
                    <a:pt x="6832" y="25683"/>
                  </a:moveTo>
                  <a:cubicBezTo>
                    <a:pt x="7693" y="25688"/>
                    <a:pt x="8555" y="25690"/>
                    <a:pt x="9416" y="25690"/>
                  </a:cubicBezTo>
                  <a:lnTo>
                    <a:pt x="9416" y="25690"/>
                  </a:lnTo>
                  <a:cubicBezTo>
                    <a:pt x="9012" y="25987"/>
                    <a:pt x="8639" y="26339"/>
                    <a:pt x="8277" y="26664"/>
                  </a:cubicBezTo>
                  <a:cubicBezTo>
                    <a:pt x="7814" y="27084"/>
                    <a:pt x="7373" y="27525"/>
                    <a:pt x="6941" y="27974"/>
                  </a:cubicBezTo>
                  <a:cubicBezTo>
                    <a:pt x="6721" y="27985"/>
                    <a:pt x="6501" y="27997"/>
                    <a:pt x="6281" y="28008"/>
                  </a:cubicBezTo>
                  <a:cubicBezTo>
                    <a:pt x="6524" y="27733"/>
                    <a:pt x="6773" y="27465"/>
                    <a:pt x="7033" y="27207"/>
                  </a:cubicBezTo>
                  <a:cubicBezTo>
                    <a:pt x="7474" y="26768"/>
                    <a:pt x="8021" y="26379"/>
                    <a:pt x="8388" y="25877"/>
                  </a:cubicBezTo>
                  <a:cubicBezTo>
                    <a:pt x="8431" y="25820"/>
                    <a:pt x="8373" y="25763"/>
                    <a:pt x="8315" y="25763"/>
                  </a:cubicBezTo>
                  <a:cubicBezTo>
                    <a:pt x="8304" y="25763"/>
                    <a:pt x="8292" y="25765"/>
                    <a:pt x="8281" y="25770"/>
                  </a:cubicBezTo>
                  <a:cubicBezTo>
                    <a:pt x="7702" y="26058"/>
                    <a:pt x="7220" y="26631"/>
                    <a:pt x="6788" y="27102"/>
                  </a:cubicBezTo>
                  <a:cubicBezTo>
                    <a:pt x="6516" y="27398"/>
                    <a:pt x="6259" y="27708"/>
                    <a:pt x="6008" y="28022"/>
                  </a:cubicBezTo>
                  <a:cubicBezTo>
                    <a:pt x="5437" y="28050"/>
                    <a:pt x="4865" y="28080"/>
                    <a:pt x="4294" y="28109"/>
                  </a:cubicBezTo>
                  <a:cubicBezTo>
                    <a:pt x="4772" y="27673"/>
                    <a:pt x="5238" y="27221"/>
                    <a:pt x="5703" y="26773"/>
                  </a:cubicBezTo>
                  <a:cubicBezTo>
                    <a:pt x="6074" y="26414"/>
                    <a:pt x="6472" y="26063"/>
                    <a:pt x="6832" y="25683"/>
                  </a:cubicBezTo>
                  <a:close/>
                  <a:moveTo>
                    <a:pt x="5217" y="25682"/>
                  </a:moveTo>
                  <a:cubicBezTo>
                    <a:pt x="5406" y="25683"/>
                    <a:pt x="5595" y="25683"/>
                    <a:pt x="5785" y="25683"/>
                  </a:cubicBezTo>
                  <a:cubicBezTo>
                    <a:pt x="5974" y="25683"/>
                    <a:pt x="6164" y="25683"/>
                    <a:pt x="6353" y="25684"/>
                  </a:cubicBezTo>
                  <a:cubicBezTo>
                    <a:pt x="6055" y="25968"/>
                    <a:pt x="5770" y="26269"/>
                    <a:pt x="5479" y="26550"/>
                  </a:cubicBezTo>
                  <a:cubicBezTo>
                    <a:pt x="4943" y="27070"/>
                    <a:pt x="4402" y="27588"/>
                    <a:pt x="3889" y="28131"/>
                  </a:cubicBezTo>
                  <a:cubicBezTo>
                    <a:pt x="3292" y="28163"/>
                    <a:pt x="2695" y="28188"/>
                    <a:pt x="2098" y="28223"/>
                  </a:cubicBezTo>
                  <a:cubicBezTo>
                    <a:pt x="2540" y="27882"/>
                    <a:pt x="2975" y="27531"/>
                    <a:pt x="3416" y="27192"/>
                  </a:cubicBezTo>
                  <a:lnTo>
                    <a:pt x="3414" y="27191"/>
                  </a:lnTo>
                  <a:cubicBezTo>
                    <a:pt x="3989" y="26747"/>
                    <a:pt x="4791" y="26297"/>
                    <a:pt x="5217" y="25682"/>
                  </a:cubicBezTo>
                  <a:close/>
                  <a:moveTo>
                    <a:pt x="46046" y="0"/>
                  </a:moveTo>
                  <a:cubicBezTo>
                    <a:pt x="40219" y="0"/>
                    <a:pt x="34385" y="177"/>
                    <a:pt x="28570" y="314"/>
                  </a:cubicBezTo>
                  <a:cubicBezTo>
                    <a:pt x="24207" y="418"/>
                    <a:pt x="19844" y="513"/>
                    <a:pt x="15480" y="633"/>
                  </a:cubicBezTo>
                  <a:cubicBezTo>
                    <a:pt x="11661" y="739"/>
                    <a:pt x="7631" y="515"/>
                    <a:pt x="3879" y="1282"/>
                  </a:cubicBezTo>
                  <a:cubicBezTo>
                    <a:pt x="3706" y="1317"/>
                    <a:pt x="3749" y="1520"/>
                    <a:pt x="3879" y="1578"/>
                  </a:cubicBezTo>
                  <a:cubicBezTo>
                    <a:pt x="3352" y="1857"/>
                    <a:pt x="2863" y="2310"/>
                    <a:pt x="2415" y="2635"/>
                  </a:cubicBezTo>
                  <a:cubicBezTo>
                    <a:pt x="1742" y="3122"/>
                    <a:pt x="1091" y="3668"/>
                    <a:pt x="360" y="4067"/>
                  </a:cubicBezTo>
                  <a:cubicBezTo>
                    <a:pt x="297" y="4100"/>
                    <a:pt x="245" y="4163"/>
                    <a:pt x="209" y="4234"/>
                  </a:cubicBezTo>
                  <a:cubicBezTo>
                    <a:pt x="105" y="4242"/>
                    <a:pt x="0" y="4313"/>
                    <a:pt x="5" y="4434"/>
                  </a:cubicBezTo>
                  <a:cubicBezTo>
                    <a:pt x="156" y="8496"/>
                    <a:pt x="464" y="12549"/>
                    <a:pt x="615" y="16609"/>
                  </a:cubicBezTo>
                  <a:cubicBezTo>
                    <a:pt x="755" y="20371"/>
                    <a:pt x="150" y="24503"/>
                    <a:pt x="808" y="28187"/>
                  </a:cubicBezTo>
                  <a:cubicBezTo>
                    <a:pt x="820" y="28251"/>
                    <a:pt x="848" y="28311"/>
                    <a:pt x="887" y="28361"/>
                  </a:cubicBezTo>
                  <a:cubicBezTo>
                    <a:pt x="887" y="28392"/>
                    <a:pt x="891" y="28422"/>
                    <a:pt x="900" y="28451"/>
                  </a:cubicBezTo>
                  <a:cubicBezTo>
                    <a:pt x="912" y="28484"/>
                    <a:pt x="925" y="28515"/>
                    <a:pt x="940" y="28547"/>
                  </a:cubicBezTo>
                  <a:cubicBezTo>
                    <a:pt x="998" y="28667"/>
                    <a:pt x="1143" y="28736"/>
                    <a:pt x="1284" y="28739"/>
                  </a:cubicBezTo>
                  <a:cubicBezTo>
                    <a:pt x="1331" y="28794"/>
                    <a:pt x="1401" y="28831"/>
                    <a:pt x="1496" y="28832"/>
                  </a:cubicBezTo>
                  <a:cubicBezTo>
                    <a:pt x="2748" y="28841"/>
                    <a:pt x="4001" y="28846"/>
                    <a:pt x="5253" y="28846"/>
                  </a:cubicBezTo>
                  <a:cubicBezTo>
                    <a:pt x="11269" y="28846"/>
                    <a:pt x="17283" y="28749"/>
                    <a:pt x="23298" y="28652"/>
                  </a:cubicBezTo>
                  <a:cubicBezTo>
                    <a:pt x="28263" y="28571"/>
                    <a:pt x="33227" y="28465"/>
                    <a:pt x="38191" y="28380"/>
                  </a:cubicBezTo>
                  <a:cubicBezTo>
                    <a:pt x="40342" y="28344"/>
                    <a:pt x="42494" y="28311"/>
                    <a:pt x="44645" y="28281"/>
                  </a:cubicBezTo>
                  <a:cubicBezTo>
                    <a:pt x="44698" y="28281"/>
                    <a:pt x="44752" y="28280"/>
                    <a:pt x="44806" y="28280"/>
                  </a:cubicBezTo>
                  <a:cubicBezTo>
                    <a:pt x="45625" y="28280"/>
                    <a:pt x="46563" y="28357"/>
                    <a:pt x="47482" y="28357"/>
                  </a:cubicBezTo>
                  <a:cubicBezTo>
                    <a:pt x="48369" y="28357"/>
                    <a:pt x="49240" y="28286"/>
                    <a:pt x="49970" y="28004"/>
                  </a:cubicBezTo>
                  <a:cubicBezTo>
                    <a:pt x="50089" y="27961"/>
                    <a:pt x="50184" y="27872"/>
                    <a:pt x="50235" y="27756"/>
                  </a:cubicBezTo>
                  <a:cubicBezTo>
                    <a:pt x="50812" y="27330"/>
                    <a:pt x="51367" y="26869"/>
                    <a:pt x="51935" y="26432"/>
                  </a:cubicBezTo>
                  <a:cubicBezTo>
                    <a:pt x="52431" y="26049"/>
                    <a:pt x="53097" y="25661"/>
                    <a:pt x="53545" y="25166"/>
                  </a:cubicBezTo>
                  <a:cubicBezTo>
                    <a:pt x="53771" y="25153"/>
                    <a:pt x="53999" y="25003"/>
                    <a:pt x="54025" y="24714"/>
                  </a:cubicBezTo>
                  <a:cubicBezTo>
                    <a:pt x="54379" y="20749"/>
                    <a:pt x="54607" y="16772"/>
                    <a:pt x="54871" y="12800"/>
                  </a:cubicBezTo>
                  <a:cubicBezTo>
                    <a:pt x="55133" y="8864"/>
                    <a:pt x="55569" y="4827"/>
                    <a:pt x="55437" y="885"/>
                  </a:cubicBezTo>
                  <a:cubicBezTo>
                    <a:pt x="55436" y="858"/>
                    <a:pt x="55430" y="832"/>
                    <a:pt x="55420" y="808"/>
                  </a:cubicBezTo>
                  <a:cubicBezTo>
                    <a:pt x="55466" y="517"/>
                    <a:pt x="55304" y="182"/>
                    <a:pt x="54918" y="165"/>
                  </a:cubicBezTo>
                  <a:cubicBezTo>
                    <a:pt x="51964" y="46"/>
                    <a:pt x="49006" y="0"/>
                    <a:pt x="46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41"/>
            <p:cNvSpPr txBox="1"/>
            <p:nvPr/>
          </p:nvSpPr>
          <p:spPr>
            <a:xfrm>
              <a:off x="5734776" y="2476075"/>
              <a:ext cx="24672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Personality</a:t>
              </a:r>
              <a:endParaRPr sz="19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929" name="Google Shape;2929;p41"/>
            <p:cNvSpPr txBox="1"/>
            <p:nvPr/>
          </p:nvSpPr>
          <p:spPr>
            <a:xfrm>
              <a:off x="5734767" y="2754501"/>
              <a:ext cx="1815000" cy="5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30" name="Google Shape;2930;p41"/>
            <p:cNvSpPr/>
            <p:nvPr/>
          </p:nvSpPr>
          <p:spPr>
            <a:xfrm rot="541798">
              <a:off x="4015707" y="2710635"/>
              <a:ext cx="729510" cy="216947"/>
            </a:xfrm>
            <a:custGeom>
              <a:rect b="b" l="l" r="r" t="t"/>
              <a:pathLst>
                <a:path extrusionOk="0" h="10187" w="34255">
                  <a:moveTo>
                    <a:pt x="503" y="1"/>
                  </a:moveTo>
                  <a:lnTo>
                    <a:pt x="151" y="227"/>
                  </a:lnTo>
                  <a:lnTo>
                    <a:pt x="25" y="453"/>
                  </a:lnTo>
                  <a:lnTo>
                    <a:pt x="0" y="604"/>
                  </a:lnTo>
                  <a:lnTo>
                    <a:pt x="0" y="2843"/>
                  </a:lnTo>
                  <a:lnTo>
                    <a:pt x="25" y="5106"/>
                  </a:lnTo>
                  <a:lnTo>
                    <a:pt x="151" y="7319"/>
                  </a:lnTo>
                  <a:lnTo>
                    <a:pt x="176" y="9507"/>
                  </a:lnTo>
                  <a:lnTo>
                    <a:pt x="176" y="9532"/>
                  </a:lnTo>
                  <a:lnTo>
                    <a:pt x="176" y="9558"/>
                  </a:lnTo>
                  <a:lnTo>
                    <a:pt x="227" y="9809"/>
                  </a:lnTo>
                  <a:lnTo>
                    <a:pt x="604" y="10161"/>
                  </a:lnTo>
                  <a:lnTo>
                    <a:pt x="855" y="10186"/>
                  </a:lnTo>
                  <a:lnTo>
                    <a:pt x="4980" y="9935"/>
                  </a:lnTo>
                  <a:lnTo>
                    <a:pt x="9079" y="9683"/>
                  </a:lnTo>
                  <a:lnTo>
                    <a:pt x="13154" y="9382"/>
                  </a:lnTo>
                  <a:lnTo>
                    <a:pt x="17253" y="9055"/>
                  </a:lnTo>
                  <a:lnTo>
                    <a:pt x="25452" y="8426"/>
                  </a:lnTo>
                  <a:lnTo>
                    <a:pt x="29526" y="8099"/>
                  </a:lnTo>
                  <a:lnTo>
                    <a:pt x="33626" y="7822"/>
                  </a:lnTo>
                  <a:lnTo>
                    <a:pt x="33777" y="7772"/>
                  </a:lnTo>
                  <a:lnTo>
                    <a:pt x="34003" y="7546"/>
                  </a:lnTo>
                  <a:lnTo>
                    <a:pt x="34003" y="7395"/>
                  </a:lnTo>
                  <a:lnTo>
                    <a:pt x="33978" y="7219"/>
                  </a:lnTo>
                  <a:lnTo>
                    <a:pt x="33752" y="6992"/>
                  </a:lnTo>
                  <a:lnTo>
                    <a:pt x="33576" y="6992"/>
                  </a:lnTo>
                  <a:lnTo>
                    <a:pt x="29476" y="7143"/>
                  </a:lnTo>
                  <a:lnTo>
                    <a:pt x="25377" y="7370"/>
                  </a:lnTo>
                  <a:lnTo>
                    <a:pt x="21277" y="7596"/>
                  </a:lnTo>
                  <a:lnTo>
                    <a:pt x="17178" y="7873"/>
                  </a:lnTo>
                  <a:lnTo>
                    <a:pt x="8979" y="8401"/>
                  </a:lnTo>
                  <a:lnTo>
                    <a:pt x="4879" y="8652"/>
                  </a:lnTo>
                  <a:lnTo>
                    <a:pt x="1492" y="8819"/>
                  </a:lnTo>
                  <a:lnTo>
                    <a:pt x="1492" y="8819"/>
                  </a:lnTo>
                  <a:lnTo>
                    <a:pt x="1509" y="7294"/>
                  </a:lnTo>
                  <a:lnTo>
                    <a:pt x="1434" y="5056"/>
                  </a:lnTo>
                  <a:lnTo>
                    <a:pt x="1384" y="2868"/>
                  </a:lnTo>
                  <a:lnTo>
                    <a:pt x="1453" y="1356"/>
                  </a:lnTo>
                  <a:lnTo>
                    <a:pt x="1453" y="1356"/>
                  </a:lnTo>
                  <a:lnTo>
                    <a:pt x="4879" y="1711"/>
                  </a:lnTo>
                  <a:lnTo>
                    <a:pt x="9029" y="2063"/>
                  </a:lnTo>
                  <a:lnTo>
                    <a:pt x="11091" y="2214"/>
                  </a:lnTo>
                  <a:lnTo>
                    <a:pt x="13179" y="2365"/>
                  </a:lnTo>
                  <a:lnTo>
                    <a:pt x="17329" y="2591"/>
                  </a:lnTo>
                  <a:lnTo>
                    <a:pt x="21478" y="2792"/>
                  </a:lnTo>
                  <a:lnTo>
                    <a:pt x="25603" y="3044"/>
                  </a:lnTo>
                  <a:lnTo>
                    <a:pt x="27665" y="3195"/>
                  </a:lnTo>
                  <a:lnTo>
                    <a:pt x="28696" y="3270"/>
                  </a:lnTo>
                  <a:lnTo>
                    <a:pt x="29728" y="3371"/>
                  </a:lnTo>
                  <a:lnTo>
                    <a:pt x="31765" y="3597"/>
                  </a:lnTo>
                  <a:lnTo>
                    <a:pt x="33827" y="3823"/>
                  </a:lnTo>
                  <a:lnTo>
                    <a:pt x="33978" y="3823"/>
                  </a:lnTo>
                  <a:lnTo>
                    <a:pt x="34204" y="3647"/>
                  </a:lnTo>
                  <a:lnTo>
                    <a:pt x="34255" y="3522"/>
                  </a:lnTo>
                  <a:lnTo>
                    <a:pt x="34255" y="3371"/>
                  </a:lnTo>
                  <a:lnTo>
                    <a:pt x="34079" y="3119"/>
                  </a:lnTo>
                  <a:lnTo>
                    <a:pt x="33928" y="3094"/>
                  </a:lnTo>
                  <a:lnTo>
                    <a:pt x="31865" y="2767"/>
                  </a:lnTo>
                  <a:lnTo>
                    <a:pt x="29803" y="2516"/>
                  </a:lnTo>
                  <a:lnTo>
                    <a:pt x="28772" y="2390"/>
                  </a:lnTo>
                  <a:lnTo>
                    <a:pt x="27741" y="2264"/>
                  </a:lnTo>
                  <a:lnTo>
                    <a:pt x="25678" y="2063"/>
                  </a:lnTo>
                  <a:lnTo>
                    <a:pt x="21529" y="1711"/>
                  </a:lnTo>
                  <a:lnTo>
                    <a:pt x="17379" y="1459"/>
                  </a:lnTo>
                  <a:lnTo>
                    <a:pt x="13254" y="1157"/>
                  </a:lnTo>
                  <a:lnTo>
                    <a:pt x="9105" y="831"/>
                  </a:lnTo>
                  <a:lnTo>
                    <a:pt x="4980" y="428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41"/>
            <p:cNvSpPr/>
            <p:nvPr/>
          </p:nvSpPr>
          <p:spPr>
            <a:xfrm rot="541798">
              <a:off x="4720746" y="2780153"/>
              <a:ext cx="267824" cy="231940"/>
            </a:xfrm>
            <a:custGeom>
              <a:rect b="b" l="l" r="r" t="t"/>
              <a:pathLst>
                <a:path extrusionOk="0" h="10891" w="12576">
                  <a:moveTo>
                    <a:pt x="906" y="1183"/>
                  </a:moveTo>
                  <a:lnTo>
                    <a:pt x="1258" y="1409"/>
                  </a:lnTo>
                  <a:lnTo>
                    <a:pt x="1610" y="1636"/>
                  </a:lnTo>
                  <a:lnTo>
                    <a:pt x="2264" y="2038"/>
                  </a:lnTo>
                  <a:lnTo>
                    <a:pt x="2943" y="2415"/>
                  </a:lnTo>
                  <a:lnTo>
                    <a:pt x="3597" y="2767"/>
                  </a:lnTo>
                  <a:lnTo>
                    <a:pt x="4276" y="3120"/>
                  </a:lnTo>
                  <a:lnTo>
                    <a:pt x="5634" y="3799"/>
                  </a:lnTo>
                  <a:lnTo>
                    <a:pt x="6992" y="4452"/>
                  </a:lnTo>
                  <a:lnTo>
                    <a:pt x="8375" y="5081"/>
                  </a:lnTo>
                  <a:lnTo>
                    <a:pt x="9246" y="5468"/>
                  </a:lnTo>
                  <a:lnTo>
                    <a:pt x="9246" y="5468"/>
                  </a:lnTo>
                  <a:lnTo>
                    <a:pt x="8426" y="5886"/>
                  </a:lnTo>
                  <a:lnTo>
                    <a:pt x="5659" y="7269"/>
                  </a:lnTo>
                  <a:lnTo>
                    <a:pt x="2993" y="8653"/>
                  </a:lnTo>
                  <a:lnTo>
                    <a:pt x="941" y="9641"/>
                  </a:lnTo>
                  <a:lnTo>
                    <a:pt x="941" y="9641"/>
                  </a:lnTo>
                  <a:lnTo>
                    <a:pt x="931" y="9156"/>
                  </a:lnTo>
                  <a:lnTo>
                    <a:pt x="906" y="7898"/>
                  </a:lnTo>
                  <a:lnTo>
                    <a:pt x="881" y="5408"/>
                  </a:lnTo>
                  <a:lnTo>
                    <a:pt x="881" y="3296"/>
                  </a:lnTo>
                  <a:lnTo>
                    <a:pt x="906" y="1183"/>
                  </a:lnTo>
                  <a:close/>
                  <a:moveTo>
                    <a:pt x="453" y="1"/>
                  </a:moveTo>
                  <a:lnTo>
                    <a:pt x="302" y="26"/>
                  </a:lnTo>
                  <a:lnTo>
                    <a:pt x="76" y="252"/>
                  </a:lnTo>
                  <a:lnTo>
                    <a:pt x="51" y="428"/>
                  </a:lnTo>
                  <a:lnTo>
                    <a:pt x="101" y="2918"/>
                  </a:lnTo>
                  <a:lnTo>
                    <a:pt x="76" y="5408"/>
                  </a:lnTo>
                  <a:lnTo>
                    <a:pt x="51" y="7898"/>
                  </a:lnTo>
                  <a:lnTo>
                    <a:pt x="26" y="9156"/>
                  </a:lnTo>
                  <a:lnTo>
                    <a:pt x="0" y="10413"/>
                  </a:lnTo>
                  <a:lnTo>
                    <a:pt x="0" y="10514"/>
                  </a:lnTo>
                  <a:lnTo>
                    <a:pt x="51" y="10589"/>
                  </a:lnTo>
                  <a:lnTo>
                    <a:pt x="126" y="10765"/>
                  </a:lnTo>
                  <a:lnTo>
                    <a:pt x="478" y="10891"/>
                  </a:lnTo>
                  <a:lnTo>
                    <a:pt x="654" y="10841"/>
                  </a:lnTo>
                  <a:lnTo>
                    <a:pt x="680" y="10841"/>
                  </a:lnTo>
                  <a:lnTo>
                    <a:pt x="3496" y="9659"/>
                  </a:lnTo>
                  <a:lnTo>
                    <a:pt x="6338" y="8552"/>
                  </a:lnTo>
                  <a:lnTo>
                    <a:pt x="9180" y="7445"/>
                  </a:lnTo>
                  <a:lnTo>
                    <a:pt x="12022" y="6288"/>
                  </a:lnTo>
                  <a:lnTo>
                    <a:pt x="12173" y="6213"/>
                  </a:lnTo>
                  <a:lnTo>
                    <a:pt x="12399" y="5961"/>
                  </a:lnTo>
                  <a:lnTo>
                    <a:pt x="12500" y="5811"/>
                  </a:lnTo>
                  <a:lnTo>
                    <a:pt x="12575" y="5635"/>
                  </a:lnTo>
                  <a:lnTo>
                    <a:pt x="12575" y="5282"/>
                  </a:lnTo>
                  <a:lnTo>
                    <a:pt x="12450" y="4930"/>
                  </a:lnTo>
                  <a:lnTo>
                    <a:pt x="12223" y="4654"/>
                  </a:lnTo>
                  <a:lnTo>
                    <a:pt x="12047" y="4578"/>
                  </a:lnTo>
                  <a:lnTo>
                    <a:pt x="12022" y="4553"/>
                  </a:lnTo>
                  <a:lnTo>
                    <a:pt x="10639" y="3899"/>
                  </a:lnTo>
                  <a:lnTo>
                    <a:pt x="9256" y="3270"/>
                  </a:lnTo>
                  <a:lnTo>
                    <a:pt x="7847" y="2642"/>
                  </a:lnTo>
                  <a:lnTo>
                    <a:pt x="6439" y="2038"/>
                  </a:lnTo>
                  <a:lnTo>
                    <a:pt x="5030" y="1460"/>
                  </a:lnTo>
                  <a:lnTo>
                    <a:pt x="4301" y="1208"/>
                  </a:lnTo>
                  <a:lnTo>
                    <a:pt x="3597" y="931"/>
                  </a:lnTo>
                  <a:lnTo>
                    <a:pt x="2868" y="680"/>
                  </a:lnTo>
                  <a:lnTo>
                    <a:pt x="2138" y="454"/>
                  </a:lnTo>
                  <a:lnTo>
                    <a:pt x="1409" y="227"/>
                  </a:lnTo>
                  <a:lnTo>
                    <a:pt x="654" y="26"/>
                  </a:lnTo>
                  <a:lnTo>
                    <a:pt x="554" y="26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41"/>
            <p:cNvSpPr/>
            <p:nvPr/>
          </p:nvSpPr>
          <p:spPr>
            <a:xfrm rot="541798">
              <a:off x="4195299" y="2790904"/>
              <a:ext cx="507239" cy="37503"/>
            </a:xfrm>
            <a:custGeom>
              <a:rect b="b" l="l" r="r" t="t"/>
              <a:pathLst>
                <a:path extrusionOk="0" h="1761" w="23818">
                  <a:moveTo>
                    <a:pt x="328" y="0"/>
                  </a:moveTo>
                  <a:lnTo>
                    <a:pt x="152" y="25"/>
                  </a:lnTo>
                  <a:lnTo>
                    <a:pt x="51" y="50"/>
                  </a:lnTo>
                  <a:lnTo>
                    <a:pt x="1" y="126"/>
                  </a:lnTo>
                  <a:lnTo>
                    <a:pt x="26" y="252"/>
                  </a:lnTo>
                  <a:lnTo>
                    <a:pt x="127" y="302"/>
                  </a:lnTo>
                  <a:lnTo>
                    <a:pt x="303" y="327"/>
                  </a:lnTo>
                  <a:lnTo>
                    <a:pt x="1133" y="428"/>
                  </a:lnTo>
                  <a:lnTo>
                    <a:pt x="2239" y="553"/>
                  </a:lnTo>
                  <a:lnTo>
                    <a:pt x="3799" y="679"/>
                  </a:lnTo>
                  <a:lnTo>
                    <a:pt x="5534" y="805"/>
                  </a:lnTo>
                  <a:lnTo>
                    <a:pt x="7571" y="905"/>
                  </a:lnTo>
                  <a:lnTo>
                    <a:pt x="9684" y="1006"/>
                  </a:lnTo>
                  <a:lnTo>
                    <a:pt x="11897" y="1082"/>
                  </a:lnTo>
                  <a:lnTo>
                    <a:pt x="14085" y="1157"/>
                  </a:lnTo>
                  <a:lnTo>
                    <a:pt x="16198" y="1258"/>
                  </a:lnTo>
                  <a:lnTo>
                    <a:pt x="18235" y="1358"/>
                  </a:lnTo>
                  <a:lnTo>
                    <a:pt x="19970" y="1484"/>
                  </a:lnTo>
                  <a:lnTo>
                    <a:pt x="22913" y="1660"/>
                  </a:lnTo>
                  <a:lnTo>
                    <a:pt x="23667" y="1761"/>
                  </a:lnTo>
                  <a:lnTo>
                    <a:pt x="23768" y="1685"/>
                  </a:lnTo>
                  <a:lnTo>
                    <a:pt x="23818" y="1534"/>
                  </a:lnTo>
                  <a:lnTo>
                    <a:pt x="23768" y="1383"/>
                  </a:lnTo>
                  <a:lnTo>
                    <a:pt x="23667" y="1308"/>
                  </a:lnTo>
                  <a:lnTo>
                    <a:pt x="22938" y="1258"/>
                  </a:lnTo>
                  <a:lnTo>
                    <a:pt x="19995" y="1107"/>
                  </a:lnTo>
                  <a:lnTo>
                    <a:pt x="18260" y="1006"/>
                  </a:lnTo>
                  <a:lnTo>
                    <a:pt x="16223" y="855"/>
                  </a:lnTo>
                  <a:lnTo>
                    <a:pt x="14110" y="729"/>
                  </a:lnTo>
                  <a:lnTo>
                    <a:pt x="11922" y="553"/>
                  </a:lnTo>
                  <a:lnTo>
                    <a:pt x="9709" y="377"/>
                  </a:lnTo>
                  <a:lnTo>
                    <a:pt x="7596" y="252"/>
                  </a:lnTo>
                  <a:lnTo>
                    <a:pt x="5584" y="126"/>
                  </a:lnTo>
                  <a:lnTo>
                    <a:pt x="3824" y="50"/>
                  </a:lnTo>
                  <a:lnTo>
                    <a:pt x="22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3" name="Google Shape;2933;p41"/>
          <p:cNvGrpSpPr/>
          <p:nvPr/>
        </p:nvGrpSpPr>
        <p:grpSpPr>
          <a:xfrm>
            <a:off x="4021783" y="3496664"/>
            <a:ext cx="4180193" cy="1119596"/>
            <a:chOff x="4021783" y="3496664"/>
            <a:chExt cx="4180193" cy="1119596"/>
          </a:xfrm>
        </p:grpSpPr>
        <p:sp>
          <p:nvSpPr>
            <p:cNvPr id="2934" name="Google Shape;2934;p41"/>
            <p:cNvSpPr/>
            <p:nvPr/>
          </p:nvSpPr>
          <p:spPr>
            <a:xfrm>
              <a:off x="5255975" y="3570737"/>
              <a:ext cx="2945991" cy="1045523"/>
            </a:xfrm>
            <a:custGeom>
              <a:rect b="b" l="l" r="r" t="t"/>
              <a:pathLst>
                <a:path extrusionOk="0" h="28846" w="55569">
                  <a:moveTo>
                    <a:pt x="4024" y="2266"/>
                  </a:moveTo>
                  <a:cubicBezTo>
                    <a:pt x="4033" y="2479"/>
                    <a:pt x="4045" y="2692"/>
                    <a:pt x="4055" y="2906"/>
                  </a:cubicBezTo>
                  <a:cubicBezTo>
                    <a:pt x="2824" y="3638"/>
                    <a:pt x="1728" y="4644"/>
                    <a:pt x="559" y="5489"/>
                  </a:cubicBezTo>
                  <a:cubicBezTo>
                    <a:pt x="526" y="5259"/>
                    <a:pt x="501" y="5028"/>
                    <a:pt x="467" y="4799"/>
                  </a:cubicBezTo>
                  <a:lnTo>
                    <a:pt x="467" y="4799"/>
                  </a:lnTo>
                  <a:cubicBezTo>
                    <a:pt x="503" y="4808"/>
                    <a:pt x="540" y="4812"/>
                    <a:pt x="576" y="4812"/>
                  </a:cubicBezTo>
                  <a:cubicBezTo>
                    <a:pt x="645" y="4812"/>
                    <a:pt x="711" y="4795"/>
                    <a:pt x="764" y="4757"/>
                  </a:cubicBezTo>
                  <a:lnTo>
                    <a:pt x="763" y="4756"/>
                  </a:lnTo>
                  <a:cubicBezTo>
                    <a:pt x="1424" y="4287"/>
                    <a:pt x="2047" y="3753"/>
                    <a:pt x="2691" y="3257"/>
                  </a:cubicBezTo>
                  <a:cubicBezTo>
                    <a:pt x="3091" y="2948"/>
                    <a:pt x="3606" y="2635"/>
                    <a:pt x="4024" y="2266"/>
                  </a:cubicBezTo>
                  <a:close/>
                  <a:moveTo>
                    <a:pt x="4065" y="3132"/>
                  </a:moveTo>
                  <a:cubicBezTo>
                    <a:pt x="4082" y="3493"/>
                    <a:pt x="4099" y="3855"/>
                    <a:pt x="4118" y="4216"/>
                  </a:cubicBezTo>
                  <a:cubicBezTo>
                    <a:pt x="3494" y="4526"/>
                    <a:pt x="2947" y="5050"/>
                    <a:pt x="2424" y="5496"/>
                  </a:cubicBezTo>
                  <a:cubicBezTo>
                    <a:pt x="1848" y="5989"/>
                    <a:pt x="1302" y="6507"/>
                    <a:pt x="764" y="7038"/>
                  </a:cubicBezTo>
                  <a:cubicBezTo>
                    <a:pt x="709" y="6594"/>
                    <a:pt x="650" y="6149"/>
                    <a:pt x="589" y="5705"/>
                  </a:cubicBezTo>
                  <a:lnTo>
                    <a:pt x="588" y="5703"/>
                  </a:lnTo>
                  <a:cubicBezTo>
                    <a:pt x="1771" y="4947"/>
                    <a:pt x="3099" y="4147"/>
                    <a:pt x="4065" y="3132"/>
                  </a:cubicBezTo>
                  <a:close/>
                  <a:moveTo>
                    <a:pt x="4134" y="4532"/>
                  </a:moveTo>
                  <a:cubicBezTo>
                    <a:pt x="4157" y="4997"/>
                    <a:pt x="4182" y="5461"/>
                    <a:pt x="4206" y="5926"/>
                  </a:cubicBezTo>
                  <a:cubicBezTo>
                    <a:pt x="3719" y="6289"/>
                    <a:pt x="3274" y="6743"/>
                    <a:pt x="2829" y="7136"/>
                  </a:cubicBezTo>
                  <a:lnTo>
                    <a:pt x="2829" y="7135"/>
                  </a:lnTo>
                  <a:cubicBezTo>
                    <a:pt x="2205" y="7688"/>
                    <a:pt x="1590" y="8252"/>
                    <a:pt x="972" y="8811"/>
                  </a:cubicBezTo>
                  <a:cubicBezTo>
                    <a:pt x="916" y="8305"/>
                    <a:pt x="860" y="7800"/>
                    <a:pt x="799" y="7295"/>
                  </a:cubicBezTo>
                  <a:cubicBezTo>
                    <a:pt x="1340" y="6827"/>
                    <a:pt x="1887" y="6366"/>
                    <a:pt x="2440" y="5911"/>
                  </a:cubicBezTo>
                  <a:cubicBezTo>
                    <a:pt x="2989" y="5461"/>
                    <a:pt x="3632" y="5046"/>
                    <a:pt x="4134" y="4532"/>
                  </a:cubicBezTo>
                  <a:close/>
                  <a:moveTo>
                    <a:pt x="4228" y="6327"/>
                  </a:moveTo>
                  <a:cubicBezTo>
                    <a:pt x="4249" y="6717"/>
                    <a:pt x="4272" y="7109"/>
                    <a:pt x="4292" y="7499"/>
                  </a:cubicBezTo>
                  <a:cubicBezTo>
                    <a:pt x="3772" y="7814"/>
                    <a:pt x="3291" y="8235"/>
                    <a:pt x="2815" y="8592"/>
                  </a:cubicBezTo>
                  <a:lnTo>
                    <a:pt x="2815" y="8591"/>
                  </a:lnTo>
                  <a:cubicBezTo>
                    <a:pt x="2238" y="9024"/>
                    <a:pt x="1665" y="9464"/>
                    <a:pt x="1091" y="9901"/>
                  </a:cubicBezTo>
                  <a:cubicBezTo>
                    <a:pt x="1061" y="9603"/>
                    <a:pt x="1027" y="9305"/>
                    <a:pt x="993" y="9006"/>
                  </a:cubicBezTo>
                  <a:cubicBezTo>
                    <a:pt x="1672" y="8450"/>
                    <a:pt x="2353" y="7897"/>
                    <a:pt x="3026" y="7333"/>
                  </a:cubicBezTo>
                  <a:cubicBezTo>
                    <a:pt x="3418" y="7005"/>
                    <a:pt x="3843" y="6682"/>
                    <a:pt x="4228" y="6327"/>
                  </a:cubicBezTo>
                  <a:close/>
                  <a:moveTo>
                    <a:pt x="4316" y="7905"/>
                  </a:moveTo>
                  <a:cubicBezTo>
                    <a:pt x="4336" y="8274"/>
                    <a:pt x="4354" y="8642"/>
                    <a:pt x="4375" y="9010"/>
                  </a:cubicBezTo>
                  <a:cubicBezTo>
                    <a:pt x="3893" y="9302"/>
                    <a:pt x="3447" y="9684"/>
                    <a:pt x="3015" y="10015"/>
                  </a:cubicBezTo>
                  <a:lnTo>
                    <a:pt x="3014" y="10014"/>
                  </a:lnTo>
                  <a:cubicBezTo>
                    <a:pt x="2409" y="10480"/>
                    <a:pt x="1822" y="10974"/>
                    <a:pt x="1242" y="11472"/>
                  </a:cubicBezTo>
                  <a:cubicBezTo>
                    <a:pt x="1202" y="11019"/>
                    <a:pt x="1161" y="10564"/>
                    <a:pt x="1114" y="10111"/>
                  </a:cubicBezTo>
                  <a:cubicBezTo>
                    <a:pt x="1731" y="9691"/>
                    <a:pt x="2351" y="9272"/>
                    <a:pt x="2963" y="8844"/>
                  </a:cubicBezTo>
                  <a:cubicBezTo>
                    <a:pt x="3398" y="8542"/>
                    <a:pt x="3884" y="8247"/>
                    <a:pt x="4316" y="7905"/>
                  </a:cubicBezTo>
                  <a:close/>
                  <a:moveTo>
                    <a:pt x="4402" y="9492"/>
                  </a:moveTo>
                  <a:cubicBezTo>
                    <a:pt x="4418" y="9791"/>
                    <a:pt x="4435" y="10090"/>
                    <a:pt x="4451" y="10389"/>
                  </a:cubicBezTo>
                  <a:cubicBezTo>
                    <a:pt x="3349" y="10889"/>
                    <a:pt x="2287" y="11716"/>
                    <a:pt x="1337" y="12528"/>
                  </a:cubicBezTo>
                  <a:cubicBezTo>
                    <a:pt x="1315" y="12267"/>
                    <a:pt x="1290" y="12006"/>
                    <a:pt x="1267" y="11745"/>
                  </a:cubicBezTo>
                  <a:lnTo>
                    <a:pt x="1267" y="11744"/>
                  </a:lnTo>
                  <a:cubicBezTo>
                    <a:pt x="1908" y="11254"/>
                    <a:pt x="2559" y="10779"/>
                    <a:pt x="3214" y="10310"/>
                  </a:cubicBezTo>
                  <a:cubicBezTo>
                    <a:pt x="3594" y="10038"/>
                    <a:pt x="4013" y="9779"/>
                    <a:pt x="4402" y="9492"/>
                  </a:cubicBezTo>
                  <a:close/>
                  <a:moveTo>
                    <a:pt x="4472" y="10787"/>
                  </a:moveTo>
                  <a:cubicBezTo>
                    <a:pt x="4490" y="11158"/>
                    <a:pt x="4504" y="11528"/>
                    <a:pt x="4522" y="11898"/>
                  </a:cubicBezTo>
                  <a:cubicBezTo>
                    <a:pt x="3947" y="12106"/>
                    <a:pt x="3494" y="12663"/>
                    <a:pt x="3028" y="13047"/>
                  </a:cubicBezTo>
                  <a:cubicBezTo>
                    <a:pt x="2518" y="13467"/>
                    <a:pt x="1987" y="13860"/>
                    <a:pt x="1472" y="14269"/>
                  </a:cubicBezTo>
                  <a:cubicBezTo>
                    <a:pt x="1437" y="13794"/>
                    <a:pt x="1403" y="13319"/>
                    <a:pt x="1363" y="12843"/>
                  </a:cubicBezTo>
                  <a:cubicBezTo>
                    <a:pt x="1897" y="12485"/>
                    <a:pt x="2431" y="12125"/>
                    <a:pt x="2965" y="11765"/>
                  </a:cubicBezTo>
                  <a:lnTo>
                    <a:pt x="2965" y="11764"/>
                  </a:lnTo>
                  <a:cubicBezTo>
                    <a:pt x="3454" y="11436"/>
                    <a:pt x="3986" y="11137"/>
                    <a:pt x="4472" y="10787"/>
                  </a:cubicBezTo>
                  <a:close/>
                  <a:moveTo>
                    <a:pt x="4532" y="12139"/>
                  </a:moveTo>
                  <a:cubicBezTo>
                    <a:pt x="4552" y="12585"/>
                    <a:pt x="4575" y="13031"/>
                    <a:pt x="4592" y="13478"/>
                  </a:cubicBezTo>
                  <a:cubicBezTo>
                    <a:pt x="4028" y="13744"/>
                    <a:pt x="3540" y="14214"/>
                    <a:pt x="3041" y="14579"/>
                  </a:cubicBezTo>
                  <a:cubicBezTo>
                    <a:pt x="2558" y="14933"/>
                    <a:pt x="2064" y="15268"/>
                    <a:pt x="1561" y="15593"/>
                  </a:cubicBezTo>
                  <a:cubicBezTo>
                    <a:pt x="1539" y="15240"/>
                    <a:pt x="1514" y="14886"/>
                    <a:pt x="1489" y="14534"/>
                  </a:cubicBezTo>
                  <a:cubicBezTo>
                    <a:pt x="2049" y="14209"/>
                    <a:pt x="2576" y="13825"/>
                    <a:pt x="3089" y="13430"/>
                  </a:cubicBezTo>
                  <a:cubicBezTo>
                    <a:pt x="3559" y="13067"/>
                    <a:pt x="4214" y="12666"/>
                    <a:pt x="4532" y="12139"/>
                  </a:cubicBezTo>
                  <a:close/>
                  <a:moveTo>
                    <a:pt x="4603" y="13775"/>
                  </a:moveTo>
                  <a:cubicBezTo>
                    <a:pt x="4630" y="14566"/>
                    <a:pt x="4624" y="15373"/>
                    <a:pt x="4606" y="16189"/>
                  </a:cubicBezTo>
                  <a:cubicBezTo>
                    <a:pt x="4038" y="16549"/>
                    <a:pt x="3526" y="17033"/>
                    <a:pt x="3021" y="17463"/>
                  </a:cubicBezTo>
                  <a:cubicBezTo>
                    <a:pt x="2600" y="17821"/>
                    <a:pt x="2188" y="18189"/>
                    <a:pt x="1778" y="18561"/>
                  </a:cubicBezTo>
                  <a:cubicBezTo>
                    <a:pt x="1746" y="18166"/>
                    <a:pt x="1715" y="17775"/>
                    <a:pt x="1685" y="17388"/>
                  </a:cubicBezTo>
                  <a:cubicBezTo>
                    <a:pt x="2146" y="17009"/>
                    <a:pt x="2610" y="16630"/>
                    <a:pt x="3067" y="16245"/>
                  </a:cubicBezTo>
                  <a:cubicBezTo>
                    <a:pt x="3556" y="15834"/>
                    <a:pt x="4133" y="15438"/>
                    <a:pt x="4494" y="14906"/>
                  </a:cubicBezTo>
                  <a:cubicBezTo>
                    <a:pt x="4537" y="14843"/>
                    <a:pt x="4476" y="14780"/>
                    <a:pt x="4414" y="14780"/>
                  </a:cubicBezTo>
                  <a:cubicBezTo>
                    <a:pt x="4401" y="14780"/>
                    <a:pt x="4387" y="14783"/>
                    <a:pt x="4375" y="14789"/>
                  </a:cubicBezTo>
                  <a:cubicBezTo>
                    <a:pt x="3798" y="15068"/>
                    <a:pt x="3315" y="15592"/>
                    <a:pt x="2836" y="16015"/>
                  </a:cubicBezTo>
                  <a:cubicBezTo>
                    <a:pt x="2441" y="16364"/>
                    <a:pt x="2051" y="16721"/>
                    <a:pt x="1660" y="17076"/>
                  </a:cubicBezTo>
                  <a:cubicBezTo>
                    <a:pt x="1640" y="16793"/>
                    <a:pt x="1621" y="16512"/>
                    <a:pt x="1604" y="16236"/>
                  </a:cubicBezTo>
                  <a:cubicBezTo>
                    <a:pt x="1597" y="16123"/>
                    <a:pt x="1588" y="16010"/>
                    <a:pt x="1581" y="15897"/>
                  </a:cubicBezTo>
                  <a:cubicBezTo>
                    <a:pt x="2174" y="15556"/>
                    <a:pt x="2759" y="15200"/>
                    <a:pt x="3319" y="14807"/>
                  </a:cubicBezTo>
                  <a:cubicBezTo>
                    <a:pt x="3751" y="14505"/>
                    <a:pt x="4247" y="14183"/>
                    <a:pt x="4603" y="13775"/>
                  </a:cubicBezTo>
                  <a:close/>
                  <a:moveTo>
                    <a:pt x="4597" y="16580"/>
                  </a:moveTo>
                  <a:lnTo>
                    <a:pt x="4597" y="16580"/>
                  </a:lnTo>
                  <a:cubicBezTo>
                    <a:pt x="4586" y="16987"/>
                    <a:pt x="4572" y="17395"/>
                    <a:pt x="4558" y="17804"/>
                  </a:cubicBezTo>
                  <a:cubicBezTo>
                    <a:pt x="3582" y="18218"/>
                    <a:pt x="2692" y="19033"/>
                    <a:pt x="1881" y="19798"/>
                  </a:cubicBezTo>
                  <a:cubicBezTo>
                    <a:pt x="1857" y="19491"/>
                    <a:pt x="1831" y="19185"/>
                    <a:pt x="1806" y="18880"/>
                  </a:cubicBezTo>
                  <a:cubicBezTo>
                    <a:pt x="2251" y="18515"/>
                    <a:pt x="2696" y="18154"/>
                    <a:pt x="3138" y="17786"/>
                  </a:cubicBezTo>
                  <a:cubicBezTo>
                    <a:pt x="3613" y="17393"/>
                    <a:pt x="4143" y="17016"/>
                    <a:pt x="4597" y="16580"/>
                  </a:cubicBezTo>
                  <a:close/>
                  <a:moveTo>
                    <a:pt x="4549" y="18095"/>
                  </a:moveTo>
                  <a:lnTo>
                    <a:pt x="4549" y="18095"/>
                  </a:lnTo>
                  <a:cubicBezTo>
                    <a:pt x="4532" y="18556"/>
                    <a:pt x="4517" y="19018"/>
                    <a:pt x="4504" y="19479"/>
                  </a:cubicBezTo>
                  <a:cubicBezTo>
                    <a:pt x="3583" y="19997"/>
                    <a:pt x="2741" y="20791"/>
                    <a:pt x="2011" y="21551"/>
                  </a:cubicBezTo>
                  <a:lnTo>
                    <a:pt x="2011" y="21550"/>
                  </a:lnTo>
                  <a:cubicBezTo>
                    <a:pt x="1982" y="21090"/>
                    <a:pt x="1949" y="20633"/>
                    <a:pt x="1912" y="20175"/>
                  </a:cubicBezTo>
                  <a:cubicBezTo>
                    <a:pt x="2355" y="19825"/>
                    <a:pt x="2799" y="19474"/>
                    <a:pt x="3248" y="19132"/>
                  </a:cubicBezTo>
                  <a:cubicBezTo>
                    <a:pt x="3682" y="18802"/>
                    <a:pt x="4162" y="18486"/>
                    <a:pt x="4549" y="18095"/>
                  </a:cubicBezTo>
                  <a:close/>
                  <a:moveTo>
                    <a:pt x="4495" y="19909"/>
                  </a:moveTo>
                  <a:lnTo>
                    <a:pt x="4495" y="19909"/>
                  </a:lnTo>
                  <a:cubicBezTo>
                    <a:pt x="4488" y="20266"/>
                    <a:pt x="4482" y="20624"/>
                    <a:pt x="4481" y="20979"/>
                  </a:cubicBezTo>
                  <a:cubicBezTo>
                    <a:pt x="4041" y="21248"/>
                    <a:pt x="3636" y="21613"/>
                    <a:pt x="3245" y="21929"/>
                  </a:cubicBezTo>
                  <a:cubicBezTo>
                    <a:pt x="2851" y="22245"/>
                    <a:pt x="2466" y="22572"/>
                    <a:pt x="2078" y="22898"/>
                  </a:cubicBezTo>
                  <a:cubicBezTo>
                    <a:pt x="2065" y="22548"/>
                    <a:pt x="2049" y="22199"/>
                    <a:pt x="2029" y="21851"/>
                  </a:cubicBezTo>
                  <a:cubicBezTo>
                    <a:pt x="2543" y="21385"/>
                    <a:pt x="3072" y="20937"/>
                    <a:pt x="3624" y="20521"/>
                  </a:cubicBezTo>
                  <a:cubicBezTo>
                    <a:pt x="3906" y="20309"/>
                    <a:pt x="4204" y="20114"/>
                    <a:pt x="4495" y="19909"/>
                  </a:cubicBezTo>
                  <a:close/>
                  <a:moveTo>
                    <a:pt x="4485" y="21387"/>
                  </a:moveTo>
                  <a:cubicBezTo>
                    <a:pt x="4488" y="21733"/>
                    <a:pt x="4494" y="22076"/>
                    <a:pt x="4507" y="22419"/>
                  </a:cubicBezTo>
                  <a:cubicBezTo>
                    <a:pt x="4113" y="22714"/>
                    <a:pt x="3758" y="23081"/>
                    <a:pt x="3405" y="23411"/>
                  </a:cubicBezTo>
                  <a:cubicBezTo>
                    <a:pt x="2964" y="23822"/>
                    <a:pt x="2533" y="24243"/>
                    <a:pt x="2102" y="24663"/>
                  </a:cubicBezTo>
                  <a:cubicBezTo>
                    <a:pt x="2110" y="24186"/>
                    <a:pt x="2104" y="23706"/>
                    <a:pt x="2090" y="23222"/>
                  </a:cubicBezTo>
                  <a:lnTo>
                    <a:pt x="2090" y="23222"/>
                  </a:lnTo>
                  <a:cubicBezTo>
                    <a:pt x="2518" y="22904"/>
                    <a:pt x="2948" y="22589"/>
                    <a:pt x="3370" y="22263"/>
                  </a:cubicBezTo>
                  <a:cubicBezTo>
                    <a:pt x="3734" y="21983"/>
                    <a:pt x="4134" y="21704"/>
                    <a:pt x="4485" y="21387"/>
                  </a:cubicBezTo>
                  <a:close/>
                  <a:moveTo>
                    <a:pt x="45523" y="1201"/>
                  </a:moveTo>
                  <a:cubicBezTo>
                    <a:pt x="48646" y="1201"/>
                    <a:pt x="51770" y="1214"/>
                    <a:pt x="54896" y="1234"/>
                  </a:cubicBezTo>
                  <a:cubicBezTo>
                    <a:pt x="54294" y="4900"/>
                    <a:pt x="54161" y="8699"/>
                    <a:pt x="53901" y="12399"/>
                  </a:cubicBezTo>
                  <a:lnTo>
                    <a:pt x="53901" y="12396"/>
                  </a:lnTo>
                  <a:cubicBezTo>
                    <a:pt x="53633" y="16231"/>
                    <a:pt x="53333" y="20066"/>
                    <a:pt x="53123" y="23903"/>
                  </a:cubicBezTo>
                  <a:cubicBezTo>
                    <a:pt x="52556" y="23756"/>
                    <a:pt x="51926" y="23709"/>
                    <a:pt x="51283" y="23709"/>
                  </a:cubicBezTo>
                  <a:cubicBezTo>
                    <a:pt x="50220" y="23709"/>
                    <a:pt x="49119" y="23836"/>
                    <a:pt x="48192" y="23849"/>
                  </a:cubicBezTo>
                  <a:cubicBezTo>
                    <a:pt x="46040" y="23880"/>
                    <a:pt x="43888" y="23916"/>
                    <a:pt x="41737" y="23955"/>
                  </a:cubicBezTo>
                  <a:cubicBezTo>
                    <a:pt x="36773" y="24045"/>
                    <a:pt x="31808" y="24140"/>
                    <a:pt x="26845" y="24272"/>
                  </a:cubicBezTo>
                  <a:cubicBezTo>
                    <a:pt x="20343" y="24446"/>
                    <a:pt x="13842" y="24639"/>
                    <a:pt x="7348" y="24986"/>
                  </a:cubicBezTo>
                  <a:cubicBezTo>
                    <a:pt x="7332" y="24962"/>
                    <a:pt x="7306" y="24944"/>
                    <a:pt x="7278" y="24944"/>
                  </a:cubicBezTo>
                  <a:cubicBezTo>
                    <a:pt x="7266" y="24944"/>
                    <a:pt x="7254" y="24948"/>
                    <a:pt x="7242" y="24955"/>
                  </a:cubicBezTo>
                  <a:cubicBezTo>
                    <a:pt x="7224" y="24967"/>
                    <a:pt x="7209" y="24982"/>
                    <a:pt x="7191" y="24994"/>
                  </a:cubicBezTo>
                  <a:cubicBezTo>
                    <a:pt x="6716" y="25019"/>
                    <a:pt x="6242" y="25039"/>
                    <a:pt x="5769" y="25066"/>
                  </a:cubicBezTo>
                  <a:cubicBezTo>
                    <a:pt x="5847" y="24663"/>
                    <a:pt x="5906" y="24250"/>
                    <a:pt x="5954" y="23833"/>
                  </a:cubicBezTo>
                  <a:cubicBezTo>
                    <a:pt x="5995" y="23795"/>
                    <a:pt x="6043" y="23762"/>
                    <a:pt x="6082" y="23721"/>
                  </a:cubicBezTo>
                  <a:cubicBezTo>
                    <a:pt x="6141" y="23661"/>
                    <a:pt x="6091" y="23571"/>
                    <a:pt x="6016" y="23571"/>
                  </a:cubicBezTo>
                  <a:cubicBezTo>
                    <a:pt x="6010" y="23571"/>
                    <a:pt x="6003" y="23572"/>
                    <a:pt x="5996" y="23574"/>
                  </a:cubicBezTo>
                  <a:cubicBezTo>
                    <a:pt x="5991" y="23574"/>
                    <a:pt x="5986" y="23576"/>
                    <a:pt x="5982" y="23577"/>
                  </a:cubicBezTo>
                  <a:cubicBezTo>
                    <a:pt x="6313" y="20249"/>
                    <a:pt x="5781" y="16548"/>
                    <a:pt x="5592" y="13319"/>
                  </a:cubicBezTo>
                  <a:cubicBezTo>
                    <a:pt x="5366" y="9468"/>
                    <a:pt x="5000" y="5635"/>
                    <a:pt x="4447" y="1817"/>
                  </a:cubicBezTo>
                  <a:cubicBezTo>
                    <a:pt x="4487" y="1765"/>
                    <a:pt x="4519" y="1709"/>
                    <a:pt x="4553" y="1654"/>
                  </a:cubicBezTo>
                  <a:cubicBezTo>
                    <a:pt x="5803" y="1771"/>
                    <a:pt x="7072" y="1812"/>
                    <a:pt x="8348" y="1812"/>
                  </a:cubicBezTo>
                  <a:cubicBezTo>
                    <a:pt x="11024" y="1812"/>
                    <a:pt x="13730" y="1631"/>
                    <a:pt x="16352" y="1588"/>
                  </a:cubicBezTo>
                  <a:cubicBezTo>
                    <a:pt x="20571" y="1518"/>
                    <a:pt x="24790" y="1426"/>
                    <a:pt x="29009" y="1346"/>
                  </a:cubicBezTo>
                  <a:cubicBezTo>
                    <a:pt x="34517" y="1240"/>
                    <a:pt x="40019" y="1201"/>
                    <a:pt x="45523" y="1201"/>
                  </a:cubicBezTo>
                  <a:close/>
                  <a:moveTo>
                    <a:pt x="4526" y="22821"/>
                  </a:moveTo>
                  <a:cubicBezTo>
                    <a:pt x="4551" y="23285"/>
                    <a:pt x="4589" y="23742"/>
                    <a:pt x="4641" y="24195"/>
                  </a:cubicBezTo>
                  <a:cubicBezTo>
                    <a:pt x="4320" y="24404"/>
                    <a:pt x="4014" y="24631"/>
                    <a:pt x="3720" y="24831"/>
                  </a:cubicBezTo>
                  <a:cubicBezTo>
                    <a:pt x="3135" y="25231"/>
                    <a:pt x="2580" y="25666"/>
                    <a:pt x="2033" y="26113"/>
                  </a:cubicBezTo>
                  <a:cubicBezTo>
                    <a:pt x="2063" y="25740"/>
                    <a:pt x="2081" y="25362"/>
                    <a:pt x="2092" y="24982"/>
                  </a:cubicBezTo>
                  <a:lnTo>
                    <a:pt x="2091" y="24981"/>
                  </a:lnTo>
                  <a:cubicBezTo>
                    <a:pt x="2608" y="24536"/>
                    <a:pt x="3126" y="24094"/>
                    <a:pt x="3632" y="23638"/>
                  </a:cubicBezTo>
                  <a:cubicBezTo>
                    <a:pt x="3927" y="23373"/>
                    <a:pt x="4241" y="23109"/>
                    <a:pt x="4526" y="22821"/>
                  </a:cubicBezTo>
                  <a:close/>
                  <a:moveTo>
                    <a:pt x="48681" y="25134"/>
                  </a:moveTo>
                  <a:cubicBezTo>
                    <a:pt x="49054" y="25141"/>
                    <a:pt x="49445" y="25158"/>
                    <a:pt x="49843" y="25173"/>
                  </a:cubicBezTo>
                  <a:cubicBezTo>
                    <a:pt x="49602" y="25370"/>
                    <a:pt x="49369" y="25578"/>
                    <a:pt x="49140" y="25767"/>
                  </a:cubicBezTo>
                  <a:cubicBezTo>
                    <a:pt x="48709" y="26123"/>
                    <a:pt x="48287" y="26491"/>
                    <a:pt x="47865" y="26859"/>
                  </a:cubicBezTo>
                  <a:cubicBezTo>
                    <a:pt x="47840" y="26859"/>
                    <a:pt x="47815" y="26859"/>
                    <a:pt x="47790" y="26859"/>
                  </a:cubicBezTo>
                  <a:cubicBezTo>
                    <a:pt x="47368" y="26859"/>
                    <a:pt x="46942" y="26877"/>
                    <a:pt x="46522" y="26902"/>
                  </a:cubicBezTo>
                  <a:lnTo>
                    <a:pt x="46522" y="26900"/>
                  </a:lnTo>
                  <a:cubicBezTo>
                    <a:pt x="46816" y="26673"/>
                    <a:pt x="47113" y="26447"/>
                    <a:pt x="47403" y="26214"/>
                  </a:cubicBezTo>
                  <a:cubicBezTo>
                    <a:pt x="47831" y="25869"/>
                    <a:pt x="48297" y="25534"/>
                    <a:pt x="48681" y="25134"/>
                  </a:cubicBezTo>
                  <a:close/>
                  <a:moveTo>
                    <a:pt x="50443" y="25193"/>
                  </a:moveTo>
                  <a:cubicBezTo>
                    <a:pt x="50582" y="25196"/>
                    <a:pt x="50722" y="25199"/>
                    <a:pt x="50862" y="25200"/>
                  </a:cubicBezTo>
                  <a:cubicBezTo>
                    <a:pt x="50206" y="25741"/>
                    <a:pt x="49592" y="26351"/>
                    <a:pt x="48984" y="26942"/>
                  </a:cubicBezTo>
                  <a:cubicBezTo>
                    <a:pt x="48781" y="26915"/>
                    <a:pt x="48574" y="26894"/>
                    <a:pt x="48362" y="26881"/>
                  </a:cubicBezTo>
                  <a:lnTo>
                    <a:pt x="48363" y="26880"/>
                  </a:lnTo>
                  <a:cubicBezTo>
                    <a:pt x="48717" y="26605"/>
                    <a:pt x="49070" y="26328"/>
                    <a:pt x="49418" y="26045"/>
                  </a:cubicBezTo>
                  <a:cubicBezTo>
                    <a:pt x="49756" y="25769"/>
                    <a:pt x="50120" y="25498"/>
                    <a:pt x="50443" y="25193"/>
                  </a:cubicBezTo>
                  <a:close/>
                  <a:moveTo>
                    <a:pt x="48195" y="25130"/>
                  </a:moveTo>
                  <a:cubicBezTo>
                    <a:pt x="47865" y="25369"/>
                    <a:pt x="47552" y="25636"/>
                    <a:pt x="47242" y="25884"/>
                  </a:cubicBezTo>
                  <a:cubicBezTo>
                    <a:pt x="46813" y="26228"/>
                    <a:pt x="46393" y="26582"/>
                    <a:pt x="45971" y="26935"/>
                  </a:cubicBezTo>
                  <a:cubicBezTo>
                    <a:pt x="45508" y="26965"/>
                    <a:pt x="45058" y="26993"/>
                    <a:pt x="44646" y="27000"/>
                  </a:cubicBezTo>
                  <a:cubicBezTo>
                    <a:pt x="44565" y="27002"/>
                    <a:pt x="44483" y="27003"/>
                    <a:pt x="44402" y="27004"/>
                  </a:cubicBezTo>
                  <a:lnTo>
                    <a:pt x="44403" y="27003"/>
                  </a:lnTo>
                  <a:cubicBezTo>
                    <a:pt x="44807" y="26684"/>
                    <a:pt x="45212" y="26366"/>
                    <a:pt x="45610" y="26040"/>
                  </a:cubicBezTo>
                  <a:cubicBezTo>
                    <a:pt x="45966" y="25749"/>
                    <a:pt x="46348" y="25463"/>
                    <a:pt x="46706" y="25153"/>
                  </a:cubicBezTo>
                  <a:cubicBezTo>
                    <a:pt x="47200" y="25146"/>
                    <a:pt x="47695" y="25137"/>
                    <a:pt x="48191" y="25130"/>
                  </a:cubicBezTo>
                  <a:close/>
                  <a:moveTo>
                    <a:pt x="46101" y="25164"/>
                  </a:moveTo>
                  <a:cubicBezTo>
                    <a:pt x="45891" y="25347"/>
                    <a:pt x="45681" y="25532"/>
                    <a:pt x="45473" y="25707"/>
                  </a:cubicBezTo>
                  <a:cubicBezTo>
                    <a:pt x="44964" y="26135"/>
                    <a:pt x="44463" y="26574"/>
                    <a:pt x="43963" y="27011"/>
                  </a:cubicBezTo>
                  <a:cubicBezTo>
                    <a:pt x="43479" y="27020"/>
                    <a:pt x="42994" y="27028"/>
                    <a:pt x="42510" y="27036"/>
                  </a:cubicBezTo>
                  <a:lnTo>
                    <a:pt x="42510" y="27035"/>
                  </a:lnTo>
                  <a:cubicBezTo>
                    <a:pt x="43077" y="26588"/>
                    <a:pt x="43645" y="26144"/>
                    <a:pt x="44203" y="25687"/>
                  </a:cubicBezTo>
                  <a:cubicBezTo>
                    <a:pt x="44406" y="25520"/>
                    <a:pt x="44621" y="25354"/>
                    <a:pt x="44833" y="25184"/>
                  </a:cubicBezTo>
                  <a:cubicBezTo>
                    <a:pt x="45255" y="25177"/>
                    <a:pt x="45679" y="25170"/>
                    <a:pt x="46101" y="25164"/>
                  </a:cubicBezTo>
                  <a:close/>
                  <a:moveTo>
                    <a:pt x="44261" y="25192"/>
                  </a:moveTo>
                  <a:cubicBezTo>
                    <a:pt x="44162" y="25280"/>
                    <a:pt x="44063" y="25368"/>
                    <a:pt x="43965" y="25450"/>
                  </a:cubicBezTo>
                  <a:lnTo>
                    <a:pt x="43965" y="25449"/>
                  </a:lnTo>
                  <a:cubicBezTo>
                    <a:pt x="43388" y="25936"/>
                    <a:pt x="42821" y="26437"/>
                    <a:pt x="42252" y="26935"/>
                  </a:cubicBezTo>
                  <a:cubicBezTo>
                    <a:pt x="42220" y="26959"/>
                    <a:pt x="42206" y="27001"/>
                    <a:pt x="42218" y="27039"/>
                  </a:cubicBezTo>
                  <a:cubicBezTo>
                    <a:pt x="41818" y="27046"/>
                    <a:pt x="41420" y="27052"/>
                    <a:pt x="41021" y="27059"/>
                  </a:cubicBezTo>
                  <a:cubicBezTo>
                    <a:pt x="41381" y="26699"/>
                    <a:pt x="41749" y="26349"/>
                    <a:pt x="42140" y="26022"/>
                  </a:cubicBezTo>
                  <a:cubicBezTo>
                    <a:pt x="42481" y="25735"/>
                    <a:pt x="42856" y="25477"/>
                    <a:pt x="43220" y="25208"/>
                  </a:cubicBezTo>
                  <a:cubicBezTo>
                    <a:pt x="43567" y="25202"/>
                    <a:pt x="43914" y="25196"/>
                    <a:pt x="44261" y="25192"/>
                  </a:cubicBezTo>
                  <a:close/>
                  <a:moveTo>
                    <a:pt x="42531" y="25217"/>
                  </a:moveTo>
                  <a:cubicBezTo>
                    <a:pt x="41848" y="25762"/>
                    <a:pt x="41220" y="26432"/>
                    <a:pt x="40668" y="27066"/>
                  </a:cubicBezTo>
                  <a:lnTo>
                    <a:pt x="40668" y="27064"/>
                  </a:lnTo>
                  <a:cubicBezTo>
                    <a:pt x="40175" y="27073"/>
                    <a:pt x="39680" y="27080"/>
                    <a:pt x="39186" y="27088"/>
                  </a:cubicBezTo>
                  <a:cubicBezTo>
                    <a:pt x="39943" y="26493"/>
                    <a:pt x="40732" y="25897"/>
                    <a:pt x="41427" y="25235"/>
                  </a:cubicBezTo>
                  <a:cubicBezTo>
                    <a:pt x="41530" y="25234"/>
                    <a:pt x="41633" y="25231"/>
                    <a:pt x="41737" y="25230"/>
                  </a:cubicBezTo>
                  <a:cubicBezTo>
                    <a:pt x="42001" y="25226"/>
                    <a:pt x="42267" y="25222"/>
                    <a:pt x="42531" y="25217"/>
                  </a:cubicBezTo>
                  <a:close/>
                  <a:moveTo>
                    <a:pt x="52588" y="25089"/>
                  </a:moveTo>
                  <a:cubicBezTo>
                    <a:pt x="52262" y="25329"/>
                    <a:pt x="51950" y="25596"/>
                    <a:pt x="51657" y="25809"/>
                  </a:cubicBezTo>
                  <a:lnTo>
                    <a:pt x="51658" y="25806"/>
                  </a:lnTo>
                  <a:lnTo>
                    <a:pt x="51658" y="25806"/>
                  </a:lnTo>
                  <a:cubicBezTo>
                    <a:pt x="51048" y="26249"/>
                    <a:pt x="50453" y="26733"/>
                    <a:pt x="49804" y="27117"/>
                  </a:cubicBezTo>
                  <a:cubicBezTo>
                    <a:pt x="49682" y="27079"/>
                    <a:pt x="49553" y="27053"/>
                    <a:pt x="49426" y="27024"/>
                  </a:cubicBezTo>
                  <a:cubicBezTo>
                    <a:pt x="50123" y="26442"/>
                    <a:pt x="50829" y="25850"/>
                    <a:pt x="51447" y="25193"/>
                  </a:cubicBezTo>
                  <a:cubicBezTo>
                    <a:pt x="51839" y="25180"/>
                    <a:pt x="52223" y="25150"/>
                    <a:pt x="52588" y="25089"/>
                  </a:cubicBezTo>
                  <a:close/>
                  <a:moveTo>
                    <a:pt x="40792" y="25248"/>
                  </a:moveTo>
                  <a:cubicBezTo>
                    <a:pt x="40070" y="25832"/>
                    <a:pt x="39387" y="26487"/>
                    <a:pt x="38705" y="27098"/>
                  </a:cubicBezTo>
                  <a:cubicBezTo>
                    <a:pt x="38534" y="27100"/>
                    <a:pt x="38363" y="27102"/>
                    <a:pt x="38192" y="27106"/>
                  </a:cubicBezTo>
                  <a:cubicBezTo>
                    <a:pt x="37863" y="27113"/>
                    <a:pt x="37533" y="27120"/>
                    <a:pt x="37205" y="27125"/>
                  </a:cubicBezTo>
                  <a:lnTo>
                    <a:pt x="37205" y="27124"/>
                  </a:lnTo>
                  <a:cubicBezTo>
                    <a:pt x="37588" y="26801"/>
                    <a:pt x="37974" y="26479"/>
                    <a:pt x="38363" y="26162"/>
                  </a:cubicBezTo>
                  <a:cubicBezTo>
                    <a:pt x="38729" y="25862"/>
                    <a:pt x="39134" y="25578"/>
                    <a:pt x="39515" y="25272"/>
                  </a:cubicBezTo>
                  <a:cubicBezTo>
                    <a:pt x="39939" y="25264"/>
                    <a:pt x="40366" y="25256"/>
                    <a:pt x="40792" y="25248"/>
                  </a:cubicBezTo>
                  <a:close/>
                  <a:moveTo>
                    <a:pt x="38930" y="25281"/>
                  </a:moveTo>
                  <a:cubicBezTo>
                    <a:pt x="38698" y="25476"/>
                    <a:pt x="38474" y="25676"/>
                    <a:pt x="38254" y="25860"/>
                  </a:cubicBezTo>
                  <a:cubicBezTo>
                    <a:pt x="37764" y="26269"/>
                    <a:pt x="37291" y="26697"/>
                    <a:pt x="36824" y="27131"/>
                  </a:cubicBezTo>
                  <a:cubicBezTo>
                    <a:pt x="36392" y="27139"/>
                    <a:pt x="35958" y="27149"/>
                    <a:pt x="35524" y="27157"/>
                  </a:cubicBezTo>
                  <a:lnTo>
                    <a:pt x="35523" y="27156"/>
                  </a:lnTo>
                  <a:cubicBezTo>
                    <a:pt x="35860" y="26812"/>
                    <a:pt x="36203" y="26471"/>
                    <a:pt x="36553" y="26143"/>
                  </a:cubicBezTo>
                  <a:cubicBezTo>
                    <a:pt x="36856" y="25859"/>
                    <a:pt x="37194" y="25589"/>
                    <a:pt x="37519" y="25307"/>
                  </a:cubicBezTo>
                  <a:cubicBezTo>
                    <a:pt x="37990" y="25298"/>
                    <a:pt x="38460" y="25290"/>
                    <a:pt x="38930" y="25281"/>
                  </a:cubicBezTo>
                  <a:close/>
                  <a:moveTo>
                    <a:pt x="36948" y="25317"/>
                  </a:moveTo>
                  <a:cubicBezTo>
                    <a:pt x="36766" y="25489"/>
                    <a:pt x="36589" y="25661"/>
                    <a:pt x="36417" y="25824"/>
                  </a:cubicBezTo>
                  <a:lnTo>
                    <a:pt x="36414" y="25822"/>
                  </a:lnTo>
                  <a:cubicBezTo>
                    <a:pt x="35959" y="26250"/>
                    <a:pt x="35533" y="26701"/>
                    <a:pt x="35119" y="27164"/>
                  </a:cubicBezTo>
                  <a:cubicBezTo>
                    <a:pt x="34778" y="27170"/>
                    <a:pt x="34438" y="27177"/>
                    <a:pt x="34098" y="27182"/>
                  </a:cubicBezTo>
                  <a:cubicBezTo>
                    <a:pt x="34426" y="26790"/>
                    <a:pt x="34767" y="26407"/>
                    <a:pt x="35126" y="26042"/>
                  </a:cubicBezTo>
                  <a:cubicBezTo>
                    <a:pt x="35361" y="25799"/>
                    <a:pt x="35629" y="25576"/>
                    <a:pt x="35875" y="25337"/>
                  </a:cubicBezTo>
                  <a:cubicBezTo>
                    <a:pt x="36233" y="25330"/>
                    <a:pt x="36590" y="25324"/>
                    <a:pt x="36948" y="25317"/>
                  </a:cubicBezTo>
                  <a:close/>
                  <a:moveTo>
                    <a:pt x="35273" y="25349"/>
                  </a:moveTo>
                  <a:cubicBezTo>
                    <a:pt x="35130" y="25490"/>
                    <a:pt x="34991" y="25633"/>
                    <a:pt x="34854" y="25770"/>
                  </a:cubicBezTo>
                  <a:lnTo>
                    <a:pt x="34852" y="25769"/>
                  </a:lnTo>
                  <a:cubicBezTo>
                    <a:pt x="34417" y="26212"/>
                    <a:pt x="34030" y="26691"/>
                    <a:pt x="33663" y="27192"/>
                  </a:cubicBezTo>
                  <a:cubicBezTo>
                    <a:pt x="33211" y="27200"/>
                    <a:pt x="32759" y="27208"/>
                    <a:pt x="32307" y="27217"/>
                  </a:cubicBezTo>
                  <a:cubicBezTo>
                    <a:pt x="32642" y="26888"/>
                    <a:pt x="32979" y="26558"/>
                    <a:pt x="33304" y="26220"/>
                  </a:cubicBezTo>
                  <a:cubicBezTo>
                    <a:pt x="33568" y="25946"/>
                    <a:pt x="33857" y="25670"/>
                    <a:pt x="34106" y="25370"/>
                  </a:cubicBezTo>
                  <a:cubicBezTo>
                    <a:pt x="34496" y="25363"/>
                    <a:pt x="34885" y="25356"/>
                    <a:pt x="35273" y="25349"/>
                  </a:cubicBezTo>
                  <a:close/>
                  <a:moveTo>
                    <a:pt x="33566" y="25379"/>
                  </a:moveTo>
                  <a:cubicBezTo>
                    <a:pt x="33381" y="25567"/>
                    <a:pt x="33202" y="25759"/>
                    <a:pt x="33024" y="25940"/>
                  </a:cubicBezTo>
                  <a:lnTo>
                    <a:pt x="33022" y="25938"/>
                  </a:lnTo>
                  <a:cubicBezTo>
                    <a:pt x="32606" y="26358"/>
                    <a:pt x="32206" y="26795"/>
                    <a:pt x="31803" y="27227"/>
                  </a:cubicBezTo>
                  <a:cubicBezTo>
                    <a:pt x="31424" y="27235"/>
                    <a:pt x="31044" y="27242"/>
                    <a:pt x="30665" y="27249"/>
                  </a:cubicBezTo>
                  <a:cubicBezTo>
                    <a:pt x="30968" y="26932"/>
                    <a:pt x="31276" y="26619"/>
                    <a:pt x="31585" y="26307"/>
                  </a:cubicBezTo>
                  <a:cubicBezTo>
                    <a:pt x="31878" y="26010"/>
                    <a:pt x="32195" y="25725"/>
                    <a:pt x="32460" y="25400"/>
                  </a:cubicBezTo>
                  <a:cubicBezTo>
                    <a:pt x="32828" y="25393"/>
                    <a:pt x="33197" y="25386"/>
                    <a:pt x="33566" y="25379"/>
                  </a:cubicBezTo>
                  <a:close/>
                  <a:moveTo>
                    <a:pt x="31945" y="25408"/>
                  </a:moveTo>
                  <a:lnTo>
                    <a:pt x="31945" y="25408"/>
                  </a:lnTo>
                  <a:cubicBezTo>
                    <a:pt x="31292" y="25924"/>
                    <a:pt x="30736" y="26639"/>
                    <a:pt x="30231" y="27260"/>
                  </a:cubicBezTo>
                  <a:lnTo>
                    <a:pt x="30229" y="27259"/>
                  </a:lnTo>
                  <a:cubicBezTo>
                    <a:pt x="30050" y="27263"/>
                    <a:pt x="29869" y="27269"/>
                    <a:pt x="29689" y="27272"/>
                  </a:cubicBezTo>
                  <a:cubicBezTo>
                    <a:pt x="29900" y="26995"/>
                    <a:pt x="30124" y="26730"/>
                    <a:pt x="30363" y="26478"/>
                  </a:cubicBezTo>
                  <a:cubicBezTo>
                    <a:pt x="30708" y="26115"/>
                    <a:pt x="31127" y="25803"/>
                    <a:pt x="31445" y="25418"/>
                  </a:cubicBezTo>
                  <a:cubicBezTo>
                    <a:pt x="31611" y="25414"/>
                    <a:pt x="31779" y="25412"/>
                    <a:pt x="31945" y="25408"/>
                  </a:cubicBezTo>
                  <a:close/>
                  <a:moveTo>
                    <a:pt x="31042" y="25425"/>
                  </a:moveTo>
                  <a:lnTo>
                    <a:pt x="31042" y="25425"/>
                  </a:lnTo>
                  <a:cubicBezTo>
                    <a:pt x="30676" y="25663"/>
                    <a:pt x="30351" y="26000"/>
                    <a:pt x="30066" y="26301"/>
                  </a:cubicBezTo>
                  <a:lnTo>
                    <a:pt x="30064" y="26299"/>
                  </a:lnTo>
                  <a:cubicBezTo>
                    <a:pt x="29774" y="26604"/>
                    <a:pt x="29515" y="26939"/>
                    <a:pt x="29271" y="27281"/>
                  </a:cubicBezTo>
                  <a:cubicBezTo>
                    <a:pt x="28823" y="27291"/>
                    <a:pt x="28376" y="27302"/>
                    <a:pt x="27928" y="27313"/>
                  </a:cubicBezTo>
                  <a:cubicBezTo>
                    <a:pt x="28493" y="26733"/>
                    <a:pt x="29042" y="26125"/>
                    <a:pt x="29446" y="25454"/>
                  </a:cubicBezTo>
                  <a:cubicBezTo>
                    <a:pt x="29978" y="25444"/>
                    <a:pt x="30510" y="25434"/>
                    <a:pt x="31042" y="25425"/>
                  </a:cubicBezTo>
                  <a:close/>
                  <a:moveTo>
                    <a:pt x="29159" y="25461"/>
                  </a:moveTo>
                  <a:lnTo>
                    <a:pt x="29159" y="25461"/>
                  </a:lnTo>
                  <a:cubicBezTo>
                    <a:pt x="28508" y="25992"/>
                    <a:pt x="27944" y="26662"/>
                    <a:pt x="27401" y="27327"/>
                  </a:cubicBezTo>
                  <a:cubicBezTo>
                    <a:pt x="26857" y="27340"/>
                    <a:pt x="26312" y="27352"/>
                    <a:pt x="25767" y="27365"/>
                  </a:cubicBezTo>
                  <a:cubicBezTo>
                    <a:pt x="26052" y="27008"/>
                    <a:pt x="26343" y="26655"/>
                    <a:pt x="26648" y="26315"/>
                  </a:cubicBezTo>
                  <a:cubicBezTo>
                    <a:pt x="26890" y="26044"/>
                    <a:pt x="27166" y="25783"/>
                    <a:pt x="27394" y="25492"/>
                  </a:cubicBezTo>
                  <a:cubicBezTo>
                    <a:pt x="27983" y="25483"/>
                    <a:pt x="28571" y="25471"/>
                    <a:pt x="29159" y="25461"/>
                  </a:cubicBezTo>
                  <a:close/>
                  <a:moveTo>
                    <a:pt x="26905" y="25501"/>
                  </a:moveTo>
                  <a:lnTo>
                    <a:pt x="26905" y="25501"/>
                  </a:lnTo>
                  <a:cubicBezTo>
                    <a:pt x="26684" y="25732"/>
                    <a:pt x="26483" y="25986"/>
                    <a:pt x="26288" y="26222"/>
                  </a:cubicBezTo>
                  <a:cubicBezTo>
                    <a:pt x="25979" y="26597"/>
                    <a:pt x="25684" y="26982"/>
                    <a:pt x="25397" y="27375"/>
                  </a:cubicBezTo>
                  <a:cubicBezTo>
                    <a:pt x="25125" y="27382"/>
                    <a:pt x="24854" y="27386"/>
                    <a:pt x="24582" y="27393"/>
                  </a:cubicBezTo>
                  <a:cubicBezTo>
                    <a:pt x="24826" y="27118"/>
                    <a:pt x="25072" y="26844"/>
                    <a:pt x="25310" y="26564"/>
                  </a:cubicBezTo>
                  <a:cubicBezTo>
                    <a:pt x="25590" y="26238"/>
                    <a:pt x="25901" y="25896"/>
                    <a:pt x="26110" y="25514"/>
                  </a:cubicBezTo>
                  <a:cubicBezTo>
                    <a:pt x="26355" y="25510"/>
                    <a:pt x="26599" y="25506"/>
                    <a:pt x="26845" y="25503"/>
                  </a:cubicBezTo>
                  <a:lnTo>
                    <a:pt x="26905" y="25501"/>
                  </a:lnTo>
                  <a:close/>
                  <a:moveTo>
                    <a:pt x="25707" y="25519"/>
                  </a:moveTo>
                  <a:cubicBezTo>
                    <a:pt x="25459" y="25753"/>
                    <a:pt x="25241" y="26024"/>
                    <a:pt x="25026" y="26279"/>
                  </a:cubicBezTo>
                  <a:cubicBezTo>
                    <a:pt x="24714" y="26649"/>
                    <a:pt x="24411" y="27028"/>
                    <a:pt x="24103" y="27403"/>
                  </a:cubicBezTo>
                  <a:cubicBezTo>
                    <a:pt x="23834" y="27410"/>
                    <a:pt x="23565" y="27414"/>
                    <a:pt x="23296" y="27422"/>
                  </a:cubicBezTo>
                  <a:cubicBezTo>
                    <a:pt x="23214" y="27427"/>
                    <a:pt x="23129" y="27428"/>
                    <a:pt x="23044" y="27430"/>
                  </a:cubicBezTo>
                  <a:lnTo>
                    <a:pt x="23043" y="27429"/>
                  </a:lnTo>
                  <a:cubicBezTo>
                    <a:pt x="23330" y="27121"/>
                    <a:pt x="23620" y="26815"/>
                    <a:pt x="23904" y="26503"/>
                  </a:cubicBezTo>
                  <a:cubicBezTo>
                    <a:pt x="24178" y="26202"/>
                    <a:pt x="24487" y="25888"/>
                    <a:pt x="24706" y="25534"/>
                  </a:cubicBezTo>
                  <a:cubicBezTo>
                    <a:pt x="25040" y="25529"/>
                    <a:pt x="25373" y="25524"/>
                    <a:pt x="25707" y="25519"/>
                  </a:cubicBezTo>
                  <a:close/>
                  <a:moveTo>
                    <a:pt x="24213" y="25542"/>
                  </a:moveTo>
                  <a:lnTo>
                    <a:pt x="24213" y="25542"/>
                  </a:lnTo>
                  <a:cubicBezTo>
                    <a:pt x="23972" y="25777"/>
                    <a:pt x="23752" y="26045"/>
                    <a:pt x="23542" y="26286"/>
                  </a:cubicBezTo>
                  <a:cubicBezTo>
                    <a:pt x="23207" y="26669"/>
                    <a:pt x="22879" y="27057"/>
                    <a:pt x="22548" y="27443"/>
                  </a:cubicBezTo>
                  <a:cubicBezTo>
                    <a:pt x="22041" y="27457"/>
                    <a:pt x="21535" y="27472"/>
                    <a:pt x="21029" y="27486"/>
                  </a:cubicBezTo>
                  <a:lnTo>
                    <a:pt x="21026" y="27485"/>
                  </a:lnTo>
                  <a:cubicBezTo>
                    <a:pt x="21292" y="27230"/>
                    <a:pt x="21561" y="26979"/>
                    <a:pt x="21833" y="26731"/>
                  </a:cubicBezTo>
                  <a:cubicBezTo>
                    <a:pt x="22253" y="26348"/>
                    <a:pt x="22713" y="25986"/>
                    <a:pt x="23094" y="25560"/>
                  </a:cubicBezTo>
                  <a:lnTo>
                    <a:pt x="24213" y="25542"/>
                  </a:lnTo>
                  <a:close/>
                  <a:moveTo>
                    <a:pt x="4701" y="24684"/>
                  </a:moveTo>
                  <a:cubicBezTo>
                    <a:pt x="4729" y="24881"/>
                    <a:pt x="4758" y="25076"/>
                    <a:pt x="4793" y="25272"/>
                  </a:cubicBezTo>
                  <a:lnTo>
                    <a:pt x="4793" y="25274"/>
                  </a:lnTo>
                  <a:cubicBezTo>
                    <a:pt x="4771" y="25323"/>
                    <a:pt x="4762" y="25378"/>
                    <a:pt x="4767" y="25432"/>
                  </a:cubicBezTo>
                  <a:cubicBezTo>
                    <a:pt x="4177" y="25695"/>
                    <a:pt x="3631" y="26208"/>
                    <a:pt x="3135" y="26568"/>
                  </a:cubicBezTo>
                  <a:cubicBezTo>
                    <a:pt x="2714" y="26873"/>
                    <a:pt x="2298" y="27199"/>
                    <a:pt x="1868" y="27500"/>
                  </a:cubicBezTo>
                  <a:cubicBezTo>
                    <a:pt x="1925" y="27165"/>
                    <a:pt x="1964" y="26822"/>
                    <a:pt x="1998" y="26476"/>
                  </a:cubicBezTo>
                  <a:lnTo>
                    <a:pt x="1997" y="26475"/>
                  </a:lnTo>
                  <a:cubicBezTo>
                    <a:pt x="2663" y="25988"/>
                    <a:pt x="3341" y="25519"/>
                    <a:pt x="4036" y="25074"/>
                  </a:cubicBezTo>
                  <a:cubicBezTo>
                    <a:pt x="4248" y="24939"/>
                    <a:pt x="4473" y="24811"/>
                    <a:pt x="4701" y="24684"/>
                  </a:cubicBezTo>
                  <a:close/>
                  <a:moveTo>
                    <a:pt x="22664" y="25567"/>
                  </a:moveTo>
                  <a:cubicBezTo>
                    <a:pt x="21894" y="26073"/>
                    <a:pt x="21213" y="26808"/>
                    <a:pt x="20594" y="27499"/>
                  </a:cubicBezTo>
                  <a:lnTo>
                    <a:pt x="20592" y="27498"/>
                  </a:lnTo>
                  <a:lnTo>
                    <a:pt x="19722" y="27521"/>
                  </a:lnTo>
                  <a:cubicBezTo>
                    <a:pt x="20012" y="27242"/>
                    <a:pt x="20302" y="26962"/>
                    <a:pt x="20594" y="26684"/>
                  </a:cubicBezTo>
                  <a:cubicBezTo>
                    <a:pt x="20972" y="26323"/>
                    <a:pt x="21385" y="25978"/>
                    <a:pt x="21731" y="25582"/>
                  </a:cubicBezTo>
                  <a:cubicBezTo>
                    <a:pt x="22041" y="25577"/>
                    <a:pt x="22352" y="25571"/>
                    <a:pt x="22664" y="25567"/>
                  </a:cubicBezTo>
                  <a:close/>
                  <a:moveTo>
                    <a:pt x="21232" y="25589"/>
                  </a:moveTo>
                  <a:lnTo>
                    <a:pt x="21232" y="25589"/>
                  </a:lnTo>
                  <a:cubicBezTo>
                    <a:pt x="20480" y="26123"/>
                    <a:pt x="19807" y="26858"/>
                    <a:pt x="19188" y="27538"/>
                  </a:cubicBezTo>
                  <a:lnTo>
                    <a:pt x="19186" y="27536"/>
                  </a:lnTo>
                  <a:cubicBezTo>
                    <a:pt x="18611" y="27553"/>
                    <a:pt x="18037" y="27569"/>
                    <a:pt x="17462" y="27586"/>
                  </a:cubicBezTo>
                  <a:cubicBezTo>
                    <a:pt x="18215" y="26972"/>
                    <a:pt x="19027" y="26344"/>
                    <a:pt x="19643" y="25609"/>
                  </a:cubicBezTo>
                  <a:cubicBezTo>
                    <a:pt x="20173" y="25602"/>
                    <a:pt x="20703" y="25597"/>
                    <a:pt x="21232" y="25589"/>
                  </a:cubicBezTo>
                  <a:close/>
                  <a:moveTo>
                    <a:pt x="19095" y="25616"/>
                  </a:moveTo>
                  <a:lnTo>
                    <a:pt x="19095" y="25616"/>
                  </a:lnTo>
                  <a:cubicBezTo>
                    <a:pt x="18346" y="26200"/>
                    <a:pt x="17670" y="26944"/>
                    <a:pt x="17005" y="27603"/>
                  </a:cubicBezTo>
                  <a:lnTo>
                    <a:pt x="17004" y="27602"/>
                  </a:lnTo>
                  <a:cubicBezTo>
                    <a:pt x="16578" y="27614"/>
                    <a:pt x="16152" y="27628"/>
                    <a:pt x="15726" y="27642"/>
                  </a:cubicBezTo>
                  <a:cubicBezTo>
                    <a:pt x="16460" y="27015"/>
                    <a:pt x="17247" y="26372"/>
                    <a:pt x="17846" y="25632"/>
                  </a:cubicBezTo>
                  <a:cubicBezTo>
                    <a:pt x="18263" y="25627"/>
                    <a:pt x="18678" y="25621"/>
                    <a:pt x="19095" y="25616"/>
                  </a:cubicBezTo>
                  <a:close/>
                  <a:moveTo>
                    <a:pt x="17256" y="25639"/>
                  </a:moveTo>
                  <a:cubicBezTo>
                    <a:pt x="16510" y="26240"/>
                    <a:pt x="15836" y="26993"/>
                    <a:pt x="15173" y="27661"/>
                  </a:cubicBezTo>
                  <a:lnTo>
                    <a:pt x="15172" y="27660"/>
                  </a:lnTo>
                  <a:cubicBezTo>
                    <a:pt x="14645" y="27676"/>
                    <a:pt x="14119" y="27692"/>
                    <a:pt x="13593" y="27710"/>
                  </a:cubicBezTo>
                  <a:cubicBezTo>
                    <a:pt x="13924" y="27433"/>
                    <a:pt x="14261" y="27164"/>
                    <a:pt x="14605" y="26902"/>
                  </a:cubicBezTo>
                  <a:cubicBezTo>
                    <a:pt x="15138" y="26498"/>
                    <a:pt x="15744" y="26157"/>
                    <a:pt x="16217" y="25682"/>
                  </a:cubicBezTo>
                  <a:cubicBezTo>
                    <a:pt x="16224" y="25673"/>
                    <a:pt x="16229" y="25662"/>
                    <a:pt x="16231" y="25652"/>
                  </a:cubicBezTo>
                  <a:cubicBezTo>
                    <a:pt x="16572" y="25648"/>
                    <a:pt x="16914" y="25642"/>
                    <a:pt x="17256" y="25639"/>
                  </a:cubicBezTo>
                  <a:close/>
                  <a:moveTo>
                    <a:pt x="15814" y="25655"/>
                  </a:moveTo>
                  <a:cubicBezTo>
                    <a:pt x="14817" y="26097"/>
                    <a:pt x="13890" y="26932"/>
                    <a:pt x="13090" y="27728"/>
                  </a:cubicBezTo>
                  <a:lnTo>
                    <a:pt x="13088" y="27726"/>
                  </a:lnTo>
                  <a:cubicBezTo>
                    <a:pt x="12741" y="27738"/>
                    <a:pt x="12394" y="27752"/>
                    <a:pt x="12047" y="27765"/>
                  </a:cubicBezTo>
                  <a:cubicBezTo>
                    <a:pt x="12227" y="27614"/>
                    <a:pt x="12406" y="27463"/>
                    <a:pt x="12585" y="27313"/>
                  </a:cubicBezTo>
                  <a:cubicBezTo>
                    <a:pt x="13144" y="26844"/>
                    <a:pt x="13775" y="26412"/>
                    <a:pt x="14240" y="25847"/>
                  </a:cubicBezTo>
                  <a:cubicBezTo>
                    <a:pt x="14296" y="25780"/>
                    <a:pt x="14249" y="25692"/>
                    <a:pt x="14176" y="25692"/>
                  </a:cubicBezTo>
                  <a:cubicBezTo>
                    <a:pt x="14162" y="25692"/>
                    <a:pt x="14146" y="25696"/>
                    <a:pt x="14130" y="25704"/>
                  </a:cubicBezTo>
                  <a:cubicBezTo>
                    <a:pt x="13161" y="26173"/>
                    <a:pt x="12297" y="26989"/>
                    <a:pt x="11498" y="27787"/>
                  </a:cubicBezTo>
                  <a:cubicBezTo>
                    <a:pt x="10824" y="27812"/>
                    <a:pt x="10148" y="27839"/>
                    <a:pt x="9473" y="27868"/>
                  </a:cubicBezTo>
                  <a:cubicBezTo>
                    <a:pt x="9798" y="27575"/>
                    <a:pt x="10126" y="27288"/>
                    <a:pt x="10461" y="27007"/>
                  </a:cubicBezTo>
                  <a:cubicBezTo>
                    <a:pt x="10990" y="26564"/>
                    <a:pt x="11610" y="26179"/>
                    <a:pt x="12095" y="25681"/>
                  </a:cubicBezTo>
                  <a:cubicBezTo>
                    <a:pt x="13335" y="25675"/>
                    <a:pt x="14574" y="25666"/>
                    <a:pt x="15814" y="25655"/>
                  </a:cubicBezTo>
                  <a:close/>
                  <a:moveTo>
                    <a:pt x="11588" y="25683"/>
                  </a:moveTo>
                  <a:lnTo>
                    <a:pt x="11588" y="25683"/>
                  </a:lnTo>
                  <a:cubicBezTo>
                    <a:pt x="11166" y="25948"/>
                    <a:pt x="10778" y="26293"/>
                    <a:pt x="10408" y="26605"/>
                  </a:cubicBezTo>
                  <a:lnTo>
                    <a:pt x="10406" y="26603"/>
                  </a:lnTo>
                  <a:cubicBezTo>
                    <a:pt x="9931" y="27003"/>
                    <a:pt x="9491" y="27437"/>
                    <a:pt x="9062" y="27883"/>
                  </a:cubicBezTo>
                  <a:cubicBezTo>
                    <a:pt x="8472" y="27908"/>
                    <a:pt x="7882" y="27929"/>
                    <a:pt x="7291" y="27956"/>
                  </a:cubicBezTo>
                  <a:cubicBezTo>
                    <a:pt x="7656" y="27620"/>
                    <a:pt x="8014" y="27280"/>
                    <a:pt x="8388" y="26958"/>
                  </a:cubicBezTo>
                  <a:cubicBezTo>
                    <a:pt x="8879" y="26535"/>
                    <a:pt x="9436" y="26150"/>
                    <a:pt x="9899" y="25689"/>
                  </a:cubicBezTo>
                  <a:cubicBezTo>
                    <a:pt x="10461" y="25688"/>
                    <a:pt x="11025" y="25687"/>
                    <a:pt x="11588" y="25683"/>
                  </a:cubicBezTo>
                  <a:close/>
                  <a:moveTo>
                    <a:pt x="6832" y="25683"/>
                  </a:moveTo>
                  <a:cubicBezTo>
                    <a:pt x="7693" y="25688"/>
                    <a:pt x="8555" y="25690"/>
                    <a:pt x="9416" y="25690"/>
                  </a:cubicBezTo>
                  <a:lnTo>
                    <a:pt x="9416" y="25690"/>
                  </a:lnTo>
                  <a:cubicBezTo>
                    <a:pt x="9012" y="25987"/>
                    <a:pt x="8639" y="26339"/>
                    <a:pt x="8277" y="26664"/>
                  </a:cubicBezTo>
                  <a:cubicBezTo>
                    <a:pt x="7814" y="27084"/>
                    <a:pt x="7373" y="27525"/>
                    <a:pt x="6941" y="27974"/>
                  </a:cubicBezTo>
                  <a:cubicBezTo>
                    <a:pt x="6721" y="27985"/>
                    <a:pt x="6501" y="27997"/>
                    <a:pt x="6281" y="28008"/>
                  </a:cubicBezTo>
                  <a:cubicBezTo>
                    <a:pt x="6524" y="27733"/>
                    <a:pt x="6773" y="27465"/>
                    <a:pt x="7033" y="27207"/>
                  </a:cubicBezTo>
                  <a:cubicBezTo>
                    <a:pt x="7474" y="26768"/>
                    <a:pt x="8021" y="26379"/>
                    <a:pt x="8388" y="25877"/>
                  </a:cubicBezTo>
                  <a:cubicBezTo>
                    <a:pt x="8431" y="25820"/>
                    <a:pt x="8373" y="25763"/>
                    <a:pt x="8315" y="25763"/>
                  </a:cubicBezTo>
                  <a:cubicBezTo>
                    <a:pt x="8304" y="25763"/>
                    <a:pt x="8292" y="25765"/>
                    <a:pt x="8281" y="25770"/>
                  </a:cubicBezTo>
                  <a:cubicBezTo>
                    <a:pt x="7702" y="26058"/>
                    <a:pt x="7220" y="26631"/>
                    <a:pt x="6788" y="27102"/>
                  </a:cubicBezTo>
                  <a:cubicBezTo>
                    <a:pt x="6516" y="27398"/>
                    <a:pt x="6259" y="27708"/>
                    <a:pt x="6008" y="28022"/>
                  </a:cubicBezTo>
                  <a:cubicBezTo>
                    <a:pt x="5437" y="28050"/>
                    <a:pt x="4865" y="28080"/>
                    <a:pt x="4294" y="28109"/>
                  </a:cubicBezTo>
                  <a:cubicBezTo>
                    <a:pt x="4772" y="27673"/>
                    <a:pt x="5238" y="27221"/>
                    <a:pt x="5703" y="26773"/>
                  </a:cubicBezTo>
                  <a:cubicBezTo>
                    <a:pt x="6074" y="26414"/>
                    <a:pt x="6472" y="26063"/>
                    <a:pt x="6832" y="25683"/>
                  </a:cubicBezTo>
                  <a:close/>
                  <a:moveTo>
                    <a:pt x="5217" y="25682"/>
                  </a:moveTo>
                  <a:cubicBezTo>
                    <a:pt x="5406" y="25683"/>
                    <a:pt x="5595" y="25683"/>
                    <a:pt x="5785" y="25683"/>
                  </a:cubicBezTo>
                  <a:cubicBezTo>
                    <a:pt x="5974" y="25683"/>
                    <a:pt x="6164" y="25683"/>
                    <a:pt x="6353" y="25684"/>
                  </a:cubicBezTo>
                  <a:cubicBezTo>
                    <a:pt x="6055" y="25968"/>
                    <a:pt x="5770" y="26269"/>
                    <a:pt x="5479" y="26550"/>
                  </a:cubicBezTo>
                  <a:cubicBezTo>
                    <a:pt x="4943" y="27070"/>
                    <a:pt x="4402" y="27588"/>
                    <a:pt x="3889" y="28131"/>
                  </a:cubicBezTo>
                  <a:cubicBezTo>
                    <a:pt x="3292" y="28163"/>
                    <a:pt x="2695" y="28188"/>
                    <a:pt x="2098" y="28223"/>
                  </a:cubicBezTo>
                  <a:cubicBezTo>
                    <a:pt x="2540" y="27882"/>
                    <a:pt x="2975" y="27531"/>
                    <a:pt x="3416" y="27192"/>
                  </a:cubicBezTo>
                  <a:lnTo>
                    <a:pt x="3414" y="27191"/>
                  </a:lnTo>
                  <a:cubicBezTo>
                    <a:pt x="3989" y="26747"/>
                    <a:pt x="4791" y="26297"/>
                    <a:pt x="5217" y="25682"/>
                  </a:cubicBezTo>
                  <a:close/>
                  <a:moveTo>
                    <a:pt x="46046" y="0"/>
                  </a:moveTo>
                  <a:cubicBezTo>
                    <a:pt x="40219" y="0"/>
                    <a:pt x="34385" y="177"/>
                    <a:pt x="28570" y="314"/>
                  </a:cubicBezTo>
                  <a:cubicBezTo>
                    <a:pt x="24207" y="418"/>
                    <a:pt x="19844" y="513"/>
                    <a:pt x="15480" y="633"/>
                  </a:cubicBezTo>
                  <a:cubicBezTo>
                    <a:pt x="11661" y="739"/>
                    <a:pt x="7631" y="515"/>
                    <a:pt x="3879" y="1282"/>
                  </a:cubicBezTo>
                  <a:cubicBezTo>
                    <a:pt x="3706" y="1317"/>
                    <a:pt x="3749" y="1520"/>
                    <a:pt x="3879" y="1578"/>
                  </a:cubicBezTo>
                  <a:cubicBezTo>
                    <a:pt x="3352" y="1857"/>
                    <a:pt x="2863" y="2310"/>
                    <a:pt x="2415" y="2635"/>
                  </a:cubicBezTo>
                  <a:cubicBezTo>
                    <a:pt x="1742" y="3122"/>
                    <a:pt x="1091" y="3668"/>
                    <a:pt x="360" y="4067"/>
                  </a:cubicBezTo>
                  <a:cubicBezTo>
                    <a:pt x="297" y="4100"/>
                    <a:pt x="245" y="4163"/>
                    <a:pt x="209" y="4234"/>
                  </a:cubicBezTo>
                  <a:cubicBezTo>
                    <a:pt x="105" y="4242"/>
                    <a:pt x="0" y="4313"/>
                    <a:pt x="5" y="4434"/>
                  </a:cubicBezTo>
                  <a:cubicBezTo>
                    <a:pt x="156" y="8496"/>
                    <a:pt x="464" y="12549"/>
                    <a:pt x="615" y="16609"/>
                  </a:cubicBezTo>
                  <a:cubicBezTo>
                    <a:pt x="755" y="20371"/>
                    <a:pt x="150" y="24503"/>
                    <a:pt x="808" y="28187"/>
                  </a:cubicBezTo>
                  <a:cubicBezTo>
                    <a:pt x="820" y="28251"/>
                    <a:pt x="848" y="28311"/>
                    <a:pt x="887" y="28361"/>
                  </a:cubicBezTo>
                  <a:cubicBezTo>
                    <a:pt x="887" y="28392"/>
                    <a:pt x="891" y="28422"/>
                    <a:pt x="900" y="28451"/>
                  </a:cubicBezTo>
                  <a:cubicBezTo>
                    <a:pt x="912" y="28484"/>
                    <a:pt x="925" y="28515"/>
                    <a:pt x="940" y="28547"/>
                  </a:cubicBezTo>
                  <a:cubicBezTo>
                    <a:pt x="998" y="28667"/>
                    <a:pt x="1143" y="28736"/>
                    <a:pt x="1284" y="28739"/>
                  </a:cubicBezTo>
                  <a:cubicBezTo>
                    <a:pt x="1331" y="28794"/>
                    <a:pt x="1401" y="28831"/>
                    <a:pt x="1496" y="28832"/>
                  </a:cubicBezTo>
                  <a:cubicBezTo>
                    <a:pt x="2748" y="28841"/>
                    <a:pt x="4001" y="28846"/>
                    <a:pt x="5253" y="28846"/>
                  </a:cubicBezTo>
                  <a:cubicBezTo>
                    <a:pt x="11269" y="28846"/>
                    <a:pt x="17283" y="28749"/>
                    <a:pt x="23298" y="28652"/>
                  </a:cubicBezTo>
                  <a:cubicBezTo>
                    <a:pt x="28263" y="28571"/>
                    <a:pt x="33227" y="28465"/>
                    <a:pt x="38191" y="28380"/>
                  </a:cubicBezTo>
                  <a:cubicBezTo>
                    <a:pt x="40342" y="28344"/>
                    <a:pt x="42494" y="28311"/>
                    <a:pt x="44645" y="28281"/>
                  </a:cubicBezTo>
                  <a:cubicBezTo>
                    <a:pt x="44698" y="28281"/>
                    <a:pt x="44752" y="28280"/>
                    <a:pt x="44806" y="28280"/>
                  </a:cubicBezTo>
                  <a:cubicBezTo>
                    <a:pt x="45625" y="28280"/>
                    <a:pt x="46563" y="28357"/>
                    <a:pt x="47482" y="28357"/>
                  </a:cubicBezTo>
                  <a:cubicBezTo>
                    <a:pt x="48369" y="28357"/>
                    <a:pt x="49240" y="28286"/>
                    <a:pt x="49970" y="28004"/>
                  </a:cubicBezTo>
                  <a:cubicBezTo>
                    <a:pt x="50089" y="27961"/>
                    <a:pt x="50184" y="27872"/>
                    <a:pt x="50235" y="27756"/>
                  </a:cubicBezTo>
                  <a:cubicBezTo>
                    <a:pt x="50812" y="27330"/>
                    <a:pt x="51367" y="26869"/>
                    <a:pt x="51935" y="26432"/>
                  </a:cubicBezTo>
                  <a:cubicBezTo>
                    <a:pt x="52431" y="26049"/>
                    <a:pt x="53097" y="25661"/>
                    <a:pt x="53545" y="25166"/>
                  </a:cubicBezTo>
                  <a:cubicBezTo>
                    <a:pt x="53771" y="25153"/>
                    <a:pt x="53999" y="25003"/>
                    <a:pt x="54025" y="24714"/>
                  </a:cubicBezTo>
                  <a:cubicBezTo>
                    <a:pt x="54379" y="20749"/>
                    <a:pt x="54607" y="16772"/>
                    <a:pt x="54871" y="12800"/>
                  </a:cubicBezTo>
                  <a:cubicBezTo>
                    <a:pt x="55133" y="8864"/>
                    <a:pt x="55569" y="4827"/>
                    <a:pt x="55437" y="885"/>
                  </a:cubicBezTo>
                  <a:cubicBezTo>
                    <a:pt x="55436" y="858"/>
                    <a:pt x="55430" y="832"/>
                    <a:pt x="55420" y="808"/>
                  </a:cubicBezTo>
                  <a:cubicBezTo>
                    <a:pt x="55466" y="517"/>
                    <a:pt x="55304" y="182"/>
                    <a:pt x="54918" y="165"/>
                  </a:cubicBezTo>
                  <a:cubicBezTo>
                    <a:pt x="51964" y="46"/>
                    <a:pt x="49006" y="0"/>
                    <a:pt x="460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41"/>
            <p:cNvSpPr txBox="1"/>
            <p:nvPr/>
          </p:nvSpPr>
          <p:spPr>
            <a:xfrm>
              <a:off x="5734776" y="3658077"/>
              <a:ext cx="24672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Goals &amp; Motivations</a:t>
              </a:r>
              <a:endParaRPr sz="19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936" name="Google Shape;2936;p41"/>
            <p:cNvSpPr txBox="1"/>
            <p:nvPr/>
          </p:nvSpPr>
          <p:spPr>
            <a:xfrm>
              <a:off x="5734767" y="3936503"/>
              <a:ext cx="1815000" cy="5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Earth is the third planet from the Sun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37" name="Google Shape;2937;p41"/>
            <p:cNvSpPr/>
            <p:nvPr/>
          </p:nvSpPr>
          <p:spPr>
            <a:xfrm rot="1674046">
              <a:off x="4030142" y="3654731"/>
              <a:ext cx="729474" cy="216936"/>
            </a:xfrm>
            <a:custGeom>
              <a:rect b="b" l="l" r="r" t="t"/>
              <a:pathLst>
                <a:path extrusionOk="0" h="10187" w="34255">
                  <a:moveTo>
                    <a:pt x="503" y="1"/>
                  </a:moveTo>
                  <a:lnTo>
                    <a:pt x="151" y="227"/>
                  </a:lnTo>
                  <a:lnTo>
                    <a:pt x="25" y="453"/>
                  </a:lnTo>
                  <a:lnTo>
                    <a:pt x="0" y="604"/>
                  </a:lnTo>
                  <a:lnTo>
                    <a:pt x="0" y="2843"/>
                  </a:lnTo>
                  <a:lnTo>
                    <a:pt x="25" y="5106"/>
                  </a:lnTo>
                  <a:lnTo>
                    <a:pt x="151" y="7319"/>
                  </a:lnTo>
                  <a:lnTo>
                    <a:pt x="176" y="9507"/>
                  </a:lnTo>
                  <a:lnTo>
                    <a:pt x="176" y="9532"/>
                  </a:lnTo>
                  <a:lnTo>
                    <a:pt x="176" y="9558"/>
                  </a:lnTo>
                  <a:lnTo>
                    <a:pt x="227" y="9809"/>
                  </a:lnTo>
                  <a:lnTo>
                    <a:pt x="604" y="10161"/>
                  </a:lnTo>
                  <a:lnTo>
                    <a:pt x="855" y="10186"/>
                  </a:lnTo>
                  <a:lnTo>
                    <a:pt x="4980" y="9935"/>
                  </a:lnTo>
                  <a:lnTo>
                    <a:pt x="9079" y="9683"/>
                  </a:lnTo>
                  <a:lnTo>
                    <a:pt x="13154" y="9382"/>
                  </a:lnTo>
                  <a:lnTo>
                    <a:pt x="17253" y="9055"/>
                  </a:lnTo>
                  <a:lnTo>
                    <a:pt x="25452" y="8426"/>
                  </a:lnTo>
                  <a:lnTo>
                    <a:pt x="29526" y="8099"/>
                  </a:lnTo>
                  <a:lnTo>
                    <a:pt x="33626" y="7822"/>
                  </a:lnTo>
                  <a:lnTo>
                    <a:pt x="33777" y="7772"/>
                  </a:lnTo>
                  <a:lnTo>
                    <a:pt x="34003" y="7546"/>
                  </a:lnTo>
                  <a:lnTo>
                    <a:pt x="34003" y="7395"/>
                  </a:lnTo>
                  <a:lnTo>
                    <a:pt x="33978" y="7219"/>
                  </a:lnTo>
                  <a:lnTo>
                    <a:pt x="33752" y="6992"/>
                  </a:lnTo>
                  <a:lnTo>
                    <a:pt x="33576" y="6992"/>
                  </a:lnTo>
                  <a:lnTo>
                    <a:pt x="29476" y="7143"/>
                  </a:lnTo>
                  <a:lnTo>
                    <a:pt x="25377" y="7370"/>
                  </a:lnTo>
                  <a:lnTo>
                    <a:pt x="21277" y="7596"/>
                  </a:lnTo>
                  <a:lnTo>
                    <a:pt x="17178" y="7873"/>
                  </a:lnTo>
                  <a:lnTo>
                    <a:pt x="8979" y="8401"/>
                  </a:lnTo>
                  <a:lnTo>
                    <a:pt x="4879" y="8652"/>
                  </a:lnTo>
                  <a:lnTo>
                    <a:pt x="1492" y="8819"/>
                  </a:lnTo>
                  <a:lnTo>
                    <a:pt x="1492" y="8819"/>
                  </a:lnTo>
                  <a:lnTo>
                    <a:pt x="1509" y="7294"/>
                  </a:lnTo>
                  <a:lnTo>
                    <a:pt x="1434" y="5056"/>
                  </a:lnTo>
                  <a:lnTo>
                    <a:pt x="1384" y="2868"/>
                  </a:lnTo>
                  <a:lnTo>
                    <a:pt x="1453" y="1356"/>
                  </a:lnTo>
                  <a:lnTo>
                    <a:pt x="1453" y="1356"/>
                  </a:lnTo>
                  <a:lnTo>
                    <a:pt x="4879" y="1711"/>
                  </a:lnTo>
                  <a:lnTo>
                    <a:pt x="9029" y="2063"/>
                  </a:lnTo>
                  <a:lnTo>
                    <a:pt x="11091" y="2214"/>
                  </a:lnTo>
                  <a:lnTo>
                    <a:pt x="13179" y="2365"/>
                  </a:lnTo>
                  <a:lnTo>
                    <a:pt x="17329" y="2591"/>
                  </a:lnTo>
                  <a:lnTo>
                    <a:pt x="21478" y="2792"/>
                  </a:lnTo>
                  <a:lnTo>
                    <a:pt x="25603" y="3044"/>
                  </a:lnTo>
                  <a:lnTo>
                    <a:pt x="27665" y="3195"/>
                  </a:lnTo>
                  <a:lnTo>
                    <a:pt x="28696" y="3270"/>
                  </a:lnTo>
                  <a:lnTo>
                    <a:pt x="29728" y="3371"/>
                  </a:lnTo>
                  <a:lnTo>
                    <a:pt x="31765" y="3597"/>
                  </a:lnTo>
                  <a:lnTo>
                    <a:pt x="33827" y="3823"/>
                  </a:lnTo>
                  <a:lnTo>
                    <a:pt x="33978" y="3823"/>
                  </a:lnTo>
                  <a:lnTo>
                    <a:pt x="34204" y="3647"/>
                  </a:lnTo>
                  <a:lnTo>
                    <a:pt x="34255" y="3522"/>
                  </a:lnTo>
                  <a:lnTo>
                    <a:pt x="34255" y="3371"/>
                  </a:lnTo>
                  <a:lnTo>
                    <a:pt x="34079" y="3119"/>
                  </a:lnTo>
                  <a:lnTo>
                    <a:pt x="33928" y="3094"/>
                  </a:lnTo>
                  <a:lnTo>
                    <a:pt x="31865" y="2767"/>
                  </a:lnTo>
                  <a:lnTo>
                    <a:pt x="29803" y="2516"/>
                  </a:lnTo>
                  <a:lnTo>
                    <a:pt x="28772" y="2390"/>
                  </a:lnTo>
                  <a:lnTo>
                    <a:pt x="27741" y="2264"/>
                  </a:lnTo>
                  <a:lnTo>
                    <a:pt x="25678" y="2063"/>
                  </a:lnTo>
                  <a:lnTo>
                    <a:pt x="21529" y="1711"/>
                  </a:lnTo>
                  <a:lnTo>
                    <a:pt x="17379" y="1459"/>
                  </a:lnTo>
                  <a:lnTo>
                    <a:pt x="13254" y="1157"/>
                  </a:lnTo>
                  <a:lnTo>
                    <a:pt x="9105" y="831"/>
                  </a:lnTo>
                  <a:lnTo>
                    <a:pt x="4980" y="428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41"/>
            <p:cNvSpPr/>
            <p:nvPr/>
          </p:nvSpPr>
          <p:spPr>
            <a:xfrm rot="1674046">
              <a:off x="4684789" y="3873477"/>
              <a:ext cx="267811" cy="231928"/>
            </a:xfrm>
            <a:custGeom>
              <a:rect b="b" l="l" r="r" t="t"/>
              <a:pathLst>
                <a:path extrusionOk="0" h="10891" w="12576">
                  <a:moveTo>
                    <a:pt x="906" y="1183"/>
                  </a:moveTo>
                  <a:lnTo>
                    <a:pt x="1258" y="1409"/>
                  </a:lnTo>
                  <a:lnTo>
                    <a:pt x="1610" y="1636"/>
                  </a:lnTo>
                  <a:lnTo>
                    <a:pt x="2264" y="2038"/>
                  </a:lnTo>
                  <a:lnTo>
                    <a:pt x="2943" y="2415"/>
                  </a:lnTo>
                  <a:lnTo>
                    <a:pt x="3597" y="2767"/>
                  </a:lnTo>
                  <a:lnTo>
                    <a:pt x="4276" y="3120"/>
                  </a:lnTo>
                  <a:lnTo>
                    <a:pt x="5634" y="3799"/>
                  </a:lnTo>
                  <a:lnTo>
                    <a:pt x="6992" y="4452"/>
                  </a:lnTo>
                  <a:lnTo>
                    <a:pt x="8375" y="5081"/>
                  </a:lnTo>
                  <a:lnTo>
                    <a:pt x="9246" y="5468"/>
                  </a:lnTo>
                  <a:lnTo>
                    <a:pt x="9246" y="5468"/>
                  </a:lnTo>
                  <a:lnTo>
                    <a:pt x="8426" y="5886"/>
                  </a:lnTo>
                  <a:lnTo>
                    <a:pt x="5659" y="7269"/>
                  </a:lnTo>
                  <a:lnTo>
                    <a:pt x="2993" y="8653"/>
                  </a:lnTo>
                  <a:lnTo>
                    <a:pt x="941" y="9641"/>
                  </a:lnTo>
                  <a:lnTo>
                    <a:pt x="941" y="9641"/>
                  </a:lnTo>
                  <a:lnTo>
                    <a:pt x="931" y="9156"/>
                  </a:lnTo>
                  <a:lnTo>
                    <a:pt x="906" y="7898"/>
                  </a:lnTo>
                  <a:lnTo>
                    <a:pt x="881" y="5408"/>
                  </a:lnTo>
                  <a:lnTo>
                    <a:pt x="881" y="3296"/>
                  </a:lnTo>
                  <a:lnTo>
                    <a:pt x="906" y="1183"/>
                  </a:lnTo>
                  <a:close/>
                  <a:moveTo>
                    <a:pt x="453" y="1"/>
                  </a:moveTo>
                  <a:lnTo>
                    <a:pt x="302" y="26"/>
                  </a:lnTo>
                  <a:lnTo>
                    <a:pt x="76" y="252"/>
                  </a:lnTo>
                  <a:lnTo>
                    <a:pt x="51" y="428"/>
                  </a:lnTo>
                  <a:lnTo>
                    <a:pt x="101" y="2918"/>
                  </a:lnTo>
                  <a:lnTo>
                    <a:pt x="76" y="5408"/>
                  </a:lnTo>
                  <a:lnTo>
                    <a:pt x="51" y="7898"/>
                  </a:lnTo>
                  <a:lnTo>
                    <a:pt x="26" y="9156"/>
                  </a:lnTo>
                  <a:lnTo>
                    <a:pt x="0" y="10413"/>
                  </a:lnTo>
                  <a:lnTo>
                    <a:pt x="0" y="10514"/>
                  </a:lnTo>
                  <a:lnTo>
                    <a:pt x="51" y="10589"/>
                  </a:lnTo>
                  <a:lnTo>
                    <a:pt x="126" y="10765"/>
                  </a:lnTo>
                  <a:lnTo>
                    <a:pt x="478" y="10891"/>
                  </a:lnTo>
                  <a:lnTo>
                    <a:pt x="654" y="10841"/>
                  </a:lnTo>
                  <a:lnTo>
                    <a:pt x="680" y="10841"/>
                  </a:lnTo>
                  <a:lnTo>
                    <a:pt x="3496" y="9659"/>
                  </a:lnTo>
                  <a:lnTo>
                    <a:pt x="6338" y="8552"/>
                  </a:lnTo>
                  <a:lnTo>
                    <a:pt x="9180" y="7445"/>
                  </a:lnTo>
                  <a:lnTo>
                    <a:pt x="12022" y="6288"/>
                  </a:lnTo>
                  <a:lnTo>
                    <a:pt x="12173" y="6213"/>
                  </a:lnTo>
                  <a:lnTo>
                    <a:pt x="12399" y="5961"/>
                  </a:lnTo>
                  <a:lnTo>
                    <a:pt x="12500" y="5811"/>
                  </a:lnTo>
                  <a:lnTo>
                    <a:pt x="12575" y="5635"/>
                  </a:lnTo>
                  <a:lnTo>
                    <a:pt x="12575" y="5282"/>
                  </a:lnTo>
                  <a:lnTo>
                    <a:pt x="12450" y="4930"/>
                  </a:lnTo>
                  <a:lnTo>
                    <a:pt x="12223" y="4654"/>
                  </a:lnTo>
                  <a:lnTo>
                    <a:pt x="12047" y="4578"/>
                  </a:lnTo>
                  <a:lnTo>
                    <a:pt x="12022" y="4553"/>
                  </a:lnTo>
                  <a:lnTo>
                    <a:pt x="10639" y="3899"/>
                  </a:lnTo>
                  <a:lnTo>
                    <a:pt x="9256" y="3270"/>
                  </a:lnTo>
                  <a:lnTo>
                    <a:pt x="7847" y="2642"/>
                  </a:lnTo>
                  <a:lnTo>
                    <a:pt x="6439" y="2038"/>
                  </a:lnTo>
                  <a:lnTo>
                    <a:pt x="5030" y="1460"/>
                  </a:lnTo>
                  <a:lnTo>
                    <a:pt x="4301" y="1208"/>
                  </a:lnTo>
                  <a:lnTo>
                    <a:pt x="3597" y="931"/>
                  </a:lnTo>
                  <a:lnTo>
                    <a:pt x="2868" y="680"/>
                  </a:lnTo>
                  <a:lnTo>
                    <a:pt x="2138" y="454"/>
                  </a:lnTo>
                  <a:lnTo>
                    <a:pt x="1409" y="227"/>
                  </a:lnTo>
                  <a:lnTo>
                    <a:pt x="654" y="26"/>
                  </a:lnTo>
                  <a:lnTo>
                    <a:pt x="554" y="26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41"/>
            <p:cNvSpPr/>
            <p:nvPr/>
          </p:nvSpPr>
          <p:spPr>
            <a:xfrm rot="1674046">
              <a:off x="4209112" y="3757650"/>
              <a:ext cx="507214" cy="37501"/>
            </a:xfrm>
            <a:custGeom>
              <a:rect b="b" l="l" r="r" t="t"/>
              <a:pathLst>
                <a:path extrusionOk="0" h="1761" w="23818">
                  <a:moveTo>
                    <a:pt x="328" y="0"/>
                  </a:moveTo>
                  <a:lnTo>
                    <a:pt x="152" y="25"/>
                  </a:lnTo>
                  <a:lnTo>
                    <a:pt x="51" y="50"/>
                  </a:lnTo>
                  <a:lnTo>
                    <a:pt x="1" y="126"/>
                  </a:lnTo>
                  <a:lnTo>
                    <a:pt x="26" y="252"/>
                  </a:lnTo>
                  <a:lnTo>
                    <a:pt x="127" y="302"/>
                  </a:lnTo>
                  <a:lnTo>
                    <a:pt x="303" y="327"/>
                  </a:lnTo>
                  <a:lnTo>
                    <a:pt x="1133" y="428"/>
                  </a:lnTo>
                  <a:lnTo>
                    <a:pt x="2239" y="553"/>
                  </a:lnTo>
                  <a:lnTo>
                    <a:pt x="3799" y="679"/>
                  </a:lnTo>
                  <a:lnTo>
                    <a:pt x="5534" y="805"/>
                  </a:lnTo>
                  <a:lnTo>
                    <a:pt x="7571" y="905"/>
                  </a:lnTo>
                  <a:lnTo>
                    <a:pt x="9684" y="1006"/>
                  </a:lnTo>
                  <a:lnTo>
                    <a:pt x="11897" y="1082"/>
                  </a:lnTo>
                  <a:lnTo>
                    <a:pt x="14085" y="1157"/>
                  </a:lnTo>
                  <a:lnTo>
                    <a:pt x="16198" y="1258"/>
                  </a:lnTo>
                  <a:lnTo>
                    <a:pt x="18235" y="1358"/>
                  </a:lnTo>
                  <a:lnTo>
                    <a:pt x="19970" y="1484"/>
                  </a:lnTo>
                  <a:lnTo>
                    <a:pt x="22913" y="1660"/>
                  </a:lnTo>
                  <a:lnTo>
                    <a:pt x="23667" y="1761"/>
                  </a:lnTo>
                  <a:lnTo>
                    <a:pt x="23768" y="1685"/>
                  </a:lnTo>
                  <a:lnTo>
                    <a:pt x="23818" y="1534"/>
                  </a:lnTo>
                  <a:lnTo>
                    <a:pt x="23768" y="1383"/>
                  </a:lnTo>
                  <a:lnTo>
                    <a:pt x="23667" y="1308"/>
                  </a:lnTo>
                  <a:lnTo>
                    <a:pt x="22938" y="1258"/>
                  </a:lnTo>
                  <a:lnTo>
                    <a:pt x="19995" y="1107"/>
                  </a:lnTo>
                  <a:lnTo>
                    <a:pt x="18260" y="1006"/>
                  </a:lnTo>
                  <a:lnTo>
                    <a:pt x="16223" y="855"/>
                  </a:lnTo>
                  <a:lnTo>
                    <a:pt x="14110" y="729"/>
                  </a:lnTo>
                  <a:lnTo>
                    <a:pt x="11922" y="553"/>
                  </a:lnTo>
                  <a:lnTo>
                    <a:pt x="9709" y="377"/>
                  </a:lnTo>
                  <a:lnTo>
                    <a:pt x="7596" y="252"/>
                  </a:lnTo>
                  <a:lnTo>
                    <a:pt x="5584" y="126"/>
                  </a:lnTo>
                  <a:lnTo>
                    <a:pt x="3824" y="50"/>
                  </a:lnTo>
                  <a:lnTo>
                    <a:pt x="226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40" name="Google Shape;2940;p41"/>
          <p:cNvGrpSpPr/>
          <p:nvPr/>
        </p:nvGrpSpPr>
        <p:grpSpPr>
          <a:xfrm>
            <a:off x="2764182" y="3818875"/>
            <a:ext cx="1129417" cy="820276"/>
            <a:chOff x="2764182" y="3818875"/>
            <a:chExt cx="1129417" cy="820276"/>
          </a:xfrm>
        </p:grpSpPr>
        <p:sp>
          <p:nvSpPr>
            <p:cNvPr id="2941" name="Google Shape;2941;p41"/>
            <p:cNvSpPr txBox="1"/>
            <p:nvPr/>
          </p:nvSpPr>
          <p:spPr>
            <a:xfrm>
              <a:off x="2933600" y="3818875"/>
              <a:ext cx="960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42" name="Google Shape;2942;p41"/>
            <p:cNvSpPr txBox="1"/>
            <p:nvPr/>
          </p:nvSpPr>
          <p:spPr>
            <a:xfrm>
              <a:off x="2933600" y="4130513"/>
              <a:ext cx="960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California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43" name="Google Shape;2943;p41"/>
            <p:cNvSpPr txBox="1"/>
            <p:nvPr/>
          </p:nvSpPr>
          <p:spPr>
            <a:xfrm>
              <a:off x="2933600" y="4423751"/>
              <a:ext cx="960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Designer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944" name="Google Shape;2944;p41"/>
            <p:cNvGrpSpPr/>
            <p:nvPr/>
          </p:nvGrpSpPr>
          <p:grpSpPr>
            <a:xfrm>
              <a:off x="2790745" y="3829364"/>
              <a:ext cx="147670" cy="194403"/>
              <a:chOff x="-253095" y="3897211"/>
              <a:chExt cx="187469" cy="246673"/>
            </a:xfrm>
          </p:grpSpPr>
          <p:sp>
            <p:nvSpPr>
              <p:cNvPr id="2945" name="Google Shape;2945;p41"/>
              <p:cNvSpPr/>
              <p:nvPr/>
            </p:nvSpPr>
            <p:spPr>
              <a:xfrm>
                <a:off x="-226641" y="3897211"/>
                <a:ext cx="127937" cy="115260"/>
              </a:xfrm>
              <a:custGeom>
                <a:rect b="b" l="l" r="r" t="t"/>
                <a:pathLst>
                  <a:path extrusionOk="0" h="6510" w="7225">
                    <a:moveTo>
                      <a:pt x="3324" y="616"/>
                    </a:moveTo>
                    <a:cubicBezTo>
                      <a:pt x="4433" y="616"/>
                      <a:pt x="5599" y="1080"/>
                      <a:pt x="6017" y="2134"/>
                    </a:cubicBezTo>
                    <a:cubicBezTo>
                      <a:pt x="6554" y="3495"/>
                      <a:pt x="5682" y="5056"/>
                      <a:pt x="4446" y="5679"/>
                    </a:cubicBezTo>
                    <a:cubicBezTo>
                      <a:pt x="4075" y="5863"/>
                      <a:pt x="3675" y="5950"/>
                      <a:pt x="3280" y="5950"/>
                    </a:cubicBezTo>
                    <a:cubicBezTo>
                      <a:pt x="2193" y="5950"/>
                      <a:pt x="1141" y="5292"/>
                      <a:pt x="825" y="4175"/>
                    </a:cubicBezTo>
                    <a:cubicBezTo>
                      <a:pt x="489" y="2891"/>
                      <a:pt x="997" y="1541"/>
                      <a:pt x="2099" y="793"/>
                    </a:cubicBezTo>
                    <a:cubicBezTo>
                      <a:pt x="2110" y="796"/>
                      <a:pt x="2121" y="797"/>
                      <a:pt x="2132" y="797"/>
                    </a:cubicBezTo>
                    <a:cubicBezTo>
                      <a:pt x="2159" y="797"/>
                      <a:pt x="2184" y="790"/>
                      <a:pt x="2204" y="784"/>
                    </a:cubicBezTo>
                    <a:cubicBezTo>
                      <a:pt x="2547" y="674"/>
                      <a:pt x="2932" y="616"/>
                      <a:pt x="3324" y="616"/>
                    </a:cubicBezTo>
                    <a:close/>
                    <a:moveTo>
                      <a:pt x="3342" y="1"/>
                    </a:moveTo>
                    <a:cubicBezTo>
                      <a:pt x="2862" y="1"/>
                      <a:pt x="2396" y="95"/>
                      <a:pt x="1993" y="295"/>
                    </a:cubicBezTo>
                    <a:cubicBezTo>
                      <a:pt x="1926" y="324"/>
                      <a:pt x="1878" y="381"/>
                      <a:pt x="1869" y="458"/>
                    </a:cubicBezTo>
                    <a:cubicBezTo>
                      <a:pt x="623" y="1042"/>
                      <a:pt x="1" y="2642"/>
                      <a:pt x="240" y="4012"/>
                    </a:cubicBezTo>
                    <a:cubicBezTo>
                      <a:pt x="507" y="5531"/>
                      <a:pt x="1851" y="6509"/>
                      <a:pt x="3293" y="6509"/>
                    </a:cubicBezTo>
                    <a:cubicBezTo>
                      <a:pt x="3660" y="6509"/>
                      <a:pt x="4034" y="6446"/>
                      <a:pt x="4398" y="6311"/>
                    </a:cubicBezTo>
                    <a:cubicBezTo>
                      <a:pt x="6065" y="5689"/>
                      <a:pt x="7224" y="3677"/>
                      <a:pt x="6573" y="1943"/>
                    </a:cubicBezTo>
                    <a:cubicBezTo>
                      <a:pt x="6115" y="731"/>
                      <a:pt x="4677" y="1"/>
                      <a:pt x="3342" y="1"/>
                    </a:cubicBezTo>
                    <a:close/>
                  </a:path>
                </a:pathLst>
              </a:custGeom>
              <a:solidFill>
                <a:srgbClr val="1E1E1C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6" name="Google Shape;2946;p41"/>
              <p:cNvSpPr/>
              <p:nvPr/>
            </p:nvSpPr>
            <p:spPr>
              <a:xfrm>
                <a:off x="-253095" y="4023029"/>
                <a:ext cx="187469" cy="120854"/>
              </a:xfrm>
              <a:custGeom>
                <a:rect b="b" l="l" r="r" t="t"/>
                <a:pathLst>
                  <a:path extrusionOk="0" h="6826" w="10587">
                    <a:moveTo>
                      <a:pt x="5362" y="601"/>
                    </a:moveTo>
                    <a:cubicBezTo>
                      <a:pt x="8098" y="601"/>
                      <a:pt x="9630" y="3487"/>
                      <a:pt x="9734" y="5931"/>
                    </a:cubicBezTo>
                    <a:cubicBezTo>
                      <a:pt x="9734" y="5960"/>
                      <a:pt x="9743" y="5988"/>
                      <a:pt x="9753" y="6017"/>
                    </a:cubicBezTo>
                    <a:cubicBezTo>
                      <a:pt x="9002" y="6108"/>
                      <a:pt x="8255" y="6145"/>
                      <a:pt x="7510" y="6145"/>
                    </a:cubicBezTo>
                    <a:cubicBezTo>
                      <a:pt x="5106" y="6145"/>
                      <a:pt x="2722" y="5760"/>
                      <a:pt x="316" y="5548"/>
                    </a:cubicBezTo>
                    <a:cubicBezTo>
                      <a:pt x="316" y="5519"/>
                      <a:pt x="307" y="5481"/>
                      <a:pt x="307" y="5452"/>
                    </a:cubicBezTo>
                    <a:cubicBezTo>
                      <a:pt x="307" y="5433"/>
                      <a:pt x="307" y="5414"/>
                      <a:pt x="307" y="5394"/>
                    </a:cubicBezTo>
                    <a:cubicBezTo>
                      <a:pt x="316" y="5385"/>
                      <a:pt x="316" y="5375"/>
                      <a:pt x="326" y="5366"/>
                    </a:cubicBezTo>
                    <a:cubicBezTo>
                      <a:pt x="345" y="5308"/>
                      <a:pt x="364" y="5241"/>
                      <a:pt x="383" y="5184"/>
                    </a:cubicBezTo>
                    <a:lnTo>
                      <a:pt x="403" y="5155"/>
                    </a:lnTo>
                    <a:cubicBezTo>
                      <a:pt x="441" y="5117"/>
                      <a:pt x="450" y="5059"/>
                      <a:pt x="441" y="5002"/>
                    </a:cubicBezTo>
                    <a:cubicBezTo>
                      <a:pt x="1188" y="2798"/>
                      <a:pt x="2644" y="690"/>
                      <a:pt x="5202" y="604"/>
                    </a:cubicBezTo>
                    <a:cubicBezTo>
                      <a:pt x="5256" y="602"/>
                      <a:pt x="5309" y="601"/>
                      <a:pt x="5362" y="601"/>
                    </a:cubicBezTo>
                    <a:close/>
                    <a:moveTo>
                      <a:pt x="5385" y="0"/>
                    </a:moveTo>
                    <a:cubicBezTo>
                      <a:pt x="5372" y="0"/>
                      <a:pt x="5359" y="1"/>
                      <a:pt x="5346" y="1"/>
                    </a:cubicBezTo>
                    <a:cubicBezTo>
                      <a:pt x="2520" y="20"/>
                      <a:pt x="441" y="2453"/>
                      <a:pt x="48" y="5117"/>
                    </a:cubicBezTo>
                    <a:cubicBezTo>
                      <a:pt x="10" y="5212"/>
                      <a:pt x="0" y="5327"/>
                      <a:pt x="19" y="5442"/>
                    </a:cubicBezTo>
                    <a:cubicBezTo>
                      <a:pt x="29" y="5519"/>
                      <a:pt x="67" y="5596"/>
                      <a:pt x="125" y="5663"/>
                    </a:cubicBezTo>
                    <a:cubicBezTo>
                      <a:pt x="96" y="5758"/>
                      <a:pt x="144" y="5854"/>
                      <a:pt x="240" y="5893"/>
                    </a:cubicBezTo>
                    <a:cubicBezTo>
                      <a:pt x="1849" y="6467"/>
                      <a:pt x="3612" y="6649"/>
                      <a:pt x="5308" y="6755"/>
                    </a:cubicBezTo>
                    <a:cubicBezTo>
                      <a:pt x="5997" y="6796"/>
                      <a:pt x="6705" y="6826"/>
                      <a:pt x="7415" y="6826"/>
                    </a:cubicBezTo>
                    <a:cubicBezTo>
                      <a:pt x="8372" y="6826"/>
                      <a:pt x="9332" y="6771"/>
                      <a:pt x="10251" y="6611"/>
                    </a:cubicBezTo>
                    <a:cubicBezTo>
                      <a:pt x="10586" y="6554"/>
                      <a:pt x="10539" y="6151"/>
                      <a:pt x="10309" y="6017"/>
                    </a:cubicBezTo>
                    <a:cubicBezTo>
                      <a:pt x="10318" y="5988"/>
                      <a:pt x="10318" y="5960"/>
                      <a:pt x="10328" y="5931"/>
                    </a:cubicBezTo>
                    <a:cubicBezTo>
                      <a:pt x="10566" y="3146"/>
                      <a:pt x="8279" y="0"/>
                      <a:pt x="5385" y="0"/>
                    </a:cubicBezTo>
                    <a:close/>
                  </a:path>
                </a:pathLst>
              </a:custGeom>
              <a:solidFill>
                <a:srgbClr val="1E1E1C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47" name="Google Shape;2947;p41"/>
            <p:cNvGrpSpPr/>
            <p:nvPr/>
          </p:nvGrpSpPr>
          <p:grpSpPr>
            <a:xfrm>
              <a:off x="2802273" y="4118460"/>
              <a:ext cx="154992" cy="244198"/>
              <a:chOff x="2953150" y="3234200"/>
              <a:chExt cx="258450" cy="407200"/>
            </a:xfrm>
          </p:grpSpPr>
          <p:sp>
            <p:nvSpPr>
              <p:cNvPr id="2948" name="Google Shape;2948;p41"/>
              <p:cNvSpPr/>
              <p:nvPr/>
            </p:nvSpPr>
            <p:spPr>
              <a:xfrm>
                <a:off x="2953150" y="3234200"/>
                <a:ext cx="258450" cy="407200"/>
              </a:xfrm>
              <a:custGeom>
                <a:rect b="b" l="l" r="r" t="t"/>
                <a:pathLst>
                  <a:path extrusionOk="0" h="16288" w="10338">
                    <a:moveTo>
                      <a:pt x="5239" y="418"/>
                    </a:moveTo>
                    <a:cubicBezTo>
                      <a:pt x="6743" y="418"/>
                      <a:pt x="8129" y="1193"/>
                      <a:pt x="8910" y="2469"/>
                    </a:cubicBezTo>
                    <a:cubicBezTo>
                      <a:pt x="9772" y="3944"/>
                      <a:pt x="9456" y="5659"/>
                      <a:pt x="8852" y="7163"/>
                    </a:cubicBezTo>
                    <a:cubicBezTo>
                      <a:pt x="8239" y="8696"/>
                      <a:pt x="7367" y="10152"/>
                      <a:pt x="6601" y="11608"/>
                    </a:cubicBezTo>
                    <a:cubicBezTo>
                      <a:pt x="5854" y="13026"/>
                      <a:pt x="5106" y="14444"/>
                      <a:pt x="4359" y="15872"/>
                    </a:cubicBezTo>
                    <a:cubicBezTo>
                      <a:pt x="3238" y="13045"/>
                      <a:pt x="1629" y="10296"/>
                      <a:pt x="939" y="7336"/>
                    </a:cubicBezTo>
                    <a:cubicBezTo>
                      <a:pt x="556" y="5716"/>
                      <a:pt x="565" y="3944"/>
                      <a:pt x="1514" y="2526"/>
                    </a:cubicBezTo>
                    <a:cubicBezTo>
                      <a:pt x="2328" y="1300"/>
                      <a:pt x="3736" y="447"/>
                      <a:pt x="5212" y="419"/>
                    </a:cubicBezTo>
                    <a:cubicBezTo>
                      <a:pt x="5221" y="419"/>
                      <a:pt x="5230" y="418"/>
                      <a:pt x="5239" y="418"/>
                    </a:cubicBezTo>
                    <a:close/>
                    <a:moveTo>
                      <a:pt x="5267" y="1"/>
                    </a:moveTo>
                    <a:cubicBezTo>
                      <a:pt x="4413" y="1"/>
                      <a:pt x="3554" y="232"/>
                      <a:pt x="2788" y="706"/>
                    </a:cubicBezTo>
                    <a:cubicBezTo>
                      <a:pt x="719" y="1980"/>
                      <a:pt x="0" y="4337"/>
                      <a:pt x="364" y="6655"/>
                    </a:cubicBezTo>
                    <a:cubicBezTo>
                      <a:pt x="604" y="8246"/>
                      <a:pt x="1246" y="9740"/>
                      <a:pt x="1897" y="11206"/>
                    </a:cubicBezTo>
                    <a:cubicBezTo>
                      <a:pt x="2625" y="12854"/>
                      <a:pt x="3363" y="14511"/>
                      <a:pt x="4177" y="16130"/>
                    </a:cubicBezTo>
                    <a:cubicBezTo>
                      <a:pt x="4199" y="16173"/>
                      <a:pt x="4236" y="16195"/>
                      <a:pt x="4278" y="16195"/>
                    </a:cubicBezTo>
                    <a:cubicBezTo>
                      <a:pt x="4292" y="16195"/>
                      <a:pt x="4306" y="16193"/>
                      <a:pt x="4321" y="16188"/>
                    </a:cubicBezTo>
                    <a:cubicBezTo>
                      <a:pt x="4363" y="16254"/>
                      <a:pt x="4433" y="16287"/>
                      <a:pt x="4503" y="16287"/>
                    </a:cubicBezTo>
                    <a:cubicBezTo>
                      <a:pt x="4575" y="16287"/>
                      <a:pt x="4646" y="16251"/>
                      <a:pt x="4685" y="16178"/>
                    </a:cubicBezTo>
                    <a:cubicBezTo>
                      <a:pt x="6170" y="13352"/>
                      <a:pt x="7856" y="10555"/>
                      <a:pt x="9130" y="7623"/>
                    </a:cubicBezTo>
                    <a:cubicBezTo>
                      <a:pt x="10040" y="5525"/>
                      <a:pt x="10337" y="3034"/>
                      <a:pt x="8527" y="1310"/>
                    </a:cubicBezTo>
                    <a:cubicBezTo>
                      <a:pt x="7625" y="447"/>
                      <a:pt x="6451" y="1"/>
                      <a:pt x="5267" y="1"/>
                    </a:cubicBezTo>
                    <a:close/>
                  </a:path>
                </a:pathLst>
              </a:custGeom>
              <a:solidFill>
                <a:srgbClr val="1E1E1C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9" name="Google Shape;2949;p41"/>
              <p:cNvSpPr/>
              <p:nvPr/>
            </p:nvSpPr>
            <p:spPr>
              <a:xfrm>
                <a:off x="3023075" y="3277325"/>
                <a:ext cx="130075" cy="114575"/>
              </a:xfrm>
              <a:custGeom>
                <a:rect b="b" l="l" r="r" t="t"/>
                <a:pathLst>
                  <a:path extrusionOk="0" h="4583" w="5203">
                    <a:moveTo>
                      <a:pt x="2376" y="341"/>
                    </a:moveTo>
                    <a:cubicBezTo>
                      <a:pt x="3095" y="389"/>
                      <a:pt x="3794" y="705"/>
                      <a:pt x="4187" y="1328"/>
                    </a:cubicBezTo>
                    <a:cubicBezTo>
                      <a:pt x="4781" y="2257"/>
                      <a:pt x="4350" y="3484"/>
                      <a:pt x="3392" y="3963"/>
                    </a:cubicBezTo>
                    <a:cubicBezTo>
                      <a:pt x="3129" y="4095"/>
                      <a:pt x="2856" y="4157"/>
                      <a:pt x="2589" y="4157"/>
                    </a:cubicBezTo>
                    <a:cubicBezTo>
                      <a:pt x="1870" y="4157"/>
                      <a:pt x="1193" y="3715"/>
                      <a:pt x="872" y="3024"/>
                    </a:cubicBezTo>
                    <a:cubicBezTo>
                      <a:pt x="345" y="1893"/>
                      <a:pt x="1121" y="705"/>
                      <a:pt x="2261" y="428"/>
                    </a:cubicBezTo>
                    <a:cubicBezTo>
                      <a:pt x="2309" y="418"/>
                      <a:pt x="2348" y="389"/>
                      <a:pt x="2376" y="341"/>
                    </a:cubicBezTo>
                    <a:close/>
                    <a:moveTo>
                      <a:pt x="2202" y="0"/>
                    </a:moveTo>
                    <a:cubicBezTo>
                      <a:pt x="2183" y="0"/>
                      <a:pt x="2164" y="3"/>
                      <a:pt x="2147" y="6"/>
                    </a:cubicBezTo>
                    <a:cubicBezTo>
                      <a:pt x="2041" y="35"/>
                      <a:pt x="1945" y="64"/>
                      <a:pt x="1850" y="102"/>
                    </a:cubicBezTo>
                    <a:lnTo>
                      <a:pt x="1811" y="111"/>
                    </a:lnTo>
                    <a:cubicBezTo>
                      <a:pt x="1792" y="121"/>
                      <a:pt x="1773" y="131"/>
                      <a:pt x="1763" y="140"/>
                    </a:cubicBezTo>
                    <a:cubicBezTo>
                      <a:pt x="681" y="600"/>
                      <a:pt x="1" y="1759"/>
                      <a:pt x="365" y="2947"/>
                    </a:cubicBezTo>
                    <a:cubicBezTo>
                      <a:pt x="669" y="3946"/>
                      <a:pt x="1583" y="4582"/>
                      <a:pt x="2575" y="4582"/>
                    </a:cubicBezTo>
                    <a:cubicBezTo>
                      <a:pt x="2800" y="4582"/>
                      <a:pt x="3030" y="4549"/>
                      <a:pt x="3258" y="4480"/>
                    </a:cubicBezTo>
                    <a:cubicBezTo>
                      <a:pt x="4465" y="4097"/>
                      <a:pt x="5203" y="2784"/>
                      <a:pt x="4762" y="1568"/>
                    </a:cubicBezTo>
                    <a:cubicBezTo>
                      <a:pt x="4417" y="596"/>
                      <a:pt x="3443" y="20"/>
                      <a:pt x="2461" y="20"/>
                    </a:cubicBezTo>
                    <a:cubicBezTo>
                      <a:pt x="2407" y="20"/>
                      <a:pt x="2354" y="22"/>
                      <a:pt x="2300" y="25"/>
                    </a:cubicBezTo>
                    <a:cubicBezTo>
                      <a:pt x="2269" y="7"/>
                      <a:pt x="2235" y="0"/>
                      <a:pt x="2202" y="0"/>
                    </a:cubicBezTo>
                    <a:close/>
                  </a:path>
                </a:pathLst>
              </a:custGeom>
              <a:solidFill>
                <a:srgbClr val="1E1E1C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50" name="Google Shape;2950;p41"/>
            <p:cNvSpPr/>
            <p:nvPr/>
          </p:nvSpPr>
          <p:spPr>
            <a:xfrm rot="-8100000">
              <a:off x="2840714" y="4413339"/>
              <a:ext cx="47726" cy="236233"/>
            </a:xfrm>
            <a:custGeom>
              <a:rect b="b" l="l" r="r" t="t"/>
              <a:pathLst>
                <a:path extrusionOk="0" h="16547" w="3343">
                  <a:moveTo>
                    <a:pt x="1369" y="1268"/>
                  </a:moveTo>
                  <a:cubicBezTo>
                    <a:pt x="1474" y="1431"/>
                    <a:pt x="1647" y="1546"/>
                    <a:pt x="1838" y="1575"/>
                  </a:cubicBezTo>
                  <a:cubicBezTo>
                    <a:pt x="1878" y="1580"/>
                    <a:pt x="1917" y="1582"/>
                    <a:pt x="1957" y="1582"/>
                  </a:cubicBezTo>
                  <a:cubicBezTo>
                    <a:pt x="2080" y="1582"/>
                    <a:pt x="2201" y="1559"/>
                    <a:pt x="2317" y="1508"/>
                  </a:cubicBezTo>
                  <a:cubicBezTo>
                    <a:pt x="2337" y="1652"/>
                    <a:pt x="2356" y="1786"/>
                    <a:pt x="2375" y="1881"/>
                  </a:cubicBezTo>
                  <a:lnTo>
                    <a:pt x="2662" y="3251"/>
                  </a:lnTo>
                  <a:cubicBezTo>
                    <a:pt x="2637" y="3226"/>
                    <a:pt x="2604" y="3214"/>
                    <a:pt x="2572" y="3214"/>
                  </a:cubicBezTo>
                  <a:cubicBezTo>
                    <a:pt x="2531" y="3214"/>
                    <a:pt x="2492" y="3233"/>
                    <a:pt x="2471" y="3271"/>
                  </a:cubicBezTo>
                  <a:cubicBezTo>
                    <a:pt x="2466" y="3280"/>
                    <a:pt x="2468" y="3283"/>
                    <a:pt x="2468" y="3283"/>
                  </a:cubicBezTo>
                  <a:cubicBezTo>
                    <a:pt x="2468" y="3283"/>
                    <a:pt x="2466" y="3280"/>
                    <a:pt x="2452" y="3280"/>
                  </a:cubicBezTo>
                  <a:cubicBezTo>
                    <a:pt x="2447" y="3285"/>
                    <a:pt x="2440" y="3287"/>
                    <a:pt x="2432" y="3287"/>
                  </a:cubicBezTo>
                  <a:cubicBezTo>
                    <a:pt x="2425" y="3287"/>
                    <a:pt x="2418" y="3285"/>
                    <a:pt x="2413" y="3280"/>
                  </a:cubicBezTo>
                  <a:cubicBezTo>
                    <a:pt x="2375" y="3280"/>
                    <a:pt x="2356" y="3261"/>
                    <a:pt x="2356" y="3223"/>
                  </a:cubicBezTo>
                  <a:cubicBezTo>
                    <a:pt x="2366" y="3165"/>
                    <a:pt x="2322" y="3136"/>
                    <a:pt x="2273" y="3136"/>
                  </a:cubicBezTo>
                  <a:cubicBezTo>
                    <a:pt x="2233" y="3136"/>
                    <a:pt x="2191" y="3155"/>
                    <a:pt x="2174" y="3194"/>
                  </a:cubicBezTo>
                  <a:cubicBezTo>
                    <a:pt x="2167" y="3192"/>
                    <a:pt x="2160" y="3191"/>
                    <a:pt x="2153" y="3191"/>
                  </a:cubicBezTo>
                  <a:cubicBezTo>
                    <a:pt x="2119" y="3191"/>
                    <a:pt x="2082" y="3209"/>
                    <a:pt x="2059" y="3232"/>
                  </a:cubicBezTo>
                  <a:cubicBezTo>
                    <a:pt x="1992" y="3286"/>
                    <a:pt x="1910" y="3316"/>
                    <a:pt x="1831" y="3316"/>
                  </a:cubicBezTo>
                  <a:cubicBezTo>
                    <a:pt x="1798" y="3316"/>
                    <a:pt x="1765" y="3311"/>
                    <a:pt x="1733" y="3299"/>
                  </a:cubicBezTo>
                  <a:lnTo>
                    <a:pt x="1723" y="3299"/>
                  </a:lnTo>
                  <a:cubicBezTo>
                    <a:pt x="1599" y="3261"/>
                    <a:pt x="1503" y="3175"/>
                    <a:pt x="1455" y="3060"/>
                  </a:cubicBezTo>
                  <a:lnTo>
                    <a:pt x="1455" y="3050"/>
                  </a:lnTo>
                  <a:cubicBezTo>
                    <a:pt x="1493" y="2968"/>
                    <a:pt x="1413" y="2885"/>
                    <a:pt x="1335" y="2885"/>
                  </a:cubicBezTo>
                  <a:cubicBezTo>
                    <a:pt x="1314" y="2885"/>
                    <a:pt x="1292" y="2892"/>
                    <a:pt x="1273" y="2907"/>
                  </a:cubicBezTo>
                  <a:cubicBezTo>
                    <a:pt x="1168" y="3002"/>
                    <a:pt x="1043" y="3069"/>
                    <a:pt x="909" y="3098"/>
                  </a:cubicBezTo>
                  <a:cubicBezTo>
                    <a:pt x="891" y="3100"/>
                    <a:pt x="873" y="3100"/>
                    <a:pt x="854" y="3100"/>
                  </a:cubicBezTo>
                  <a:cubicBezTo>
                    <a:pt x="755" y="3100"/>
                    <a:pt x="654" y="3078"/>
                    <a:pt x="574" y="3022"/>
                  </a:cubicBezTo>
                  <a:cubicBezTo>
                    <a:pt x="813" y="2418"/>
                    <a:pt x="1072" y="1834"/>
                    <a:pt x="1369" y="1268"/>
                  </a:cubicBezTo>
                  <a:close/>
                  <a:moveTo>
                    <a:pt x="1388" y="4784"/>
                  </a:moveTo>
                  <a:cubicBezTo>
                    <a:pt x="1398" y="4794"/>
                    <a:pt x="1417" y="4794"/>
                    <a:pt x="1426" y="4794"/>
                  </a:cubicBezTo>
                  <a:cubicBezTo>
                    <a:pt x="1417" y="5014"/>
                    <a:pt x="1407" y="5235"/>
                    <a:pt x="1388" y="5455"/>
                  </a:cubicBezTo>
                  <a:cubicBezTo>
                    <a:pt x="1388" y="5235"/>
                    <a:pt x="1388" y="5005"/>
                    <a:pt x="1388" y="4784"/>
                  </a:cubicBezTo>
                  <a:close/>
                  <a:moveTo>
                    <a:pt x="1350" y="11050"/>
                  </a:moveTo>
                  <a:cubicBezTo>
                    <a:pt x="1359" y="11395"/>
                    <a:pt x="1369" y="11720"/>
                    <a:pt x="1388" y="12056"/>
                  </a:cubicBezTo>
                  <a:lnTo>
                    <a:pt x="1369" y="12458"/>
                  </a:lnTo>
                  <a:cubicBezTo>
                    <a:pt x="1369" y="12631"/>
                    <a:pt x="1359" y="12813"/>
                    <a:pt x="1350" y="12985"/>
                  </a:cubicBezTo>
                  <a:lnTo>
                    <a:pt x="1350" y="11050"/>
                  </a:lnTo>
                  <a:close/>
                  <a:moveTo>
                    <a:pt x="1340" y="14633"/>
                  </a:moveTo>
                  <a:cubicBezTo>
                    <a:pt x="1359" y="14863"/>
                    <a:pt x="1379" y="15112"/>
                    <a:pt x="1398" y="15303"/>
                  </a:cubicBezTo>
                  <a:cubicBezTo>
                    <a:pt x="1384" y="15297"/>
                    <a:pt x="1366" y="15290"/>
                    <a:pt x="1350" y="15290"/>
                  </a:cubicBezTo>
                  <a:cubicBezTo>
                    <a:pt x="1343" y="15290"/>
                    <a:pt x="1336" y="15291"/>
                    <a:pt x="1331" y="15294"/>
                  </a:cubicBezTo>
                  <a:cubicBezTo>
                    <a:pt x="1340" y="15275"/>
                    <a:pt x="1340" y="15265"/>
                    <a:pt x="1340" y="15256"/>
                  </a:cubicBezTo>
                  <a:cubicBezTo>
                    <a:pt x="1340" y="15045"/>
                    <a:pt x="1340" y="14834"/>
                    <a:pt x="1340" y="14633"/>
                  </a:cubicBezTo>
                  <a:close/>
                  <a:moveTo>
                    <a:pt x="545" y="3271"/>
                  </a:moveTo>
                  <a:lnTo>
                    <a:pt x="545" y="3271"/>
                  </a:lnTo>
                  <a:cubicBezTo>
                    <a:pt x="655" y="3333"/>
                    <a:pt x="779" y="3365"/>
                    <a:pt x="905" y="3365"/>
                  </a:cubicBezTo>
                  <a:cubicBezTo>
                    <a:pt x="1009" y="3365"/>
                    <a:pt x="1116" y="3343"/>
                    <a:pt x="1216" y="3299"/>
                  </a:cubicBezTo>
                  <a:lnTo>
                    <a:pt x="1216" y="3299"/>
                  </a:lnTo>
                  <a:cubicBezTo>
                    <a:pt x="1015" y="5263"/>
                    <a:pt x="1062" y="7266"/>
                    <a:pt x="1043" y="9239"/>
                  </a:cubicBezTo>
                  <a:cubicBezTo>
                    <a:pt x="1024" y="11241"/>
                    <a:pt x="986" y="13244"/>
                    <a:pt x="1043" y="15256"/>
                  </a:cubicBezTo>
                  <a:cubicBezTo>
                    <a:pt x="1043" y="15303"/>
                    <a:pt x="1082" y="15361"/>
                    <a:pt x="1129" y="15380"/>
                  </a:cubicBezTo>
                  <a:cubicBezTo>
                    <a:pt x="890" y="15380"/>
                    <a:pt x="641" y="15380"/>
                    <a:pt x="392" y="15371"/>
                  </a:cubicBezTo>
                  <a:cubicBezTo>
                    <a:pt x="593" y="11376"/>
                    <a:pt x="842" y="7266"/>
                    <a:pt x="545" y="3271"/>
                  </a:cubicBezTo>
                  <a:close/>
                  <a:moveTo>
                    <a:pt x="2672" y="3366"/>
                  </a:moveTo>
                  <a:lnTo>
                    <a:pt x="2672" y="3395"/>
                  </a:lnTo>
                  <a:cubicBezTo>
                    <a:pt x="2461" y="7390"/>
                    <a:pt x="2547" y="11385"/>
                    <a:pt x="2241" y="15380"/>
                  </a:cubicBezTo>
                  <a:lnTo>
                    <a:pt x="1685" y="15380"/>
                  </a:lnTo>
                  <a:cubicBezTo>
                    <a:pt x="1791" y="14959"/>
                    <a:pt x="1695" y="14345"/>
                    <a:pt x="1704" y="14029"/>
                  </a:cubicBezTo>
                  <a:cubicBezTo>
                    <a:pt x="1743" y="12851"/>
                    <a:pt x="1762" y="11663"/>
                    <a:pt x="1791" y="10485"/>
                  </a:cubicBezTo>
                  <a:cubicBezTo>
                    <a:pt x="1838" y="8195"/>
                    <a:pt x="2001" y="5876"/>
                    <a:pt x="1934" y="3577"/>
                  </a:cubicBezTo>
                  <a:cubicBezTo>
                    <a:pt x="2049" y="3568"/>
                    <a:pt x="2155" y="3520"/>
                    <a:pt x="2241" y="3443"/>
                  </a:cubicBezTo>
                  <a:cubicBezTo>
                    <a:pt x="2270" y="3472"/>
                    <a:pt x="2298" y="3491"/>
                    <a:pt x="2337" y="3501"/>
                  </a:cubicBezTo>
                  <a:cubicBezTo>
                    <a:pt x="2373" y="3519"/>
                    <a:pt x="2410" y="3527"/>
                    <a:pt x="2446" y="3527"/>
                  </a:cubicBezTo>
                  <a:cubicBezTo>
                    <a:pt x="2545" y="3527"/>
                    <a:pt x="2637" y="3465"/>
                    <a:pt x="2672" y="3366"/>
                  </a:cubicBezTo>
                  <a:close/>
                  <a:moveTo>
                    <a:pt x="363" y="15581"/>
                  </a:moveTo>
                  <a:cubicBezTo>
                    <a:pt x="650" y="15648"/>
                    <a:pt x="928" y="15696"/>
                    <a:pt x="1225" y="15715"/>
                  </a:cubicBezTo>
                  <a:cubicBezTo>
                    <a:pt x="1263" y="15753"/>
                    <a:pt x="1312" y="15772"/>
                    <a:pt x="1362" y="15772"/>
                  </a:cubicBezTo>
                  <a:cubicBezTo>
                    <a:pt x="1401" y="15772"/>
                    <a:pt x="1440" y="15760"/>
                    <a:pt x="1474" y="15735"/>
                  </a:cubicBezTo>
                  <a:cubicBezTo>
                    <a:pt x="1565" y="15739"/>
                    <a:pt x="1656" y="15742"/>
                    <a:pt x="1749" y="15742"/>
                  </a:cubicBezTo>
                  <a:cubicBezTo>
                    <a:pt x="1841" y="15742"/>
                    <a:pt x="1934" y="15739"/>
                    <a:pt x="2030" y="15735"/>
                  </a:cubicBezTo>
                  <a:lnTo>
                    <a:pt x="2030" y="15735"/>
                  </a:lnTo>
                  <a:cubicBezTo>
                    <a:pt x="1877" y="15974"/>
                    <a:pt x="1628" y="16127"/>
                    <a:pt x="1350" y="16147"/>
                  </a:cubicBezTo>
                  <a:cubicBezTo>
                    <a:pt x="1331" y="16148"/>
                    <a:pt x="1312" y="16149"/>
                    <a:pt x="1293" y="16149"/>
                  </a:cubicBezTo>
                  <a:cubicBezTo>
                    <a:pt x="927" y="16149"/>
                    <a:pt x="554" y="15892"/>
                    <a:pt x="363" y="15600"/>
                  </a:cubicBezTo>
                  <a:lnTo>
                    <a:pt x="363" y="15581"/>
                  </a:lnTo>
                  <a:close/>
                  <a:moveTo>
                    <a:pt x="1892" y="0"/>
                  </a:moveTo>
                  <a:cubicBezTo>
                    <a:pt x="1844" y="0"/>
                    <a:pt x="1798" y="24"/>
                    <a:pt x="1771" y="71"/>
                  </a:cubicBezTo>
                  <a:cubicBezTo>
                    <a:pt x="1082" y="981"/>
                    <a:pt x="526" y="1977"/>
                    <a:pt x="267" y="3098"/>
                  </a:cubicBezTo>
                  <a:cubicBezTo>
                    <a:pt x="248" y="3165"/>
                    <a:pt x="286" y="3232"/>
                    <a:pt x="363" y="3251"/>
                  </a:cubicBezTo>
                  <a:cubicBezTo>
                    <a:pt x="124" y="7333"/>
                    <a:pt x="210" y="11452"/>
                    <a:pt x="9" y="15543"/>
                  </a:cubicBezTo>
                  <a:cubicBezTo>
                    <a:pt x="1" y="15647"/>
                    <a:pt x="80" y="15725"/>
                    <a:pt x="173" y="15725"/>
                  </a:cubicBezTo>
                  <a:cubicBezTo>
                    <a:pt x="191" y="15725"/>
                    <a:pt x="210" y="15722"/>
                    <a:pt x="229" y="15715"/>
                  </a:cubicBezTo>
                  <a:cubicBezTo>
                    <a:pt x="384" y="16269"/>
                    <a:pt x="881" y="16547"/>
                    <a:pt x="1375" y="16547"/>
                  </a:cubicBezTo>
                  <a:cubicBezTo>
                    <a:pt x="1890" y="16547"/>
                    <a:pt x="2401" y="16245"/>
                    <a:pt x="2519" y="15639"/>
                  </a:cubicBezTo>
                  <a:cubicBezTo>
                    <a:pt x="2605" y="15610"/>
                    <a:pt x="2662" y="15533"/>
                    <a:pt x="2672" y="15447"/>
                  </a:cubicBezTo>
                  <a:cubicBezTo>
                    <a:pt x="3007" y="11433"/>
                    <a:pt x="3343" y="7237"/>
                    <a:pt x="2969" y="3223"/>
                  </a:cubicBezTo>
                  <a:cubicBezTo>
                    <a:pt x="2969" y="3175"/>
                    <a:pt x="2940" y="3136"/>
                    <a:pt x="2911" y="3108"/>
                  </a:cubicBezTo>
                  <a:lnTo>
                    <a:pt x="2509" y="1134"/>
                  </a:lnTo>
                  <a:cubicBezTo>
                    <a:pt x="2605" y="1038"/>
                    <a:pt x="2624" y="895"/>
                    <a:pt x="2567" y="780"/>
                  </a:cubicBezTo>
                  <a:cubicBezTo>
                    <a:pt x="2538" y="713"/>
                    <a:pt x="2471" y="655"/>
                    <a:pt x="2404" y="636"/>
                  </a:cubicBezTo>
                  <a:cubicBezTo>
                    <a:pt x="2337" y="377"/>
                    <a:pt x="2231" y="138"/>
                    <a:pt x="1953" y="13"/>
                  </a:cubicBezTo>
                  <a:cubicBezTo>
                    <a:pt x="1933" y="5"/>
                    <a:pt x="1912" y="0"/>
                    <a:pt x="1892" y="0"/>
                  </a:cubicBezTo>
                  <a:close/>
                </a:path>
              </a:pathLst>
            </a:custGeom>
            <a:solidFill>
              <a:srgbClr val="1E1E1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1" name="Google Shape;2951;p41"/>
          <p:cNvGrpSpPr/>
          <p:nvPr/>
        </p:nvGrpSpPr>
        <p:grpSpPr>
          <a:xfrm>
            <a:off x="625125" y="3688523"/>
            <a:ext cx="1983300" cy="1045552"/>
            <a:chOff x="3705563" y="2982795"/>
            <a:chExt cx="1983300" cy="1045552"/>
          </a:xfrm>
        </p:grpSpPr>
        <p:sp>
          <p:nvSpPr>
            <p:cNvPr id="2952" name="Google Shape;2952;p41"/>
            <p:cNvSpPr txBox="1"/>
            <p:nvPr/>
          </p:nvSpPr>
          <p:spPr>
            <a:xfrm>
              <a:off x="3715094" y="2982795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John Smith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953" name="Google Shape;2953;p41"/>
            <p:cNvSpPr txBox="1"/>
            <p:nvPr/>
          </p:nvSpPr>
          <p:spPr>
            <a:xfrm>
              <a:off x="3705563" y="3329047"/>
              <a:ext cx="1983300" cy="69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fifth planet from the Sun and the largest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54" name="Google Shape;2954;p41"/>
          <p:cNvGrpSpPr/>
          <p:nvPr/>
        </p:nvGrpSpPr>
        <p:grpSpPr>
          <a:xfrm>
            <a:off x="1637209" y="1329941"/>
            <a:ext cx="1158596" cy="1901594"/>
            <a:chOff x="1595247" y="1239151"/>
            <a:chExt cx="1261263" cy="2070100"/>
          </a:xfrm>
        </p:grpSpPr>
        <p:sp>
          <p:nvSpPr>
            <p:cNvPr id="2955" name="Google Shape;2955;p41"/>
            <p:cNvSpPr/>
            <p:nvPr/>
          </p:nvSpPr>
          <p:spPr>
            <a:xfrm>
              <a:off x="1599174" y="1839745"/>
              <a:ext cx="1257335" cy="1469506"/>
            </a:xfrm>
            <a:custGeom>
              <a:rect b="b" l="l" r="r" t="t"/>
              <a:pathLst>
                <a:path extrusionOk="0" h="41532" w="35533">
                  <a:moveTo>
                    <a:pt x="5578" y="639"/>
                  </a:moveTo>
                  <a:cubicBezTo>
                    <a:pt x="7413" y="842"/>
                    <a:pt x="9283" y="888"/>
                    <a:pt x="11159" y="888"/>
                  </a:cubicBezTo>
                  <a:cubicBezTo>
                    <a:pt x="12671" y="888"/>
                    <a:pt x="14187" y="858"/>
                    <a:pt x="15693" y="858"/>
                  </a:cubicBezTo>
                  <a:cubicBezTo>
                    <a:pt x="16054" y="858"/>
                    <a:pt x="16415" y="860"/>
                    <a:pt x="16774" y="864"/>
                  </a:cubicBezTo>
                  <a:cubicBezTo>
                    <a:pt x="19181" y="864"/>
                    <a:pt x="21587" y="914"/>
                    <a:pt x="23993" y="914"/>
                  </a:cubicBezTo>
                  <a:cubicBezTo>
                    <a:pt x="25576" y="914"/>
                    <a:pt x="27160" y="893"/>
                    <a:pt x="28743" y="821"/>
                  </a:cubicBezTo>
                  <a:lnTo>
                    <a:pt x="28790" y="821"/>
                  </a:lnTo>
                  <a:cubicBezTo>
                    <a:pt x="28881" y="1952"/>
                    <a:pt x="29243" y="3040"/>
                    <a:pt x="29559" y="4128"/>
                  </a:cubicBezTo>
                  <a:cubicBezTo>
                    <a:pt x="30284" y="6576"/>
                    <a:pt x="30828" y="9115"/>
                    <a:pt x="31554" y="11610"/>
                  </a:cubicBezTo>
                  <a:cubicBezTo>
                    <a:pt x="31644" y="11792"/>
                    <a:pt x="31782" y="11835"/>
                    <a:pt x="31963" y="11835"/>
                  </a:cubicBezTo>
                  <a:cubicBezTo>
                    <a:pt x="31963" y="11885"/>
                    <a:pt x="32018" y="11922"/>
                    <a:pt x="32075" y="11922"/>
                  </a:cubicBezTo>
                  <a:cubicBezTo>
                    <a:pt x="32121" y="11922"/>
                    <a:pt x="32169" y="11897"/>
                    <a:pt x="32188" y="11835"/>
                  </a:cubicBezTo>
                  <a:cubicBezTo>
                    <a:pt x="32326" y="11248"/>
                    <a:pt x="32460" y="10613"/>
                    <a:pt x="32823" y="10160"/>
                  </a:cubicBezTo>
                  <a:cubicBezTo>
                    <a:pt x="32930" y="10006"/>
                    <a:pt x="33027" y="9943"/>
                    <a:pt x="33114" y="9943"/>
                  </a:cubicBezTo>
                  <a:cubicBezTo>
                    <a:pt x="33542" y="9943"/>
                    <a:pt x="33730" y="11488"/>
                    <a:pt x="33730" y="11563"/>
                  </a:cubicBezTo>
                  <a:cubicBezTo>
                    <a:pt x="33730" y="12245"/>
                    <a:pt x="33686" y="12880"/>
                    <a:pt x="33548" y="13514"/>
                  </a:cubicBezTo>
                  <a:cubicBezTo>
                    <a:pt x="33458" y="13877"/>
                    <a:pt x="33367" y="14193"/>
                    <a:pt x="33186" y="14555"/>
                  </a:cubicBezTo>
                  <a:lnTo>
                    <a:pt x="32054" y="14555"/>
                  </a:lnTo>
                  <a:cubicBezTo>
                    <a:pt x="32031" y="14380"/>
                    <a:pt x="31903" y="14289"/>
                    <a:pt x="31771" y="14289"/>
                  </a:cubicBezTo>
                  <a:cubicBezTo>
                    <a:pt x="31631" y="14289"/>
                    <a:pt x="31487" y="14391"/>
                    <a:pt x="31463" y="14603"/>
                  </a:cubicBezTo>
                  <a:cubicBezTo>
                    <a:pt x="30875" y="21900"/>
                    <a:pt x="22987" y="22038"/>
                    <a:pt x="17184" y="22172"/>
                  </a:cubicBezTo>
                  <a:cubicBezTo>
                    <a:pt x="11334" y="22038"/>
                    <a:pt x="3493" y="21900"/>
                    <a:pt x="2858" y="14603"/>
                  </a:cubicBezTo>
                  <a:cubicBezTo>
                    <a:pt x="2858" y="14391"/>
                    <a:pt x="2714" y="14289"/>
                    <a:pt x="2567" y="14289"/>
                  </a:cubicBezTo>
                  <a:cubicBezTo>
                    <a:pt x="2429" y="14289"/>
                    <a:pt x="2290" y="14380"/>
                    <a:pt x="2267" y="14555"/>
                  </a:cubicBezTo>
                  <a:lnTo>
                    <a:pt x="1135" y="14555"/>
                  </a:lnTo>
                  <a:cubicBezTo>
                    <a:pt x="998" y="14193"/>
                    <a:pt x="863" y="13877"/>
                    <a:pt x="816" y="13514"/>
                  </a:cubicBezTo>
                  <a:cubicBezTo>
                    <a:pt x="635" y="12880"/>
                    <a:pt x="635" y="12245"/>
                    <a:pt x="635" y="11563"/>
                  </a:cubicBezTo>
                  <a:cubicBezTo>
                    <a:pt x="635" y="11488"/>
                    <a:pt x="823" y="9943"/>
                    <a:pt x="1250" y="9943"/>
                  </a:cubicBezTo>
                  <a:cubicBezTo>
                    <a:pt x="1337" y="9943"/>
                    <a:pt x="1434" y="10006"/>
                    <a:pt x="1542" y="10160"/>
                  </a:cubicBezTo>
                  <a:cubicBezTo>
                    <a:pt x="1861" y="10613"/>
                    <a:pt x="1995" y="11248"/>
                    <a:pt x="2133" y="11835"/>
                  </a:cubicBezTo>
                  <a:cubicBezTo>
                    <a:pt x="2152" y="11897"/>
                    <a:pt x="2209" y="11922"/>
                    <a:pt x="2266" y="11922"/>
                  </a:cubicBezTo>
                  <a:cubicBezTo>
                    <a:pt x="2336" y="11922"/>
                    <a:pt x="2405" y="11885"/>
                    <a:pt x="2405" y="11835"/>
                  </a:cubicBezTo>
                  <a:cubicBezTo>
                    <a:pt x="2539" y="11835"/>
                    <a:pt x="2720" y="11792"/>
                    <a:pt x="2768" y="11610"/>
                  </a:cubicBezTo>
                  <a:cubicBezTo>
                    <a:pt x="3536" y="9115"/>
                    <a:pt x="4080" y="6576"/>
                    <a:pt x="4762" y="4128"/>
                  </a:cubicBezTo>
                  <a:cubicBezTo>
                    <a:pt x="5078" y="2997"/>
                    <a:pt x="5531" y="1818"/>
                    <a:pt x="5578" y="639"/>
                  </a:cubicBezTo>
                  <a:close/>
                  <a:moveTo>
                    <a:pt x="22940" y="22625"/>
                  </a:moveTo>
                  <a:cubicBezTo>
                    <a:pt x="22987" y="22763"/>
                    <a:pt x="22987" y="22897"/>
                    <a:pt x="23031" y="23035"/>
                  </a:cubicBezTo>
                  <a:cubicBezTo>
                    <a:pt x="22078" y="23924"/>
                    <a:pt x="20819" y="24309"/>
                    <a:pt x="19525" y="24309"/>
                  </a:cubicBezTo>
                  <a:cubicBezTo>
                    <a:pt x="18050" y="24309"/>
                    <a:pt x="16530" y="23809"/>
                    <a:pt x="15371" y="22988"/>
                  </a:cubicBezTo>
                  <a:lnTo>
                    <a:pt x="17228" y="22988"/>
                  </a:lnTo>
                  <a:cubicBezTo>
                    <a:pt x="17522" y="22995"/>
                    <a:pt x="17820" y="22999"/>
                    <a:pt x="18121" y="22999"/>
                  </a:cubicBezTo>
                  <a:cubicBezTo>
                    <a:pt x="19675" y="22999"/>
                    <a:pt x="21308" y="22892"/>
                    <a:pt x="22940" y="22625"/>
                  </a:cubicBezTo>
                  <a:close/>
                  <a:moveTo>
                    <a:pt x="15414" y="23216"/>
                  </a:moveTo>
                  <a:lnTo>
                    <a:pt x="15414" y="23216"/>
                  </a:lnTo>
                  <a:cubicBezTo>
                    <a:pt x="16613" y="24179"/>
                    <a:pt x="18320" y="24798"/>
                    <a:pt x="19952" y="24798"/>
                  </a:cubicBezTo>
                  <a:cubicBezTo>
                    <a:pt x="21159" y="24798"/>
                    <a:pt x="22325" y="24459"/>
                    <a:pt x="23212" y="23670"/>
                  </a:cubicBezTo>
                  <a:cubicBezTo>
                    <a:pt x="23303" y="24032"/>
                    <a:pt x="23393" y="24348"/>
                    <a:pt x="23484" y="24710"/>
                  </a:cubicBezTo>
                  <a:cubicBezTo>
                    <a:pt x="23430" y="24630"/>
                    <a:pt x="23327" y="24565"/>
                    <a:pt x="23224" y="24565"/>
                  </a:cubicBezTo>
                  <a:cubicBezTo>
                    <a:pt x="23155" y="24565"/>
                    <a:pt x="23086" y="24594"/>
                    <a:pt x="23031" y="24667"/>
                  </a:cubicBezTo>
                  <a:cubicBezTo>
                    <a:pt x="22300" y="25431"/>
                    <a:pt x="21436" y="25699"/>
                    <a:pt x="20521" y="25699"/>
                  </a:cubicBezTo>
                  <a:cubicBezTo>
                    <a:pt x="18996" y="25699"/>
                    <a:pt x="17332" y="24955"/>
                    <a:pt x="15915" y="24529"/>
                  </a:cubicBezTo>
                  <a:cubicBezTo>
                    <a:pt x="15733" y="24076"/>
                    <a:pt x="15596" y="23622"/>
                    <a:pt x="15414" y="23216"/>
                  </a:cubicBezTo>
                  <a:close/>
                  <a:moveTo>
                    <a:pt x="12785" y="22806"/>
                  </a:moveTo>
                  <a:lnTo>
                    <a:pt x="12785" y="22806"/>
                  </a:lnTo>
                  <a:cubicBezTo>
                    <a:pt x="13557" y="22897"/>
                    <a:pt x="14283" y="22944"/>
                    <a:pt x="15008" y="22944"/>
                  </a:cubicBezTo>
                  <a:cubicBezTo>
                    <a:pt x="16593" y="27975"/>
                    <a:pt x="18225" y="33009"/>
                    <a:pt x="18998" y="38220"/>
                  </a:cubicBezTo>
                  <a:cubicBezTo>
                    <a:pt x="18272" y="37542"/>
                    <a:pt x="17365" y="36998"/>
                    <a:pt x="16549" y="36498"/>
                  </a:cubicBezTo>
                  <a:cubicBezTo>
                    <a:pt x="15280" y="35682"/>
                    <a:pt x="14101" y="34866"/>
                    <a:pt x="14373" y="33052"/>
                  </a:cubicBezTo>
                  <a:cubicBezTo>
                    <a:pt x="14464" y="32283"/>
                    <a:pt x="14736" y="31511"/>
                    <a:pt x="14870" y="30742"/>
                  </a:cubicBezTo>
                  <a:cubicBezTo>
                    <a:pt x="14870" y="30604"/>
                    <a:pt x="14736" y="30513"/>
                    <a:pt x="14598" y="30513"/>
                  </a:cubicBezTo>
                  <a:cubicBezTo>
                    <a:pt x="10837" y="30513"/>
                    <a:pt x="12560" y="25164"/>
                    <a:pt x="12785" y="22806"/>
                  </a:cubicBezTo>
                  <a:close/>
                  <a:moveTo>
                    <a:pt x="24195" y="0"/>
                  </a:moveTo>
                  <a:cubicBezTo>
                    <a:pt x="21953" y="0"/>
                    <a:pt x="19718" y="48"/>
                    <a:pt x="17500" y="48"/>
                  </a:cubicBezTo>
                  <a:cubicBezTo>
                    <a:pt x="17161" y="52"/>
                    <a:pt x="16821" y="54"/>
                    <a:pt x="16480" y="54"/>
                  </a:cubicBezTo>
                  <a:cubicBezTo>
                    <a:pt x="14739" y="54"/>
                    <a:pt x="12976" y="10"/>
                    <a:pt x="11214" y="10"/>
                  </a:cubicBezTo>
                  <a:cubicBezTo>
                    <a:pt x="9309" y="10"/>
                    <a:pt x="7405" y="61"/>
                    <a:pt x="5531" y="277"/>
                  </a:cubicBezTo>
                  <a:cubicBezTo>
                    <a:pt x="5488" y="277"/>
                    <a:pt x="5441" y="320"/>
                    <a:pt x="5397" y="367"/>
                  </a:cubicBezTo>
                  <a:cubicBezTo>
                    <a:pt x="5306" y="367"/>
                    <a:pt x="5216" y="411"/>
                    <a:pt x="5216" y="501"/>
                  </a:cubicBezTo>
                  <a:cubicBezTo>
                    <a:pt x="4762" y="1590"/>
                    <a:pt x="4534" y="2815"/>
                    <a:pt x="4171" y="3947"/>
                  </a:cubicBezTo>
                  <a:cubicBezTo>
                    <a:pt x="3402" y="6123"/>
                    <a:pt x="2677" y="8437"/>
                    <a:pt x="2267" y="10704"/>
                  </a:cubicBezTo>
                  <a:cubicBezTo>
                    <a:pt x="2086" y="10022"/>
                    <a:pt x="1723" y="9344"/>
                    <a:pt x="1088" y="9206"/>
                  </a:cubicBezTo>
                  <a:cubicBezTo>
                    <a:pt x="1048" y="9198"/>
                    <a:pt x="1010" y="9194"/>
                    <a:pt x="973" y="9194"/>
                  </a:cubicBezTo>
                  <a:cubicBezTo>
                    <a:pt x="134" y="9194"/>
                    <a:pt x="89" y="11087"/>
                    <a:pt x="47" y="11563"/>
                  </a:cubicBezTo>
                  <a:cubicBezTo>
                    <a:pt x="0" y="12608"/>
                    <a:pt x="47" y="14827"/>
                    <a:pt x="1088" y="15419"/>
                  </a:cubicBezTo>
                  <a:cubicBezTo>
                    <a:pt x="1423" y="15613"/>
                    <a:pt x="1724" y="15705"/>
                    <a:pt x="1980" y="15705"/>
                  </a:cubicBezTo>
                  <a:cubicBezTo>
                    <a:pt x="2140" y="15705"/>
                    <a:pt x="2282" y="15670"/>
                    <a:pt x="2405" y="15600"/>
                  </a:cubicBezTo>
                  <a:cubicBezTo>
                    <a:pt x="3040" y="19089"/>
                    <a:pt x="5578" y="20993"/>
                    <a:pt x="8661" y="21990"/>
                  </a:cubicBezTo>
                  <a:cubicBezTo>
                    <a:pt x="7617" y="23216"/>
                    <a:pt x="6075" y="23942"/>
                    <a:pt x="4987" y="25164"/>
                  </a:cubicBezTo>
                  <a:cubicBezTo>
                    <a:pt x="4171" y="26071"/>
                    <a:pt x="3765" y="27249"/>
                    <a:pt x="3627" y="28428"/>
                  </a:cubicBezTo>
                  <a:cubicBezTo>
                    <a:pt x="3221" y="31558"/>
                    <a:pt x="4080" y="35366"/>
                    <a:pt x="2720" y="38268"/>
                  </a:cubicBezTo>
                  <a:cubicBezTo>
                    <a:pt x="2628" y="38484"/>
                    <a:pt x="2790" y="38680"/>
                    <a:pt x="2960" y="38680"/>
                  </a:cubicBezTo>
                  <a:cubicBezTo>
                    <a:pt x="3038" y="38680"/>
                    <a:pt x="3117" y="38639"/>
                    <a:pt x="3174" y="38540"/>
                  </a:cubicBezTo>
                  <a:cubicBezTo>
                    <a:pt x="4443" y="36135"/>
                    <a:pt x="3899" y="32918"/>
                    <a:pt x="3990" y="30289"/>
                  </a:cubicBezTo>
                  <a:cubicBezTo>
                    <a:pt x="4080" y="28337"/>
                    <a:pt x="4352" y="26662"/>
                    <a:pt x="5669" y="25164"/>
                  </a:cubicBezTo>
                  <a:cubicBezTo>
                    <a:pt x="6710" y="24032"/>
                    <a:pt x="8161" y="23350"/>
                    <a:pt x="8933" y="22081"/>
                  </a:cubicBezTo>
                  <a:cubicBezTo>
                    <a:pt x="10112" y="22400"/>
                    <a:pt x="11381" y="22625"/>
                    <a:pt x="12603" y="22806"/>
                  </a:cubicBezTo>
                  <a:cubicBezTo>
                    <a:pt x="12016" y="25030"/>
                    <a:pt x="10656" y="29335"/>
                    <a:pt x="13147" y="30742"/>
                  </a:cubicBezTo>
                  <a:cubicBezTo>
                    <a:pt x="13920" y="31148"/>
                    <a:pt x="14417" y="30651"/>
                    <a:pt x="14145" y="31830"/>
                  </a:cubicBezTo>
                  <a:cubicBezTo>
                    <a:pt x="13920" y="32646"/>
                    <a:pt x="13467" y="33734"/>
                    <a:pt x="13873" y="34594"/>
                  </a:cubicBezTo>
                  <a:cubicBezTo>
                    <a:pt x="14827" y="36635"/>
                    <a:pt x="17456" y="37676"/>
                    <a:pt x="19088" y="39127"/>
                  </a:cubicBezTo>
                  <a:cubicBezTo>
                    <a:pt x="19179" y="39852"/>
                    <a:pt x="19270" y="40534"/>
                    <a:pt x="19313" y="41260"/>
                  </a:cubicBezTo>
                  <a:cubicBezTo>
                    <a:pt x="19337" y="41441"/>
                    <a:pt x="19495" y="41532"/>
                    <a:pt x="19648" y="41532"/>
                  </a:cubicBezTo>
                  <a:cubicBezTo>
                    <a:pt x="19801" y="41532"/>
                    <a:pt x="19948" y="41441"/>
                    <a:pt x="19948" y="41260"/>
                  </a:cubicBezTo>
                  <a:cubicBezTo>
                    <a:pt x="19857" y="40534"/>
                    <a:pt x="19766" y="39809"/>
                    <a:pt x="19766" y="39084"/>
                  </a:cubicBezTo>
                  <a:cubicBezTo>
                    <a:pt x="19132" y="34140"/>
                    <a:pt x="17590" y="29382"/>
                    <a:pt x="15958" y="24710"/>
                  </a:cubicBezTo>
                  <a:lnTo>
                    <a:pt x="15958" y="24710"/>
                  </a:lnTo>
                  <a:cubicBezTo>
                    <a:pt x="17435" y="25335"/>
                    <a:pt x="19144" y="26138"/>
                    <a:pt x="20749" y="26138"/>
                  </a:cubicBezTo>
                  <a:cubicBezTo>
                    <a:pt x="21706" y="26138"/>
                    <a:pt x="22627" y="25852"/>
                    <a:pt x="23440" y="25073"/>
                  </a:cubicBezTo>
                  <a:cubicBezTo>
                    <a:pt x="23484" y="25030"/>
                    <a:pt x="23531" y="24982"/>
                    <a:pt x="23531" y="24939"/>
                  </a:cubicBezTo>
                  <a:cubicBezTo>
                    <a:pt x="24572" y="29563"/>
                    <a:pt x="24800" y="34412"/>
                    <a:pt x="26614" y="38812"/>
                  </a:cubicBezTo>
                  <a:cubicBezTo>
                    <a:pt x="26643" y="38884"/>
                    <a:pt x="26710" y="38914"/>
                    <a:pt x="26785" y="38914"/>
                  </a:cubicBezTo>
                  <a:cubicBezTo>
                    <a:pt x="26941" y="38914"/>
                    <a:pt x="27128" y="38782"/>
                    <a:pt x="27067" y="38630"/>
                  </a:cubicBezTo>
                  <a:cubicBezTo>
                    <a:pt x="25207" y="33734"/>
                    <a:pt x="25207" y="28384"/>
                    <a:pt x="23440" y="23488"/>
                  </a:cubicBezTo>
                  <a:cubicBezTo>
                    <a:pt x="23484" y="23441"/>
                    <a:pt x="23531" y="23441"/>
                    <a:pt x="23531" y="23398"/>
                  </a:cubicBezTo>
                  <a:cubicBezTo>
                    <a:pt x="23763" y="23166"/>
                    <a:pt x="23565" y="22868"/>
                    <a:pt x="23334" y="22868"/>
                  </a:cubicBezTo>
                  <a:cubicBezTo>
                    <a:pt x="23293" y="22868"/>
                    <a:pt x="23252" y="22877"/>
                    <a:pt x="23212" y="22897"/>
                  </a:cubicBezTo>
                  <a:cubicBezTo>
                    <a:pt x="23168" y="22806"/>
                    <a:pt x="23121" y="22716"/>
                    <a:pt x="23078" y="22582"/>
                  </a:cubicBezTo>
                  <a:cubicBezTo>
                    <a:pt x="24347" y="22400"/>
                    <a:pt x="25616" y="22038"/>
                    <a:pt x="26748" y="21584"/>
                  </a:cubicBezTo>
                  <a:cubicBezTo>
                    <a:pt x="27974" y="23804"/>
                    <a:pt x="28609" y="26796"/>
                    <a:pt x="28743" y="29291"/>
                  </a:cubicBezTo>
                  <a:cubicBezTo>
                    <a:pt x="28790" y="29879"/>
                    <a:pt x="28199" y="30289"/>
                    <a:pt x="27974" y="30785"/>
                  </a:cubicBezTo>
                  <a:cubicBezTo>
                    <a:pt x="27836" y="31105"/>
                    <a:pt x="28017" y="31692"/>
                    <a:pt x="28108" y="32055"/>
                  </a:cubicBezTo>
                  <a:cubicBezTo>
                    <a:pt x="28609" y="34322"/>
                    <a:pt x="27655" y="36226"/>
                    <a:pt x="27473" y="38492"/>
                  </a:cubicBezTo>
                  <a:cubicBezTo>
                    <a:pt x="27473" y="38674"/>
                    <a:pt x="27621" y="38764"/>
                    <a:pt x="27774" y="38764"/>
                  </a:cubicBezTo>
                  <a:cubicBezTo>
                    <a:pt x="27928" y="38764"/>
                    <a:pt x="28086" y="38674"/>
                    <a:pt x="28108" y="38492"/>
                  </a:cubicBezTo>
                  <a:cubicBezTo>
                    <a:pt x="28289" y="36770"/>
                    <a:pt x="29334" y="34684"/>
                    <a:pt x="28924" y="32918"/>
                  </a:cubicBezTo>
                  <a:cubicBezTo>
                    <a:pt x="28699" y="31873"/>
                    <a:pt x="28609" y="31105"/>
                    <a:pt x="29153" y="30151"/>
                  </a:cubicBezTo>
                  <a:cubicBezTo>
                    <a:pt x="29377" y="29788"/>
                    <a:pt x="29334" y="29291"/>
                    <a:pt x="29287" y="28881"/>
                  </a:cubicBezTo>
                  <a:cubicBezTo>
                    <a:pt x="28971" y="26480"/>
                    <a:pt x="28337" y="23579"/>
                    <a:pt x="26886" y="21537"/>
                  </a:cubicBezTo>
                  <a:cubicBezTo>
                    <a:pt x="27292" y="21356"/>
                    <a:pt x="27702" y="21174"/>
                    <a:pt x="28065" y="20949"/>
                  </a:cubicBezTo>
                  <a:cubicBezTo>
                    <a:pt x="31009" y="22128"/>
                    <a:pt x="31372" y="24758"/>
                    <a:pt x="32145" y="27568"/>
                  </a:cubicBezTo>
                  <a:cubicBezTo>
                    <a:pt x="32914" y="30241"/>
                    <a:pt x="33686" y="33009"/>
                    <a:pt x="34955" y="35500"/>
                  </a:cubicBezTo>
                  <a:cubicBezTo>
                    <a:pt x="34998" y="35615"/>
                    <a:pt x="35078" y="35662"/>
                    <a:pt x="35161" y="35662"/>
                  </a:cubicBezTo>
                  <a:cubicBezTo>
                    <a:pt x="35339" y="35662"/>
                    <a:pt x="35533" y="35446"/>
                    <a:pt x="35409" y="35228"/>
                  </a:cubicBezTo>
                  <a:cubicBezTo>
                    <a:pt x="33958" y="31739"/>
                    <a:pt x="32914" y="28156"/>
                    <a:pt x="31826" y="24529"/>
                  </a:cubicBezTo>
                  <a:cubicBezTo>
                    <a:pt x="31238" y="22672"/>
                    <a:pt x="30150" y="21265"/>
                    <a:pt x="28199" y="20859"/>
                  </a:cubicBezTo>
                  <a:cubicBezTo>
                    <a:pt x="30103" y="19724"/>
                    <a:pt x="31510" y="18048"/>
                    <a:pt x="31963" y="15600"/>
                  </a:cubicBezTo>
                  <a:cubicBezTo>
                    <a:pt x="32084" y="15670"/>
                    <a:pt x="32220" y="15705"/>
                    <a:pt x="32371" y="15705"/>
                  </a:cubicBezTo>
                  <a:cubicBezTo>
                    <a:pt x="32613" y="15705"/>
                    <a:pt x="32898" y="15613"/>
                    <a:pt x="33233" y="15419"/>
                  </a:cubicBezTo>
                  <a:cubicBezTo>
                    <a:pt x="34321" y="14827"/>
                    <a:pt x="34321" y="12608"/>
                    <a:pt x="34274" y="11563"/>
                  </a:cubicBezTo>
                  <a:cubicBezTo>
                    <a:pt x="34274" y="11087"/>
                    <a:pt x="34190" y="9194"/>
                    <a:pt x="33349" y="9194"/>
                  </a:cubicBezTo>
                  <a:cubicBezTo>
                    <a:pt x="33312" y="9194"/>
                    <a:pt x="33273" y="9198"/>
                    <a:pt x="33233" y="9206"/>
                  </a:cubicBezTo>
                  <a:cubicBezTo>
                    <a:pt x="32598" y="9344"/>
                    <a:pt x="32279" y="10022"/>
                    <a:pt x="32098" y="10704"/>
                  </a:cubicBezTo>
                  <a:cubicBezTo>
                    <a:pt x="31644" y="8437"/>
                    <a:pt x="30966" y="6123"/>
                    <a:pt x="30193" y="3947"/>
                  </a:cubicBezTo>
                  <a:cubicBezTo>
                    <a:pt x="29787" y="2815"/>
                    <a:pt x="29606" y="1590"/>
                    <a:pt x="29153" y="501"/>
                  </a:cubicBezTo>
                  <a:cubicBezTo>
                    <a:pt x="29153" y="458"/>
                    <a:pt x="29105" y="458"/>
                    <a:pt x="29105" y="411"/>
                  </a:cubicBezTo>
                  <a:cubicBezTo>
                    <a:pt x="29062" y="229"/>
                    <a:pt x="28971" y="95"/>
                    <a:pt x="28743" y="95"/>
                  </a:cubicBezTo>
                  <a:cubicBezTo>
                    <a:pt x="27226" y="22"/>
                    <a:pt x="25709" y="0"/>
                    <a:pt x="2419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41"/>
            <p:cNvSpPr/>
            <p:nvPr/>
          </p:nvSpPr>
          <p:spPr>
            <a:xfrm>
              <a:off x="1920014" y="2115042"/>
              <a:ext cx="59447" cy="172950"/>
            </a:xfrm>
            <a:custGeom>
              <a:rect b="b" l="l" r="r" t="t"/>
              <a:pathLst>
                <a:path extrusionOk="0" h="4888" w="1680">
                  <a:moveTo>
                    <a:pt x="1078" y="0"/>
                  </a:moveTo>
                  <a:cubicBezTo>
                    <a:pt x="1000" y="0"/>
                    <a:pt x="920" y="37"/>
                    <a:pt x="863" y="113"/>
                  </a:cubicBezTo>
                  <a:cubicBezTo>
                    <a:pt x="773" y="294"/>
                    <a:pt x="682" y="428"/>
                    <a:pt x="635" y="610"/>
                  </a:cubicBezTo>
                  <a:cubicBezTo>
                    <a:pt x="591" y="610"/>
                    <a:pt x="544" y="657"/>
                    <a:pt x="544" y="700"/>
                  </a:cubicBezTo>
                  <a:cubicBezTo>
                    <a:pt x="501" y="791"/>
                    <a:pt x="501" y="882"/>
                    <a:pt x="501" y="929"/>
                  </a:cubicBezTo>
                  <a:cubicBezTo>
                    <a:pt x="410" y="1245"/>
                    <a:pt x="319" y="1607"/>
                    <a:pt x="319" y="1926"/>
                  </a:cubicBezTo>
                  <a:cubicBezTo>
                    <a:pt x="138" y="2605"/>
                    <a:pt x="0" y="3286"/>
                    <a:pt x="138" y="3965"/>
                  </a:cubicBezTo>
                  <a:cubicBezTo>
                    <a:pt x="209" y="4287"/>
                    <a:pt x="505" y="4887"/>
                    <a:pt x="870" y="4887"/>
                  </a:cubicBezTo>
                  <a:cubicBezTo>
                    <a:pt x="969" y="4887"/>
                    <a:pt x="1073" y="4843"/>
                    <a:pt x="1179" y="4737"/>
                  </a:cubicBezTo>
                  <a:cubicBezTo>
                    <a:pt x="1680" y="4237"/>
                    <a:pt x="1632" y="3239"/>
                    <a:pt x="1589" y="2652"/>
                  </a:cubicBezTo>
                  <a:cubicBezTo>
                    <a:pt x="1589" y="1836"/>
                    <a:pt x="1589" y="929"/>
                    <a:pt x="1317" y="204"/>
                  </a:cubicBezTo>
                  <a:cubicBezTo>
                    <a:pt x="1289" y="71"/>
                    <a:pt x="1186" y="0"/>
                    <a:pt x="107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41"/>
            <p:cNvSpPr/>
            <p:nvPr/>
          </p:nvSpPr>
          <p:spPr>
            <a:xfrm>
              <a:off x="2425390" y="2115042"/>
              <a:ext cx="59341" cy="172950"/>
            </a:xfrm>
            <a:custGeom>
              <a:rect b="b" l="l" r="r" t="t"/>
              <a:pathLst>
                <a:path extrusionOk="0" h="4888" w="1677">
                  <a:moveTo>
                    <a:pt x="1043" y="0"/>
                  </a:moveTo>
                  <a:cubicBezTo>
                    <a:pt x="968" y="0"/>
                    <a:pt x="898" y="37"/>
                    <a:pt x="860" y="113"/>
                  </a:cubicBezTo>
                  <a:cubicBezTo>
                    <a:pt x="770" y="294"/>
                    <a:pt x="679" y="428"/>
                    <a:pt x="588" y="610"/>
                  </a:cubicBezTo>
                  <a:cubicBezTo>
                    <a:pt x="545" y="610"/>
                    <a:pt x="498" y="657"/>
                    <a:pt x="498" y="700"/>
                  </a:cubicBezTo>
                  <a:cubicBezTo>
                    <a:pt x="498" y="791"/>
                    <a:pt x="454" y="882"/>
                    <a:pt x="454" y="929"/>
                  </a:cubicBezTo>
                  <a:cubicBezTo>
                    <a:pt x="363" y="1245"/>
                    <a:pt x="316" y="1607"/>
                    <a:pt x="273" y="1926"/>
                  </a:cubicBezTo>
                  <a:cubicBezTo>
                    <a:pt x="135" y="2605"/>
                    <a:pt x="1" y="3286"/>
                    <a:pt x="91" y="3965"/>
                  </a:cubicBezTo>
                  <a:cubicBezTo>
                    <a:pt x="163" y="4287"/>
                    <a:pt x="458" y="4887"/>
                    <a:pt x="846" y="4887"/>
                  </a:cubicBezTo>
                  <a:cubicBezTo>
                    <a:pt x="951" y="4887"/>
                    <a:pt x="1063" y="4843"/>
                    <a:pt x="1179" y="4737"/>
                  </a:cubicBezTo>
                  <a:cubicBezTo>
                    <a:pt x="1676" y="4237"/>
                    <a:pt x="1586" y="3239"/>
                    <a:pt x="1586" y="2652"/>
                  </a:cubicBezTo>
                  <a:cubicBezTo>
                    <a:pt x="1586" y="1836"/>
                    <a:pt x="1542" y="929"/>
                    <a:pt x="1314" y="204"/>
                  </a:cubicBezTo>
                  <a:cubicBezTo>
                    <a:pt x="1261" y="71"/>
                    <a:pt x="1147" y="0"/>
                    <a:pt x="104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41"/>
            <p:cNvSpPr/>
            <p:nvPr/>
          </p:nvSpPr>
          <p:spPr>
            <a:xfrm>
              <a:off x="2179885" y="2120774"/>
              <a:ext cx="75512" cy="198036"/>
            </a:xfrm>
            <a:custGeom>
              <a:rect b="b" l="l" r="r" t="t"/>
              <a:pathLst>
                <a:path extrusionOk="0" h="5597" w="2134">
                  <a:moveTo>
                    <a:pt x="340" y="0"/>
                  </a:moveTo>
                  <a:cubicBezTo>
                    <a:pt x="283" y="0"/>
                    <a:pt x="229" y="36"/>
                    <a:pt x="229" y="85"/>
                  </a:cubicBezTo>
                  <a:cubicBezTo>
                    <a:pt x="91" y="1764"/>
                    <a:pt x="1" y="3578"/>
                    <a:pt x="229" y="5253"/>
                  </a:cubicBezTo>
                  <a:cubicBezTo>
                    <a:pt x="229" y="5344"/>
                    <a:pt x="320" y="5435"/>
                    <a:pt x="410" y="5482"/>
                  </a:cubicBezTo>
                  <a:cubicBezTo>
                    <a:pt x="723" y="5539"/>
                    <a:pt x="1019" y="5596"/>
                    <a:pt x="1308" y="5596"/>
                  </a:cubicBezTo>
                  <a:cubicBezTo>
                    <a:pt x="1478" y="5596"/>
                    <a:pt x="1646" y="5576"/>
                    <a:pt x="1814" y="5525"/>
                  </a:cubicBezTo>
                  <a:cubicBezTo>
                    <a:pt x="2133" y="5435"/>
                    <a:pt x="2042" y="5028"/>
                    <a:pt x="1770" y="4981"/>
                  </a:cubicBezTo>
                  <a:cubicBezTo>
                    <a:pt x="1646" y="4981"/>
                    <a:pt x="1517" y="4992"/>
                    <a:pt x="1395" y="4992"/>
                  </a:cubicBezTo>
                  <a:cubicBezTo>
                    <a:pt x="1073" y="4992"/>
                    <a:pt x="792" y="4919"/>
                    <a:pt x="726" y="4394"/>
                  </a:cubicBezTo>
                  <a:cubicBezTo>
                    <a:pt x="682" y="3893"/>
                    <a:pt x="682" y="3349"/>
                    <a:pt x="635" y="2852"/>
                  </a:cubicBezTo>
                  <a:cubicBezTo>
                    <a:pt x="635" y="1899"/>
                    <a:pt x="682" y="992"/>
                    <a:pt x="454" y="85"/>
                  </a:cubicBezTo>
                  <a:cubicBezTo>
                    <a:pt x="434" y="24"/>
                    <a:pt x="386" y="0"/>
                    <a:pt x="340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41"/>
            <p:cNvSpPr/>
            <p:nvPr/>
          </p:nvSpPr>
          <p:spPr>
            <a:xfrm>
              <a:off x="1595247" y="1239151"/>
              <a:ext cx="1247250" cy="997822"/>
            </a:xfrm>
            <a:custGeom>
              <a:rect b="b" l="l" r="r" t="t"/>
              <a:pathLst>
                <a:path extrusionOk="0" h="28201" w="35248">
                  <a:moveTo>
                    <a:pt x="21733" y="545"/>
                  </a:moveTo>
                  <a:cubicBezTo>
                    <a:pt x="23604" y="545"/>
                    <a:pt x="26196" y="5038"/>
                    <a:pt x="26725" y="6050"/>
                  </a:cubicBezTo>
                  <a:cubicBezTo>
                    <a:pt x="27584" y="7682"/>
                    <a:pt x="28266" y="9496"/>
                    <a:pt x="28763" y="11356"/>
                  </a:cubicBezTo>
                  <a:cubicBezTo>
                    <a:pt x="28720" y="11309"/>
                    <a:pt x="28672" y="11128"/>
                    <a:pt x="28582" y="11128"/>
                  </a:cubicBezTo>
                  <a:cubicBezTo>
                    <a:pt x="27222" y="11128"/>
                    <a:pt x="25862" y="10946"/>
                    <a:pt x="24549" y="10946"/>
                  </a:cubicBezTo>
                  <a:lnTo>
                    <a:pt x="23051" y="10946"/>
                  </a:lnTo>
                  <a:cubicBezTo>
                    <a:pt x="17756" y="10946"/>
                    <a:pt x="12457" y="11127"/>
                    <a:pt x="7161" y="11128"/>
                  </a:cubicBezTo>
                  <a:lnTo>
                    <a:pt x="7161" y="11128"/>
                  </a:lnTo>
                  <a:cubicBezTo>
                    <a:pt x="7742" y="8667"/>
                    <a:pt x="8334" y="6251"/>
                    <a:pt x="9588" y="4012"/>
                  </a:cubicBezTo>
                  <a:cubicBezTo>
                    <a:pt x="10172" y="2989"/>
                    <a:pt x="11057" y="2211"/>
                    <a:pt x="12000" y="2211"/>
                  </a:cubicBezTo>
                  <a:cubicBezTo>
                    <a:pt x="12522" y="2211"/>
                    <a:pt x="13061" y="2449"/>
                    <a:pt x="13578" y="3014"/>
                  </a:cubicBezTo>
                  <a:cubicBezTo>
                    <a:pt x="14256" y="3693"/>
                    <a:pt x="14800" y="4871"/>
                    <a:pt x="15797" y="5190"/>
                  </a:cubicBezTo>
                  <a:cubicBezTo>
                    <a:pt x="16095" y="5294"/>
                    <a:pt x="16370" y="5342"/>
                    <a:pt x="16626" y="5342"/>
                  </a:cubicBezTo>
                  <a:cubicBezTo>
                    <a:pt x="18825" y="5342"/>
                    <a:pt x="19599" y="1843"/>
                    <a:pt x="21103" y="748"/>
                  </a:cubicBezTo>
                  <a:cubicBezTo>
                    <a:pt x="21300" y="608"/>
                    <a:pt x="21512" y="545"/>
                    <a:pt x="21733" y="545"/>
                  </a:cubicBezTo>
                  <a:close/>
                  <a:moveTo>
                    <a:pt x="28901" y="11672"/>
                  </a:moveTo>
                  <a:cubicBezTo>
                    <a:pt x="29035" y="12172"/>
                    <a:pt x="29126" y="12716"/>
                    <a:pt x="29264" y="13213"/>
                  </a:cubicBezTo>
                  <a:cubicBezTo>
                    <a:pt x="25365" y="13213"/>
                    <a:pt x="21419" y="13260"/>
                    <a:pt x="17520" y="13304"/>
                  </a:cubicBezTo>
                  <a:cubicBezTo>
                    <a:pt x="14679" y="13304"/>
                    <a:pt x="11779" y="13247"/>
                    <a:pt x="8889" y="13247"/>
                  </a:cubicBezTo>
                  <a:cubicBezTo>
                    <a:pt x="8138" y="13247"/>
                    <a:pt x="7388" y="13250"/>
                    <a:pt x="6640" y="13260"/>
                  </a:cubicBezTo>
                  <a:cubicBezTo>
                    <a:pt x="6730" y="12850"/>
                    <a:pt x="6868" y="12397"/>
                    <a:pt x="6959" y="11944"/>
                  </a:cubicBezTo>
                  <a:cubicBezTo>
                    <a:pt x="6965" y="11950"/>
                    <a:pt x="6971" y="11953"/>
                    <a:pt x="6978" y="11953"/>
                  </a:cubicBezTo>
                  <a:cubicBezTo>
                    <a:pt x="7017" y="11953"/>
                    <a:pt x="7063" y="11853"/>
                    <a:pt x="7140" y="11853"/>
                  </a:cubicBezTo>
                  <a:cubicBezTo>
                    <a:pt x="12442" y="11853"/>
                    <a:pt x="17701" y="11672"/>
                    <a:pt x="23007" y="11672"/>
                  </a:cubicBezTo>
                  <a:lnTo>
                    <a:pt x="24774" y="11672"/>
                  </a:lnTo>
                  <a:cubicBezTo>
                    <a:pt x="26043" y="11672"/>
                    <a:pt x="27312" y="11853"/>
                    <a:pt x="28538" y="11853"/>
                  </a:cubicBezTo>
                  <a:cubicBezTo>
                    <a:pt x="28720" y="11853"/>
                    <a:pt x="28854" y="11809"/>
                    <a:pt x="28901" y="11672"/>
                  </a:cubicBezTo>
                  <a:close/>
                  <a:moveTo>
                    <a:pt x="340" y="13623"/>
                  </a:moveTo>
                  <a:cubicBezTo>
                    <a:pt x="3172" y="13826"/>
                    <a:pt x="6039" y="13871"/>
                    <a:pt x="8912" y="13871"/>
                  </a:cubicBezTo>
                  <a:cubicBezTo>
                    <a:pt x="11229" y="13871"/>
                    <a:pt x="13550" y="13842"/>
                    <a:pt x="15859" y="13842"/>
                  </a:cubicBezTo>
                  <a:cubicBezTo>
                    <a:pt x="16414" y="13842"/>
                    <a:pt x="16967" y="13843"/>
                    <a:pt x="17520" y="13848"/>
                  </a:cubicBezTo>
                  <a:cubicBezTo>
                    <a:pt x="21466" y="13848"/>
                    <a:pt x="25408" y="13848"/>
                    <a:pt x="29398" y="13895"/>
                  </a:cubicBezTo>
                  <a:cubicBezTo>
                    <a:pt x="29420" y="14085"/>
                    <a:pt x="29551" y="14167"/>
                    <a:pt x="29698" y="14167"/>
                  </a:cubicBezTo>
                  <a:cubicBezTo>
                    <a:pt x="29865" y="14167"/>
                    <a:pt x="30052" y="14062"/>
                    <a:pt x="30123" y="13895"/>
                  </a:cubicBezTo>
                  <a:lnTo>
                    <a:pt x="34704" y="13895"/>
                  </a:lnTo>
                  <a:cubicBezTo>
                    <a:pt x="34747" y="14167"/>
                    <a:pt x="34747" y="14439"/>
                    <a:pt x="34794" y="14711"/>
                  </a:cubicBezTo>
                  <a:cubicBezTo>
                    <a:pt x="29035" y="14754"/>
                    <a:pt x="23279" y="14754"/>
                    <a:pt x="17520" y="14754"/>
                  </a:cubicBezTo>
                  <a:cubicBezTo>
                    <a:pt x="16923" y="14759"/>
                    <a:pt x="16325" y="14761"/>
                    <a:pt x="15725" y="14761"/>
                  </a:cubicBezTo>
                  <a:cubicBezTo>
                    <a:pt x="13621" y="14761"/>
                    <a:pt x="11502" y="14738"/>
                    <a:pt x="9383" y="14738"/>
                  </a:cubicBezTo>
                  <a:cubicBezTo>
                    <a:pt x="6327" y="14738"/>
                    <a:pt x="3269" y="14787"/>
                    <a:pt x="249" y="15026"/>
                  </a:cubicBezTo>
                  <a:cubicBezTo>
                    <a:pt x="293" y="14530"/>
                    <a:pt x="340" y="14076"/>
                    <a:pt x="340" y="13623"/>
                  </a:cubicBezTo>
                  <a:close/>
                  <a:moveTo>
                    <a:pt x="21728" y="1"/>
                  </a:moveTo>
                  <a:cubicBezTo>
                    <a:pt x="19502" y="1"/>
                    <a:pt x="18498" y="4719"/>
                    <a:pt x="16564" y="4719"/>
                  </a:cubicBezTo>
                  <a:cubicBezTo>
                    <a:pt x="16184" y="4719"/>
                    <a:pt x="15768" y="4538"/>
                    <a:pt x="15300" y="4102"/>
                  </a:cubicBezTo>
                  <a:cubicBezTo>
                    <a:pt x="14394" y="3239"/>
                    <a:pt x="13850" y="2061"/>
                    <a:pt x="12580" y="1654"/>
                  </a:cubicBezTo>
                  <a:cubicBezTo>
                    <a:pt x="12404" y="1593"/>
                    <a:pt x="12224" y="1566"/>
                    <a:pt x="12044" y="1566"/>
                  </a:cubicBezTo>
                  <a:cubicBezTo>
                    <a:pt x="11155" y="1566"/>
                    <a:pt x="10258" y="2237"/>
                    <a:pt x="9769" y="2877"/>
                  </a:cubicBezTo>
                  <a:cubicBezTo>
                    <a:pt x="7593" y="5734"/>
                    <a:pt x="6912" y="9815"/>
                    <a:pt x="6415" y="13260"/>
                  </a:cubicBezTo>
                  <a:cubicBezTo>
                    <a:pt x="4373" y="13304"/>
                    <a:pt x="2335" y="13394"/>
                    <a:pt x="340" y="13532"/>
                  </a:cubicBezTo>
                  <a:lnTo>
                    <a:pt x="340" y="13485"/>
                  </a:lnTo>
                  <a:cubicBezTo>
                    <a:pt x="340" y="13367"/>
                    <a:pt x="239" y="13310"/>
                    <a:pt x="150" y="13310"/>
                  </a:cubicBezTo>
                  <a:cubicBezTo>
                    <a:pt x="70" y="13310"/>
                    <a:pt x="0" y="13356"/>
                    <a:pt x="21" y="13441"/>
                  </a:cubicBezTo>
                  <a:cubicBezTo>
                    <a:pt x="21" y="13985"/>
                    <a:pt x="21" y="14530"/>
                    <a:pt x="68" y="15026"/>
                  </a:cubicBezTo>
                  <a:cubicBezTo>
                    <a:pt x="68" y="15102"/>
                    <a:pt x="109" y="15137"/>
                    <a:pt x="153" y="15137"/>
                  </a:cubicBezTo>
                  <a:cubicBezTo>
                    <a:pt x="189" y="15137"/>
                    <a:pt x="228" y="15114"/>
                    <a:pt x="249" y="15074"/>
                  </a:cubicBezTo>
                  <a:lnTo>
                    <a:pt x="2559" y="15208"/>
                  </a:lnTo>
                  <a:cubicBezTo>
                    <a:pt x="340" y="18700"/>
                    <a:pt x="1018" y="24322"/>
                    <a:pt x="2106" y="28039"/>
                  </a:cubicBezTo>
                  <a:cubicBezTo>
                    <a:pt x="2143" y="28150"/>
                    <a:pt x="2247" y="28200"/>
                    <a:pt x="2352" y="28200"/>
                  </a:cubicBezTo>
                  <a:cubicBezTo>
                    <a:pt x="2505" y="28200"/>
                    <a:pt x="2660" y="28091"/>
                    <a:pt x="2607" y="27902"/>
                  </a:cubicBezTo>
                  <a:cubicBezTo>
                    <a:pt x="1428" y="23959"/>
                    <a:pt x="974" y="19016"/>
                    <a:pt x="2831" y="15208"/>
                  </a:cubicBezTo>
                  <a:cubicBezTo>
                    <a:pt x="5051" y="15311"/>
                    <a:pt x="7279" y="15340"/>
                    <a:pt x="9505" y="15340"/>
                  </a:cubicBezTo>
                  <a:cubicBezTo>
                    <a:pt x="12189" y="15340"/>
                    <a:pt x="14869" y="15298"/>
                    <a:pt x="17520" y="15298"/>
                  </a:cubicBezTo>
                  <a:cubicBezTo>
                    <a:pt x="22325" y="15346"/>
                    <a:pt x="27131" y="15346"/>
                    <a:pt x="31937" y="15389"/>
                  </a:cubicBezTo>
                  <a:cubicBezTo>
                    <a:pt x="33797" y="18653"/>
                    <a:pt x="33434" y="23459"/>
                    <a:pt x="32934" y="27042"/>
                  </a:cubicBezTo>
                  <a:cubicBezTo>
                    <a:pt x="32910" y="27166"/>
                    <a:pt x="33009" y="27235"/>
                    <a:pt x="33110" y="27235"/>
                  </a:cubicBezTo>
                  <a:cubicBezTo>
                    <a:pt x="33193" y="27235"/>
                    <a:pt x="33277" y="27188"/>
                    <a:pt x="33297" y="27086"/>
                  </a:cubicBezTo>
                  <a:cubicBezTo>
                    <a:pt x="33841" y="25047"/>
                    <a:pt x="33706" y="22781"/>
                    <a:pt x="33569" y="20695"/>
                  </a:cubicBezTo>
                  <a:cubicBezTo>
                    <a:pt x="33434" y="18925"/>
                    <a:pt x="33162" y="16978"/>
                    <a:pt x="32209" y="15389"/>
                  </a:cubicBezTo>
                  <a:lnTo>
                    <a:pt x="34838" y="15389"/>
                  </a:lnTo>
                  <a:cubicBezTo>
                    <a:pt x="35157" y="15389"/>
                    <a:pt x="35248" y="14936"/>
                    <a:pt x="35019" y="14802"/>
                  </a:cubicBezTo>
                  <a:cubicBezTo>
                    <a:pt x="35066" y="14439"/>
                    <a:pt x="35066" y="14076"/>
                    <a:pt x="35110" y="13713"/>
                  </a:cubicBezTo>
                  <a:cubicBezTo>
                    <a:pt x="35157" y="13623"/>
                    <a:pt x="35157" y="13532"/>
                    <a:pt x="35110" y="13441"/>
                  </a:cubicBezTo>
                  <a:cubicBezTo>
                    <a:pt x="35110" y="13304"/>
                    <a:pt x="35019" y="13260"/>
                    <a:pt x="34885" y="13260"/>
                  </a:cubicBezTo>
                  <a:lnTo>
                    <a:pt x="34838" y="13213"/>
                  </a:lnTo>
                  <a:lnTo>
                    <a:pt x="30032" y="13260"/>
                  </a:lnTo>
                  <a:cubicBezTo>
                    <a:pt x="29126" y="8589"/>
                    <a:pt x="26997" y="3286"/>
                    <a:pt x="23007" y="476"/>
                  </a:cubicBezTo>
                  <a:cubicBezTo>
                    <a:pt x="22537" y="143"/>
                    <a:pt x="22114" y="1"/>
                    <a:pt x="21728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41"/>
            <p:cNvSpPr/>
            <p:nvPr/>
          </p:nvSpPr>
          <p:spPr>
            <a:xfrm>
              <a:off x="2071110" y="2343808"/>
              <a:ext cx="498539" cy="140681"/>
            </a:xfrm>
            <a:custGeom>
              <a:rect b="b" l="l" r="r" t="t"/>
              <a:pathLst>
                <a:path extrusionOk="0" h="3976" w="14089">
                  <a:moveTo>
                    <a:pt x="13742" y="0"/>
                  </a:moveTo>
                  <a:cubicBezTo>
                    <a:pt x="13677" y="0"/>
                    <a:pt x="13608" y="25"/>
                    <a:pt x="13549" y="86"/>
                  </a:cubicBezTo>
                  <a:cubicBezTo>
                    <a:pt x="11688" y="1627"/>
                    <a:pt x="10013" y="2758"/>
                    <a:pt x="7608" y="3259"/>
                  </a:cubicBezTo>
                  <a:cubicBezTo>
                    <a:pt x="6740" y="3439"/>
                    <a:pt x="5835" y="3518"/>
                    <a:pt x="4923" y="3518"/>
                  </a:cubicBezTo>
                  <a:cubicBezTo>
                    <a:pt x="3313" y="3518"/>
                    <a:pt x="1678" y="3271"/>
                    <a:pt x="173" y="2896"/>
                  </a:cubicBezTo>
                  <a:cubicBezTo>
                    <a:pt x="161" y="2892"/>
                    <a:pt x="149" y="2890"/>
                    <a:pt x="138" y="2890"/>
                  </a:cubicBezTo>
                  <a:cubicBezTo>
                    <a:pt x="31" y="2890"/>
                    <a:pt x="0" y="3082"/>
                    <a:pt x="82" y="3121"/>
                  </a:cubicBezTo>
                  <a:cubicBezTo>
                    <a:pt x="1817" y="3625"/>
                    <a:pt x="3797" y="3976"/>
                    <a:pt x="5755" y="3976"/>
                  </a:cubicBezTo>
                  <a:cubicBezTo>
                    <a:pt x="8917" y="3976"/>
                    <a:pt x="12025" y="3062"/>
                    <a:pt x="13955" y="401"/>
                  </a:cubicBezTo>
                  <a:cubicBezTo>
                    <a:pt x="14089" y="201"/>
                    <a:pt x="13927" y="0"/>
                    <a:pt x="137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41"/>
            <p:cNvSpPr/>
            <p:nvPr/>
          </p:nvSpPr>
          <p:spPr>
            <a:xfrm>
              <a:off x="2596974" y="2244021"/>
              <a:ext cx="66382" cy="47129"/>
            </a:xfrm>
            <a:custGeom>
              <a:rect b="b" l="l" r="r" t="t"/>
              <a:pathLst>
                <a:path extrusionOk="0" h="1332" w="1876">
                  <a:moveTo>
                    <a:pt x="242" y="1"/>
                  </a:moveTo>
                  <a:cubicBezTo>
                    <a:pt x="208" y="1"/>
                    <a:pt x="173" y="2"/>
                    <a:pt x="139" y="4"/>
                  </a:cubicBezTo>
                  <a:cubicBezTo>
                    <a:pt x="48" y="4"/>
                    <a:pt x="1" y="138"/>
                    <a:pt x="139" y="185"/>
                  </a:cubicBezTo>
                  <a:cubicBezTo>
                    <a:pt x="726" y="229"/>
                    <a:pt x="1227" y="682"/>
                    <a:pt x="1499" y="1226"/>
                  </a:cubicBezTo>
                  <a:cubicBezTo>
                    <a:pt x="1528" y="1301"/>
                    <a:pt x="1582" y="1332"/>
                    <a:pt x="1637" y="1332"/>
                  </a:cubicBezTo>
                  <a:cubicBezTo>
                    <a:pt x="1752" y="1332"/>
                    <a:pt x="1875" y="1199"/>
                    <a:pt x="1814" y="1045"/>
                  </a:cubicBezTo>
                  <a:cubicBezTo>
                    <a:pt x="1514" y="441"/>
                    <a:pt x="924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41"/>
            <p:cNvSpPr/>
            <p:nvPr/>
          </p:nvSpPr>
          <p:spPr>
            <a:xfrm>
              <a:off x="1891140" y="3005017"/>
              <a:ext cx="28237" cy="255639"/>
            </a:xfrm>
            <a:custGeom>
              <a:rect b="b" l="l" r="r" t="t"/>
              <a:pathLst>
                <a:path extrusionOk="0" h="7225" w="798">
                  <a:moveTo>
                    <a:pt x="561" y="0"/>
                  </a:moveTo>
                  <a:cubicBezTo>
                    <a:pt x="472" y="0"/>
                    <a:pt x="383" y="50"/>
                    <a:pt x="363" y="168"/>
                  </a:cubicBezTo>
                  <a:cubicBezTo>
                    <a:pt x="0" y="2388"/>
                    <a:pt x="0" y="4974"/>
                    <a:pt x="319" y="7193"/>
                  </a:cubicBezTo>
                  <a:cubicBezTo>
                    <a:pt x="338" y="7213"/>
                    <a:pt x="364" y="7225"/>
                    <a:pt x="389" y="7225"/>
                  </a:cubicBezTo>
                  <a:cubicBezTo>
                    <a:pt x="423" y="7225"/>
                    <a:pt x="454" y="7203"/>
                    <a:pt x="454" y="7150"/>
                  </a:cubicBezTo>
                  <a:cubicBezTo>
                    <a:pt x="773" y="4927"/>
                    <a:pt x="635" y="2526"/>
                    <a:pt x="773" y="212"/>
                  </a:cubicBezTo>
                  <a:cubicBezTo>
                    <a:pt x="797" y="85"/>
                    <a:pt x="678" y="0"/>
                    <a:pt x="56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6" name="Shape 2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7" name="Google Shape;2967;p42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sp>
        <p:nvSpPr>
          <p:cNvPr id="2968" name="Google Shape;2968;p42"/>
          <p:cNvSpPr/>
          <p:nvPr/>
        </p:nvSpPr>
        <p:spPr>
          <a:xfrm rot="10800000">
            <a:off x="557506" y="1135230"/>
            <a:ext cx="2491844" cy="2345819"/>
          </a:xfrm>
          <a:custGeom>
            <a:rect b="b" l="l" r="r" t="t"/>
            <a:pathLst>
              <a:path extrusionOk="0" h="44821" w="43640">
                <a:moveTo>
                  <a:pt x="3245" y="1577"/>
                </a:moveTo>
                <a:cubicBezTo>
                  <a:pt x="15813" y="2789"/>
                  <a:pt x="28566" y="3733"/>
                  <a:pt x="41154" y="4493"/>
                </a:cubicBezTo>
                <a:cubicBezTo>
                  <a:pt x="40292" y="10654"/>
                  <a:pt x="41996" y="17082"/>
                  <a:pt x="41668" y="23325"/>
                </a:cubicBezTo>
                <a:cubicBezTo>
                  <a:pt x="41319" y="29568"/>
                  <a:pt x="41072" y="35811"/>
                  <a:pt x="41237" y="42054"/>
                </a:cubicBezTo>
                <a:cubicBezTo>
                  <a:pt x="28484" y="41458"/>
                  <a:pt x="15567" y="41027"/>
                  <a:pt x="2732" y="40780"/>
                </a:cubicBezTo>
                <a:cubicBezTo>
                  <a:pt x="2382" y="27678"/>
                  <a:pt x="2814" y="14679"/>
                  <a:pt x="3245" y="1577"/>
                </a:cubicBezTo>
                <a:close/>
                <a:moveTo>
                  <a:pt x="3191" y="1"/>
                </a:moveTo>
                <a:cubicBezTo>
                  <a:pt x="3117" y="1"/>
                  <a:pt x="3029" y="47"/>
                  <a:pt x="2978" y="140"/>
                </a:cubicBezTo>
                <a:lnTo>
                  <a:pt x="2978" y="1166"/>
                </a:lnTo>
                <a:lnTo>
                  <a:pt x="2382" y="1166"/>
                </a:lnTo>
                <a:cubicBezTo>
                  <a:pt x="2136" y="1166"/>
                  <a:pt x="2136" y="1495"/>
                  <a:pt x="2382" y="1495"/>
                </a:cubicBezTo>
                <a:cubicBezTo>
                  <a:pt x="2567" y="1495"/>
                  <a:pt x="2732" y="1577"/>
                  <a:pt x="2896" y="1577"/>
                </a:cubicBezTo>
                <a:cubicBezTo>
                  <a:pt x="1869" y="14597"/>
                  <a:pt x="1869" y="27761"/>
                  <a:pt x="2300" y="40780"/>
                </a:cubicBezTo>
                <a:lnTo>
                  <a:pt x="164" y="40780"/>
                </a:lnTo>
                <a:cubicBezTo>
                  <a:pt x="0" y="40780"/>
                  <a:pt x="0" y="41027"/>
                  <a:pt x="164" y="41027"/>
                </a:cubicBezTo>
                <a:cubicBezTo>
                  <a:pt x="842" y="41027"/>
                  <a:pt x="1623" y="41109"/>
                  <a:pt x="2300" y="41109"/>
                </a:cubicBezTo>
                <a:lnTo>
                  <a:pt x="2300" y="42403"/>
                </a:lnTo>
                <a:cubicBezTo>
                  <a:pt x="2300" y="42577"/>
                  <a:pt x="2429" y="42665"/>
                  <a:pt x="2557" y="42665"/>
                </a:cubicBezTo>
                <a:cubicBezTo>
                  <a:pt x="2685" y="42665"/>
                  <a:pt x="2814" y="42577"/>
                  <a:pt x="2814" y="42403"/>
                </a:cubicBezTo>
                <a:cubicBezTo>
                  <a:pt x="2814" y="41972"/>
                  <a:pt x="2814" y="41540"/>
                  <a:pt x="2732" y="41212"/>
                </a:cubicBezTo>
                <a:lnTo>
                  <a:pt x="2732" y="41212"/>
                </a:lnTo>
                <a:cubicBezTo>
                  <a:pt x="15567" y="41889"/>
                  <a:pt x="28484" y="42403"/>
                  <a:pt x="41319" y="42649"/>
                </a:cubicBezTo>
                <a:cubicBezTo>
                  <a:pt x="41319" y="43347"/>
                  <a:pt x="41401" y="44025"/>
                  <a:pt x="41401" y="44621"/>
                </a:cubicBezTo>
                <a:cubicBezTo>
                  <a:pt x="41401" y="44754"/>
                  <a:pt x="41488" y="44821"/>
                  <a:pt x="41575" y="44821"/>
                </a:cubicBezTo>
                <a:cubicBezTo>
                  <a:pt x="41663" y="44821"/>
                  <a:pt x="41750" y="44754"/>
                  <a:pt x="41750" y="44621"/>
                </a:cubicBezTo>
                <a:cubicBezTo>
                  <a:pt x="41668" y="44025"/>
                  <a:pt x="41668" y="43347"/>
                  <a:pt x="41668" y="42649"/>
                </a:cubicBezTo>
                <a:cubicBezTo>
                  <a:pt x="42263" y="42649"/>
                  <a:pt x="42777" y="42752"/>
                  <a:pt x="43290" y="42752"/>
                </a:cubicBezTo>
                <a:cubicBezTo>
                  <a:pt x="43639" y="42752"/>
                  <a:pt x="43639" y="42136"/>
                  <a:pt x="43290" y="42136"/>
                </a:cubicBezTo>
                <a:cubicBezTo>
                  <a:pt x="42777" y="42136"/>
                  <a:pt x="42181" y="42136"/>
                  <a:pt x="41668" y="42054"/>
                </a:cubicBezTo>
                <a:cubicBezTo>
                  <a:pt x="41586" y="35975"/>
                  <a:pt x="41750" y="29999"/>
                  <a:pt x="42099" y="23920"/>
                </a:cubicBezTo>
                <a:cubicBezTo>
                  <a:pt x="42510" y="17493"/>
                  <a:pt x="40805" y="10921"/>
                  <a:pt x="41668" y="4493"/>
                </a:cubicBezTo>
                <a:lnTo>
                  <a:pt x="41914" y="4493"/>
                </a:lnTo>
                <a:cubicBezTo>
                  <a:pt x="41937" y="4500"/>
                  <a:pt x="41958" y="4504"/>
                  <a:pt x="41977" y="4504"/>
                </a:cubicBezTo>
                <a:cubicBezTo>
                  <a:pt x="42179" y="4504"/>
                  <a:pt x="42158" y="4137"/>
                  <a:pt x="41914" y="4062"/>
                </a:cubicBezTo>
                <a:lnTo>
                  <a:pt x="41750" y="4062"/>
                </a:lnTo>
                <a:cubicBezTo>
                  <a:pt x="41832" y="3816"/>
                  <a:pt x="41832" y="3549"/>
                  <a:pt x="41914" y="3302"/>
                </a:cubicBezTo>
                <a:cubicBezTo>
                  <a:pt x="41914" y="3089"/>
                  <a:pt x="41753" y="2975"/>
                  <a:pt x="41609" y="2975"/>
                </a:cubicBezTo>
                <a:cubicBezTo>
                  <a:pt x="41518" y="2975"/>
                  <a:pt x="41433" y="3021"/>
                  <a:pt x="41401" y="3117"/>
                </a:cubicBezTo>
                <a:cubicBezTo>
                  <a:pt x="41319" y="3466"/>
                  <a:pt x="41319" y="3733"/>
                  <a:pt x="41237" y="4062"/>
                </a:cubicBezTo>
                <a:cubicBezTo>
                  <a:pt x="28648" y="2871"/>
                  <a:pt x="15916" y="1926"/>
                  <a:pt x="3245" y="1249"/>
                </a:cubicBezTo>
                <a:cubicBezTo>
                  <a:pt x="3245" y="817"/>
                  <a:pt x="3327" y="468"/>
                  <a:pt x="3327" y="140"/>
                </a:cubicBezTo>
                <a:cubicBezTo>
                  <a:pt x="3327" y="47"/>
                  <a:pt x="3265" y="1"/>
                  <a:pt x="3191" y="1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69" name="Google Shape;2969;p42"/>
          <p:cNvGrpSpPr/>
          <p:nvPr/>
        </p:nvGrpSpPr>
        <p:grpSpPr>
          <a:xfrm>
            <a:off x="3229975" y="1505138"/>
            <a:ext cx="2259300" cy="896163"/>
            <a:chOff x="3229975" y="1505138"/>
            <a:chExt cx="2259300" cy="896163"/>
          </a:xfrm>
        </p:grpSpPr>
        <p:sp>
          <p:nvSpPr>
            <p:cNvPr id="2970" name="Google Shape;2970;p42"/>
            <p:cNvSpPr txBox="1"/>
            <p:nvPr/>
          </p:nvSpPr>
          <p:spPr>
            <a:xfrm>
              <a:off x="3229976" y="1505138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Interests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971" name="Google Shape;2971;p42"/>
            <p:cNvSpPr txBox="1"/>
            <p:nvPr/>
          </p:nvSpPr>
          <p:spPr>
            <a:xfrm>
              <a:off x="3229975" y="1819900"/>
              <a:ext cx="22593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It’s the fifth planet from the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un and the largest in the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olar </a:t>
              </a: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72" name="Google Shape;2972;p42"/>
          <p:cNvGrpSpPr/>
          <p:nvPr/>
        </p:nvGrpSpPr>
        <p:grpSpPr>
          <a:xfrm>
            <a:off x="6244300" y="1505138"/>
            <a:ext cx="2259300" cy="896163"/>
            <a:chOff x="6244300" y="1505138"/>
            <a:chExt cx="2259300" cy="896163"/>
          </a:xfrm>
        </p:grpSpPr>
        <p:sp>
          <p:nvSpPr>
            <p:cNvPr id="2973" name="Google Shape;2973;p42"/>
            <p:cNvSpPr txBox="1"/>
            <p:nvPr/>
          </p:nvSpPr>
          <p:spPr>
            <a:xfrm>
              <a:off x="6244301" y="1505138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Motivations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974" name="Google Shape;2974;p42"/>
            <p:cNvSpPr txBox="1"/>
            <p:nvPr/>
          </p:nvSpPr>
          <p:spPr>
            <a:xfrm>
              <a:off x="6244300" y="1819900"/>
              <a:ext cx="2259300" cy="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also the smallest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75" name="Google Shape;2975;p42"/>
          <p:cNvGrpSpPr/>
          <p:nvPr/>
        </p:nvGrpSpPr>
        <p:grpSpPr>
          <a:xfrm>
            <a:off x="6244301" y="2722713"/>
            <a:ext cx="2169946" cy="1823318"/>
            <a:chOff x="6244301" y="2722713"/>
            <a:chExt cx="2169946" cy="1823318"/>
          </a:xfrm>
        </p:grpSpPr>
        <p:sp>
          <p:nvSpPr>
            <p:cNvPr id="2976" name="Google Shape;2976;p42"/>
            <p:cNvSpPr/>
            <p:nvPr/>
          </p:nvSpPr>
          <p:spPr>
            <a:xfrm>
              <a:off x="6895850" y="4184275"/>
              <a:ext cx="989364" cy="282421"/>
            </a:xfrm>
            <a:custGeom>
              <a:rect b="b" l="l" r="r" t="t"/>
              <a:pathLst>
                <a:path extrusionOk="0" h="3453" w="28377">
                  <a:moveTo>
                    <a:pt x="1" y="0"/>
                  </a:moveTo>
                  <a:lnTo>
                    <a:pt x="1" y="3452"/>
                  </a:lnTo>
                  <a:lnTo>
                    <a:pt x="28376" y="3452"/>
                  </a:lnTo>
                  <a:lnTo>
                    <a:pt x="283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77" name="Google Shape;2977;p42"/>
            <p:cNvGrpSpPr/>
            <p:nvPr/>
          </p:nvGrpSpPr>
          <p:grpSpPr>
            <a:xfrm>
              <a:off x="6839893" y="4173630"/>
              <a:ext cx="1574354" cy="372400"/>
              <a:chOff x="7021350" y="1912950"/>
              <a:chExt cx="1767150" cy="372400"/>
            </a:xfrm>
          </p:grpSpPr>
          <p:sp>
            <p:nvSpPr>
              <p:cNvPr id="2978" name="Google Shape;2978;p42"/>
              <p:cNvSpPr/>
              <p:nvPr/>
            </p:nvSpPr>
            <p:spPr>
              <a:xfrm>
                <a:off x="7078875" y="1912950"/>
                <a:ext cx="1709625" cy="299700"/>
              </a:xfrm>
              <a:custGeom>
                <a:rect b="b" l="l" r="r" t="t"/>
                <a:pathLst>
                  <a:path extrusionOk="0" fill="none" h="11988" w="68385">
                    <a:moveTo>
                      <a:pt x="33029" y="354"/>
                    </a:moveTo>
                    <a:lnTo>
                      <a:pt x="25771" y="380"/>
                    </a:lnTo>
                    <a:lnTo>
                      <a:pt x="14188" y="430"/>
                    </a:lnTo>
                    <a:lnTo>
                      <a:pt x="8245" y="354"/>
                    </a:lnTo>
                    <a:lnTo>
                      <a:pt x="6475" y="253"/>
                    </a:lnTo>
                    <a:lnTo>
                      <a:pt x="4679" y="76"/>
                    </a:lnTo>
                    <a:lnTo>
                      <a:pt x="2732" y="0"/>
                    </a:lnTo>
                    <a:lnTo>
                      <a:pt x="1796" y="152"/>
                    </a:lnTo>
                    <a:lnTo>
                      <a:pt x="1138" y="531"/>
                    </a:lnTo>
                    <a:lnTo>
                      <a:pt x="683" y="1265"/>
                    </a:lnTo>
                    <a:lnTo>
                      <a:pt x="405" y="2378"/>
                    </a:lnTo>
                    <a:lnTo>
                      <a:pt x="304" y="3946"/>
                    </a:lnTo>
                    <a:lnTo>
                      <a:pt x="279" y="4957"/>
                    </a:lnTo>
                    <a:lnTo>
                      <a:pt x="177" y="7132"/>
                    </a:lnTo>
                    <a:lnTo>
                      <a:pt x="0" y="9408"/>
                    </a:lnTo>
                    <a:lnTo>
                      <a:pt x="152" y="10243"/>
                    </a:lnTo>
                    <a:lnTo>
                      <a:pt x="405" y="10698"/>
                    </a:lnTo>
                    <a:lnTo>
                      <a:pt x="835" y="11077"/>
                    </a:lnTo>
                    <a:lnTo>
                      <a:pt x="1467" y="11381"/>
                    </a:lnTo>
                    <a:lnTo>
                      <a:pt x="2808" y="11735"/>
                    </a:lnTo>
                    <a:lnTo>
                      <a:pt x="5665" y="11962"/>
                    </a:lnTo>
                    <a:lnTo>
                      <a:pt x="9889" y="11988"/>
                    </a:lnTo>
                    <a:lnTo>
                      <a:pt x="12671" y="11937"/>
                    </a:lnTo>
                    <a:lnTo>
                      <a:pt x="24633" y="11659"/>
                    </a:lnTo>
                    <a:lnTo>
                      <a:pt x="41653" y="11406"/>
                    </a:lnTo>
                    <a:lnTo>
                      <a:pt x="51086" y="11431"/>
                    </a:lnTo>
                    <a:lnTo>
                      <a:pt x="54728" y="11558"/>
                    </a:lnTo>
                    <a:lnTo>
                      <a:pt x="57965" y="11709"/>
                    </a:lnTo>
                    <a:lnTo>
                      <a:pt x="62922" y="11912"/>
                    </a:lnTo>
                    <a:lnTo>
                      <a:pt x="65451" y="11811"/>
                    </a:lnTo>
                    <a:lnTo>
                      <a:pt x="66639" y="11558"/>
                    </a:lnTo>
                    <a:lnTo>
                      <a:pt x="67423" y="11153"/>
                    </a:lnTo>
                    <a:lnTo>
                      <a:pt x="67803" y="10521"/>
                    </a:lnTo>
                    <a:lnTo>
                      <a:pt x="67828" y="10116"/>
                    </a:lnTo>
                    <a:lnTo>
                      <a:pt x="67904" y="8649"/>
                    </a:lnTo>
                    <a:lnTo>
                      <a:pt x="68308" y="5564"/>
                    </a:lnTo>
                    <a:lnTo>
                      <a:pt x="68384" y="3440"/>
                    </a:lnTo>
                    <a:lnTo>
                      <a:pt x="68182" y="2251"/>
                    </a:lnTo>
                    <a:lnTo>
                      <a:pt x="67777" y="1518"/>
                    </a:lnTo>
                    <a:lnTo>
                      <a:pt x="67373" y="1138"/>
                    </a:lnTo>
                    <a:lnTo>
                      <a:pt x="66867" y="835"/>
                    </a:lnTo>
                    <a:lnTo>
                      <a:pt x="66235" y="633"/>
                    </a:lnTo>
                    <a:lnTo>
                      <a:pt x="65855" y="582"/>
                    </a:lnTo>
                    <a:lnTo>
                      <a:pt x="63756" y="430"/>
                    </a:lnTo>
                    <a:lnTo>
                      <a:pt x="54045" y="329"/>
                    </a:lnTo>
                    <a:lnTo>
                      <a:pt x="36696" y="329"/>
                    </a:lnTo>
                    <a:lnTo>
                      <a:pt x="33029" y="35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20875">
                <a:solidFill>
                  <a:srgbClr val="000000"/>
                </a:solidFill>
                <a:prstDash val="solid"/>
                <a:miter lim="2528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9" name="Google Shape;2979;p42"/>
              <p:cNvSpPr/>
              <p:nvPr/>
            </p:nvSpPr>
            <p:spPr>
              <a:xfrm>
                <a:off x="7026400" y="1935075"/>
                <a:ext cx="1730475" cy="342700"/>
              </a:xfrm>
              <a:custGeom>
                <a:rect b="b" l="l" r="r" t="t"/>
                <a:pathLst>
                  <a:path extrusionOk="0" fill="none" h="13708" w="69219">
                    <a:moveTo>
                      <a:pt x="2959" y="0"/>
                    </a:moveTo>
                    <a:lnTo>
                      <a:pt x="2681" y="26"/>
                    </a:lnTo>
                    <a:lnTo>
                      <a:pt x="2049" y="380"/>
                    </a:lnTo>
                    <a:lnTo>
                      <a:pt x="1594" y="860"/>
                    </a:lnTo>
                    <a:lnTo>
                      <a:pt x="1164" y="1594"/>
                    </a:lnTo>
                    <a:lnTo>
                      <a:pt x="784" y="2605"/>
                    </a:lnTo>
                    <a:lnTo>
                      <a:pt x="481" y="3946"/>
                    </a:lnTo>
                    <a:lnTo>
                      <a:pt x="304" y="5665"/>
                    </a:lnTo>
                    <a:lnTo>
                      <a:pt x="304" y="6677"/>
                    </a:lnTo>
                    <a:lnTo>
                      <a:pt x="203" y="8852"/>
                    </a:lnTo>
                    <a:lnTo>
                      <a:pt x="0" y="11128"/>
                    </a:lnTo>
                    <a:lnTo>
                      <a:pt x="177" y="11962"/>
                    </a:lnTo>
                    <a:lnTo>
                      <a:pt x="430" y="12418"/>
                    </a:lnTo>
                    <a:lnTo>
                      <a:pt x="860" y="12797"/>
                    </a:lnTo>
                    <a:lnTo>
                      <a:pt x="1492" y="13101"/>
                    </a:lnTo>
                    <a:lnTo>
                      <a:pt x="2833" y="13455"/>
                    </a:lnTo>
                    <a:lnTo>
                      <a:pt x="5665" y="13682"/>
                    </a:lnTo>
                    <a:lnTo>
                      <a:pt x="9914" y="13707"/>
                    </a:lnTo>
                    <a:lnTo>
                      <a:pt x="12696" y="13657"/>
                    </a:lnTo>
                    <a:lnTo>
                      <a:pt x="24658" y="13379"/>
                    </a:lnTo>
                    <a:lnTo>
                      <a:pt x="41678" y="13126"/>
                    </a:lnTo>
                    <a:lnTo>
                      <a:pt x="51111" y="13151"/>
                    </a:lnTo>
                    <a:lnTo>
                      <a:pt x="54753" y="13278"/>
                    </a:lnTo>
                    <a:lnTo>
                      <a:pt x="57990" y="13429"/>
                    </a:lnTo>
                    <a:lnTo>
                      <a:pt x="61885" y="13581"/>
                    </a:lnTo>
                    <a:lnTo>
                      <a:pt x="64034" y="13556"/>
                    </a:lnTo>
                    <a:lnTo>
                      <a:pt x="65805" y="13353"/>
                    </a:lnTo>
                    <a:lnTo>
                      <a:pt x="67196" y="12949"/>
                    </a:lnTo>
                    <a:lnTo>
                      <a:pt x="68005" y="12418"/>
                    </a:lnTo>
                    <a:lnTo>
                      <a:pt x="68460" y="11988"/>
                    </a:lnTo>
                    <a:lnTo>
                      <a:pt x="68966" y="11179"/>
                    </a:lnTo>
                    <a:lnTo>
                      <a:pt x="69219" y="10470"/>
                    </a:lnTo>
                  </a:path>
                </a:pathLst>
              </a:custGeom>
              <a:solidFill>
                <a:schemeClr val="dk1"/>
              </a:solidFill>
              <a:ln cap="flat" cmpd="sng" w="20875">
                <a:solidFill>
                  <a:srgbClr val="000000"/>
                </a:solidFill>
                <a:prstDash val="solid"/>
                <a:miter lim="2528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0" name="Google Shape;2980;p42"/>
              <p:cNvSpPr/>
              <p:nvPr/>
            </p:nvSpPr>
            <p:spPr>
              <a:xfrm>
                <a:off x="7032075" y="1969225"/>
                <a:ext cx="65800" cy="85375"/>
              </a:xfrm>
              <a:custGeom>
                <a:rect b="b" l="l" r="r" t="t"/>
                <a:pathLst>
                  <a:path extrusionOk="0" h="3415" w="2632">
                    <a:moveTo>
                      <a:pt x="2075" y="0"/>
                    </a:moveTo>
                    <a:lnTo>
                      <a:pt x="1923" y="127"/>
                    </a:lnTo>
                    <a:lnTo>
                      <a:pt x="1443" y="759"/>
                    </a:lnTo>
                    <a:lnTo>
                      <a:pt x="861" y="1796"/>
                    </a:lnTo>
                    <a:lnTo>
                      <a:pt x="406" y="2428"/>
                    </a:lnTo>
                    <a:lnTo>
                      <a:pt x="127" y="2706"/>
                    </a:lnTo>
                    <a:lnTo>
                      <a:pt x="1" y="2858"/>
                    </a:lnTo>
                    <a:lnTo>
                      <a:pt x="26" y="3161"/>
                    </a:lnTo>
                    <a:lnTo>
                      <a:pt x="254" y="3364"/>
                    </a:lnTo>
                    <a:lnTo>
                      <a:pt x="557" y="3414"/>
                    </a:lnTo>
                    <a:lnTo>
                      <a:pt x="709" y="3313"/>
                    </a:lnTo>
                    <a:lnTo>
                      <a:pt x="1013" y="3010"/>
                    </a:lnTo>
                    <a:lnTo>
                      <a:pt x="1468" y="2377"/>
                    </a:lnTo>
                    <a:lnTo>
                      <a:pt x="2049" y="1340"/>
                    </a:lnTo>
                    <a:lnTo>
                      <a:pt x="2505" y="708"/>
                    </a:lnTo>
                    <a:lnTo>
                      <a:pt x="2631" y="557"/>
                    </a:lnTo>
                    <a:lnTo>
                      <a:pt x="2581" y="228"/>
                    </a:lnTo>
                    <a:lnTo>
                      <a:pt x="23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1" name="Google Shape;2981;p42"/>
              <p:cNvSpPr/>
              <p:nvPr/>
            </p:nvSpPr>
            <p:spPr>
              <a:xfrm>
                <a:off x="7023225" y="2034325"/>
                <a:ext cx="74650" cy="93600"/>
              </a:xfrm>
              <a:custGeom>
                <a:rect b="b" l="l" r="r" t="t"/>
                <a:pathLst>
                  <a:path extrusionOk="0" h="3744" w="2986">
                    <a:moveTo>
                      <a:pt x="2429" y="1"/>
                    </a:moveTo>
                    <a:lnTo>
                      <a:pt x="2277" y="127"/>
                    </a:lnTo>
                    <a:lnTo>
                      <a:pt x="1695" y="836"/>
                    </a:lnTo>
                    <a:lnTo>
                      <a:pt x="1013" y="1999"/>
                    </a:lnTo>
                    <a:lnTo>
                      <a:pt x="456" y="2732"/>
                    </a:lnTo>
                    <a:lnTo>
                      <a:pt x="127" y="3036"/>
                    </a:lnTo>
                    <a:lnTo>
                      <a:pt x="1" y="3187"/>
                    </a:lnTo>
                    <a:lnTo>
                      <a:pt x="26" y="3491"/>
                    </a:lnTo>
                    <a:lnTo>
                      <a:pt x="229" y="3693"/>
                    </a:lnTo>
                    <a:lnTo>
                      <a:pt x="557" y="3744"/>
                    </a:lnTo>
                    <a:lnTo>
                      <a:pt x="709" y="3643"/>
                    </a:lnTo>
                    <a:lnTo>
                      <a:pt x="1063" y="3314"/>
                    </a:lnTo>
                    <a:lnTo>
                      <a:pt x="1594" y="2606"/>
                    </a:lnTo>
                    <a:lnTo>
                      <a:pt x="2302" y="1417"/>
                    </a:lnTo>
                    <a:lnTo>
                      <a:pt x="2859" y="709"/>
                    </a:lnTo>
                    <a:lnTo>
                      <a:pt x="2985" y="557"/>
                    </a:lnTo>
                    <a:lnTo>
                      <a:pt x="2960" y="254"/>
                    </a:lnTo>
                    <a:lnTo>
                      <a:pt x="2732" y="26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2" name="Google Shape;2982;p42"/>
              <p:cNvSpPr/>
              <p:nvPr/>
            </p:nvSpPr>
            <p:spPr>
              <a:xfrm>
                <a:off x="7021350" y="2132975"/>
                <a:ext cx="59450" cy="66400"/>
              </a:xfrm>
              <a:custGeom>
                <a:rect b="b" l="l" r="r" t="t"/>
                <a:pathLst>
                  <a:path extrusionOk="0" h="2656" w="2378">
                    <a:moveTo>
                      <a:pt x="1821" y="0"/>
                    </a:moveTo>
                    <a:lnTo>
                      <a:pt x="1669" y="101"/>
                    </a:lnTo>
                    <a:lnTo>
                      <a:pt x="1265" y="506"/>
                    </a:lnTo>
                    <a:lnTo>
                      <a:pt x="607" y="1467"/>
                    </a:lnTo>
                    <a:lnTo>
                      <a:pt x="177" y="1846"/>
                    </a:lnTo>
                    <a:lnTo>
                      <a:pt x="51" y="1973"/>
                    </a:lnTo>
                    <a:lnTo>
                      <a:pt x="0" y="2276"/>
                    </a:lnTo>
                    <a:lnTo>
                      <a:pt x="152" y="2554"/>
                    </a:lnTo>
                    <a:lnTo>
                      <a:pt x="430" y="2656"/>
                    </a:lnTo>
                    <a:lnTo>
                      <a:pt x="607" y="2554"/>
                    </a:lnTo>
                    <a:lnTo>
                      <a:pt x="1088" y="2150"/>
                    </a:lnTo>
                    <a:lnTo>
                      <a:pt x="1821" y="1138"/>
                    </a:lnTo>
                    <a:lnTo>
                      <a:pt x="2251" y="683"/>
                    </a:lnTo>
                    <a:lnTo>
                      <a:pt x="2377" y="557"/>
                    </a:lnTo>
                    <a:lnTo>
                      <a:pt x="2377" y="253"/>
                    </a:lnTo>
                    <a:lnTo>
                      <a:pt x="2150" y="25"/>
                    </a:lnTo>
                    <a:lnTo>
                      <a:pt x="18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3" name="Google Shape;2983;p42"/>
              <p:cNvSpPr/>
              <p:nvPr/>
            </p:nvSpPr>
            <p:spPr>
              <a:xfrm>
                <a:off x="7037150" y="2174700"/>
                <a:ext cx="74000" cy="84750"/>
              </a:xfrm>
              <a:custGeom>
                <a:rect b="b" l="l" r="r" t="t"/>
                <a:pathLst>
                  <a:path extrusionOk="0" h="3390" w="2960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5" y="683"/>
                    </a:lnTo>
                    <a:lnTo>
                      <a:pt x="1012" y="1720"/>
                    </a:lnTo>
                    <a:lnTo>
                      <a:pt x="481" y="2327"/>
                    </a:lnTo>
                    <a:lnTo>
                      <a:pt x="177" y="2580"/>
                    </a:lnTo>
                    <a:lnTo>
                      <a:pt x="51" y="2706"/>
                    </a:lnTo>
                    <a:lnTo>
                      <a:pt x="0" y="3035"/>
                    </a:lnTo>
                    <a:lnTo>
                      <a:pt x="152" y="3313"/>
                    </a:lnTo>
                    <a:lnTo>
                      <a:pt x="430" y="3389"/>
                    </a:lnTo>
                    <a:lnTo>
                      <a:pt x="607" y="3288"/>
                    </a:lnTo>
                    <a:lnTo>
                      <a:pt x="936" y="3035"/>
                    </a:lnTo>
                    <a:lnTo>
                      <a:pt x="1492" y="2377"/>
                    </a:lnTo>
                    <a:lnTo>
                      <a:pt x="2251" y="1315"/>
                    </a:lnTo>
                    <a:lnTo>
                      <a:pt x="2833" y="683"/>
                    </a:lnTo>
                    <a:lnTo>
                      <a:pt x="2959" y="557"/>
                    </a:lnTo>
                    <a:lnTo>
                      <a:pt x="2934" y="253"/>
                    </a:lnTo>
                    <a:lnTo>
                      <a:pt x="2706" y="26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4" name="Google Shape;2984;p42"/>
              <p:cNvSpPr/>
              <p:nvPr/>
            </p:nvSpPr>
            <p:spPr>
              <a:xfrm>
                <a:off x="7089000" y="2200625"/>
                <a:ext cx="73975" cy="84725"/>
              </a:xfrm>
              <a:custGeom>
                <a:rect b="b" l="l" r="r" t="t"/>
                <a:pathLst>
                  <a:path extrusionOk="0" h="3389" w="2959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4" y="708"/>
                    </a:lnTo>
                    <a:lnTo>
                      <a:pt x="1012" y="1720"/>
                    </a:lnTo>
                    <a:lnTo>
                      <a:pt x="506" y="2327"/>
                    </a:lnTo>
                    <a:lnTo>
                      <a:pt x="177" y="2580"/>
                    </a:lnTo>
                    <a:lnTo>
                      <a:pt x="51" y="2706"/>
                    </a:lnTo>
                    <a:lnTo>
                      <a:pt x="0" y="3035"/>
                    </a:lnTo>
                    <a:lnTo>
                      <a:pt x="177" y="3313"/>
                    </a:lnTo>
                    <a:lnTo>
                      <a:pt x="455" y="3389"/>
                    </a:lnTo>
                    <a:lnTo>
                      <a:pt x="607" y="3313"/>
                    </a:lnTo>
                    <a:lnTo>
                      <a:pt x="961" y="3035"/>
                    </a:lnTo>
                    <a:lnTo>
                      <a:pt x="1517" y="2377"/>
                    </a:lnTo>
                    <a:lnTo>
                      <a:pt x="2251" y="1340"/>
                    </a:lnTo>
                    <a:lnTo>
                      <a:pt x="2833" y="708"/>
                    </a:lnTo>
                    <a:lnTo>
                      <a:pt x="2959" y="557"/>
                    </a:lnTo>
                    <a:lnTo>
                      <a:pt x="2959" y="253"/>
                    </a:lnTo>
                    <a:lnTo>
                      <a:pt x="2731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5" name="Google Shape;2985;p42"/>
              <p:cNvSpPr/>
              <p:nvPr/>
            </p:nvSpPr>
            <p:spPr>
              <a:xfrm>
                <a:off x="7193300" y="2200625"/>
                <a:ext cx="74000" cy="84725"/>
              </a:xfrm>
              <a:custGeom>
                <a:rect b="b" l="l" r="r" t="t"/>
                <a:pathLst>
                  <a:path extrusionOk="0" h="3389" w="2960">
                    <a:moveTo>
                      <a:pt x="2403" y="0"/>
                    </a:moveTo>
                    <a:lnTo>
                      <a:pt x="2252" y="101"/>
                    </a:lnTo>
                    <a:lnTo>
                      <a:pt x="1695" y="708"/>
                    </a:lnTo>
                    <a:lnTo>
                      <a:pt x="1012" y="1720"/>
                    </a:lnTo>
                    <a:lnTo>
                      <a:pt x="507" y="2327"/>
                    </a:lnTo>
                    <a:lnTo>
                      <a:pt x="178" y="2580"/>
                    </a:lnTo>
                    <a:lnTo>
                      <a:pt x="51" y="2706"/>
                    </a:lnTo>
                    <a:lnTo>
                      <a:pt x="1" y="3035"/>
                    </a:lnTo>
                    <a:lnTo>
                      <a:pt x="153" y="3313"/>
                    </a:lnTo>
                    <a:lnTo>
                      <a:pt x="456" y="3389"/>
                    </a:lnTo>
                    <a:lnTo>
                      <a:pt x="608" y="3313"/>
                    </a:lnTo>
                    <a:lnTo>
                      <a:pt x="962" y="3035"/>
                    </a:lnTo>
                    <a:lnTo>
                      <a:pt x="1518" y="2377"/>
                    </a:lnTo>
                    <a:lnTo>
                      <a:pt x="2252" y="1340"/>
                    </a:lnTo>
                    <a:lnTo>
                      <a:pt x="2833" y="708"/>
                    </a:lnTo>
                    <a:lnTo>
                      <a:pt x="2960" y="557"/>
                    </a:lnTo>
                    <a:lnTo>
                      <a:pt x="2935" y="253"/>
                    </a:lnTo>
                    <a:lnTo>
                      <a:pt x="2732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6" name="Google Shape;2986;p42"/>
              <p:cNvSpPr/>
              <p:nvPr/>
            </p:nvSpPr>
            <p:spPr>
              <a:xfrm>
                <a:off x="7297625" y="2200625"/>
                <a:ext cx="74000" cy="84725"/>
              </a:xfrm>
              <a:custGeom>
                <a:rect b="b" l="l" r="r" t="t"/>
                <a:pathLst>
                  <a:path extrusionOk="0" h="3389" w="2960">
                    <a:moveTo>
                      <a:pt x="2403" y="0"/>
                    </a:moveTo>
                    <a:lnTo>
                      <a:pt x="2252" y="101"/>
                    </a:lnTo>
                    <a:lnTo>
                      <a:pt x="1695" y="708"/>
                    </a:lnTo>
                    <a:lnTo>
                      <a:pt x="1012" y="1720"/>
                    </a:lnTo>
                    <a:lnTo>
                      <a:pt x="507" y="2327"/>
                    </a:lnTo>
                    <a:lnTo>
                      <a:pt x="178" y="2580"/>
                    </a:lnTo>
                    <a:lnTo>
                      <a:pt x="51" y="2706"/>
                    </a:lnTo>
                    <a:lnTo>
                      <a:pt x="1" y="3035"/>
                    </a:lnTo>
                    <a:lnTo>
                      <a:pt x="152" y="3313"/>
                    </a:lnTo>
                    <a:lnTo>
                      <a:pt x="431" y="3389"/>
                    </a:lnTo>
                    <a:lnTo>
                      <a:pt x="608" y="3313"/>
                    </a:lnTo>
                    <a:lnTo>
                      <a:pt x="936" y="3035"/>
                    </a:lnTo>
                    <a:lnTo>
                      <a:pt x="1518" y="2377"/>
                    </a:lnTo>
                    <a:lnTo>
                      <a:pt x="2252" y="1340"/>
                    </a:lnTo>
                    <a:lnTo>
                      <a:pt x="2833" y="708"/>
                    </a:lnTo>
                    <a:lnTo>
                      <a:pt x="2960" y="557"/>
                    </a:lnTo>
                    <a:lnTo>
                      <a:pt x="2934" y="253"/>
                    </a:lnTo>
                    <a:lnTo>
                      <a:pt x="2707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7" name="Google Shape;2987;p42"/>
              <p:cNvSpPr/>
              <p:nvPr/>
            </p:nvSpPr>
            <p:spPr>
              <a:xfrm>
                <a:off x="7401950" y="2200625"/>
                <a:ext cx="74000" cy="84725"/>
              </a:xfrm>
              <a:custGeom>
                <a:rect b="b" l="l" r="r" t="t"/>
                <a:pathLst>
                  <a:path extrusionOk="0" h="3389" w="2960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5" y="708"/>
                    </a:lnTo>
                    <a:lnTo>
                      <a:pt x="1012" y="1720"/>
                    </a:lnTo>
                    <a:lnTo>
                      <a:pt x="481" y="2327"/>
                    </a:lnTo>
                    <a:lnTo>
                      <a:pt x="178" y="2580"/>
                    </a:lnTo>
                    <a:lnTo>
                      <a:pt x="51" y="2706"/>
                    </a:lnTo>
                    <a:lnTo>
                      <a:pt x="1" y="3035"/>
                    </a:lnTo>
                    <a:lnTo>
                      <a:pt x="152" y="3313"/>
                    </a:lnTo>
                    <a:lnTo>
                      <a:pt x="430" y="3389"/>
                    </a:lnTo>
                    <a:lnTo>
                      <a:pt x="608" y="3313"/>
                    </a:lnTo>
                    <a:lnTo>
                      <a:pt x="936" y="3035"/>
                    </a:lnTo>
                    <a:lnTo>
                      <a:pt x="1493" y="2377"/>
                    </a:lnTo>
                    <a:lnTo>
                      <a:pt x="2251" y="1340"/>
                    </a:lnTo>
                    <a:lnTo>
                      <a:pt x="2833" y="708"/>
                    </a:lnTo>
                    <a:lnTo>
                      <a:pt x="2959" y="557"/>
                    </a:lnTo>
                    <a:lnTo>
                      <a:pt x="2934" y="253"/>
                    </a:lnTo>
                    <a:lnTo>
                      <a:pt x="2707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8" name="Google Shape;2988;p42"/>
              <p:cNvSpPr/>
              <p:nvPr/>
            </p:nvSpPr>
            <p:spPr>
              <a:xfrm>
                <a:off x="7518925" y="2196200"/>
                <a:ext cx="74000" cy="75875"/>
              </a:xfrm>
              <a:custGeom>
                <a:rect b="b" l="l" r="r" t="t"/>
                <a:pathLst>
                  <a:path extrusionOk="0" h="3035" w="2960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5" y="607"/>
                    </a:lnTo>
                    <a:lnTo>
                      <a:pt x="1012" y="1492"/>
                    </a:lnTo>
                    <a:lnTo>
                      <a:pt x="481" y="2023"/>
                    </a:lnTo>
                    <a:lnTo>
                      <a:pt x="177" y="2251"/>
                    </a:lnTo>
                    <a:lnTo>
                      <a:pt x="51" y="2352"/>
                    </a:lnTo>
                    <a:lnTo>
                      <a:pt x="0" y="2681"/>
                    </a:lnTo>
                    <a:lnTo>
                      <a:pt x="152" y="2934"/>
                    </a:lnTo>
                    <a:lnTo>
                      <a:pt x="430" y="3035"/>
                    </a:lnTo>
                    <a:lnTo>
                      <a:pt x="607" y="2959"/>
                    </a:lnTo>
                    <a:lnTo>
                      <a:pt x="936" y="2731"/>
                    </a:lnTo>
                    <a:lnTo>
                      <a:pt x="1492" y="2150"/>
                    </a:lnTo>
                    <a:lnTo>
                      <a:pt x="2251" y="1239"/>
                    </a:lnTo>
                    <a:lnTo>
                      <a:pt x="2833" y="683"/>
                    </a:lnTo>
                    <a:lnTo>
                      <a:pt x="2959" y="556"/>
                    </a:lnTo>
                    <a:lnTo>
                      <a:pt x="2959" y="253"/>
                    </a:lnTo>
                    <a:lnTo>
                      <a:pt x="2731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9" name="Google Shape;2989;p42"/>
              <p:cNvSpPr/>
              <p:nvPr/>
            </p:nvSpPr>
            <p:spPr>
              <a:xfrm>
                <a:off x="7622600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9" y="0"/>
                    </a:moveTo>
                    <a:lnTo>
                      <a:pt x="2277" y="101"/>
                    </a:lnTo>
                    <a:lnTo>
                      <a:pt x="1720" y="607"/>
                    </a:lnTo>
                    <a:lnTo>
                      <a:pt x="1038" y="1492"/>
                    </a:lnTo>
                    <a:lnTo>
                      <a:pt x="507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78" y="2934"/>
                    </a:lnTo>
                    <a:lnTo>
                      <a:pt x="456" y="3035"/>
                    </a:lnTo>
                    <a:lnTo>
                      <a:pt x="633" y="2959"/>
                    </a:lnTo>
                    <a:lnTo>
                      <a:pt x="962" y="2731"/>
                    </a:lnTo>
                    <a:lnTo>
                      <a:pt x="1518" y="2150"/>
                    </a:lnTo>
                    <a:lnTo>
                      <a:pt x="2277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85" y="253"/>
                    </a:lnTo>
                    <a:lnTo>
                      <a:pt x="2757" y="25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0" name="Google Shape;2990;p42"/>
              <p:cNvSpPr/>
              <p:nvPr/>
            </p:nvSpPr>
            <p:spPr>
              <a:xfrm>
                <a:off x="7726925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8" y="0"/>
                    </a:moveTo>
                    <a:lnTo>
                      <a:pt x="2277" y="101"/>
                    </a:lnTo>
                    <a:lnTo>
                      <a:pt x="1720" y="607"/>
                    </a:lnTo>
                    <a:lnTo>
                      <a:pt x="1037" y="1492"/>
                    </a:lnTo>
                    <a:lnTo>
                      <a:pt x="506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52" y="2934"/>
                    </a:lnTo>
                    <a:lnTo>
                      <a:pt x="456" y="3035"/>
                    </a:lnTo>
                    <a:lnTo>
                      <a:pt x="633" y="2959"/>
                    </a:lnTo>
                    <a:lnTo>
                      <a:pt x="962" y="2731"/>
                    </a:lnTo>
                    <a:lnTo>
                      <a:pt x="1518" y="2150"/>
                    </a:lnTo>
                    <a:lnTo>
                      <a:pt x="2277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85" y="253"/>
                    </a:lnTo>
                    <a:lnTo>
                      <a:pt x="2757" y="25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1" name="Google Shape;2991;p42"/>
              <p:cNvSpPr/>
              <p:nvPr/>
            </p:nvSpPr>
            <p:spPr>
              <a:xfrm>
                <a:off x="7831250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8" y="0"/>
                    </a:moveTo>
                    <a:lnTo>
                      <a:pt x="2251" y="101"/>
                    </a:lnTo>
                    <a:lnTo>
                      <a:pt x="1720" y="607"/>
                    </a:lnTo>
                    <a:lnTo>
                      <a:pt x="1012" y="1492"/>
                    </a:lnTo>
                    <a:lnTo>
                      <a:pt x="506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0" y="2681"/>
                    </a:lnTo>
                    <a:lnTo>
                      <a:pt x="152" y="2934"/>
                    </a:lnTo>
                    <a:lnTo>
                      <a:pt x="456" y="3035"/>
                    </a:lnTo>
                    <a:lnTo>
                      <a:pt x="607" y="2959"/>
                    </a:lnTo>
                    <a:lnTo>
                      <a:pt x="961" y="2731"/>
                    </a:lnTo>
                    <a:lnTo>
                      <a:pt x="1518" y="2150"/>
                    </a:lnTo>
                    <a:lnTo>
                      <a:pt x="2276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59" y="253"/>
                    </a:lnTo>
                    <a:lnTo>
                      <a:pt x="2757" y="25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2" name="Google Shape;2992;p42"/>
              <p:cNvSpPr/>
              <p:nvPr/>
            </p:nvSpPr>
            <p:spPr>
              <a:xfrm>
                <a:off x="7922300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8" y="0"/>
                    </a:moveTo>
                    <a:lnTo>
                      <a:pt x="2276" y="101"/>
                    </a:lnTo>
                    <a:lnTo>
                      <a:pt x="1720" y="607"/>
                    </a:lnTo>
                    <a:lnTo>
                      <a:pt x="1037" y="1492"/>
                    </a:lnTo>
                    <a:lnTo>
                      <a:pt x="506" y="2023"/>
                    </a:lnTo>
                    <a:lnTo>
                      <a:pt x="202" y="2251"/>
                    </a:lnTo>
                    <a:lnTo>
                      <a:pt x="51" y="2352"/>
                    </a:lnTo>
                    <a:lnTo>
                      <a:pt x="0" y="2681"/>
                    </a:lnTo>
                    <a:lnTo>
                      <a:pt x="177" y="2934"/>
                    </a:lnTo>
                    <a:lnTo>
                      <a:pt x="455" y="3035"/>
                    </a:lnTo>
                    <a:lnTo>
                      <a:pt x="632" y="2959"/>
                    </a:lnTo>
                    <a:lnTo>
                      <a:pt x="961" y="2731"/>
                    </a:lnTo>
                    <a:lnTo>
                      <a:pt x="1517" y="2150"/>
                    </a:lnTo>
                    <a:lnTo>
                      <a:pt x="2276" y="1239"/>
                    </a:lnTo>
                    <a:lnTo>
                      <a:pt x="2858" y="683"/>
                    </a:lnTo>
                    <a:lnTo>
                      <a:pt x="2984" y="556"/>
                    </a:lnTo>
                    <a:lnTo>
                      <a:pt x="2984" y="253"/>
                    </a:lnTo>
                    <a:lnTo>
                      <a:pt x="2757" y="25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3" name="Google Shape;2993;p42"/>
              <p:cNvSpPr/>
              <p:nvPr/>
            </p:nvSpPr>
            <p:spPr>
              <a:xfrm>
                <a:off x="8026600" y="2196200"/>
                <a:ext cx="74650" cy="75875"/>
              </a:xfrm>
              <a:custGeom>
                <a:rect b="b" l="l" r="r" t="t"/>
                <a:pathLst>
                  <a:path extrusionOk="0" h="3035" w="2986">
                    <a:moveTo>
                      <a:pt x="2429" y="0"/>
                    </a:moveTo>
                    <a:lnTo>
                      <a:pt x="2252" y="101"/>
                    </a:lnTo>
                    <a:lnTo>
                      <a:pt x="1721" y="607"/>
                    </a:lnTo>
                    <a:lnTo>
                      <a:pt x="1013" y="1492"/>
                    </a:lnTo>
                    <a:lnTo>
                      <a:pt x="507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53" y="2934"/>
                    </a:lnTo>
                    <a:lnTo>
                      <a:pt x="456" y="3035"/>
                    </a:lnTo>
                    <a:lnTo>
                      <a:pt x="633" y="2959"/>
                    </a:lnTo>
                    <a:lnTo>
                      <a:pt x="962" y="2731"/>
                    </a:lnTo>
                    <a:lnTo>
                      <a:pt x="1518" y="2150"/>
                    </a:lnTo>
                    <a:lnTo>
                      <a:pt x="2277" y="1239"/>
                    </a:lnTo>
                    <a:lnTo>
                      <a:pt x="2859" y="683"/>
                    </a:lnTo>
                    <a:lnTo>
                      <a:pt x="2985" y="556"/>
                    </a:lnTo>
                    <a:lnTo>
                      <a:pt x="2985" y="253"/>
                    </a:lnTo>
                    <a:lnTo>
                      <a:pt x="2758" y="25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4" name="Google Shape;2994;p42"/>
              <p:cNvSpPr/>
              <p:nvPr/>
            </p:nvSpPr>
            <p:spPr>
              <a:xfrm>
                <a:off x="8130925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9" y="0"/>
                    </a:moveTo>
                    <a:lnTo>
                      <a:pt x="2252" y="101"/>
                    </a:lnTo>
                    <a:lnTo>
                      <a:pt x="1720" y="607"/>
                    </a:lnTo>
                    <a:lnTo>
                      <a:pt x="1012" y="1492"/>
                    </a:lnTo>
                    <a:lnTo>
                      <a:pt x="507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52" y="2934"/>
                    </a:lnTo>
                    <a:lnTo>
                      <a:pt x="456" y="3035"/>
                    </a:lnTo>
                    <a:lnTo>
                      <a:pt x="608" y="2959"/>
                    </a:lnTo>
                    <a:lnTo>
                      <a:pt x="962" y="2731"/>
                    </a:lnTo>
                    <a:lnTo>
                      <a:pt x="1518" y="2150"/>
                    </a:lnTo>
                    <a:lnTo>
                      <a:pt x="2252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60" y="253"/>
                    </a:lnTo>
                    <a:lnTo>
                      <a:pt x="2757" y="25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5" name="Google Shape;2995;p42"/>
              <p:cNvSpPr/>
              <p:nvPr/>
            </p:nvSpPr>
            <p:spPr>
              <a:xfrm>
                <a:off x="8235250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8" y="0"/>
                    </a:moveTo>
                    <a:lnTo>
                      <a:pt x="2251" y="101"/>
                    </a:lnTo>
                    <a:lnTo>
                      <a:pt x="1720" y="607"/>
                    </a:lnTo>
                    <a:lnTo>
                      <a:pt x="1012" y="1492"/>
                    </a:lnTo>
                    <a:lnTo>
                      <a:pt x="506" y="2023"/>
                    </a:lnTo>
                    <a:lnTo>
                      <a:pt x="178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52" y="2934"/>
                    </a:lnTo>
                    <a:lnTo>
                      <a:pt x="430" y="3035"/>
                    </a:lnTo>
                    <a:lnTo>
                      <a:pt x="608" y="2959"/>
                    </a:lnTo>
                    <a:lnTo>
                      <a:pt x="936" y="2731"/>
                    </a:lnTo>
                    <a:lnTo>
                      <a:pt x="1518" y="2150"/>
                    </a:lnTo>
                    <a:lnTo>
                      <a:pt x="2251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59" y="253"/>
                    </a:lnTo>
                    <a:lnTo>
                      <a:pt x="2732" y="25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6" name="Google Shape;2996;p42"/>
              <p:cNvSpPr/>
              <p:nvPr/>
            </p:nvSpPr>
            <p:spPr>
              <a:xfrm>
                <a:off x="8339575" y="2196200"/>
                <a:ext cx="74000" cy="75875"/>
              </a:xfrm>
              <a:custGeom>
                <a:rect b="b" l="l" r="r" t="t"/>
                <a:pathLst>
                  <a:path extrusionOk="0" h="3035" w="2960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5" y="607"/>
                    </a:lnTo>
                    <a:lnTo>
                      <a:pt x="1012" y="1492"/>
                    </a:lnTo>
                    <a:lnTo>
                      <a:pt x="481" y="2023"/>
                    </a:lnTo>
                    <a:lnTo>
                      <a:pt x="177" y="2251"/>
                    </a:lnTo>
                    <a:lnTo>
                      <a:pt x="51" y="2352"/>
                    </a:lnTo>
                    <a:lnTo>
                      <a:pt x="0" y="2681"/>
                    </a:lnTo>
                    <a:lnTo>
                      <a:pt x="152" y="2934"/>
                    </a:lnTo>
                    <a:lnTo>
                      <a:pt x="430" y="3035"/>
                    </a:lnTo>
                    <a:lnTo>
                      <a:pt x="607" y="2959"/>
                    </a:lnTo>
                    <a:lnTo>
                      <a:pt x="936" y="2731"/>
                    </a:lnTo>
                    <a:lnTo>
                      <a:pt x="1492" y="2150"/>
                    </a:lnTo>
                    <a:lnTo>
                      <a:pt x="2251" y="1239"/>
                    </a:lnTo>
                    <a:lnTo>
                      <a:pt x="2833" y="683"/>
                    </a:lnTo>
                    <a:lnTo>
                      <a:pt x="2959" y="556"/>
                    </a:lnTo>
                    <a:lnTo>
                      <a:pt x="2959" y="253"/>
                    </a:lnTo>
                    <a:lnTo>
                      <a:pt x="2732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7" name="Google Shape;2997;p42"/>
              <p:cNvSpPr/>
              <p:nvPr/>
            </p:nvSpPr>
            <p:spPr>
              <a:xfrm>
                <a:off x="8443900" y="2195550"/>
                <a:ext cx="65775" cy="77175"/>
              </a:xfrm>
              <a:custGeom>
                <a:rect b="b" l="l" r="r" t="t"/>
                <a:pathLst>
                  <a:path extrusionOk="0" h="3087" w="2631">
                    <a:moveTo>
                      <a:pt x="2074" y="1"/>
                    </a:moveTo>
                    <a:lnTo>
                      <a:pt x="1922" y="127"/>
                    </a:lnTo>
                    <a:lnTo>
                      <a:pt x="1467" y="633"/>
                    </a:lnTo>
                    <a:lnTo>
                      <a:pt x="885" y="1518"/>
                    </a:lnTo>
                    <a:lnTo>
                      <a:pt x="455" y="2049"/>
                    </a:lnTo>
                    <a:lnTo>
                      <a:pt x="177" y="2277"/>
                    </a:lnTo>
                    <a:lnTo>
                      <a:pt x="51" y="2403"/>
                    </a:lnTo>
                    <a:lnTo>
                      <a:pt x="0" y="2732"/>
                    </a:lnTo>
                    <a:lnTo>
                      <a:pt x="152" y="2985"/>
                    </a:lnTo>
                    <a:lnTo>
                      <a:pt x="430" y="3086"/>
                    </a:lnTo>
                    <a:lnTo>
                      <a:pt x="607" y="2985"/>
                    </a:lnTo>
                    <a:lnTo>
                      <a:pt x="885" y="2757"/>
                    </a:lnTo>
                    <a:lnTo>
                      <a:pt x="1366" y="2176"/>
                    </a:lnTo>
                    <a:lnTo>
                      <a:pt x="1998" y="1265"/>
                    </a:lnTo>
                    <a:lnTo>
                      <a:pt x="2504" y="709"/>
                    </a:lnTo>
                    <a:lnTo>
                      <a:pt x="2630" y="557"/>
                    </a:lnTo>
                    <a:lnTo>
                      <a:pt x="2605" y="254"/>
                    </a:lnTo>
                    <a:lnTo>
                      <a:pt x="2377" y="26"/>
                    </a:lnTo>
                    <a:lnTo>
                      <a:pt x="207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42"/>
              <p:cNvSpPr/>
              <p:nvPr/>
            </p:nvSpPr>
            <p:spPr>
              <a:xfrm>
                <a:off x="8548225" y="2200625"/>
                <a:ext cx="73975" cy="84725"/>
              </a:xfrm>
              <a:custGeom>
                <a:rect b="b" l="l" r="r" t="t"/>
                <a:pathLst>
                  <a:path extrusionOk="0" h="3389" w="2959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4" y="708"/>
                    </a:lnTo>
                    <a:lnTo>
                      <a:pt x="1012" y="1720"/>
                    </a:lnTo>
                    <a:lnTo>
                      <a:pt x="481" y="2327"/>
                    </a:lnTo>
                    <a:lnTo>
                      <a:pt x="177" y="2580"/>
                    </a:lnTo>
                    <a:lnTo>
                      <a:pt x="51" y="2706"/>
                    </a:lnTo>
                    <a:lnTo>
                      <a:pt x="0" y="3035"/>
                    </a:lnTo>
                    <a:lnTo>
                      <a:pt x="152" y="3313"/>
                    </a:lnTo>
                    <a:lnTo>
                      <a:pt x="430" y="3389"/>
                    </a:lnTo>
                    <a:lnTo>
                      <a:pt x="607" y="3313"/>
                    </a:lnTo>
                    <a:lnTo>
                      <a:pt x="936" y="3035"/>
                    </a:lnTo>
                    <a:lnTo>
                      <a:pt x="1492" y="2377"/>
                    </a:lnTo>
                    <a:lnTo>
                      <a:pt x="2251" y="1340"/>
                    </a:lnTo>
                    <a:lnTo>
                      <a:pt x="2833" y="708"/>
                    </a:lnTo>
                    <a:lnTo>
                      <a:pt x="2959" y="557"/>
                    </a:lnTo>
                    <a:lnTo>
                      <a:pt x="2934" y="253"/>
                    </a:lnTo>
                    <a:lnTo>
                      <a:pt x="2706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9" name="Google Shape;2999;p42"/>
              <p:cNvSpPr/>
              <p:nvPr/>
            </p:nvSpPr>
            <p:spPr>
              <a:xfrm>
                <a:off x="8638625" y="2202525"/>
                <a:ext cx="74000" cy="75250"/>
              </a:xfrm>
              <a:custGeom>
                <a:rect b="b" l="l" r="r" t="t"/>
                <a:pathLst>
                  <a:path extrusionOk="0" h="3010" w="2960">
                    <a:moveTo>
                      <a:pt x="2529" y="0"/>
                    </a:moveTo>
                    <a:lnTo>
                      <a:pt x="2352" y="101"/>
                    </a:lnTo>
                    <a:lnTo>
                      <a:pt x="1796" y="607"/>
                    </a:lnTo>
                    <a:lnTo>
                      <a:pt x="1063" y="1467"/>
                    </a:lnTo>
                    <a:lnTo>
                      <a:pt x="532" y="1998"/>
                    </a:lnTo>
                    <a:lnTo>
                      <a:pt x="203" y="2200"/>
                    </a:lnTo>
                    <a:lnTo>
                      <a:pt x="51" y="2327"/>
                    </a:lnTo>
                    <a:lnTo>
                      <a:pt x="1" y="2630"/>
                    </a:lnTo>
                    <a:lnTo>
                      <a:pt x="152" y="2908"/>
                    </a:lnTo>
                    <a:lnTo>
                      <a:pt x="456" y="3009"/>
                    </a:lnTo>
                    <a:lnTo>
                      <a:pt x="633" y="2934"/>
                    </a:lnTo>
                    <a:lnTo>
                      <a:pt x="962" y="2706"/>
                    </a:lnTo>
                    <a:lnTo>
                      <a:pt x="1493" y="2200"/>
                    </a:lnTo>
                    <a:lnTo>
                      <a:pt x="2226" y="1315"/>
                    </a:lnTo>
                    <a:lnTo>
                      <a:pt x="2782" y="809"/>
                    </a:lnTo>
                    <a:lnTo>
                      <a:pt x="2909" y="683"/>
                    </a:lnTo>
                    <a:lnTo>
                      <a:pt x="2959" y="354"/>
                    </a:lnTo>
                    <a:lnTo>
                      <a:pt x="2808" y="101"/>
                    </a:lnTo>
                    <a:lnTo>
                      <a:pt x="25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00" name="Google Shape;3000;p42"/>
            <p:cNvSpPr txBox="1"/>
            <p:nvPr/>
          </p:nvSpPr>
          <p:spPr>
            <a:xfrm>
              <a:off x="6244301" y="2722713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Skills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001" name="Google Shape;3001;p42"/>
            <p:cNvSpPr/>
            <p:nvPr/>
          </p:nvSpPr>
          <p:spPr>
            <a:xfrm>
              <a:off x="6895850" y="3668150"/>
              <a:ext cx="1329179" cy="282421"/>
            </a:xfrm>
            <a:custGeom>
              <a:rect b="b" l="l" r="r" t="t"/>
              <a:pathLst>
                <a:path extrusionOk="0" h="3453" w="28377">
                  <a:moveTo>
                    <a:pt x="1" y="0"/>
                  </a:moveTo>
                  <a:lnTo>
                    <a:pt x="1" y="3452"/>
                  </a:lnTo>
                  <a:lnTo>
                    <a:pt x="28376" y="3452"/>
                  </a:lnTo>
                  <a:lnTo>
                    <a:pt x="283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02" name="Google Shape;3002;p42"/>
            <p:cNvGrpSpPr/>
            <p:nvPr/>
          </p:nvGrpSpPr>
          <p:grpSpPr>
            <a:xfrm>
              <a:off x="6839893" y="3657500"/>
              <a:ext cx="1574354" cy="372400"/>
              <a:chOff x="7021350" y="1912950"/>
              <a:chExt cx="1767150" cy="372400"/>
            </a:xfrm>
          </p:grpSpPr>
          <p:sp>
            <p:nvSpPr>
              <p:cNvPr id="3003" name="Google Shape;3003;p42"/>
              <p:cNvSpPr/>
              <p:nvPr/>
            </p:nvSpPr>
            <p:spPr>
              <a:xfrm>
                <a:off x="7078875" y="1912950"/>
                <a:ext cx="1709625" cy="299700"/>
              </a:xfrm>
              <a:custGeom>
                <a:rect b="b" l="l" r="r" t="t"/>
                <a:pathLst>
                  <a:path extrusionOk="0" fill="none" h="11988" w="68385">
                    <a:moveTo>
                      <a:pt x="33029" y="354"/>
                    </a:moveTo>
                    <a:lnTo>
                      <a:pt x="25771" y="380"/>
                    </a:lnTo>
                    <a:lnTo>
                      <a:pt x="14188" y="430"/>
                    </a:lnTo>
                    <a:lnTo>
                      <a:pt x="8245" y="354"/>
                    </a:lnTo>
                    <a:lnTo>
                      <a:pt x="6475" y="253"/>
                    </a:lnTo>
                    <a:lnTo>
                      <a:pt x="4679" y="76"/>
                    </a:lnTo>
                    <a:lnTo>
                      <a:pt x="2732" y="0"/>
                    </a:lnTo>
                    <a:lnTo>
                      <a:pt x="1796" y="152"/>
                    </a:lnTo>
                    <a:lnTo>
                      <a:pt x="1138" y="531"/>
                    </a:lnTo>
                    <a:lnTo>
                      <a:pt x="683" y="1265"/>
                    </a:lnTo>
                    <a:lnTo>
                      <a:pt x="405" y="2378"/>
                    </a:lnTo>
                    <a:lnTo>
                      <a:pt x="304" y="3946"/>
                    </a:lnTo>
                    <a:lnTo>
                      <a:pt x="279" y="4957"/>
                    </a:lnTo>
                    <a:lnTo>
                      <a:pt x="177" y="7132"/>
                    </a:lnTo>
                    <a:lnTo>
                      <a:pt x="0" y="9408"/>
                    </a:lnTo>
                    <a:lnTo>
                      <a:pt x="152" y="10243"/>
                    </a:lnTo>
                    <a:lnTo>
                      <a:pt x="405" y="10698"/>
                    </a:lnTo>
                    <a:lnTo>
                      <a:pt x="835" y="11077"/>
                    </a:lnTo>
                    <a:lnTo>
                      <a:pt x="1467" y="11381"/>
                    </a:lnTo>
                    <a:lnTo>
                      <a:pt x="2808" y="11735"/>
                    </a:lnTo>
                    <a:lnTo>
                      <a:pt x="5665" y="11962"/>
                    </a:lnTo>
                    <a:lnTo>
                      <a:pt x="9889" y="11988"/>
                    </a:lnTo>
                    <a:lnTo>
                      <a:pt x="12671" y="11937"/>
                    </a:lnTo>
                    <a:lnTo>
                      <a:pt x="24633" y="11659"/>
                    </a:lnTo>
                    <a:lnTo>
                      <a:pt x="41653" y="11406"/>
                    </a:lnTo>
                    <a:lnTo>
                      <a:pt x="51086" y="11431"/>
                    </a:lnTo>
                    <a:lnTo>
                      <a:pt x="54728" y="11558"/>
                    </a:lnTo>
                    <a:lnTo>
                      <a:pt x="57965" y="11709"/>
                    </a:lnTo>
                    <a:lnTo>
                      <a:pt x="62922" y="11912"/>
                    </a:lnTo>
                    <a:lnTo>
                      <a:pt x="65451" y="11811"/>
                    </a:lnTo>
                    <a:lnTo>
                      <a:pt x="66639" y="11558"/>
                    </a:lnTo>
                    <a:lnTo>
                      <a:pt x="67423" y="11153"/>
                    </a:lnTo>
                    <a:lnTo>
                      <a:pt x="67803" y="10521"/>
                    </a:lnTo>
                    <a:lnTo>
                      <a:pt x="67828" y="10116"/>
                    </a:lnTo>
                    <a:lnTo>
                      <a:pt x="67904" y="8649"/>
                    </a:lnTo>
                    <a:lnTo>
                      <a:pt x="68308" y="5564"/>
                    </a:lnTo>
                    <a:lnTo>
                      <a:pt x="68384" y="3440"/>
                    </a:lnTo>
                    <a:lnTo>
                      <a:pt x="68182" y="2251"/>
                    </a:lnTo>
                    <a:lnTo>
                      <a:pt x="67777" y="1518"/>
                    </a:lnTo>
                    <a:lnTo>
                      <a:pt x="67373" y="1138"/>
                    </a:lnTo>
                    <a:lnTo>
                      <a:pt x="66867" y="835"/>
                    </a:lnTo>
                    <a:lnTo>
                      <a:pt x="66235" y="633"/>
                    </a:lnTo>
                    <a:lnTo>
                      <a:pt x="65855" y="582"/>
                    </a:lnTo>
                    <a:lnTo>
                      <a:pt x="63756" y="430"/>
                    </a:lnTo>
                    <a:lnTo>
                      <a:pt x="54045" y="329"/>
                    </a:lnTo>
                    <a:lnTo>
                      <a:pt x="36696" y="329"/>
                    </a:lnTo>
                    <a:lnTo>
                      <a:pt x="33029" y="35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20875">
                <a:solidFill>
                  <a:srgbClr val="000000"/>
                </a:solidFill>
                <a:prstDash val="solid"/>
                <a:miter lim="2528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4" name="Google Shape;3004;p42"/>
              <p:cNvSpPr/>
              <p:nvPr/>
            </p:nvSpPr>
            <p:spPr>
              <a:xfrm>
                <a:off x="7026400" y="1935075"/>
                <a:ext cx="1730475" cy="342700"/>
              </a:xfrm>
              <a:custGeom>
                <a:rect b="b" l="l" r="r" t="t"/>
                <a:pathLst>
                  <a:path extrusionOk="0" fill="none" h="13708" w="69219">
                    <a:moveTo>
                      <a:pt x="2959" y="0"/>
                    </a:moveTo>
                    <a:lnTo>
                      <a:pt x="2681" y="26"/>
                    </a:lnTo>
                    <a:lnTo>
                      <a:pt x="2049" y="380"/>
                    </a:lnTo>
                    <a:lnTo>
                      <a:pt x="1594" y="860"/>
                    </a:lnTo>
                    <a:lnTo>
                      <a:pt x="1164" y="1594"/>
                    </a:lnTo>
                    <a:lnTo>
                      <a:pt x="784" y="2605"/>
                    </a:lnTo>
                    <a:lnTo>
                      <a:pt x="481" y="3946"/>
                    </a:lnTo>
                    <a:lnTo>
                      <a:pt x="304" y="5665"/>
                    </a:lnTo>
                    <a:lnTo>
                      <a:pt x="304" y="6677"/>
                    </a:lnTo>
                    <a:lnTo>
                      <a:pt x="203" y="8852"/>
                    </a:lnTo>
                    <a:lnTo>
                      <a:pt x="0" y="11128"/>
                    </a:lnTo>
                    <a:lnTo>
                      <a:pt x="177" y="11962"/>
                    </a:lnTo>
                    <a:lnTo>
                      <a:pt x="430" y="12418"/>
                    </a:lnTo>
                    <a:lnTo>
                      <a:pt x="860" y="12797"/>
                    </a:lnTo>
                    <a:lnTo>
                      <a:pt x="1492" y="13101"/>
                    </a:lnTo>
                    <a:lnTo>
                      <a:pt x="2833" y="13455"/>
                    </a:lnTo>
                    <a:lnTo>
                      <a:pt x="5665" y="13682"/>
                    </a:lnTo>
                    <a:lnTo>
                      <a:pt x="9914" y="13707"/>
                    </a:lnTo>
                    <a:lnTo>
                      <a:pt x="12696" y="13657"/>
                    </a:lnTo>
                    <a:lnTo>
                      <a:pt x="24658" y="13379"/>
                    </a:lnTo>
                    <a:lnTo>
                      <a:pt x="41678" y="13126"/>
                    </a:lnTo>
                    <a:lnTo>
                      <a:pt x="51111" y="13151"/>
                    </a:lnTo>
                    <a:lnTo>
                      <a:pt x="54753" y="13278"/>
                    </a:lnTo>
                    <a:lnTo>
                      <a:pt x="57990" y="13429"/>
                    </a:lnTo>
                    <a:lnTo>
                      <a:pt x="61885" y="13581"/>
                    </a:lnTo>
                    <a:lnTo>
                      <a:pt x="64034" y="13556"/>
                    </a:lnTo>
                    <a:lnTo>
                      <a:pt x="65805" y="13353"/>
                    </a:lnTo>
                    <a:lnTo>
                      <a:pt x="67196" y="12949"/>
                    </a:lnTo>
                    <a:lnTo>
                      <a:pt x="68005" y="12418"/>
                    </a:lnTo>
                    <a:lnTo>
                      <a:pt x="68460" y="11988"/>
                    </a:lnTo>
                    <a:lnTo>
                      <a:pt x="68966" y="11179"/>
                    </a:lnTo>
                    <a:lnTo>
                      <a:pt x="69219" y="10470"/>
                    </a:lnTo>
                  </a:path>
                </a:pathLst>
              </a:custGeom>
              <a:solidFill>
                <a:schemeClr val="dk1"/>
              </a:solidFill>
              <a:ln cap="flat" cmpd="sng" w="20875">
                <a:solidFill>
                  <a:srgbClr val="000000"/>
                </a:solidFill>
                <a:prstDash val="solid"/>
                <a:miter lim="2528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5" name="Google Shape;3005;p42"/>
              <p:cNvSpPr/>
              <p:nvPr/>
            </p:nvSpPr>
            <p:spPr>
              <a:xfrm>
                <a:off x="7032075" y="1969225"/>
                <a:ext cx="65800" cy="85375"/>
              </a:xfrm>
              <a:custGeom>
                <a:rect b="b" l="l" r="r" t="t"/>
                <a:pathLst>
                  <a:path extrusionOk="0" h="3415" w="2632">
                    <a:moveTo>
                      <a:pt x="2075" y="0"/>
                    </a:moveTo>
                    <a:lnTo>
                      <a:pt x="1923" y="127"/>
                    </a:lnTo>
                    <a:lnTo>
                      <a:pt x="1443" y="759"/>
                    </a:lnTo>
                    <a:lnTo>
                      <a:pt x="861" y="1796"/>
                    </a:lnTo>
                    <a:lnTo>
                      <a:pt x="406" y="2428"/>
                    </a:lnTo>
                    <a:lnTo>
                      <a:pt x="127" y="2706"/>
                    </a:lnTo>
                    <a:lnTo>
                      <a:pt x="1" y="2858"/>
                    </a:lnTo>
                    <a:lnTo>
                      <a:pt x="26" y="3161"/>
                    </a:lnTo>
                    <a:lnTo>
                      <a:pt x="254" y="3364"/>
                    </a:lnTo>
                    <a:lnTo>
                      <a:pt x="557" y="3414"/>
                    </a:lnTo>
                    <a:lnTo>
                      <a:pt x="709" y="3313"/>
                    </a:lnTo>
                    <a:lnTo>
                      <a:pt x="1013" y="3010"/>
                    </a:lnTo>
                    <a:lnTo>
                      <a:pt x="1468" y="2377"/>
                    </a:lnTo>
                    <a:lnTo>
                      <a:pt x="2049" y="1340"/>
                    </a:lnTo>
                    <a:lnTo>
                      <a:pt x="2505" y="708"/>
                    </a:lnTo>
                    <a:lnTo>
                      <a:pt x="2631" y="557"/>
                    </a:lnTo>
                    <a:lnTo>
                      <a:pt x="2581" y="228"/>
                    </a:lnTo>
                    <a:lnTo>
                      <a:pt x="23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6" name="Google Shape;3006;p42"/>
              <p:cNvSpPr/>
              <p:nvPr/>
            </p:nvSpPr>
            <p:spPr>
              <a:xfrm>
                <a:off x="7023225" y="2034325"/>
                <a:ext cx="74650" cy="93600"/>
              </a:xfrm>
              <a:custGeom>
                <a:rect b="b" l="l" r="r" t="t"/>
                <a:pathLst>
                  <a:path extrusionOk="0" h="3744" w="2986">
                    <a:moveTo>
                      <a:pt x="2429" y="1"/>
                    </a:moveTo>
                    <a:lnTo>
                      <a:pt x="2277" y="127"/>
                    </a:lnTo>
                    <a:lnTo>
                      <a:pt x="1695" y="836"/>
                    </a:lnTo>
                    <a:lnTo>
                      <a:pt x="1013" y="1999"/>
                    </a:lnTo>
                    <a:lnTo>
                      <a:pt x="456" y="2732"/>
                    </a:lnTo>
                    <a:lnTo>
                      <a:pt x="127" y="3036"/>
                    </a:lnTo>
                    <a:lnTo>
                      <a:pt x="1" y="3187"/>
                    </a:lnTo>
                    <a:lnTo>
                      <a:pt x="26" y="3491"/>
                    </a:lnTo>
                    <a:lnTo>
                      <a:pt x="229" y="3693"/>
                    </a:lnTo>
                    <a:lnTo>
                      <a:pt x="557" y="3744"/>
                    </a:lnTo>
                    <a:lnTo>
                      <a:pt x="709" y="3643"/>
                    </a:lnTo>
                    <a:lnTo>
                      <a:pt x="1063" y="3314"/>
                    </a:lnTo>
                    <a:lnTo>
                      <a:pt x="1594" y="2606"/>
                    </a:lnTo>
                    <a:lnTo>
                      <a:pt x="2302" y="1417"/>
                    </a:lnTo>
                    <a:lnTo>
                      <a:pt x="2859" y="709"/>
                    </a:lnTo>
                    <a:lnTo>
                      <a:pt x="2985" y="557"/>
                    </a:lnTo>
                    <a:lnTo>
                      <a:pt x="2960" y="254"/>
                    </a:lnTo>
                    <a:lnTo>
                      <a:pt x="2732" y="26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7" name="Google Shape;3007;p42"/>
              <p:cNvSpPr/>
              <p:nvPr/>
            </p:nvSpPr>
            <p:spPr>
              <a:xfrm>
                <a:off x="7021350" y="2132975"/>
                <a:ext cx="59450" cy="66400"/>
              </a:xfrm>
              <a:custGeom>
                <a:rect b="b" l="l" r="r" t="t"/>
                <a:pathLst>
                  <a:path extrusionOk="0" h="2656" w="2378">
                    <a:moveTo>
                      <a:pt x="1821" y="0"/>
                    </a:moveTo>
                    <a:lnTo>
                      <a:pt x="1669" y="101"/>
                    </a:lnTo>
                    <a:lnTo>
                      <a:pt x="1265" y="506"/>
                    </a:lnTo>
                    <a:lnTo>
                      <a:pt x="607" y="1467"/>
                    </a:lnTo>
                    <a:lnTo>
                      <a:pt x="177" y="1846"/>
                    </a:lnTo>
                    <a:lnTo>
                      <a:pt x="51" y="1973"/>
                    </a:lnTo>
                    <a:lnTo>
                      <a:pt x="0" y="2276"/>
                    </a:lnTo>
                    <a:lnTo>
                      <a:pt x="152" y="2554"/>
                    </a:lnTo>
                    <a:lnTo>
                      <a:pt x="430" y="2656"/>
                    </a:lnTo>
                    <a:lnTo>
                      <a:pt x="607" y="2554"/>
                    </a:lnTo>
                    <a:lnTo>
                      <a:pt x="1088" y="2150"/>
                    </a:lnTo>
                    <a:lnTo>
                      <a:pt x="1821" y="1138"/>
                    </a:lnTo>
                    <a:lnTo>
                      <a:pt x="2251" y="683"/>
                    </a:lnTo>
                    <a:lnTo>
                      <a:pt x="2377" y="557"/>
                    </a:lnTo>
                    <a:lnTo>
                      <a:pt x="2377" y="253"/>
                    </a:lnTo>
                    <a:lnTo>
                      <a:pt x="2150" y="25"/>
                    </a:lnTo>
                    <a:lnTo>
                      <a:pt x="18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8" name="Google Shape;3008;p42"/>
              <p:cNvSpPr/>
              <p:nvPr/>
            </p:nvSpPr>
            <p:spPr>
              <a:xfrm>
                <a:off x="7037150" y="2174700"/>
                <a:ext cx="74000" cy="84750"/>
              </a:xfrm>
              <a:custGeom>
                <a:rect b="b" l="l" r="r" t="t"/>
                <a:pathLst>
                  <a:path extrusionOk="0" h="3390" w="2960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5" y="683"/>
                    </a:lnTo>
                    <a:lnTo>
                      <a:pt x="1012" y="1720"/>
                    </a:lnTo>
                    <a:lnTo>
                      <a:pt x="481" y="2327"/>
                    </a:lnTo>
                    <a:lnTo>
                      <a:pt x="177" y="2580"/>
                    </a:lnTo>
                    <a:lnTo>
                      <a:pt x="51" y="2706"/>
                    </a:lnTo>
                    <a:lnTo>
                      <a:pt x="0" y="3035"/>
                    </a:lnTo>
                    <a:lnTo>
                      <a:pt x="152" y="3313"/>
                    </a:lnTo>
                    <a:lnTo>
                      <a:pt x="430" y="3389"/>
                    </a:lnTo>
                    <a:lnTo>
                      <a:pt x="607" y="3288"/>
                    </a:lnTo>
                    <a:lnTo>
                      <a:pt x="936" y="3035"/>
                    </a:lnTo>
                    <a:lnTo>
                      <a:pt x="1492" y="2377"/>
                    </a:lnTo>
                    <a:lnTo>
                      <a:pt x="2251" y="1315"/>
                    </a:lnTo>
                    <a:lnTo>
                      <a:pt x="2833" y="683"/>
                    </a:lnTo>
                    <a:lnTo>
                      <a:pt x="2959" y="557"/>
                    </a:lnTo>
                    <a:lnTo>
                      <a:pt x="2934" y="253"/>
                    </a:lnTo>
                    <a:lnTo>
                      <a:pt x="2706" y="26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9" name="Google Shape;3009;p42"/>
              <p:cNvSpPr/>
              <p:nvPr/>
            </p:nvSpPr>
            <p:spPr>
              <a:xfrm>
                <a:off x="7089000" y="2200625"/>
                <a:ext cx="73975" cy="84725"/>
              </a:xfrm>
              <a:custGeom>
                <a:rect b="b" l="l" r="r" t="t"/>
                <a:pathLst>
                  <a:path extrusionOk="0" h="3389" w="2959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4" y="708"/>
                    </a:lnTo>
                    <a:lnTo>
                      <a:pt x="1012" y="1720"/>
                    </a:lnTo>
                    <a:lnTo>
                      <a:pt x="506" y="2327"/>
                    </a:lnTo>
                    <a:lnTo>
                      <a:pt x="177" y="2580"/>
                    </a:lnTo>
                    <a:lnTo>
                      <a:pt x="51" y="2706"/>
                    </a:lnTo>
                    <a:lnTo>
                      <a:pt x="0" y="3035"/>
                    </a:lnTo>
                    <a:lnTo>
                      <a:pt x="177" y="3313"/>
                    </a:lnTo>
                    <a:lnTo>
                      <a:pt x="455" y="3389"/>
                    </a:lnTo>
                    <a:lnTo>
                      <a:pt x="607" y="3313"/>
                    </a:lnTo>
                    <a:lnTo>
                      <a:pt x="961" y="3035"/>
                    </a:lnTo>
                    <a:lnTo>
                      <a:pt x="1517" y="2377"/>
                    </a:lnTo>
                    <a:lnTo>
                      <a:pt x="2251" y="1340"/>
                    </a:lnTo>
                    <a:lnTo>
                      <a:pt x="2833" y="708"/>
                    </a:lnTo>
                    <a:lnTo>
                      <a:pt x="2959" y="557"/>
                    </a:lnTo>
                    <a:lnTo>
                      <a:pt x="2959" y="253"/>
                    </a:lnTo>
                    <a:lnTo>
                      <a:pt x="2731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0" name="Google Shape;3010;p42"/>
              <p:cNvSpPr/>
              <p:nvPr/>
            </p:nvSpPr>
            <p:spPr>
              <a:xfrm>
                <a:off x="7193300" y="2200625"/>
                <a:ext cx="74000" cy="84725"/>
              </a:xfrm>
              <a:custGeom>
                <a:rect b="b" l="l" r="r" t="t"/>
                <a:pathLst>
                  <a:path extrusionOk="0" h="3389" w="2960">
                    <a:moveTo>
                      <a:pt x="2403" y="0"/>
                    </a:moveTo>
                    <a:lnTo>
                      <a:pt x="2252" y="101"/>
                    </a:lnTo>
                    <a:lnTo>
                      <a:pt x="1695" y="708"/>
                    </a:lnTo>
                    <a:lnTo>
                      <a:pt x="1012" y="1720"/>
                    </a:lnTo>
                    <a:lnTo>
                      <a:pt x="507" y="2327"/>
                    </a:lnTo>
                    <a:lnTo>
                      <a:pt x="178" y="2580"/>
                    </a:lnTo>
                    <a:lnTo>
                      <a:pt x="51" y="2706"/>
                    </a:lnTo>
                    <a:lnTo>
                      <a:pt x="1" y="3035"/>
                    </a:lnTo>
                    <a:lnTo>
                      <a:pt x="153" y="3313"/>
                    </a:lnTo>
                    <a:lnTo>
                      <a:pt x="456" y="3389"/>
                    </a:lnTo>
                    <a:lnTo>
                      <a:pt x="608" y="3313"/>
                    </a:lnTo>
                    <a:lnTo>
                      <a:pt x="962" y="3035"/>
                    </a:lnTo>
                    <a:lnTo>
                      <a:pt x="1518" y="2377"/>
                    </a:lnTo>
                    <a:lnTo>
                      <a:pt x="2252" y="1340"/>
                    </a:lnTo>
                    <a:lnTo>
                      <a:pt x="2833" y="708"/>
                    </a:lnTo>
                    <a:lnTo>
                      <a:pt x="2960" y="557"/>
                    </a:lnTo>
                    <a:lnTo>
                      <a:pt x="2935" y="253"/>
                    </a:lnTo>
                    <a:lnTo>
                      <a:pt x="2732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1" name="Google Shape;3011;p42"/>
              <p:cNvSpPr/>
              <p:nvPr/>
            </p:nvSpPr>
            <p:spPr>
              <a:xfrm>
                <a:off x="7297625" y="2200625"/>
                <a:ext cx="74000" cy="84725"/>
              </a:xfrm>
              <a:custGeom>
                <a:rect b="b" l="l" r="r" t="t"/>
                <a:pathLst>
                  <a:path extrusionOk="0" h="3389" w="2960">
                    <a:moveTo>
                      <a:pt x="2403" y="0"/>
                    </a:moveTo>
                    <a:lnTo>
                      <a:pt x="2252" y="101"/>
                    </a:lnTo>
                    <a:lnTo>
                      <a:pt x="1695" y="708"/>
                    </a:lnTo>
                    <a:lnTo>
                      <a:pt x="1012" y="1720"/>
                    </a:lnTo>
                    <a:lnTo>
                      <a:pt x="507" y="2327"/>
                    </a:lnTo>
                    <a:lnTo>
                      <a:pt x="178" y="2580"/>
                    </a:lnTo>
                    <a:lnTo>
                      <a:pt x="51" y="2706"/>
                    </a:lnTo>
                    <a:lnTo>
                      <a:pt x="1" y="3035"/>
                    </a:lnTo>
                    <a:lnTo>
                      <a:pt x="152" y="3313"/>
                    </a:lnTo>
                    <a:lnTo>
                      <a:pt x="431" y="3389"/>
                    </a:lnTo>
                    <a:lnTo>
                      <a:pt x="608" y="3313"/>
                    </a:lnTo>
                    <a:lnTo>
                      <a:pt x="936" y="3035"/>
                    </a:lnTo>
                    <a:lnTo>
                      <a:pt x="1518" y="2377"/>
                    </a:lnTo>
                    <a:lnTo>
                      <a:pt x="2252" y="1340"/>
                    </a:lnTo>
                    <a:lnTo>
                      <a:pt x="2833" y="708"/>
                    </a:lnTo>
                    <a:lnTo>
                      <a:pt x="2960" y="557"/>
                    </a:lnTo>
                    <a:lnTo>
                      <a:pt x="2934" y="253"/>
                    </a:lnTo>
                    <a:lnTo>
                      <a:pt x="2707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2" name="Google Shape;3012;p42"/>
              <p:cNvSpPr/>
              <p:nvPr/>
            </p:nvSpPr>
            <p:spPr>
              <a:xfrm>
                <a:off x="7401950" y="2200625"/>
                <a:ext cx="74000" cy="84725"/>
              </a:xfrm>
              <a:custGeom>
                <a:rect b="b" l="l" r="r" t="t"/>
                <a:pathLst>
                  <a:path extrusionOk="0" h="3389" w="2960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5" y="708"/>
                    </a:lnTo>
                    <a:lnTo>
                      <a:pt x="1012" y="1720"/>
                    </a:lnTo>
                    <a:lnTo>
                      <a:pt x="481" y="2327"/>
                    </a:lnTo>
                    <a:lnTo>
                      <a:pt x="178" y="2580"/>
                    </a:lnTo>
                    <a:lnTo>
                      <a:pt x="51" y="2706"/>
                    </a:lnTo>
                    <a:lnTo>
                      <a:pt x="1" y="3035"/>
                    </a:lnTo>
                    <a:lnTo>
                      <a:pt x="152" y="3313"/>
                    </a:lnTo>
                    <a:lnTo>
                      <a:pt x="430" y="3389"/>
                    </a:lnTo>
                    <a:lnTo>
                      <a:pt x="608" y="3313"/>
                    </a:lnTo>
                    <a:lnTo>
                      <a:pt x="936" y="3035"/>
                    </a:lnTo>
                    <a:lnTo>
                      <a:pt x="1493" y="2377"/>
                    </a:lnTo>
                    <a:lnTo>
                      <a:pt x="2251" y="1340"/>
                    </a:lnTo>
                    <a:lnTo>
                      <a:pt x="2833" y="708"/>
                    </a:lnTo>
                    <a:lnTo>
                      <a:pt x="2959" y="557"/>
                    </a:lnTo>
                    <a:lnTo>
                      <a:pt x="2934" y="253"/>
                    </a:lnTo>
                    <a:lnTo>
                      <a:pt x="2707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3" name="Google Shape;3013;p42"/>
              <p:cNvSpPr/>
              <p:nvPr/>
            </p:nvSpPr>
            <p:spPr>
              <a:xfrm>
                <a:off x="7518925" y="2196200"/>
                <a:ext cx="74000" cy="75875"/>
              </a:xfrm>
              <a:custGeom>
                <a:rect b="b" l="l" r="r" t="t"/>
                <a:pathLst>
                  <a:path extrusionOk="0" h="3035" w="2960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5" y="607"/>
                    </a:lnTo>
                    <a:lnTo>
                      <a:pt x="1012" y="1492"/>
                    </a:lnTo>
                    <a:lnTo>
                      <a:pt x="481" y="2023"/>
                    </a:lnTo>
                    <a:lnTo>
                      <a:pt x="177" y="2251"/>
                    </a:lnTo>
                    <a:lnTo>
                      <a:pt x="51" y="2352"/>
                    </a:lnTo>
                    <a:lnTo>
                      <a:pt x="0" y="2681"/>
                    </a:lnTo>
                    <a:lnTo>
                      <a:pt x="152" y="2934"/>
                    </a:lnTo>
                    <a:lnTo>
                      <a:pt x="430" y="3035"/>
                    </a:lnTo>
                    <a:lnTo>
                      <a:pt x="607" y="2959"/>
                    </a:lnTo>
                    <a:lnTo>
                      <a:pt x="936" y="2731"/>
                    </a:lnTo>
                    <a:lnTo>
                      <a:pt x="1492" y="2150"/>
                    </a:lnTo>
                    <a:lnTo>
                      <a:pt x="2251" y="1239"/>
                    </a:lnTo>
                    <a:lnTo>
                      <a:pt x="2833" y="683"/>
                    </a:lnTo>
                    <a:lnTo>
                      <a:pt x="2959" y="556"/>
                    </a:lnTo>
                    <a:lnTo>
                      <a:pt x="2959" y="253"/>
                    </a:lnTo>
                    <a:lnTo>
                      <a:pt x="2731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4" name="Google Shape;3014;p42"/>
              <p:cNvSpPr/>
              <p:nvPr/>
            </p:nvSpPr>
            <p:spPr>
              <a:xfrm>
                <a:off x="7622600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9" y="0"/>
                    </a:moveTo>
                    <a:lnTo>
                      <a:pt x="2277" y="101"/>
                    </a:lnTo>
                    <a:lnTo>
                      <a:pt x="1720" y="607"/>
                    </a:lnTo>
                    <a:lnTo>
                      <a:pt x="1038" y="1492"/>
                    </a:lnTo>
                    <a:lnTo>
                      <a:pt x="507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78" y="2934"/>
                    </a:lnTo>
                    <a:lnTo>
                      <a:pt x="456" y="3035"/>
                    </a:lnTo>
                    <a:lnTo>
                      <a:pt x="633" y="2959"/>
                    </a:lnTo>
                    <a:lnTo>
                      <a:pt x="962" y="2731"/>
                    </a:lnTo>
                    <a:lnTo>
                      <a:pt x="1518" y="2150"/>
                    </a:lnTo>
                    <a:lnTo>
                      <a:pt x="2277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85" y="253"/>
                    </a:lnTo>
                    <a:lnTo>
                      <a:pt x="2757" y="25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5" name="Google Shape;3015;p42"/>
              <p:cNvSpPr/>
              <p:nvPr/>
            </p:nvSpPr>
            <p:spPr>
              <a:xfrm>
                <a:off x="7726925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8" y="0"/>
                    </a:moveTo>
                    <a:lnTo>
                      <a:pt x="2277" y="101"/>
                    </a:lnTo>
                    <a:lnTo>
                      <a:pt x="1720" y="607"/>
                    </a:lnTo>
                    <a:lnTo>
                      <a:pt x="1037" y="1492"/>
                    </a:lnTo>
                    <a:lnTo>
                      <a:pt x="506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52" y="2934"/>
                    </a:lnTo>
                    <a:lnTo>
                      <a:pt x="456" y="3035"/>
                    </a:lnTo>
                    <a:lnTo>
                      <a:pt x="633" y="2959"/>
                    </a:lnTo>
                    <a:lnTo>
                      <a:pt x="962" y="2731"/>
                    </a:lnTo>
                    <a:lnTo>
                      <a:pt x="1518" y="2150"/>
                    </a:lnTo>
                    <a:lnTo>
                      <a:pt x="2277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85" y="253"/>
                    </a:lnTo>
                    <a:lnTo>
                      <a:pt x="2757" y="25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6" name="Google Shape;3016;p42"/>
              <p:cNvSpPr/>
              <p:nvPr/>
            </p:nvSpPr>
            <p:spPr>
              <a:xfrm>
                <a:off x="7831250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8" y="0"/>
                    </a:moveTo>
                    <a:lnTo>
                      <a:pt x="2251" y="101"/>
                    </a:lnTo>
                    <a:lnTo>
                      <a:pt x="1720" y="607"/>
                    </a:lnTo>
                    <a:lnTo>
                      <a:pt x="1012" y="1492"/>
                    </a:lnTo>
                    <a:lnTo>
                      <a:pt x="506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0" y="2681"/>
                    </a:lnTo>
                    <a:lnTo>
                      <a:pt x="152" y="2934"/>
                    </a:lnTo>
                    <a:lnTo>
                      <a:pt x="456" y="3035"/>
                    </a:lnTo>
                    <a:lnTo>
                      <a:pt x="607" y="2959"/>
                    </a:lnTo>
                    <a:lnTo>
                      <a:pt x="961" y="2731"/>
                    </a:lnTo>
                    <a:lnTo>
                      <a:pt x="1518" y="2150"/>
                    </a:lnTo>
                    <a:lnTo>
                      <a:pt x="2276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59" y="253"/>
                    </a:lnTo>
                    <a:lnTo>
                      <a:pt x="2757" y="25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7" name="Google Shape;3017;p42"/>
              <p:cNvSpPr/>
              <p:nvPr/>
            </p:nvSpPr>
            <p:spPr>
              <a:xfrm>
                <a:off x="7922300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8" y="0"/>
                    </a:moveTo>
                    <a:lnTo>
                      <a:pt x="2276" y="101"/>
                    </a:lnTo>
                    <a:lnTo>
                      <a:pt x="1720" y="607"/>
                    </a:lnTo>
                    <a:lnTo>
                      <a:pt x="1037" y="1492"/>
                    </a:lnTo>
                    <a:lnTo>
                      <a:pt x="506" y="2023"/>
                    </a:lnTo>
                    <a:lnTo>
                      <a:pt x="202" y="2251"/>
                    </a:lnTo>
                    <a:lnTo>
                      <a:pt x="51" y="2352"/>
                    </a:lnTo>
                    <a:lnTo>
                      <a:pt x="0" y="2681"/>
                    </a:lnTo>
                    <a:lnTo>
                      <a:pt x="177" y="2934"/>
                    </a:lnTo>
                    <a:lnTo>
                      <a:pt x="455" y="3035"/>
                    </a:lnTo>
                    <a:lnTo>
                      <a:pt x="632" y="2959"/>
                    </a:lnTo>
                    <a:lnTo>
                      <a:pt x="961" y="2731"/>
                    </a:lnTo>
                    <a:lnTo>
                      <a:pt x="1517" y="2150"/>
                    </a:lnTo>
                    <a:lnTo>
                      <a:pt x="2276" y="1239"/>
                    </a:lnTo>
                    <a:lnTo>
                      <a:pt x="2858" y="683"/>
                    </a:lnTo>
                    <a:lnTo>
                      <a:pt x="2984" y="556"/>
                    </a:lnTo>
                    <a:lnTo>
                      <a:pt x="2984" y="253"/>
                    </a:lnTo>
                    <a:lnTo>
                      <a:pt x="2757" y="25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8" name="Google Shape;3018;p42"/>
              <p:cNvSpPr/>
              <p:nvPr/>
            </p:nvSpPr>
            <p:spPr>
              <a:xfrm>
                <a:off x="8026600" y="2196200"/>
                <a:ext cx="74650" cy="75875"/>
              </a:xfrm>
              <a:custGeom>
                <a:rect b="b" l="l" r="r" t="t"/>
                <a:pathLst>
                  <a:path extrusionOk="0" h="3035" w="2986">
                    <a:moveTo>
                      <a:pt x="2429" y="0"/>
                    </a:moveTo>
                    <a:lnTo>
                      <a:pt x="2252" y="101"/>
                    </a:lnTo>
                    <a:lnTo>
                      <a:pt x="1721" y="607"/>
                    </a:lnTo>
                    <a:lnTo>
                      <a:pt x="1013" y="1492"/>
                    </a:lnTo>
                    <a:lnTo>
                      <a:pt x="507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53" y="2934"/>
                    </a:lnTo>
                    <a:lnTo>
                      <a:pt x="456" y="3035"/>
                    </a:lnTo>
                    <a:lnTo>
                      <a:pt x="633" y="2959"/>
                    </a:lnTo>
                    <a:lnTo>
                      <a:pt x="962" y="2731"/>
                    </a:lnTo>
                    <a:lnTo>
                      <a:pt x="1518" y="2150"/>
                    </a:lnTo>
                    <a:lnTo>
                      <a:pt x="2277" y="1239"/>
                    </a:lnTo>
                    <a:lnTo>
                      <a:pt x="2859" y="683"/>
                    </a:lnTo>
                    <a:lnTo>
                      <a:pt x="2985" y="556"/>
                    </a:lnTo>
                    <a:lnTo>
                      <a:pt x="2985" y="253"/>
                    </a:lnTo>
                    <a:lnTo>
                      <a:pt x="2758" y="25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9" name="Google Shape;3019;p42"/>
              <p:cNvSpPr/>
              <p:nvPr/>
            </p:nvSpPr>
            <p:spPr>
              <a:xfrm>
                <a:off x="8130925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9" y="0"/>
                    </a:moveTo>
                    <a:lnTo>
                      <a:pt x="2252" y="101"/>
                    </a:lnTo>
                    <a:lnTo>
                      <a:pt x="1720" y="607"/>
                    </a:lnTo>
                    <a:lnTo>
                      <a:pt x="1012" y="1492"/>
                    </a:lnTo>
                    <a:lnTo>
                      <a:pt x="507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52" y="2934"/>
                    </a:lnTo>
                    <a:lnTo>
                      <a:pt x="456" y="3035"/>
                    </a:lnTo>
                    <a:lnTo>
                      <a:pt x="608" y="2959"/>
                    </a:lnTo>
                    <a:lnTo>
                      <a:pt x="962" y="2731"/>
                    </a:lnTo>
                    <a:lnTo>
                      <a:pt x="1518" y="2150"/>
                    </a:lnTo>
                    <a:lnTo>
                      <a:pt x="2252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60" y="253"/>
                    </a:lnTo>
                    <a:lnTo>
                      <a:pt x="2757" y="25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0" name="Google Shape;3020;p42"/>
              <p:cNvSpPr/>
              <p:nvPr/>
            </p:nvSpPr>
            <p:spPr>
              <a:xfrm>
                <a:off x="8235250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8" y="0"/>
                    </a:moveTo>
                    <a:lnTo>
                      <a:pt x="2251" y="101"/>
                    </a:lnTo>
                    <a:lnTo>
                      <a:pt x="1720" y="607"/>
                    </a:lnTo>
                    <a:lnTo>
                      <a:pt x="1012" y="1492"/>
                    </a:lnTo>
                    <a:lnTo>
                      <a:pt x="506" y="2023"/>
                    </a:lnTo>
                    <a:lnTo>
                      <a:pt x="178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52" y="2934"/>
                    </a:lnTo>
                    <a:lnTo>
                      <a:pt x="430" y="3035"/>
                    </a:lnTo>
                    <a:lnTo>
                      <a:pt x="608" y="2959"/>
                    </a:lnTo>
                    <a:lnTo>
                      <a:pt x="936" y="2731"/>
                    </a:lnTo>
                    <a:lnTo>
                      <a:pt x="1518" y="2150"/>
                    </a:lnTo>
                    <a:lnTo>
                      <a:pt x="2251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59" y="253"/>
                    </a:lnTo>
                    <a:lnTo>
                      <a:pt x="2732" y="25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1" name="Google Shape;3021;p42"/>
              <p:cNvSpPr/>
              <p:nvPr/>
            </p:nvSpPr>
            <p:spPr>
              <a:xfrm>
                <a:off x="8339575" y="2196200"/>
                <a:ext cx="74000" cy="75875"/>
              </a:xfrm>
              <a:custGeom>
                <a:rect b="b" l="l" r="r" t="t"/>
                <a:pathLst>
                  <a:path extrusionOk="0" h="3035" w="2960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5" y="607"/>
                    </a:lnTo>
                    <a:lnTo>
                      <a:pt x="1012" y="1492"/>
                    </a:lnTo>
                    <a:lnTo>
                      <a:pt x="481" y="2023"/>
                    </a:lnTo>
                    <a:lnTo>
                      <a:pt x="177" y="2251"/>
                    </a:lnTo>
                    <a:lnTo>
                      <a:pt x="51" y="2352"/>
                    </a:lnTo>
                    <a:lnTo>
                      <a:pt x="0" y="2681"/>
                    </a:lnTo>
                    <a:lnTo>
                      <a:pt x="152" y="2934"/>
                    </a:lnTo>
                    <a:lnTo>
                      <a:pt x="430" y="3035"/>
                    </a:lnTo>
                    <a:lnTo>
                      <a:pt x="607" y="2959"/>
                    </a:lnTo>
                    <a:lnTo>
                      <a:pt x="936" y="2731"/>
                    </a:lnTo>
                    <a:lnTo>
                      <a:pt x="1492" y="2150"/>
                    </a:lnTo>
                    <a:lnTo>
                      <a:pt x="2251" y="1239"/>
                    </a:lnTo>
                    <a:lnTo>
                      <a:pt x="2833" y="683"/>
                    </a:lnTo>
                    <a:lnTo>
                      <a:pt x="2959" y="556"/>
                    </a:lnTo>
                    <a:lnTo>
                      <a:pt x="2959" y="253"/>
                    </a:lnTo>
                    <a:lnTo>
                      <a:pt x="2732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2" name="Google Shape;3022;p42"/>
              <p:cNvSpPr/>
              <p:nvPr/>
            </p:nvSpPr>
            <p:spPr>
              <a:xfrm>
                <a:off x="8443900" y="2195550"/>
                <a:ext cx="65775" cy="77175"/>
              </a:xfrm>
              <a:custGeom>
                <a:rect b="b" l="l" r="r" t="t"/>
                <a:pathLst>
                  <a:path extrusionOk="0" h="3087" w="2631">
                    <a:moveTo>
                      <a:pt x="2074" y="1"/>
                    </a:moveTo>
                    <a:lnTo>
                      <a:pt x="1922" y="127"/>
                    </a:lnTo>
                    <a:lnTo>
                      <a:pt x="1467" y="633"/>
                    </a:lnTo>
                    <a:lnTo>
                      <a:pt x="885" y="1518"/>
                    </a:lnTo>
                    <a:lnTo>
                      <a:pt x="455" y="2049"/>
                    </a:lnTo>
                    <a:lnTo>
                      <a:pt x="177" y="2277"/>
                    </a:lnTo>
                    <a:lnTo>
                      <a:pt x="51" y="2403"/>
                    </a:lnTo>
                    <a:lnTo>
                      <a:pt x="0" y="2732"/>
                    </a:lnTo>
                    <a:lnTo>
                      <a:pt x="152" y="2985"/>
                    </a:lnTo>
                    <a:lnTo>
                      <a:pt x="430" y="3086"/>
                    </a:lnTo>
                    <a:lnTo>
                      <a:pt x="607" y="2985"/>
                    </a:lnTo>
                    <a:lnTo>
                      <a:pt x="885" y="2757"/>
                    </a:lnTo>
                    <a:lnTo>
                      <a:pt x="1366" y="2176"/>
                    </a:lnTo>
                    <a:lnTo>
                      <a:pt x="1998" y="1265"/>
                    </a:lnTo>
                    <a:lnTo>
                      <a:pt x="2504" y="709"/>
                    </a:lnTo>
                    <a:lnTo>
                      <a:pt x="2630" y="557"/>
                    </a:lnTo>
                    <a:lnTo>
                      <a:pt x="2605" y="254"/>
                    </a:lnTo>
                    <a:lnTo>
                      <a:pt x="2377" y="26"/>
                    </a:lnTo>
                    <a:lnTo>
                      <a:pt x="207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3" name="Google Shape;3023;p42"/>
              <p:cNvSpPr/>
              <p:nvPr/>
            </p:nvSpPr>
            <p:spPr>
              <a:xfrm>
                <a:off x="8548225" y="2200625"/>
                <a:ext cx="73975" cy="84725"/>
              </a:xfrm>
              <a:custGeom>
                <a:rect b="b" l="l" r="r" t="t"/>
                <a:pathLst>
                  <a:path extrusionOk="0" h="3389" w="2959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4" y="708"/>
                    </a:lnTo>
                    <a:lnTo>
                      <a:pt x="1012" y="1720"/>
                    </a:lnTo>
                    <a:lnTo>
                      <a:pt x="481" y="2327"/>
                    </a:lnTo>
                    <a:lnTo>
                      <a:pt x="177" y="2580"/>
                    </a:lnTo>
                    <a:lnTo>
                      <a:pt x="51" y="2706"/>
                    </a:lnTo>
                    <a:lnTo>
                      <a:pt x="0" y="3035"/>
                    </a:lnTo>
                    <a:lnTo>
                      <a:pt x="152" y="3313"/>
                    </a:lnTo>
                    <a:lnTo>
                      <a:pt x="430" y="3389"/>
                    </a:lnTo>
                    <a:lnTo>
                      <a:pt x="607" y="3313"/>
                    </a:lnTo>
                    <a:lnTo>
                      <a:pt x="936" y="3035"/>
                    </a:lnTo>
                    <a:lnTo>
                      <a:pt x="1492" y="2377"/>
                    </a:lnTo>
                    <a:lnTo>
                      <a:pt x="2251" y="1340"/>
                    </a:lnTo>
                    <a:lnTo>
                      <a:pt x="2833" y="708"/>
                    </a:lnTo>
                    <a:lnTo>
                      <a:pt x="2959" y="557"/>
                    </a:lnTo>
                    <a:lnTo>
                      <a:pt x="2934" y="253"/>
                    </a:lnTo>
                    <a:lnTo>
                      <a:pt x="2706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4" name="Google Shape;3024;p42"/>
              <p:cNvSpPr/>
              <p:nvPr/>
            </p:nvSpPr>
            <p:spPr>
              <a:xfrm>
                <a:off x="8638625" y="2202525"/>
                <a:ext cx="74000" cy="75250"/>
              </a:xfrm>
              <a:custGeom>
                <a:rect b="b" l="l" r="r" t="t"/>
                <a:pathLst>
                  <a:path extrusionOk="0" h="3010" w="2960">
                    <a:moveTo>
                      <a:pt x="2529" y="0"/>
                    </a:moveTo>
                    <a:lnTo>
                      <a:pt x="2352" y="101"/>
                    </a:lnTo>
                    <a:lnTo>
                      <a:pt x="1796" y="607"/>
                    </a:lnTo>
                    <a:lnTo>
                      <a:pt x="1063" y="1467"/>
                    </a:lnTo>
                    <a:lnTo>
                      <a:pt x="532" y="1998"/>
                    </a:lnTo>
                    <a:lnTo>
                      <a:pt x="203" y="2200"/>
                    </a:lnTo>
                    <a:lnTo>
                      <a:pt x="51" y="2327"/>
                    </a:lnTo>
                    <a:lnTo>
                      <a:pt x="1" y="2630"/>
                    </a:lnTo>
                    <a:lnTo>
                      <a:pt x="152" y="2908"/>
                    </a:lnTo>
                    <a:lnTo>
                      <a:pt x="456" y="3009"/>
                    </a:lnTo>
                    <a:lnTo>
                      <a:pt x="633" y="2934"/>
                    </a:lnTo>
                    <a:lnTo>
                      <a:pt x="962" y="2706"/>
                    </a:lnTo>
                    <a:lnTo>
                      <a:pt x="1493" y="2200"/>
                    </a:lnTo>
                    <a:lnTo>
                      <a:pt x="2226" y="1315"/>
                    </a:lnTo>
                    <a:lnTo>
                      <a:pt x="2782" y="809"/>
                    </a:lnTo>
                    <a:lnTo>
                      <a:pt x="2909" y="683"/>
                    </a:lnTo>
                    <a:lnTo>
                      <a:pt x="2959" y="354"/>
                    </a:lnTo>
                    <a:lnTo>
                      <a:pt x="2808" y="101"/>
                    </a:lnTo>
                    <a:lnTo>
                      <a:pt x="25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25" name="Google Shape;3025;p42"/>
            <p:cNvSpPr/>
            <p:nvPr/>
          </p:nvSpPr>
          <p:spPr>
            <a:xfrm>
              <a:off x="6895851" y="3152050"/>
              <a:ext cx="1159271" cy="282404"/>
            </a:xfrm>
            <a:custGeom>
              <a:rect b="b" l="l" r="r" t="t"/>
              <a:pathLst>
                <a:path extrusionOk="0" h="3453" w="28377">
                  <a:moveTo>
                    <a:pt x="1" y="0"/>
                  </a:moveTo>
                  <a:lnTo>
                    <a:pt x="1" y="3452"/>
                  </a:lnTo>
                  <a:lnTo>
                    <a:pt x="28376" y="3452"/>
                  </a:lnTo>
                  <a:lnTo>
                    <a:pt x="283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26" name="Google Shape;3026;p42"/>
            <p:cNvGrpSpPr/>
            <p:nvPr/>
          </p:nvGrpSpPr>
          <p:grpSpPr>
            <a:xfrm>
              <a:off x="6839893" y="3141383"/>
              <a:ext cx="1574354" cy="372400"/>
              <a:chOff x="7021350" y="1912950"/>
              <a:chExt cx="1767150" cy="372400"/>
            </a:xfrm>
          </p:grpSpPr>
          <p:sp>
            <p:nvSpPr>
              <p:cNvPr id="3027" name="Google Shape;3027;p42"/>
              <p:cNvSpPr/>
              <p:nvPr/>
            </p:nvSpPr>
            <p:spPr>
              <a:xfrm>
                <a:off x="7078875" y="1912950"/>
                <a:ext cx="1709625" cy="299700"/>
              </a:xfrm>
              <a:custGeom>
                <a:rect b="b" l="l" r="r" t="t"/>
                <a:pathLst>
                  <a:path extrusionOk="0" fill="none" h="11988" w="68385">
                    <a:moveTo>
                      <a:pt x="33029" y="354"/>
                    </a:moveTo>
                    <a:lnTo>
                      <a:pt x="25771" y="380"/>
                    </a:lnTo>
                    <a:lnTo>
                      <a:pt x="14188" y="430"/>
                    </a:lnTo>
                    <a:lnTo>
                      <a:pt x="8245" y="354"/>
                    </a:lnTo>
                    <a:lnTo>
                      <a:pt x="6475" y="253"/>
                    </a:lnTo>
                    <a:lnTo>
                      <a:pt x="4679" y="76"/>
                    </a:lnTo>
                    <a:lnTo>
                      <a:pt x="2732" y="0"/>
                    </a:lnTo>
                    <a:lnTo>
                      <a:pt x="1796" y="152"/>
                    </a:lnTo>
                    <a:lnTo>
                      <a:pt x="1138" y="531"/>
                    </a:lnTo>
                    <a:lnTo>
                      <a:pt x="683" y="1265"/>
                    </a:lnTo>
                    <a:lnTo>
                      <a:pt x="405" y="2378"/>
                    </a:lnTo>
                    <a:lnTo>
                      <a:pt x="304" y="3946"/>
                    </a:lnTo>
                    <a:lnTo>
                      <a:pt x="279" y="4957"/>
                    </a:lnTo>
                    <a:lnTo>
                      <a:pt x="177" y="7132"/>
                    </a:lnTo>
                    <a:lnTo>
                      <a:pt x="0" y="9408"/>
                    </a:lnTo>
                    <a:lnTo>
                      <a:pt x="152" y="10243"/>
                    </a:lnTo>
                    <a:lnTo>
                      <a:pt x="405" y="10698"/>
                    </a:lnTo>
                    <a:lnTo>
                      <a:pt x="835" y="11077"/>
                    </a:lnTo>
                    <a:lnTo>
                      <a:pt x="1467" y="11381"/>
                    </a:lnTo>
                    <a:lnTo>
                      <a:pt x="2808" y="11735"/>
                    </a:lnTo>
                    <a:lnTo>
                      <a:pt x="5665" y="11962"/>
                    </a:lnTo>
                    <a:lnTo>
                      <a:pt x="9889" y="11988"/>
                    </a:lnTo>
                    <a:lnTo>
                      <a:pt x="12671" y="11937"/>
                    </a:lnTo>
                    <a:lnTo>
                      <a:pt x="24633" y="11659"/>
                    </a:lnTo>
                    <a:lnTo>
                      <a:pt x="41653" y="11406"/>
                    </a:lnTo>
                    <a:lnTo>
                      <a:pt x="51086" y="11431"/>
                    </a:lnTo>
                    <a:lnTo>
                      <a:pt x="54728" y="11558"/>
                    </a:lnTo>
                    <a:lnTo>
                      <a:pt x="57965" y="11709"/>
                    </a:lnTo>
                    <a:lnTo>
                      <a:pt x="62922" y="11912"/>
                    </a:lnTo>
                    <a:lnTo>
                      <a:pt x="65451" y="11811"/>
                    </a:lnTo>
                    <a:lnTo>
                      <a:pt x="66639" y="11558"/>
                    </a:lnTo>
                    <a:lnTo>
                      <a:pt x="67423" y="11153"/>
                    </a:lnTo>
                    <a:lnTo>
                      <a:pt x="67803" y="10521"/>
                    </a:lnTo>
                    <a:lnTo>
                      <a:pt x="67828" y="10116"/>
                    </a:lnTo>
                    <a:lnTo>
                      <a:pt x="67904" y="8649"/>
                    </a:lnTo>
                    <a:lnTo>
                      <a:pt x="68308" y="5564"/>
                    </a:lnTo>
                    <a:lnTo>
                      <a:pt x="68384" y="3440"/>
                    </a:lnTo>
                    <a:lnTo>
                      <a:pt x="68182" y="2251"/>
                    </a:lnTo>
                    <a:lnTo>
                      <a:pt x="67777" y="1518"/>
                    </a:lnTo>
                    <a:lnTo>
                      <a:pt x="67373" y="1138"/>
                    </a:lnTo>
                    <a:lnTo>
                      <a:pt x="66867" y="835"/>
                    </a:lnTo>
                    <a:lnTo>
                      <a:pt x="66235" y="633"/>
                    </a:lnTo>
                    <a:lnTo>
                      <a:pt x="65855" y="582"/>
                    </a:lnTo>
                    <a:lnTo>
                      <a:pt x="63756" y="430"/>
                    </a:lnTo>
                    <a:lnTo>
                      <a:pt x="54045" y="329"/>
                    </a:lnTo>
                    <a:lnTo>
                      <a:pt x="36696" y="329"/>
                    </a:lnTo>
                    <a:lnTo>
                      <a:pt x="33029" y="35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20875">
                <a:solidFill>
                  <a:srgbClr val="000000"/>
                </a:solidFill>
                <a:prstDash val="solid"/>
                <a:miter lim="2528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8" name="Google Shape;3028;p42"/>
              <p:cNvSpPr/>
              <p:nvPr/>
            </p:nvSpPr>
            <p:spPr>
              <a:xfrm>
                <a:off x="7026400" y="1935075"/>
                <a:ext cx="1730475" cy="342700"/>
              </a:xfrm>
              <a:custGeom>
                <a:rect b="b" l="l" r="r" t="t"/>
                <a:pathLst>
                  <a:path extrusionOk="0" fill="none" h="13708" w="69219">
                    <a:moveTo>
                      <a:pt x="2959" y="0"/>
                    </a:moveTo>
                    <a:lnTo>
                      <a:pt x="2681" y="26"/>
                    </a:lnTo>
                    <a:lnTo>
                      <a:pt x="2049" y="380"/>
                    </a:lnTo>
                    <a:lnTo>
                      <a:pt x="1594" y="860"/>
                    </a:lnTo>
                    <a:lnTo>
                      <a:pt x="1164" y="1594"/>
                    </a:lnTo>
                    <a:lnTo>
                      <a:pt x="784" y="2605"/>
                    </a:lnTo>
                    <a:lnTo>
                      <a:pt x="481" y="3946"/>
                    </a:lnTo>
                    <a:lnTo>
                      <a:pt x="304" y="5665"/>
                    </a:lnTo>
                    <a:lnTo>
                      <a:pt x="304" y="6677"/>
                    </a:lnTo>
                    <a:lnTo>
                      <a:pt x="203" y="8852"/>
                    </a:lnTo>
                    <a:lnTo>
                      <a:pt x="0" y="11128"/>
                    </a:lnTo>
                    <a:lnTo>
                      <a:pt x="177" y="11962"/>
                    </a:lnTo>
                    <a:lnTo>
                      <a:pt x="430" y="12418"/>
                    </a:lnTo>
                    <a:lnTo>
                      <a:pt x="860" y="12797"/>
                    </a:lnTo>
                    <a:lnTo>
                      <a:pt x="1492" y="13101"/>
                    </a:lnTo>
                    <a:lnTo>
                      <a:pt x="2833" y="13455"/>
                    </a:lnTo>
                    <a:lnTo>
                      <a:pt x="5665" y="13682"/>
                    </a:lnTo>
                    <a:lnTo>
                      <a:pt x="9914" y="13707"/>
                    </a:lnTo>
                    <a:lnTo>
                      <a:pt x="12696" y="13657"/>
                    </a:lnTo>
                    <a:lnTo>
                      <a:pt x="24658" y="13379"/>
                    </a:lnTo>
                    <a:lnTo>
                      <a:pt x="41678" y="13126"/>
                    </a:lnTo>
                    <a:lnTo>
                      <a:pt x="51111" y="13151"/>
                    </a:lnTo>
                    <a:lnTo>
                      <a:pt x="54753" y="13278"/>
                    </a:lnTo>
                    <a:lnTo>
                      <a:pt x="57990" y="13429"/>
                    </a:lnTo>
                    <a:lnTo>
                      <a:pt x="61885" y="13581"/>
                    </a:lnTo>
                    <a:lnTo>
                      <a:pt x="64034" y="13556"/>
                    </a:lnTo>
                    <a:lnTo>
                      <a:pt x="65805" y="13353"/>
                    </a:lnTo>
                    <a:lnTo>
                      <a:pt x="67196" y="12949"/>
                    </a:lnTo>
                    <a:lnTo>
                      <a:pt x="68005" y="12418"/>
                    </a:lnTo>
                    <a:lnTo>
                      <a:pt x="68460" y="11988"/>
                    </a:lnTo>
                    <a:lnTo>
                      <a:pt x="68966" y="11179"/>
                    </a:lnTo>
                    <a:lnTo>
                      <a:pt x="69219" y="10470"/>
                    </a:lnTo>
                  </a:path>
                </a:pathLst>
              </a:custGeom>
              <a:solidFill>
                <a:schemeClr val="dk1"/>
              </a:solidFill>
              <a:ln cap="flat" cmpd="sng" w="20875">
                <a:solidFill>
                  <a:srgbClr val="000000"/>
                </a:solidFill>
                <a:prstDash val="solid"/>
                <a:miter lim="25289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9" name="Google Shape;3029;p42"/>
              <p:cNvSpPr/>
              <p:nvPr/>
            </p:nvSpPr>
            <p:spPr>
              <a:xfrm>
                <a:off x="7032075" y="1969225"/>
                <a:ext cx="65800" cy="85375"/>
              </a:xfrm>
              <a:custGeom>
                <a:rect b="b" l="l" r="r" t="t"/>
                <a:pathLst>
                  <a:path extrusionOk="0" h="3415" w="2632">
                    <a:moveTo>
                      <a:pt x="2075" y="0"/>
                    </a:moveTo>
                    <a:lnTo>
                      <a:pt x="1923" y="127"/>
                    </a:lnTo>
                    <a:lnTo>
                      <a:pt x="1443" y="759"/>
                    </a:lnTo>
                    <a:lnTo>
                      <a:pt x="861" y="1796"/>
                    </a:lnTo>
                    <a:lnTo>
                      <a:pt x="406" y="2428"/>
                    </a:lnTo>
                    <a:lnTo>
                      <a:pt x="127" y="2706"/>
                    </a:lnTo>
                    <a:lnTo>
                      <a:pt x="1" y="2858"/>
                    </a:lnTo>
                    <a:lnTo>
                      <a:pt x="26" y="3161"/>
                    </a:lnTo>
                    <a:lnTo>
                      <a:pt x="254" y="3364"/>
                    </a:lnTo>
                    <a:lnTo>
                      <a:pt x="557" y="3414"/>
                    </a:lnTo>
                    <a:lnTo>
                      <a:pt x="709" y="3313"/>
                    </a:lnTo>
                    <a:lnTo>
                      <a:pt x="1013" y="3010"/>
                    </a:lnTo>
                    <a:lnTo>
                      <a:pt x="1468" y="2377"/>
                    </a:lnTo>
                    <a:lnTo>
                      <a:pt x="2049" y="1340"/>
                    </a:lnTo>
                    <a:lnTo>
                      <a:pt x="2505" y="708"/>
                    </a:lnTo>
                    <a:lnTo>
                      <a:pt x="2631" y="557"/>
                    </a:lnTo>
                    <a:lnTo>
                      <a:pt x="2581" y="228"/>
                    </a:lnTo>
                    <a:lnTo>
                      <a:pt x="23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0" name="Google Shape;3030;p42"/>
              <p:cNvSpPr/>
              <p:nvPr/>
            </p:nvSpPr>
            <p:spPr>
              <a:xfrm>
                <a:off x="7023225" y="2034325"/>
                <a:ext cx="74650" cy="93600"/>
              </a:xfrm>
              <a:custGeom>
                <a:rect b="b" l="l" r="r" t="t"/>
                <a:pathLst>
                  <a:path extrusionOk="0" h="3744" w="2986">
                    <a:moveTo>
                      <a:pt x="2429" y="1"/>
                    </a:moveTo>
                    <a:lnTo>
                      <a:pt x="2277" y="127"/>
                    </a:lnTo>
                    <a:lnTo>
                      <a:pt x="1695" y="836"/>
                    </a:lnTo>
                    <a:lnTo>
                      <a:pt x="1013" y="1999"/>
                    </a:lnTo>
                    <a:lnTo>
                      <a:pt x="456" y="2732"/>
                    </a:lnTo>
                    <a:lnTo>
                      <a:pt x="127" y="3036"/>
                    </a:lnTo>
                    <a:lnTo>
                      <a:pt x="1" y="3187"/>
                    </a:lnTo>
                    <a:lnTo>
                      <a:pt x="26" y="3491"/>
                    </a:lnTo>
                    <a:lnTo>
                      <a:pt x="229" y="3693"/>
                    </a:lnTo>
                    <a:lnTo>
                      <a:pt x="557" y="3744"/>
                    </a:lnTo>
                    <a:lnTo>
                      <a:pt x="709" y="3643"/>
                    </a:lnTo>
                    <a:lnTo>
                      <a:pt x="1063" y="3314"/>
                    </a:lnTo>
                    <a:lnTo>
                      <a:pt x="1594" y="2606"/>
                    </a:lnTo>
                    <a:lnTo>
                      <a:pt x="2302" y="1417"/>
                    </a:lnTo>
                    <a:lnTo>
                      <a:pt x="2859" y="709"/>
                    </a:lnTo>
                    <a:lnTo>
                      <a:pt x="2985" y="557"/>
                    </a:lnTo>
                    <a:lnTo>
                      <a:pt x="2960" y="254"/>
                    </a:lnTo>
                    <a:lnTo>
                      <a:pt x="2732" y="26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1" name="Google Shape;3031;p42"/>
              <p:cNvSpPr/>
              <p:nvPr/>
            </p:nvSpPr>
            <p:spPr>
              <a:xfrm>
                <a:off x="7021350" y="2132975"/>
                <a:ext cx="59450" cy="66400"/>
              </a:xfrm>
              <a:custGeom>
                <a:rect b="b" l="l" r="r" t="t"/>
                <a:pathLst>
                  <a:path extrusionOk="0" h="2656" w="2378">
                    <a:moveTo>
                      <a:pt x="1821" y="0"/>
                    </a:moveTo>
                    <a:lnTo>
                      <a:pt x="1669" y="101"/>
                    </a:lnTo>
                    <a:lnTo>
                      <a:pt x="1265" y="506"/>
                    </a:lnTo>
                    <a:lnTo>
                      <a:pt x="607" y="1467"/>
                    </a:lnTo>
                    <a:lnTo>
                      <a:pt x="177" y="1846"/>
                    </a:lnTo>
                    <a:lnTo>
                      <a:pt x="51" y="1973"/>
                    </a:lnTo>
                    <a:lnTo>
                      <a:pt x="0" y="2276"/>
                    </a:lnTo>
                    <a:lnTo>
                      <a:pt x="152" y="2554"/>
                    </a:lnTo>
                    <a:lnTo>
                      <a:pt x="430" y="2656"/>
                    </a:lnTo>
                    <a:lnTo>
                      <a:pt x="607" y="2554"/>
                    </a:lnTo>
                    <a:lnTo>
                      <a:pt x="1088" y="2150"/>
                    </a:lnTo>
                    <a:lnTo>
                      <a:pt x="1821" y="1138"/>
                    </a:lnTo>
                    <a:lnTo>
                      <a:pt x="2251" y="683"/>
                    </a:lnTo>
                    <a:lnTo>
                      <a:pt x="2377" y="557"/>
                    </a:lnTo>
                    <a:lnTo>
                      <a:pt x="2377" y="253"/>
                    </a:lnTo>
                    <a:lnTo>
                      <a:pt x="2150" y="25"/>
                    </a:lnTo>
                    <a:lnTo>
                      <a:pt x="18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2" name="Google Shape;3032;p42"/>
              <p:cNvSpPr/>
              <p:nvPr/>
            </p:nvSpPr>
            <p:spPr>
              <a:xfrm>
                <a:off x="7037150" y="2174700"/>
                <a:ext cx="74000" cy="84750"/>
              </a:xfrm>
              <a:custGeom>
                <a:rect b="b" l="l" r="r" t="t"/>
                <a:pathLst>
                  <a:path extrusionOk="0" h="3390" w="2960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5" y="683"/>
                    </a:lnTo>
                    <a:lnTo>
                      <a:pt x="1012" y="1720"/>
                    </a:lnTo>
                    <a:lnTo>
                      <a:pt x="481" y="2327"/>
                    </a:lnTo>
                    <a:lnTo>
                      <a:pt x="177" y="2580"/>
                    </a:lnTo>
                    <a:lnTo>
                      <a:pt x="51" y="2706"/>
                    </a:lnTo>
                    <a:lnTo>
                      <a:pt x="0" y="3035"/>
                    </a:lnTo>
                    <a:lnTo>
                      <a:pt x="152" y="3313"/>
                    </a:lnTo>
                    <a:lnTo>
                      <a:pt x="430" y="3389"/>
                    </a:lnTo>
                    <a:lnTo>
                      <a:pt x="607" y="3288"/>
                    </a:lnTo>
                    <a:lnTo>
                      <a:pt x="936" y="3035"/>
                    </a:lnTo>
                    <a:lnTo>
                      <a:pt x="1492" y="2377"/>
                    </a:lnTo>
                    <a:lnTo>
                      <a:pt x="2251" y="1315"/>
                    </a:lnTo>
                    <a:lnTo>
                      <a:pt x="2833" y="683"/>
                    </a:lnTo>
                    <a:lnTo>
                      <a:pt x="2959" y="557"/>
                    </a:lnTo>
                    <a:lnTo>
                      <a:pt x="2934" y="253"/>
                    </a:lnTo>
                    <a:lnTo>
                      <a:pt x="2706" y="26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3" name="Google Shape;3033;p42"/>
              <p:cNvSpPr/>
              <p:nvPr/>
            </p:nvSpPr>
            <p:spPr>
              <a:xfrm>
                <a:off x="7089000" y="2200625"/>
                <a:ext cx="73975" cy="84725"/>
              </a:xfrm>
              <a:custGeom>
                <a:rect b="b" l="l" r="r" t="t"/>
                <a:pathLst>
                  <a:path extrusionOk="0" h="3389" w="2959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4" y="708"/>
                    </a:lnTo>
                    <a:lnTo>
                      <a:pt x="1012" y="1720"/>
                    </a:lnTo>
                    <a:lnTo>
                      <a:pt x="506" y="2327"/>
                    </a:lnTo>
                    <a:lnTo>
                      <a:pt x="177" y="2580"/>
                    </a:lnTo>
                    <a:lnTo>
                      <a:pt x="51" y="2706"/>
                    </a:lnTo>
                    <a:lnTo>
                      <a:pt x="0" y="3035"/>
                    </a:lnTo>
                    <a:lnTo>
                      <a:pt x="177" y="3313"/>
                    </a:lnTo>
                    <a:lnTo>
                      <a:pt x="455" y="3389"/>
                    </a:lnTo>
                    <a:lnTo>
                      <a:pt x="607" y="3313"/>
                    </a:lnTo>
                    <a:lnTo>
                      <a:pt x="961" y="3035"/>
                    </a:lnTo>
                    <a:lnTo>
                      <a:pt x="1517" y="2377"/>
                    </a:lnTo>
                    <a:lnTo>
                      <a:pt x="2251" y="1340"/>
                    </a:lnTo>
                    <a:lnTo>
                      <a:pt x="2833" y="708"/>
                    </a:lnTo>
                    <a:lnTo>
                      <a:pt x="2959" y="557"/>
                    </a:lnTo>
                    <a:lnTo>
                      <a:pt x="2959" y="253"/>
                    </a:lnTo>
                    <a:lnTo>
                      <a:pt x="2731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4" name="Google Shape;3034;p42"/>
              <p:cNvSpPr/>
              <p:nvPr/>
            </p:nvSpPr>
            <p:spPr>
              <a:xfrm>
                <a:off x="7193300" y="2200625"/>
                <a:ext cx="74000" cy="84725"/>
              </a:xfrm>
              <a:custGeom>
                <a:rect b="b" l="l" r="r" t="t"/>
                <a:pathLst>
                  <a:path extrusionOk="0" h="3389" w="2960">
                    <a:moveTo>
                      <a:pt x="2403" y="0"/>
                    </a:moveTo>
                    <a:lnTo>
                      <a:pt x="2252" y="101"/>
                    </a:lnTo>
                    <a:lnTo>
                      <a:pt x="1695" y="708"/>
                    </a:lnTo>
                    <a:lnTo>
                      <a:pt x="1012" y="1720"/>
                    </a:lnTo>
                    <a:lnTo>
                      <a:pt x="507" y="2327"/>
                    </a:lnTo>
                    <a:lnTo>
                      <a:pt x="178" y="2580"/>
                    </a:lnTo>
                    <a:lnTo>
                      <a:pt x="51" y="2706"/>
                    </a:lnTo>
                    <a:lnTo>
                      <a:pt x="1" y="3035"/>
                    </a:lnTo>
                    <a:lnTo>
                      <a:pt x="153" y="3313"/>
                    </a:lnTo>
                    <a:lnTo>
                      <a:pt x="456" y="3389"/>
                    </a:lnTo>
                    <a:lnTo>
                      <a:pt x="608" y="3313"/>
                    </a:lnTo>
                    <a:lnTo>
                      <a:pt x="962" y="3035"/>
                    </a:lnTo>
                    <a:lnTo>
                      <a:pt x="1518" y="2377"/>
                    </a:lnTo>
                    <a:lnTo>
                      <a:pt x="2252" y="1340"/>
                    </a:lnTo>
                    <a:lnTo>
                      <a:pt x="2833" y="708"/>
                    </a:lnTo>
                    <a:lnTo>
                      <a:pt x="2960" y="557"/>
                    </a:lnTo>
                    <a:lnTo>
                      <a:pt x="2935" y="253"/>
                    </a:lnTo>
                    <a:lnTo>
                      <a:pt x="2732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5" name="Google Shape;3035;p42"/>
              <p:cNvSpPr/>
              <p:nvPr/>
            </p:nvSpPr>
            <p:spPr>
              <a:xfrm>
                <a:off x="7297625" y="2200625"/>
                <a:ext cx="74000" cy="84725"/>
              </a:xfrm>
              <a:custGeom>
                <a:rect b="b" l="l" r="r" t="t"/>
                <a:pathLst>
                  <a:path extrusionOk="0" h="3389" w="2960">
                    <a:moveTo>
                      <a:pt x="2403" y="0"/>
                    </a:moveTo>
                    <a:lnTo>
                      <a:pt x="2252" y="101"/>
                    </a:lnTo>
                    <a:lnTo>
                      <a:pt x="1695" y="708"/>
                    </a:lnTo>
                    <a:lnTo>
                      <a:pt x="1012" y="1720"/>
                    </a:lnTo>
                    <a:lnTo>
                      <a:pt x="507" y="2327"/>
                    </a:lnTo>
                    <a:lnTo>
                      <a:pt x="178" y="2580"/>
                    </a:lnTo>
                    <a:lnTo>
                      <a:pt x="51" y="2706"/>
                    </a:lnTo>
                    <a:lnTo>
                      <a:pt x="1" y="3035"/>
                    </a:lnTo>
                    <a:lnTo>
                      <a:pt x="152" y="3313"/>
                    </a:lnTo>
                    <a:lnTo>
                      <a:pt x="431" y="3389"/>
                    </a:lnTo>
                    <a:lnTo>
                      <a:pt x="608" y="3313"/>
                    </a:lnTo>
                    <a:lnTo>
                      <a:pt x="936" y="3035"/>
                    </a:lnTo>
                    <a:lnTo>
                      <a:pt x="1518" y="2377"/>
                    </a:lnTo>
                    <a:lnTo>
                      <a:pt x="2252" y="1340"/>
                    </a:lnTo>
                    <a:lnTo>
                      <a:pt x="2833" y="708"/>
                    </a:lnTo>
                    <a:lnTo>
                      <a:pt x="2960" y="557"/>
                    </a:lnTo>
                    <a:lnTo>
                      <a:pt x="2934" y="253"/>
                    </a:lnTo>
                    <a:lnTo>
                      <a:pt x="2707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6" name="Google Shape;3036;p42"/>
              <p:cNvSpPr/>
              <p:nvPr/>
            </p:nvSpPr>
            <p:spPr>
              <a:xfrm>
                <a:off x="7401950" y="2200625"/>
                <a:ext cx="74000" cy="84725"/>
              </a:xfrm>
              <a:custGeom>
                <a:rect b="b" l="l" r="r" t="t"/>
                <a:pathLst>
                  <a:path extrusionOk="0" h="3389" w="2960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5" y="708"/>
                    </a:lnTo>
                    <a:lnTo>
                      <a:pt x="1012" y="1720"/>
                    </a:lnTo>
                    <a:lnTo>
                      <a:pt x="481" y="2327"/>
                    </a:lnTo>
                    <a:lnTo>
                      <a:pt x="178" y="2580"/>
                    </a:lnTo>
                    <a:lnTo>
                      <a:pt x="51" y="2706"/>
                    </a:lnTo>
                    <a:lnTo>
                      <a:pt x="1" y="3035"/>
                    </a:lnTo>
                    <a:lnTo>
                      <a:pt x="152" y="3313"/>
                    </a:lnTo>
                    <a:lnTo>
                      <a:pt x="430" y="3389"/>
                    </a:lnTo>
                    <a:lnTo>
                      <a:pt x="608" y="3313"/>
                    </a:lnTo>
                    <a:lnTo>
                      <a:pt x="936" y="3035"/>
                    </a:lnTo>
                    <a:lnTo>
                      <a:pt x="1493" y="2377"/>
                    </a:lnTo>
                    <a:lnTo>
                      <a:pt x="2251" y="1340"/>
                    </a:lnTo>
                    <a:lnTo>
                      <a:pt x="2833" y="708"/>
                    </a:lnTo>
                    <a:lnTo>
                      <a:pt x="2959" y="557"/>
                    </a:lnTo>
                    <a:lnTo>
                      <a:pt x="2934" y="253"/>
                    </a:lnTo>
                    <a:lnTo>
                      <a:pt x="2707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7" name="Google Shape;3037;p42"/>
              <p:cNvSpPr/>
              <p:nvPr/>
            </p:nvSpPr>
            <p:spPr>
              <a:xfrm>
                <a:off x="7518925" y="2196200"/>
                <a:ext cx="74000" cy="75875"/>
              </a:xfrm>
              <a:custGeom>
                <a:rect b="b" l="l" r="r" t="t"/>
                <a:pathLst>
                  <a:path extrusionOk="0" h="3035" w="2960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5" y="607"/>
                    </a:lnTo>
                    <a:lnTo>
                      <a:pt x="1012" y="1492"/>
                    </a:lnTo>
                    <a:lnTo>
                      <a:pt x="481" y="2023"/>
                    </a:lnTo>
                    <a:lnTo>
                      <a:pt x="177" y="2251"/>
                    </a:lnTo>
                    <a:lnTo>
                      <a:pt x="51" y="2352"/>
                    </a:lnTo>
                    <a:lnTo>
                      <a:pt x="0" y="2681"/>
                    </a:lnTo>
                    <a:lnTo>
                      <a:pt x="152" y="2934"/>
                    </a:lnTo>
                    <a:lnTo>
                      <a:pt x="430" y="3035"/>
                    </a:lnTo>
                    <a:lnTo>
                      <a:pt x="607" y="2959"/>
                    </a:lnTo>
                    <a:lnTo>
                      <a:pt x="936" y="2731"/>
                    </a:lnTo>
                    <a:lnTo>
                      <a:pt x="1492" y="2150"/>
                    </a:lnTo>
                    <a:lnTo>
                      <a:pt x="2251" y="1239"/>
                    </a:lnTo>
                    <a:lnTo>
                      <a:pt x="2833" y="683"/>
                    </a:lnTo>
                    <a:lnTo>
                      <a:pt x="2959" y="556"/>
                    </a:lnTo>
                    <a:lnTo>
                      <a:pt x="2959" y="253"/>
                    </a:lnTo>
                    <a:lnTo>
                      <a:pt x="2731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8" name="Google Shape;3038;p42"/>
              <p:cNvSpPr/>
              <p:nvPr/>
            </p:nvSpPr>
            <p:spPr>
              <a:xfrm>
                <a:off x="7622600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9" y="0"/>
                    </a:moveTo>
                    <a:lnTo>
                      <a:pt x="2277" y="101"/>
                    </a:lnTo>
                    <a:lnTo>
                      <a:pt x="1720" y="607"/>
                    </a:lnTo>
                    <a:lnTo>
                      <a:pt x="1038" y="1492"/>
                    </a:lnTo>
                    <a:lnTo>
                      <a:pt x="507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78" y="2934"/>
                    </a:lnTo>
                    <a:lnTo>
                      <a:pt x="456" y="3035"/>
                    </a:lnTo>
                    <a:lnTo>
                      <a:pt x="633" y="2959"/>
                    </a:lnTo>
                    <a:lnTo>
                      <a:pt x="962" y="2731"/>
                    </a:lnTo>
                    <a:lnTo>
                      <a:pt x="1518" y="2150"/>
                    </a:lnTo>
                    <a:lnTo>
                      <a:pt x="2277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85" y="253"/>
                    </a:lnTo>
                    <a:lnTo>
                      <a:pt x="2757" y="25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9" name="Google Shape;3039;p42"/>
              <p:cNvSpPr/>
              <p:nvPr/>
            </p:nvSpPr>
            <p:spPr>
              <a:xfrm>
                <a:off x="7726925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8" y="0"/>
                    </a:moveTo>
                    <a:lnTo>
                      <a:pt x="2277" y="101"/>
                    </a:lnTo>
                    <a:lnTo>
                      <a:pt x="1720" y="607"/>
                    </a:lnTo>
                    <a:lnTo>
                      <a:pt x="1037" y="1492"/>
                    </a:lnTo>
                    <a:lnTo>
                      <a:pt x="506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52" y="2934"/>
                    </a:lnTo>
                    <a:lnTo>
                      <a:pt x="456" y="3035"/>
                    </a:lnTo>
                    <a:lnTo>
                      <a:pt x="633" y="2959"/>
                    </a:lnTo>
                    <a:lnTo>
                      <a:pt x="962" y="2731"/>
                    </a:lnTo>
                    <a:lnTo>
                      <a:pt x="1518" y="2150"/>
                    </a:lnTo>
                    <a:lnTo>
                      <a:pt x="2277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85" y="253"/>
                    </a:lnTo>
                    <a:lnTo>
                      <a:pt x="2757" y="25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0" name="Google Shape;3040;p42"/>
              <p:cNvSpPr/>
              <p:nvPr/>
            </p:nvSpPr>
            <p:spPr>
              <a:xfrm>
                <a:off x="7831250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8" y="0"/>
                    </a:moveTo>
                    <a:lnTo>
                      <a:pt x="2251" y="101"/>
                    </a:lnTo>
                    <a:lnTo>
                      <a:pt x="1720" y="607"/>
                    </a:lnTo>
                    <a:lnTo>
                      <a:pt x="1012" y="1492"/>
                    </a:lnTo>
                    <a:lnTo>
                      <a:pt x="506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0" y="2681"/>
                    </a:lnTo>
                    <a:lnTo>
                      <a:pt x="152" y="2934"/>
                    </a:lnTo>
                    <a:lnTo>
                      <a:pt x="456" y="3035"/>
                    </a:lnTo>
                    <a:lnTo>
                      <a:pt x="607" y="2959"/>
                    </a:lnTo>
                    <a:lnTo>
                      <a:pt x="961" y="2731"/>
                    </a:lnTo>
                    <a:lnTo>
                      <a:pt x="1518" y="2150"/>
                    </a:lnTo>
                    <a:lnTo>
                      <a:pt x="2276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59" y="253"/>
                    </a:lnTo>
                    <a:lnTo>
                      <a:pt x="2757" y="25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1" name="Google Shape;3041;p42"/>
              <p:cNvSpPr/>
              <p:nvPr/>
            </p:nvSpPr>
            <p:spPr>
              <a:xfrm>
                <a:off x="7922300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8" y="0"/>
                    </a:moveTo>
                    <a:lnTo>
                      <a:pt x="2276" y="101"/>
                    </a:lnTo>
                    <a:lnTo>
                      <a:pt x="1720" y="607"/>
                    </a:lnTo>
                    <a:lnTo>
                      <a:pt x="1037" y="1492"/>
                    </a:lnTo>
                    <a:lnTo>
                      <a:pt x="506" y="2023"/>
                    </a:lnTo>
                    <a:lnTo>
                      <a:pt x="202" y="2251"/>
                    </a:lnTo>
                    <a:lnTo>
                      <a:pt x="51" y="2352"/>
                    </a:lnTo>
                    <a:lnTo>
                      <a:pt x="0" y="2681"/>
                    </a:lnTo>
                    <a:lnTo>
                      <a:pt x="177" y="2934"/>
                    </a:lnTo>
                    <a:lnTo>
                      <a:pt x="455" y="3035"/>
                    </a:lnTo>
                    <a:lnTo>
                      <a:pt x="632" y="2959"/>
                    </a:lnTo>
                    <a:lnTo>
                      <a:pt x="961" y="2731"/>
                    </a:lnTo>
                    <a:lnTo>
                      <a:pt x="1517" y="2150"/>
                    </a:lnTo>
                    <a:lnTo>
                      <a:pt x="2276" y="1239"/>
                    </a:lnTo>
                    <a:lnTo>
                      <a:pt x="2858" y="683"/>
                    </a:lnTo>
                    <a:lnTo>
                      <a:pt x="2984" y="556"/>
                    </a:lnTo>
                    <a:lnTo>
                      <a:pt x="2984" y="253"/>
                    </a:lnTo>
                    <a:lnTo>
                      <a:pt x="2757" y="25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2" name="Google Shape;3042;p42"/>
              <p:cNvSpPr/>
              <p:nvPr/>
            </p:nvSpPr>
            <p:spPr>
              <a:xfrm>
                <a:off x="8026600" y="2196200"/>
                <a:ext cx="74650" cy="75875"/>
              </a:xfrm>
              <a:custGeom>
                <a:rect b="b" l="l" r="r" t="t"/>
                <a:pathLst>
                  <a:path extrusionOk="0" h="3035" w="2986">
                    <a:moveTo>
                      <a:pt x="2429" y="0"/>
                    </a:moveTo>
                    <a:lnTo>
                      <a:pt x="2252" y="101"/>
                    </a:lnTo>
                    <a:lnTo>
                      <a:pt x="1721" y="607"/>
                    </a:lnTo>
                    <a:lnTo>
                      <a:pt x="1013" y="1492"/>
                    </a:lnTo>
                    <a:lnTo>
                      <a:pt x="507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53" y="2934"/>
                    </a:lnTo>
                    <a:lnTo>
                      <a:pt x="456" y="3035"/>
                    </a:lnTo>
                    <a:lnTo>
                      <a:pt x="633" y="2959"/>
                    </a:lnTo>
                    <a:lnTo>
                      <a:pt x="962" y="2731"/>
                    </a:lnTo>
                    <a:lnTo>
                      <a:pt x="1518" y="2150"/>
                    </a:lnTo>
                    <a:lnTo>
                      <a:pt x="2277" y="1239"/>
                    </a:lnTo>
                    <a:lnTo>
                      <a:pt x="2859" y="683"/>
                    </a:lnTo>
                    <a:lnTo>
                      <a:pt x="2985" y="556"/>
                    </a:lnTo>
                    <a:lnTo>
                      <a:pt x="2985" y="253"/>
                    </a:lnTo>
                    <a:lnTo>
                      <a:pt x="2758" y="25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3" name="Google Shape;3043;p42"/>
              <p:cNvSpPr/>
              <p:nvPr/>
            </p:nvSpPr>
            <p:spPr>
              <a:xfrm>
                <a:off x="8130925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9" y="0"/>
                    </a:moveTo>
                    <a:lnTo>
                      <a:pt x="2252" y="101"/>
                    </a:lnTo>
                    <a:lnTo>
                      <a:pt x="1720" y="607"/>
                    </a:lnTo>
                    <a:lnTo>
                      <a:pt x="1012" y="1492"/>
                    </a:lnTo>
                    <a:lnTo>
                      <a:pt x="507" y="2023"/>
                    </a:lnTo>
                    <a:lnTo>
                      <a:pt x="203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52" y="2934"/>
                    </a:lnTo>
                    <a:lnTo>
                      <a:pt x="456" y="3035"/>
                    </a:lnTo>
                    <a:lnTo>
                      <a:pt x="608" y="2959"/>
                    </a:lnTo>
                    <a:lnTo>
                      <a:pt x="962" y="2731"/>
                    </a:lnTo>
                    <a:lnTo>
                      <a:pt x="1518" y="2150"/>
                    </a:lnTo>
                    <a:lnTo>
                      <a:pt x="2252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60" y="253"/>
                    </a:lnTo>
                    <a:lnTo>
                      <a:pt x="2757" y="25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42"/>
              <p:cNvSpPr/>
              <p:nvPr/>
            </p:nvSpPr>
            <p:spPr>
              <a:xfrm>
                <a:off x="8235250" y="2196200"/>
                <a:ext cx="74625" cy="75875"/>
              </a:xfrm>
              <a:custGeom>
                <a:rect b="b" l="l" r="r" t="t"/>
                <a:pathLst>
                  <a:path extrusionOk="0" h="3035" w="2985">
                    <a:moveTo>
                      <a:pt x="2428" y="0"/>
                    </a:moveTo>
                    <a:lnTo>
                      <a:pt x="2251" y="101"/>
                    </a:lnTo>
                    <a:lnTo>
                      <a:pt x="1720" y="607"/>
                    </a:lnTo>
                    <a:lnTo>
                      <a:pt x="1012" y="1492"/>
                    </a:lnTo>
                    <a:lnTo>
                      <a:pt x="506" y="2023"/>
                    </a:lnTo>
                    <a:lnTo>
                      <a:pt x="178" y="2251"/>
                    </a:lnTo>
                    <a:lnTo>
                      <a:pt x="51" y="2352"/>
                    </a:lnTo>
                    <a:lnTo>
                      <a:pt x="1" y="2681"/>
                    </a:lnTo>
                    <a:lnTo>
                      <a:pt x="152" y="2934"/>
                    </a:lnTo>
                    <a:lnTo>
                      <a:pt x="430" y="3035"/>
                    </a:lnTo>
                    <a:lnTo>
                      <a:pt x="608" y="2959"/>
                    </a:lnTo>
                    <a:lnTo>
                      <a:pt x="936" y="2731"/>
                    </a:lnTo>
                    <a:lnTo>
                      <a:pt x="1518" y="2150"/>
                    </a:lnTo>
                    <a:lnTo>
                      <a:pt x="2251" y="1239"/>
                    </a:lnTo>
                    <a:lnTo>
                      <a:pt x="2858" y="683"/>
                    </a:lnTo>
                    <a:lnTo>
                      <a:pt x="2985" y="556"/>
                    </a:lnTo>
                    <a:lnTo>
                      <a:pt x="2959" y="253"/>
                    </a:lnTo>
                    <a:lnTo>
                      <a:pt x="2732" y="25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5" name="Google Shape;3045;p42"/>
              <p:cNvSpPr/>
              <p:nvPr/>
            </p:nvSpPr>
            <p:spPr>
              <a:xfrm>
                <a:off x="8339575" y="2196200"/>
                <a:ext cx="74000" cy="75875"/>
              </a:xfrm>
              <a:custGeom>
                <a:rect b="b" l="l" r="r" t="t"/>
                <a:pathLst>
                  <a:path extrusionOk="0" h="3035" w="2960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5" y="607"/>
                    </a:lnTo>
                    <a:lnTo>
                      <a:pt x="1012" y="1492"/>
                    </a:lnTo>
                    <a:lnTo>
                      <a:pt x="481" y="2023"/>
                    </a:lnTo>
                    <a:lnTo>
                      <a:pt x="177" y="2251"/>
                    </a:lnTo>
                    <a:lnTo>
                      <a:pt x="51" y="2352"/>
                    </a:lnTo>
                    <a:lnTo>
                      <a:pt x="0" y="2681"/>
                    </a:lnTo>
                    <a:lnTo>
                      <a:pt x="152" y="2934"/>
                    </a:lnTo>
                    <a:lnTo>
                      <a:pt x="430" y="3035"/>
                    </a:lnTo>
                    <a:lnTo>
                      <a:pt x="607" y="2959"/>
                    </a:lnTo>
                    <a:lnTo>
                      <a:pt x="936" y="2731"/>
                    </a:lnTo>
                    <a:lnTo>
                      <a:pt x="1492" y="2150"/>
                    </a:lnTo>
                    <a:lnTo>
                      <a:pt x="2251" y="1239"/>
                    </a:lnTo>
                    <a:lnTo>
                      <a:pt x="2833" y="683"/>
                    </a:lnTo>
                    <a:lnTo>
                      <a:pt x="2959" y="556"/>
                    </a:lnTo>
                    <a:lnTo>
                      <a:pt x="2959" y="253"/>
                    </a:lnTo>
                    <a:lnTo>
                      <a:pt x="2732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6" name="Google Shape;3046;p42"/>
              <p:cNvSpPr/>
              <p:nvPr/>
            </p:nvSpPr>
            <p:spPr>
              <a:xfrm>
                <a:off x="8443900" y="2195550"/>
                <a:ext cx="65775" cy="77175"/>
              </a:xfrm>
              <a:custGeom>
                <a:rect b="b" l="l" r="r" t="t"/>
                <a:pathLst>
                  <a:path extrusionOk="0" h="3087" w="2631">
                    <a:moveTo>
                      <a:pt x="2074" y="1"/>
                    </a:moveTo>
                    <a:lnTo>
                      <a:pt x="1922" y="127"/>
                    </a:lnTo>
                    <a:lnTo>
                      <a:pt x="1467" y="633"/>
                    </a:lnTo>
                    <a:lnTo>
                      <a:pt x="885" y="1518"/>
                    </a:lnTo>
                    <a:lnTo>
                      <a:pt x="455" y="2049"/>
                    </a:lnTo>
                    <a:lnTo>
                      <a:pt x="177" y="2277"/>
                    </a:lnTo>
                    <a:lnTo>
                      <a:pt x="51" y="2403"/>
                    </a:lnTo>
                    <a:lnTo>
                      <a:pt x="0" y="2732"/>
                    </a:lnTo>
                    <a:lnTo>
                      <a:pt x="152" y="2985"/>
                    </a:lnTo>
                    <a:lnTo>
                      <a:pt x="430" y="3086"/>
                    </a:lnTo>
                    <a:lnTo>
                      <a:pt x="607" y="2985"/>
                    </a:lnTo>
                    <a:lnTo>
                      <a:pt x="885" y="2757"/>
                    </a:lnTo>
                    <a:lnTo>
                      <a:pt x="1366" y="2176"/>
                    </a:lnTo>
                    <a:lnTo>
                      <a:pt x="1998" y="1265"/>
                    </a:lnTo>
                    <a:lnTo>
                      <a:pt x="2504" y="709"/>
                    </a:lnTo>
                    <a:lnTo>
                      <a:pt x="2630" y="557"/>
                    </a:lnTo>
                    <a:lnTo>
                      <a:pt x="2605" y="254"/>
                    </a:lnTo>
                    <a:lnTo>
                      <a:pt x="2377" y="26"/>
                    </a:lnTo>
                    <a:lnTo>
                      <a:pt x="207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7" name="Google Shape;3047;p42"/>
              <p:cNvSpPr/>
              <p:nvPr/>
            </p:nvSpPr>
            <p:spPr>
              <a:xfrm>
                <a:off x="8548225" y="2200625"/>
                <a:ext cx="73975" cy="84725"/>
              </a:xfrm>
              <a:custGeom>
                <a:rect b="b" l="l" r="r" t="t"/>
                <a:pathLst>
                  <a:path extrusionOk="0" h="3389" w="2959">
                    <a:moveTo>
                      <a:pt x="2403" y="0"/>
                    </a:moveTo>
                    <a:lnTo>
                      <a:pt x="2251" y="101"/>
                    </a:lnTo>
                    <a:lnTo>
                      <a:pt x="1694" y="708"/>
                    </a:lnTo>
                    <a:lnTo>
                      <a:pt x="1012" y="1720"/>
                    </a:lnTo>
                    <a:lnTo>
                      <a:pt x="481" y="2327"/>
                    </a:lnTo>
                    <a:lnTo>
                      <a:pt x="177" y="2580"/>
                    </a:lnTo>
                    <a:lnTo>
                      <a:pt x="51" y="2706"/>
                    </a:lnTo>
                    <a:lnTo>
                      <a:pt x="0" y="3035"/>
                    </a:lnTo>
                    <a:lnTo>
                      <a:pt x="152" y="3313"/>
                    </a:lnTo>
                    <a:lnTo>
                      <a:pt x="430" y="3389"/>
                    </a:lnTo>
                    <a:lnTo>
                      <a:pt x="607" y="3313"/>
                    </a:lnTo>
                    <a:lnTo>
                      <a:pt x="936" y="3035"/>
                    </a:lnTo>
                    <a:lnTo>
                      <a:pt x="1492" y="2377"/>
                    </a:lnTo>
                    <a:lnTo>
                      <a:pt x="2251" y="1340"/>
                    </a:lnTo>
                    <a:lnTo>
                      <a:pt x="2833" y="708"/>
                    </a:lnTo>
                    <a:lnTo>
                      <a:pt x="2959" y="557"/>
                    </a:lnTo>
                    <a:lnTo>
                      <a:pt x="2934" y="253"/>
                    </a:lnTo>
                    <a:lnTo>
                      <a:pt x="2706" y="25"/>
                    </a:lnTo>
                    <a:lnTo>
                      <a:pt x="24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8" name="Google Shape;3048;p42"/>
              <p:cNvSpPr/>
              <p:nvPr/>
            </p:nvSpPr>
            <p:spPr>
              <a:xfrm>
                <a:off x="8638625" y="2202525"/>
                <a:ext cx="74000" cy="75250"/>
              </a:xfrm>
              <a:custGeom>
                <a:rect b="b" l="l" r="r" t="t"/>
                <a:pathLst>
                  <a:path extrusionOk="0" h="3010" w="2960">
                    <a:moveTo>
                      <a:pt x="2529" y="0"/>
                    </a:moveTo>
                    <a:lnTo>
                      <a:pt x="2352" y="101"/>
                    </a:lnTo>
                    <a:lnTo>
                      <a:pt x="1796" y="607"/>
                    </a:lnTo>
                    <a:lnTo>
                      <a:pt x="1063" y="1467"/>
                    </a:lnTo>
                    <a:lnTo>
                      <a:pt x="532" y="1998"/>
                    </a:lnTo>
                    <a:lnTo>
                      <a:pt x="203" y="2200"/>
                    </a:lnTo>
                    <a:lnTo>
                      <a:pt x="51" y="2327"/>
                    </a:lnTo>
                    <a:lnTo>
                      <a:pt x="1" y="2630"/>
                    </a:lnTo>
                    <a:lnTo>
                      <a:pt x="152" y="2908"/>
                    </a:lnTo>
                    <a:lnTo>
                      <a:pt x="456" y="3009"/>
                    </a:lnTo>
                    <a:lnTo>
                      <a:pt x="633" y="2934"/>
                    </a:lnTo>
                    <a:lnTo>
                      <a:pt x="962" y="2706"/>
                    </a:lnTo>
                    <a:lnTo>
                      <a:pt x="1493" y="2200"/>
                    </a:lnTo>
                    <a:lnTo>
                      <a:pt x="2226" y="1315"/>
                    </a:lnTo>
                    <a:lnTo>
                      <a:pt x="2782" y="809"/>
                    </a:lnTo>
                    <a:lnTo>
                      <a:pt x="2909" y="683"/>
                    </a:lnTo>
                    <a:lnTo>
                      <a:pt x="2959" y="354"/>
                    </a:lnTo>
                    <a:lnTo>
                      <a:pt x="2808" y="101"/>
                    </a:lnTo>
                    <a:lnTo>
                      <a:pt x="25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49" name="Google Shape;3049;p42"/>
            <p:cNvGrpSpPr/>
            <p:nvPr/>
          </p:nvGrpSpPr>
          <p:grpSpPr>
            <a:xfrm>
              <a:off x="6418525" y="4271338"/>
              <a:ext cx="207675" cy="176950"/>
              <a:chOff x="2113675" y="1071100"/>
              <a:chExt cx="207675" cy="176950"/>
            </a:xfrm>
          </p:grpSpPr>
          <p:sp>
            <p:nvSpPr>
              <p:cNvPr id="3050" name="Google Shape;3050;p42"/>
              <p:cNvSpPr/>
              <p:nvPr/>
            </p:nvSpPr>
            <p:spPr>
              <a:xfrm>
                <a:off x="2119900" y="1193775"/>
                <a:ext cx="60625" cy="54275"/>
              </a:xfrm>
              <a:custGeom>
                <a:rect b="b" l="l" r="r" t="t"/>
                <a:pathLst>
                  <a:path extrusionOk="0" h="2171" w="2425">
                    <a:moveTo>
                      <a:pt x="1265" y="388"/>
                    </a:moveTo>
                    <a:cubicBezTo>
                      <a:pt x="1474" y="388"/>
                      <a:pt x="1690" y="529"/>
                      <a:pt x="1773" y="737"/>
                    </a:cubicBezTo>
                    <a:cubicBezTo>
                      <a:pt x="1907" y="1082"/>
                      <a:pt x="1773" y="1532"/>
                      <a:pt x="1399" y="1657"/>
                    </a:cubicBezTo>
                    <a:cubicBezTo>
                      <a:pt x="1343" y="1673"/>
                      <a:pt x="1283" y="1680"/>
                      <a:pt x="1222" y="1680"/>
                    </a:cubicBezTo>
                    <a:cubicBezTo>
                      <a:pt x="950" y="1680"/>
                      <a:pt x="659" y="1527"/>
                      <a:pt x="604" y="1245"/>
                    </a:cubicBezTo>
                    <a:cubicBezTo>
                      <a:pt x="546" y="977"/>
                      <a:pt x="661" y="795"/>
                      <a:pt x="824" y="622"/>
                    </a:cubicBezTo>
                    <a:cubicBezTo>
                      <a:pt x="863" y="613"/>
                      <a:pt x="901" y="593"/>
                      <a:pt x="920" y="565"/>
                    </a:cubicBezTo>
                    <a:cubicBezTo>
                      <a:pt x="1011" y="441"/>
                      <a:pt x="1137" y="388"/>
                      <a:pt x="1265" y="388"/>
                    </a:cubicBezTo>
                    <a:close/>
                    <a:moveTo>
                      <a:pt x="1235" y="1"/>
                    </a:moveTo>
                    <a:cubicBezTo>
                      <a:pt x="1034" y="1"/>
                      <a:pt x="844" y="67"/>
                      <a:pt x="719" y="220"/>
                    </a:cubicBezTo>
                    <a:cubicBezTo>
                      <a:pt x="240" y="344"/>
                      <a:pt x="0" y="1063"/>
                      <a:pt x="163" y="1504"/>
                    </a:cubicBezTo>
                    <a:cubicBezTo>
                      <a:pt x="315" y="1933"/>
                      <a:pt x="749" y="2171"/>
                      <a:pt x="1183" y="2171"/>
                    </a:cubicBezTo>
                    <a:cubicBezTo>
                      <a:pt x="1378" y="2171"/>
                      <a:pt x="1574" y="2122"/>
                      <a:pt x="1744" y="2021"/>
                    </a:cubicBezTo>
                    <a:cubicBezTo>
                      <a:pt x="2290" y="1695"/>
                      <a:pt x="2424" y="842"/>
                      <a:pt x="2012" y="354"/>
                    </a:cubicBezTo>
                    <a:cubicBezTo>
                      <a:pt x="1837" y="139"/>
                      <a:pt x="1524" y="1"/>
                      <a:pt x="12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1" name="Google Shape;3051;p42"/>
              <p:cNvSpPr/>
              <p:nvPr/>
            </p:nvSpPr>
            <p:spPr>
              <a:xfrm>
                <a:off x="2116225" y="1154675"/>
                <a:ext cx="116900" cy="79275"/>
              </a:xfrm>
              <a:custGeom>
                <a:rect b="b" l="l" r="r" t="t"/>
                <a:pathLst>
                  <a:path extrusionOk="0" h="3171" w="4676">
                    <a:moveTo>
                      <a:pt x="1549" y="1"/>
                    </a:moveTo>
                    <a:cubicBezTo>
                      <a:pt x="1056" y="1"/>
                      <a:pt x="564" y="124"/>
                      <a:pt x="128" y="395"/>
                    </a:cubicBezTo>
                    <a:cubicBezTo>
                      <a:pt x="0" y="471"/>
                      <a:pt x="62" y="693"/>
                      <a:pt x="199" y="693"/>
                    </a:cubicBezTo>
                    <a:cubicBezTo>
                      <a:pt x="216" y="693"/>
                      <a:pt x="234" y="689"/>
                      <a:pt x="253" y="682"/>
                    </a:cubicBezTo>
                    <a:cubicBezTo>
                      <a:pt x="643" y="521"/>
                      <a:pt x="1055" y="429"/>
                      <a:pt x="1464" y="429"/>
                    </a:cubicBezTo>
                    <a:cubicBezTo>
                      <a:pt x="1909" y="429"/>
                      <a:pt x="2349" y="538"/>
                      <a:pt x="2753" y="787"/>
                    </a:cubicBezTo>
                    <a:cubicBezTo>
                      <a:pt x="3568" y="1295"/>
                      <a:pt x="3750" y="2119"/>
                      <a:pt x="3903" y="2991"/>
                    </a:cubicBezTo>
                    <a:cubicBezTo>
                      <a:pt x="3922" y="3111"/>
                      <a:pt x="4035" y="3171"/>
                      <a:pt x="4147" y="3171"/>
                    </a:cubicBezTo>
                    <a:cubicBezTo>
                      <a:pt x="4260" y="3171"/>
                      <a:pt x="4372" y="3111"/>
                      <a:pt x="4391" y="2991"/>
                    </a:cubicBezTo>
                    <a:cubicBezTo>
                      <a:pt x="4676" y="1249"/>
                      <a:pt x="3114" y="1"/>
                      <a:pt x="15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2" name="Google Shape;3052;p42"/>
              <p:cNvSpPr/>
              <p:nvPr/>
            </p:nvSpPr>
            <p:spPr>
              <a:xfrm>
                <a:off x="2125000" y="1108425"/>
                <a:ext cx="145325" cy="110250"/>
              </a:xfrm>
              <a:custGeom>
                <a:rect b="b" l="l" r="r" t="t"/>
                <a:pathLst>
                  <a:path extrusionOk="0" h="4410" w="5813">
                    <a:moveTo>
                      <a:pt x="2355" y="0"/>
                    </a:moveTo>
                    <a:cubicBezTo>
                      <a:pt x="1627" y="0"/>
                      <a:pt x="885" y="223"/>
                      <a:pt x="189" y="568"/>
                    </a:cubicBezTo>
                    <a:cubicBezTo>
                      <a:pt x="1" y="658"/>
                      <a:pt x="115" y="907"/>
                      <a:pt x="287" y="907"/>
                    </a:cubicBezTo>
                    <a:cubicBezTo>
                      <a:pt x="299" y="907"/>
                      <a:pt x="311" y="906"/>
                      <a:pt x="323" y="903"/>
                    </a:cubicBezTo>
                    <a:cubicBezTo>
                      <a:pt x="978" y="765"/>
                      <a:pt x="1620" y="587"/>
                      <a:pt x="2250" y="587"/>
                    </a:cubicBezTo>
                    <a:cubicBezTo>
                      <a:pt x="2709" y="587"/>
                      <a:pt x="3162" y="681"/>
                      <a:pt x="3609" y="951"/>
                    </a:cubicBezTo>
                    <a:cubicBezTo>
                      <a:pt x="4711" y="1603"/>
                      <a:pt x="5066" y="2819"/>
                      <a:pt x="4807" y="4017"/>
                    </a:cubicBezTo>
                    <a:cubicBezTo>
                      <a:pt x="4761" y="4253"/>
                      <a:pt x="4953" y="4409"/>
                      <a:pt x="5139" y="4409"/>
                    </a:cubicBezTo>
                    <a:cubicBezTo>
                      <a:pt x="5263" y="4409"/>
                      <a:pt x="5384" y="4340"/>
                      <a:pt x="5430" y="4180"/>
                    </a:cubicBezTo>
                    <a:cubicBezTo>
                      <a:pt x="5813" y="2877"/>
                      <a:pt x="5353" y="1469"/>
                      <a:pt x="4270" y="635"/>
                    </a:cubicBezTo>
                    <a:cubicBezTo>
                      <a:pt x="3675" y="187"/>
                      <a:pt x="3021" y="0"/>
                      <a:pt x="23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3" name="Google Shape;3053;p42"/>
              <p:cNvSpPr/>
              <p:nvPr/>
            </p:nvSpPr>
            <p:spPr>
              <a:xfrm>
                <a:off x="2113675" y="1071100"/>
                <a:ext cx="207675" cy="172350"/>
              </a:xfrm>
              <a:custGeom>
                <a:rect b="b" l="l" r="r" t="t"/>
                <a:pathLst>
                  <a:path extrusionOk="0" h="6894" w="8307">
                    <a:moveTo>
                      <a:pt x="3448" y="1"/>
                    </a:moveTo>
                    <a:cubicBezTo>
                      <a:pt x="2375" y="1"/>
                      <a:pt x="1261" y="276"/>
                      <a:pt x="173" y="480"/>
                    </a:cubicBezTo>
                    <a:cubicBezTo>
                      <a:pt x="0" y="509"/>
                      <a:pt x="58" y="768"/>
                      <a:pt x="211" y="777"/>
                    </a:cubicBezTo>
                    <a:cubicBezTo>
                      <a:pt x="300" y="781"/>
                      <a:pt x="389" y="783"/>
                      <a:pt x="478" y="783"/>
                    </a:cubicBezTo>
                    <a:cubicBezTo>
                      <a:pt x="1407" y="783"/>
                      <a:pt x="2340" y="597"/>
                      <a:pt x="3245" y="597"/>
                    </a:cubicBezTo>
                    <a:cubicBezTo>
                      <a:pt x="4028" y="597"/>
                      <a:pt x="4790" y="736"/>
                      <a:pt x="5509" y="1256"/>
                    </a:cubicBezTo>
                    <a:cubicBezTo>
                      <a:pt x="7051" y="2358"/>
                      <a:pt x="7502" y="4226"/>
                      <a:pt x="7454" y="6027"/>
                    </a:cubicBezTo>
                    <a:cubicBezTo>
                      <a:pt x="7348" y="6104"/>
                      <a:pt x="7310" y="6238"/>
                      <a:pt x="7348" y="6353"/>
                    </a:cubicBezTo>
                    <a:lnTo>
                      <a:pt x="7444" y="6650"/>
                    </a:lnTo>
                    <a:cubicBezTo>
                      <a:pt x="7495" y="6816"/>
                      <a:pt x="7635" y="6893"/>
                      <a:pt x="7777" y="6893"/>
                    </a:cubicBezTo>
                    <a:cubicBezTo>
                      <a:pt x="7954" y="6893"/>
                      <a:pt x="8133" y="6773"/>
                      <a:pt x="8144" y="6554"/>
                    </a:cubicBezTo>
                    <a:cubicBezTo>
                      <a:pt x="8306" y="4466"/>
                      <a:pt x="7856" y="2224"/>
                      <a:pt x="6132" y="864"/>
                    </a:cubicBezTo>
                    <a:cubicBezTo>
                      <a:pt x="5296" y="211"/>
                      <a:pt x="4387" y="1"/>
                      <a:pt x="34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54" name="Google Shape;3054;p42"/>
            <p:cNvSpPr/>
            <p:nvPr/>
          </p:nvSpPr>
          <p:spPr>
            <a:xfrm>
              <a:off x="6387825" y="3699363"/>
              <a:ext cx="238385" cy="220011"/>
            </a:xfrm>
            <a:custGeom>
              <a:rect b="b" l="l" r="r" t="t"/>
              <a:pathLst>
                <a:path extrusionOk="0" h="10920" w="11832">
                  <a:moveTo>
                    <a:pt x="8647" y="564"/>
                  </a:moveTo>
                  <a:cubicBezTo>
                    <a:pt x="9470" y="564"/>
                    <a:pt x="10295" y="582"/>
                    <a:pt x="11123" y="634"/>
                  </a:cubicBezTo>
                  <a:cubicBezTo>
                    <a:pt x="11123" y="1037"/>
                    <a:pt x="11123" y="1439"/>
                    <a:pt x="11132" y="1851"/>
                  </a:cubicBezTo>
                  <a:cubicBezTo>
                    <a:pt x="8756" y="2081"/>
                    <a:pt x="6361" y="2110"/>
                    <a:pt x="3976" y="2320"/>
                  </a:cubicBezTo>
                  <a:cubicBezTo>
                    <a:pt x="3957" y="1765"/>
                    <a:pt x="3918" y="1199"/>
                    <a:pt x="3861" y="644"/>
                  </a:cubicBezTo>
                  <a:cubicBezTo>
                    <a:pt x="5460" y="631"/>
                    <a:pt x="7051" y="564"/>
                    <a:pt x="8647" y="564"/>
                  </a:cubicBezTo>
                  <a:close/>
                  <a:moveTo>
                    <a:pt x="1928" y="8073"/>
                  </a:moveTo>
                  <a:cubicBezTo>
                    <a:pt x="1994" y="8073"/>
                    <a:pt x="2064" y="8078"/>
                    <a:pt x="2137" y="8088"/>
                  </a:cubicBezTo>
                  <a:cubicBezTo>
                    <a:pt x="2903" y="8193"/>
                    <a:pt x="3162" y="9017"/>
                    <a:pt x="3171" y="9697"/>
                  </a:cubicBezTo>
                  <a:cubicBezTo>
                    <a:pt x="2948" y="9927"/>
                    <a:pt x="2630" y="10012"/>
                    <a:pt x="2296" y="10012"/>
                  </a:cubicBezTo>
                  <a:cubicBezTo>
                    <a:pt x="2129" y="10012"/>
                    <a:pt x="1958" y="9991"/>
                    <a:pt x="1792" y="9956"/>
                  </a:cubicBezTo>
                  <a:cubicBezTo>
                    <a:pt x="536" y="9701"/>
                    <a:pt x="680" y="8073"/>
                    <a:pt x="1928" y="8073"/>
                  </a:cubicBezTo>
                  <a:close/>
                  <a:moveTo>
                    <a:pt x="9560" y="8796"/>
                  </a:moveTo>
                  <a:cubicBezTo>
                    <a:pt x="9638" y="8796"/>
                    <a:pt x="9718" y="8805"/>
                    <a:pt x="9801" y="8825"/>
                  </a:cubicBezTo>
                  <a:cubicBezTo>
                    <a:pt x="10328" y="8950"/>
                    <a:pt x="10663" y="9429"/>
                    <a:pt x="10979" y="9831"/>
                  </a:cubicBezTo>
                  <a:cubicBezTo>
                    <a:pt x="11017" y="9879"/>
                    <a:pt x="11075" y="9908"/>
                    <a:pt x="11142" y="9908"/>
                  </a:cubicBezTo>
                  <a:cubicBezTo>
                    <a:pt x="11142" y="9975"/>
                    <a:pt x="11142" y="10042"/>
                    <a:pt x="11132" y="10109"/>
                  </a:cubicBezTo>
                  <a:cubicBezTo>
                    <a:pt x="10843" y="10337"/>
                    <a:pt x="10470" y="10463"/>
                    <a:pt x="10104" y="10463"/>
                  </a:cubicBezTo>
                  <a:cubicBezTo>
                    <a:pt x="9671" y="10463"/>
                    <a:pt x="9247" y="10288"/>
                    <a:pt x="8977" y="9898"/>
                  </a:cubicBezTo>
                  <a:cubicBezTo>
                    <a:pt x="8571" y="9332"/>
                    <a:pt x="8978" y="8796"/>
                    <a:pt x="9560" y="8796"/>
                  </a:cubicBezTo>
                  <a:close/>
                  <a:moveTo>
                    <a:pt x="8184" y="0"/>
                  </a:moveTo>
                  <a:cubicBezTo>
                    <a:pt x="6708" y="0"/>
                    <a:pt x="5229" y="97"/>
                    <a:pt x="3794" y="376"/>
                  </a:cubicBezTo>
                  <a:cubicBezTo>
                    <a:pt x="3771" y="360"/>
                    <a:pt x="3745" y="353"/>
                    <a:pt x="3720" y="353"/>
                  </a:cubicBezTo>
                  <a:cubicBezTo>
                    <a:pt x="3654" y="353"/>
                    <a:pt x="3593" y="404"/>
                    <a:pt x="3593" y="481"/>
                  </a:cubicBezTo>
                  <a:cubicBezTo>
                    <a:pt x="3420" y="2828"/>
                    <a:pt x="3487" y="5194"/>
                    <a:pt x="3449" y="7542"/>
                  </a:cubicBezTo>
                  <a:cubicBezTo>
                    <a:pt x="3439" y="7906"/>
                    <a:pt x="3497" y="8375"/>
                    <a:pt x="3478" y="8787"/>
                  </a:cubicBezTo>
                  <a:cubicBezTo>
                    <a:pt x="3221" y="8094"/>
                    <a:pt x="2647" y="7546"/>
                    <a:pt x="1890" y="7546"/>
                  </a:cubicBezTo>
                  <a:cubicBezTo>
                    <a:pt x="1716" y="7546"/>
                    <a:pt x="1533" y="7575"/>
                    <a:pt x="1341" y="7637"/>
                  </a:cubicBezTo>
                  <a:cubicBezTo>
                    <a:pt x="86" y="8049"/>
                    <a:pt x="0" y="9783"/>
                    <a:pt x="1188" y="10320"/>
                  </a:cubicBezTo>
                  <a:cubicBezTo>
                    <a:pt x="1500" y="10461"/>
                    <a:pt x="1924" y="10538"/>
                    <a:pt x="2342" y="10538"/>
                  </a:cubicBezTo>
                  <a:cubicBezTo>
                    <a:pt x="2719" y="10538"/>
                    <a:pt x="3091" y="10475"/>
                    <a:pt x="3372" y="10339"/>
                  </a:cubicBezTo>
                  <a:cubicBezTo>
                    <a:pt x="4014" y="10032"/>
                    <a:pt x="3928" y="9295"/>
                    <a:pt x="3947" y="8691"/>
                  </a:cubicBezTo>
                  <a:cubicBezTo>
                    <a:pt x="3995" y="6679"/>
                    <a:pt x="4062" y="4648"/>
                    <a:pt x="3995" y="2627"/>
                  </a:cubicBezTo>
                  <a:lnTo>
                    <a:pt x="3995" y="2627"/>
                  </a:lnTo>
                  <a:cubicBezTo>
                    <a:pt x="4719" y="2695"/>
                    <a:pt x="5450" y="2723"/>
                    <a:pt x="6183" y="2723"/>
                  </a:cubicBezTo>
                  <a:cubicBezTo>
                    <a:pt x="7730" y="2723"/>
                    <a:pt x="9289" y="2597"/>
                    <a:pt x="10816" y="2454"/>
                  </a:cubicBezTo>
                  <a:cubicBezTo>
                    <a:pt x="10871" y="2503"/>
                    <a:pt x="10942" y="2533"/>
                    <a:pt x="11013" y="2533"/>
                  </a:cubicBezTo>
                  <a:cubicBezTo>
                    <a:pt x="11053" y="2533"/>
                    <a:pt x="11094" y="2523"/>
                    <a:pt x="11132" y="2502"/>
                  </a:cubicBezTo>
                  <a:lnTo>
                    <a:pt x="11152" y="2493"/>
                  </a:lnTo>
                  <a:cubicBezTo>
                    <a:pt x="11190" y="4773"/>
                    <a:pt x="11247" y="7034"/>
                    <a:pt x="11171" y="9324"/>
                  </a:cubicBezTo>
                  <a:cubicBezTo>
                    <a:pt x="10766" y="8793"/>
                    <a:pt x="10226" y="8321"/>
                    <a:pt x="9543" y="8321"/>
                  </a:cubicBezTo>
                  <a:cubicBezTo>
                    <a:pt x="9498" y="8321"/>
                    <a:pt x="9454" y="8323"/>
                    <a:pt x="9408" y="8327"/>
                  </a:cubicBezTo>
                  <a:cubicBezTo>
                    <a:pt x="8661" y="8394"/>
                    <a:pt x="8134" y="9036"/>
                    <a:pt x="8364" y="9774"/>
                  </a:cubicBezTo>
                  <a:cubicBezTo>
                    <a:pt x="8591" y="10540"/>
                    <a:pt x="9314" y="10920"/>
                    <a:pt x="10034" y="10920"/>
                  </a:cubicBezTo>
                  <a:cubicBezTo>
                    <a:pt x="10557" y="10920"/>
                    <a:pt x="11080" y="10719"/>
                    <a:pt x="11410" y="10320"/>
                  </a:cubicBezTo>
                  <a:cubicBezTo>
                    <a:pt x="11496" y="10301"/>
                    <a:pt x="11564" y="10215"/>
                    <a:pt x="11573" y="10119"/>
                  </a:cubicBezTo>
                  <a:lnTo>
                    <a:pt x="11573" y="10080"/>
                  </a:lnTo>
                  <a:cubicBezTo>
                    <a:pt x="11621" y="9975"/>
                    <a:pt x="11669" y="9870"/>
                    <a:pt x="11698" y="9755"/>
                  </a:cubicBezTo>
                  <a:cubicBezTo>
                    <a:pt x="11716" y="9692"/>
                    <a:pt x="11666" y="9629"/>
                    <a:pt x="11605" y="9629"/>
                  </a:cubicBezTo>
                  <a:cubicBezTo>
                    <a:pt x="11601" y="9629"/>
                    <a:pt x="11597" y="9629"/>
                    <a:pt x="11592" y="9630"/>
                  </a:cubicBezTo>
                  <a:cubicBezTo>
                    <a:pt x="11765" y="6612"/>
                    <a:pt x="11832" y="3527"/>
                    <a:pt x="11401" y="529"/>
                  </a:cubicBezTo>
                  <a:cubicBezTo>
                    <a:pt x="11516" y="356"/>
                    <a:pt x="11401" y="117"/>
                    <a:pt x="11190" y="107"/>
                  </a:cubicBezTo>
                  <a:cubicBezTo>
                    <a:pt x="10199" y="45"/>
                    <a:pt x="9192" y="0"/>
                    <a:pt x="8184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55" name="Google Shape;3055;p42"/>
            <p:cNvGrpSpPr/>
            <p:nvPr/>
          </p:nvGrpSpPr>
          <p:grpSpPr>
            <a:xfrm>
              <a:off x="6400923" y="3126095"/>
              <a:ext cx="212187" cy="334311"/>
              <a:chOff x="2953150" y="3234200"/>
              <a:chExt cx="258450" cy="407200"/>
            </a:xfrm>
          </p:grpSpPr>
          <p:sp>
            <p:nvSpPr>
              <p:cNvPr id="3056" name="Google Shape;3056;p42"/>
              <p:cNvSpPr/>
              <p:nvPr/>
            </p:nvSpPr>
            <p:spPr>
              <a:xfrm>
                <a:off x="2953150" y="3234200"/>
                <a:ext cx="258450" cy="407200"/>
              </a:xfrm>
              <a:custGeom>
                <a:rect b="b" l="l" r="r" t="t"/>
                <a:pathLst>
                  <a:path extrusionOk="0" h="16288" w="10338">
                    <a:moveTo>
                      <a:pt x="5239" y="418"/>
                    </a:moveTo>
                    <a:cubicBezTo>
                      <a:pt x="6743" y="418"/>
                      <a:pt x="8129" y="1193"/>
                      <a:pt x="8910" y="2469"/>
                    </a:cubicBezTo>
                    <a:cubicBezTo>
                      <a:pt x="9772" y="3944"/>
                      <a:pt x="9456" y="5659"/>
                      <a:pt x="8852" y="7163"/>
                    </a:cubicBezTo>
                    <a:cubicBezTo>
                      <a:pt x="8239" y="8696"/>
                      <a:pt x="7367" y="10152"/>
                      <a:pt x="6601" y="11608"/>
                    </a:cubicBezTo>
                    <a:cubicBezTo>
                      <a:pt x="5854" y="13026"/>
                      <a:pt x="5106" y="14444"/>
                      <a:pt x="4359" y="15872"/>
                    </a:cubicBezTo>
                    <a:cubicBezTo>
                      <a:pt x="3238" y="13045"/>
                      <a:pt x="1629" y="10296"/>
                      <a:pt x="939" y="7336"/>
                    </a:cubicBezTo>
                    <a:cubicBezTo>
                      <a:pt x="556" y="5716"/>
                      <a:pt x="565" y="3944"/>
                      <a:pt x="1514" y="2526"/>
                    </a:cubicBezTo>
                    <a:cubicBezTo>
                      <a:pt x="2328" y="1300"/>
                      <a:pt x="3736" y="447"/>
                      <a:pt x="5212" y="419"/>
                    </a:cubicBezTo>
                    <a:cubicBezTo>
                      <a:pt x="5221" y="419"/>
                      <a:pt x="5230" y="418"/>
                      <a:pt x="5239" y="418"/>
                    </a:cubicBezTo>
                    <a:close/>
                    <a:moveTo>
                      <a:pt x="5267" y="1"/>
                    </a:moveTo>
                    <a:cubicBezTo>
                      <a:pt x="4413" y="1"/>
                      <a:pt x="3554" y="232"/>
                      <a:pt x="2788" y="706"/>
                    </a:cubicBezTo>
                    <a:cubicBezTo>
                      <a:pt x="719" y="1980"/>
                      <a:pt x="0" y="4337"/>
                      <a:pt x="364" y="6655"/>
                    </a:cubicBezTo>
                    <a:cubicBezTo>
                      <a:pt x="604" y="8246"/>
                      <a:pt x="1246" y="9740"/>
                      <a:pt x="1897" y="11206"/>
                    </a:cubicBezTo>
                    <a:cubicBezTo>
                      <a:pt x="2625" y="12854"/>
                      <a:pt x="3363" y="14511"/>
                      <a:pt x="4177" y="16130"/>
                    </a:cubicBezTo>
                    <a:cubicBezTo>
                      <a:pt x="4199" y="16173"/>
                      <a:pt x="4236" y="16195"/>
                      <a:pt x="4278" y="16195"/>
                    </a:cubicBezTo>
                    <a:cubicBezTo>
                      <a:pt x="4292" y="16195"/>
                      <a:pt x="4306" y="16193"/>
                      <a:pt x="4321" y="16188"/>
                    </a:cubicBezTo>
                    <a:cubicBezTo>
                      <a:pt x="4363" y="16254"/>
                      <a:pt x="4433" y="16287"/>
                      <a:pt x="4503" y="16287"/>
                    </a:cubicBezTo>
                    <a:cubicBezTo>
                      <a:pt x="4575" y="16287"/>
                      <a:pt x="4646" y="16251"/>
                      <a:pt x="4685" y="16178"/>
                    </a:cubicBezTo>
                    <a:cubicBezTo>
                      <a:pt x="6170" y="13352"/>
                      <a:pt x="7856" y="10555"/>
                      <a:pt x="9130" y="7623"/>
                    </a:cubicBezTo>
                    <a:cubicBezTo>
                      <a:pt x="10040" y="5525"/>
                      <a:pt x="10337" y="3034"/>
                      <a:pt x="8527" y="1310"/>
                    </a:cubicBezTo>
                    <a:cubicBezTo>
                      <a:pt x="7625" y="447"/>
                      <a:pt x="6451" y="1"/>
                      <a:pt x="52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7" name="Google Shape;3057;p42"/>
              <p:cNvSpPr/>
              <p:nvPr/>
            </p:nvSpPr>
            <p:spPr>
              <a:xfrm>
                <a:off x="3023075" y="3277325"/>
                <a:ext cx="130075" cy="114575"/>
              </a:xfrm>
              <a:custGeom>
                <a:rect b="b" l="l" r="r" t="t"/>
                <a:pathLst>
                  <a:path extrusionOk="0" h="4583" w="5203">
                    <a:moveTo>
                      <a:pt x="2376" y="341"/>
                    </a:moveTo>
                    <a:cubicBezTo>
                      <a:pt x="3095" y="389"/>
                      <a:pt x="3794" y="705"/>
                      <a:pt x="4187" y="1328"/>
                    </a:cubicBezTo>
                    <a:cubicBezTo>
                      <a:pt x="4781" y="2257"/>
                      <a:pt x="4350" y="3484"/>
                      <a:pt x="3392" y="3963"/>
                    </a:cubicBezTo>
                    <a:cubicBezTo>
                      <a:pt x="3129" y="4095"/>
                      <a:pt x="2856" y="4157"/>
                      <a:pt x="2589" y="4157"/>
                    </a:cubicBezTo>
                    <a:cubicBezTo>
                      <a:pt x="1870" y="4157"/>
                      <a:pt x="1193" y="3715"/>
                      <a:pt x="872" y="3024"/>
                    </a:cubicBezTo>
                    <a:cubicBezTo>
                      <a:pt x="345" y="1893"/>
                      <a:pt x="1121" y="705"/>
                      <a:pt x="2261" y="428"/>
                    </a:cubicBezTo>
                    <a:cubicBezTo>
                      <a:pt x="2309" y="418"/>
                      <a:pt x="2348" y="389"/>
                      <a:pt x="2376" y="341"/>
                    </a:cubicBezTo>
                    <a:close/>
                    <a:moveTo>
                      <a:pt x="2202" y="0"/>
                    </a:moveTo>
                    <a:cubicBezTo>
                      <a:pt x="2183" y="0"/>
                      <a:pt x="2164" y="3"/>
                      <a:pt x="2147" y="6"/>
                    </a:cubicBezTo>
                    <a:cubicBezTo>
                      <a:pt x="2041" y="35"/>
                      <a:pt x="1945" y="64"/>
                      <a:pt x="1850" y="102"/>
                    </a:cubicBezTo>
                    <a:lnTo>
                      <a:pt x="1811" y="111"/>
                    </a:lnTo>
                    <a:cubicBezTo>
                      <a:pt x="1792" y="121"/>
                      <a:pt x="1773" y="131"/>
                      <a:pt x="1763" y="140"/>
                    </a:cubicBezTo>
                    <a:cubicBezTo>
                      <a:pt x="681" y="600"/>
                      <a:pt x="1" y="1759"/>
                      <a:pt x="365" y="2947"/>
                    </a:cubicBezTo>
                    <a:cubicBezTo>
                      <a:pt x="669" y="3946"/>
                      <a:pt x="1583" y="4582"/>
                      <a:pt x="2575" y="4582"/>
                    </a:cubicBezTo>
                    <a:cubicBezTo>
                      <a:pt x="2800" y="4582"/>
                      <a:pt x="3030" y="4549"/>
                      <a:pt x="3258" y="4480"/>
                    </a:cubicBezTo>
                    <a:cubicBezTo>
                      <a:pt x="4465" y="4097"/>
                      <a:pt x="5203" y="2784"/>
                      <a:pt x="4762" y="1568"/>
                    </a:cubicBezTo>
                    <a:cubicBezTo>
                      <a:pt x="4417" y="596"/>
                      <a:pt x="3443" y="20"/>
                      <a:pt x="2461" y="20"/>
                    </a:cubicBezTo>
                    <a:cubicBezTo>
                      <a:pt x="2407" y="20"/>
                      <a:pt x="2354" y="22"/>
                      <a:pt x="2300" y="25"/>
                    </a:cubicBezTo>
                    <a:cubicBezTo>
                      <a:pt x="2269" y="7"/>
                      <a:pt x="2235" y="0"/>
                      <a:pt x="2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58" name="Google Shape;3058;p42"/>
            <p:cNvSpPr txBox="1"/>
            <p:nvPr/>
          </p:nvSpPr>
          <p:spPr>
            <a:xfrm>
              <a:off x="6976325" y="3185100"/>
              <a:ext cx="8169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Traveling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59" name="Google Shape;3059;p42"/>
            <p:cNvSpPr txBox="1"/>
            <p:nvPr/>
          </p:nvSpPr>
          <p:spPr>
            <a:xfrm>
              <a:off x="6976325" y="3699855"/>
              <a:ext cx="8169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Music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60" name="Google Shape;3060;p42"/>
            <p:cNvSpPr txBox="1"/>
            <p:nvPr/>
          </p:nvSpPr>
          <p:spPr>
            <a:xfrm>
              <a:off x="6976325" y="4214626"/>
              <a:ext cx="8169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Internet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61" name="Google Shape;3061;p42"/>
          <p:cNvGrpSpPr/>
          <p:nvPr/>
        </p:nvGrpSpPr>
        <p:grpSpPr>
          <a:xfrm>
            <a:off x="3229976" y="2722713"/>
            <a:ext cx="2216457" cy="1823305"/>
            <a:chOff x="3229976" y="2722713"/>
            <a:chExt cx="2216457" cy="1823305"/>
          </a:xfrm>
        </p:grpSpPr>
        <p:sp>
          <p:nvSpPr>
            <p:cNvPr id="3062" name="Google Shape;3062;p42"/>
            <p:cNvSpPr/>
            <p:nvPr/>
          </p:nvSpPr>
          <p:spPr>
            <a:xfrm>
              <a:off x="3319370" y="3244800"/>
              <a:ext cx="1510473" cy="105817"/>
            </a:xfrm>
            <a:custGeom>
              <a:rect b="b" l="l" r="r" t="t"/>
              <a:pathLst>
                <a:path extrusionOk="0" h="3453" w="33285">
                  <a:moveTo>
                    <a:pt x="0" y="1"/>
                  </a:moveTo>
                  <a:lnTo>
                    <a:pt x="0" y="3452"/>
                  </a:lnTo>
                  <a:lnTo>
                    <a:pt x="33285" y="3452"/>
                  </a:lnTo>
                  <a:lnTo>
                    <a:pt x="332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42"/>
            <p:cNvSpPr txBox="1"/>
            <p:nvPr/>
          </p:nvSpPr>
          <p:spPr>
            <a:xfrm>
              <a:off x="3246813" y="3025777"/>
              <a:ext cx="9696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64" name="Google Shape;3064;p42"/>
            <p:cNvSpPr/>
            <p:nvPr/>
          </p:nvSpPr>
          <p:spPr>
            <a:xfrm>
              <a:off x="3304100" y="3244775"/>
              <a:ext cx="2142333" cy="105830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20875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42"/>
            <p:cNvSpPr/>
            <p:nvPr/>
          </p:nvSpPr>
          <p:spPr>
            <a:xfrm>
              <a:off x="3319385" y="3643256"/>
              <a:ext cx="676458" cy="105817"/>
            </a:xfrm>
            <a:custGeom>
              <a:rect b="b" l="l" r="r" t="t"/>
              <a:pathLst>
                <a:path extrusionOk="0" h="3453" w="22074">
                  <a:moveTo>
                    <a:pt x="0" y="0"/>
                  </a:moveTo>
                  <a:lnTo>
                    <a:pt x="0" y="3452"/>
                  </a:lnTo>
                  <a:lnTo>
                    <a:pt x="22074" y="3452"/>
                  </a:lnTo>
                  <a:lnTo>
                    <a:pt x="22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42"/>
            <p:cNvSpPr txBox="1"/>
            <p:nvPr/>
          </p:nvSpPr>
          <p:spPr>
            <a:xfrm>
              <a:off x="3246813" y="3424240"/>
              <a:ext cx="9696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67" name="Google Shape;3067;p42"/>
            <p:cNvSpPr/>
            <p:nvPr/>
          </p:nvSpPr>
          <p:spPr>
            <a:xfrm>
              <a:off x="3304100" y="3643263"/>
              <a:ext cx="2142333" cy="105830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20875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42"/>
            <p:cNvSpPr txBox="1"/>
            <p:nvPr/>
          </p:nvSpPr>
          <p:spPr>
            <a:xfrm>
              <a:off x="3249450" y="3822702"/>
              <a:ext cx="9696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Pluto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69" name="Google Shape;3069;p42"/>
            <p:cNvSpPr txBox="1"/>
            <p:nvPr/>
          </p:nvSpPr>
          <p:spPr>
            <a:xfrm>
              <a:off x="3229976" y="2722713"/>
              <a:ext cx="18351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Personality</a:t>
              </a:r>
              <a:endParaRPr b="1"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070" name="Google Shape;3070;p42"/>
            <p:cNvSpPr/>
            <p:nvPr/>
          </p:nvSpPr>
          <p:spPr>
            <a:xfrm>
              <a:off x="3319370" y="4041725"/>
              <a:ext cx="1510473" cy="105817"/>
            </a:xfrm>
            <a:custGeom>
              <a:rect b="b" l="l" r="r" t="t"/>
              <a:pathLst>
                <a:path extrusionOk="0" h="3453" w="33285">
                  <a:moveTo>
                    <a:pt x="0" y="1"/>
                  </a:moveTo>
                  <a:lnTo>
                    <a:pt x="0" y="3452"/>
                  </a:lnTo>
                  <a:lnTo>
                    <a:pt x="33285" y="3452"/>
                  </a:lnTo>
                  <a:lnTo>
                    <a:pt x="332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42"/>
            <p:cNvSpPr/>
            <p:nvPr/>
          </p:nvSpPr>
          <p:spPr>
            <a:xfrm>
              <a:off x="3319385" y="4440181"/>
              <a:ext cx="676458" cy="105817"/>
            </a:xfrm>
            <a:custGeom>
              <a:rect b="b" l="l" r="r" t="t"/>
              <a:pathLst>
                <a:path extrusionOk="0" h="3453" w="22074">
                  <a:moveTo>
                    <a:pt x="0" y="0"/>
                  </a:moveTo>
                  <a:lnTo>
                    <a:pt x="0" y="3452"/>
                  </a:lnTo>
                  <a:lnTo>
                    <a:pt x="22074" y="3452"/>
                  </a:lnTo>
                  <a:lnTo>
                    <a:pt x="220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42"/>
            <p:cNvSpPr txBox="1"/>
            <p:nvPr/>
          </p:nvSpPr>
          <p:spPr>
            <a:xfrm>
              <a:off x="3246813" y="4221165"/>
              <a:ext cx="9696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73" name="Google Shape;3073;p42"/>
            <p:cNvSpPr/>
            <p:nvPr/>
          </p:nvSpPr>
          <p:spPr>
            <a:xfrm>
              <a:off x="3304100" y="4041700"/>
              <a:ext cx="2142333" cy="105830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20875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42"/>
            <p:cNvSpPr/>
            <p:nvPr/>
          </p:nvSpPr>
          <p:spPr>
            <a:xfrm>
              <a:off x="3304100" y="4440188"/>
              <a:ext cx="2142333" cy="105830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20875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5" name="Google Shape;3075;p42"/>
          <p:cNvSpPr/>
          <p:nvPr/>
        </p:nvSpPr>
        <p:spPr>
          <a:xfrm rot="-5400000">
            <a:off x="4255812" y="3061134"/>
            <a:ext cx="3179100" cy="67124"/>
          </a:xfrm>
          <a:custGeom>
            <a:rect b="b" l="l" r="r" t="t"/>
            <a:pathLst>
              <a:path extrusionOk="0" h="725" w="23114">
                <a:moveTo>
                  <a:pt x="215" y="0"/>
                </a:moveTo>
                <a:cubicBezTo>
                  <a:pt x="44" y="0"/>
                  <a:pt x="1" y="290"/>
                  <a:pt x="178" y="325"/>
                </a:cubicBezTo>
                <a:cubicBezTo>
                  <a:pt x="1419" y="578"/>
                  <a:pt x="2707" y="630"/>
                  <a:pt x="3985" y="630"/>
                </a:cubicBezTo>
                <a:cubicBezTo>
                  <a:pt x="4526" y="630"/>
                  <a:pt x="5066" y="621"/>
                  <a:pt x="5599" y="614"/>
                </a:cubicBezTo>
                <a:cubicBezTo>
                  <a:pt x="7523" y="578"/>
                  <a:pt x="9446" y="505"/>
                  <a:pt x="11381" y="493"/>
                </a:cubicBezTo>
                <a:cubicBezTo>
                  <a:pt x="11830" y="491"/>
                  <a:pt x="12278" y="489"/>
                  <a:pt x="12726" y="489"/>
                </a:cubicBezTo>
                <a:cubicBezTo>
                  <a:pt x="14177" y="489"/>
                  <a:pt x="15628" y="505"/>
                  <a:pt x="17079" y="542"/>
                </a:cubicBezTo>
                <a:cubicBezTo>
                  <a:pt x="18886" y="575"/>
                  <a:pt x="20704" y="724"/>
                  <a:pt x="22513" y="724"/>
                </a:cubicBezTo>
                <a:cubicBezTo>
                  <a:pt x="22641" y="724"/>
                  <a:pt x="22769" y="723"/>
                  <a:pt x="22897" y="722"/>
                </a:cubicBezTo>
                <a:cubicBezTo>
                  <a:pt x="23114" y="722"/>
                  <a:pt x="23102" y="421"/>
                  <a:pt x="22897" y="397"/>
                </a:cubicBezTo>
                <a:cubicBezTo>
                  <a:pt x="21010" y="181"/>
                  <a:pt x="19087" y="193"/>
                  <a:pt x="17199" y="157"/>
                </a:cubicBezTo>
                <a:cubicBezTo>
                  <a:pt x="15748" y="120"/>
                  <a:pt x="14291" y="104"/>
                  <a:pt x="12836" y="104"/>
                </a:cubicBezTo>
                <a:cubicBezTo>
                  <a:pt x="12387" y="104"/>
                  <a:pt x="11938" y="106"/>
                  <a:pt x="11489" y="109"/>
                </a:cubicBezTo>
                <a:cubicBezTo>
                  <a:pt x="9602" y="121"/>
                  <a:pt x="7715" y="181"/>
                  <a:pt x="5816" y="217"/>
                </a:cubicBezTo>
                <a:cubicBezTo>
                  <a:pt x="5510" y="225"/>
                  <a:pt x="5205" y="228"/>
                  <a:pt x="4900" y="228"/>
                </a:cubicBezTo>
                <a:cubicBezTo>
                  <a:pt x="3336" y="228"/>
                  <a:pt x="1785" y="131"/>
                  <a:pt x="226" y="1"/>
                </a:cubicBezTo>
                <a:cubicBezTo>
                  <a:pt x="222" y="0"/>
                  <a:pt x="219" y="0"/>
                  <a:pt x="21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7D5EA"/>
              </a:solidFill>
            </a:endParaRPr>
          </a:p>
        </p:txBody>
      </p:sp>
      <p:sp>
        <p:nvSpPr>
          <p:cNvPr id="3076" name="Google Shape;3076;p42"/>
          <p:cNvSpPr/>
          <p:nvPr/>
        </p:nvSpPr>
        <p:spPr>
          <a:xfrm rot="-5400000">
            <a:off x="2262140" y="4121290"/>
            <a:ext cx="1170320" cy="36750"/>
          </a:xfrm>
          <a:custGeom>
            <a:rect b="b" l="l" r="r" t="t"/>
            <a:pathLst>
              <a:path extrusionOk="0" h="725" w="23114">
                <a:moveTo>
                  <a:pt x="215" y="0"/>
                </a:moveTo>
                <a:cubicBezTo>
                  <a:pt x="44" y="0"/>
                  <a:pt x="1" y="290"/>
                  <a:pt x="178" y="325"/>
                </a:cubicBezTo>
                <a:cubicBezTo>
                  <a:pt x="1419" y="578"/>
                  <a:pt x="2707" y="630"/>
                  <a:pt x="3985" y="630"/>
                </a:cubicBezTo>
                <a:cubicBezTo>
                  <a:pt x="4526" y="630"/>
                  <a:pt x="5066" y="621"/>
                  <a:pt x="5599" y="614"/>
                </a:cubicBezTo>
                <a:cubicBezTo>
                  <a:pt x="7523" y="578"/>
                  <a:pt x="9446" y="505"/>
                  <a:pt x="11381" y="493"/>
                </a:cubicBezTo>
                <a:cubicBezTo>
                  <a:pt x="11830" y="491"/>
                  <a:pt x="12278" y="489"/>
                  <a:pt x="12726" y="489"/>
                </a:cubicBezTo>
                <a:cubicBezTo>
                  <a:pt x="14177" y="489"/>
                  <a:pt x="15628" y="505"/>
                  <a:pt x="17079" y="542"/>
                </a:cubicBezTo>
                <a:cubicBezTo>
                  <a:pt x="18886" y="575"/>
                  <a:pt x="20704" y="724"/>
                  <a:pt x="22513" y="724"/>
                </a:cubicBezTo>
                <a:cubicBezTo>
                  <a:pt x="22641" y="724"/>
                  <a:pt x="22769" y="723"/>
                  <a:pt x="22897" y="722"/>
                </a:cubicBezTo>
                <a:cubicBezTo>
                  <a:pt x="23114" y="722"/>
                  <a:pt x="23102" y="421"/>
                  <a:pt x="22897" y="397"/>
                </a:cubicBezTo>
                <a:cubicBezTo>
                  <a:pt x="21010" y="181"/>
                  <a:pt x="19087" y="193"/>
                  <a:pt x="17199" y="157"/>
                </a:cubicBezTo>
                <a:cubicBezTo>
                  <a:pt x="15748" y="120"/>
                  <a:pt x="14291" y="104"/>
                  <a:pt x="12836" y="104"/>
                </a:cubicBezTo>
                <a:cubicBezTo>
                  <a:pt x="12387" y="104"/>
                  <a:pt x="11938" y="106"/>
                  <a:pt x="11489" y="109"/>
                </a:cubicBezTo>
                <a:cubicBezTo>
                  <a:pt x="9602" y="121"/>
                  <a:pt x="7715" y="181"/>
                  <a:pt x="5816" y="217"/>
                </a:cubicBezTo>
                <a:cubicBezTo>
                  <a:pt x="5510" y="225"/>
                  <a:pt x="5205" y="228"/>
                  <a:pt x="4900" y="228"/>
                </a:cubicBezTo>
                <a:cubicBezTo>
                  <a:pt x="3336" y="228"/>
                  <a:pt x="1785" y="131"/>
                  <a:pt x="226" y="1"/>
                </a:cubicBezTo>
                <a:cubicBezTo>
                  <a:pt x="222" y="0"/>
                  <a:pt x="219" y="0"/>
                  <a:pt x="215" y="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7D5EA"/>
              </a:solidFill>
            </a:endParaRPr>
          </a:p>
        </p:txBody>
      </p:sp>
      <p:grpSp>
        <p:nvGrpSpPr>
          <p:cNvPr id="3077" name="Google Shape;3077;p42"/>
          <p:cNvGrpSpPr/>
          <p:nvPr/>
        </p:nvGrpSpPr>
        <p:grpSpPr>
          <a:xfrm>
            <a:off x="625125" y="3529660"/>
            <a:ext cx="1983300" cy="1045552"/>
            <a:chOff x="3705563" y="2982795"/>
            <a:chExt cx="1983300" cy="1045552"/>
          </a:xfrm>
        </p:grpSpPr>
        <p:sp>
          <p:nvSpPr>
            <p:cNvPr id="3078" name="Google Shape;3078;p42"/>
            <p:cNvSpPr txBox="1"/>
            <p:nvPr/>
          </p:nvSpPr>
          <p:spPr>
            <a:xfrm>
              <a:off x="3715094" y="2982795"/>
              <a:ext cx="1632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Anne Patterson</a:t>
              </a:r>
              <a:endParaRPr sz="19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79" name="Google Shape;3079;p42"/>
            <p:cNvSpPr txBox="1"/>
            <p:nvPr/>
          </p:nvSpPr>
          <p:spPr>
            <a:xfrm>
              <a:off x="3705563" y="3329047"/>
              <a:ext cx="1983300" cy="69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fifth planet from the Sun and the largest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80" name="Google Shape;3080;p42"/>
          <p:cNvGrpSpPr/>
          <p:nvPr/>
        </p:nvGrpSpPr>
        <p:grpSpPr>
          <a:xfrm>
            <a:off x="1190912" y="1614437"/>
            <a:ext cx="1225020" cy="1465341"/>
            <a:chOff x="1190912" y="1614437"/>
            <a:chExt cx="1225020" cy="1465341"/>
          </a:xfrm>
        </p:grpSpPr>
        <p:sp>
          <p:nvSpPr>
            <p:cNvPr id="3081" name="Google Shape;3081;p42"/>
            <p:cNvSpPr/>
            <p:nvPr/>
          </p:nvSpPr>
          <p:spPr>
            <a:xfrm>
              <a:off x="1207193" y="1628356"/>
              <a:ext cx="1135176" cy="1197771"/>
            </a:xfrm>
            <a:custGeom>
              <a:rect b="b" l="l" r="r" t="t"/>
              <a:pathLst>
                <a:path extrusionOk="0" h="42595" w="40369">
                  <a:moveTo>
                    <a:pt x="15478" y="6325"/>
                  </a:moveTo>
                  <a:cubicBezTo>
                    <a:pt x="15525" y="6325"/>
                    <a:pt x="15572" y="6327"/>
                    <a:pt x="15619" y="6330"/>
                  </a:cubicBezTo>
                  <a:cubicBezTo>
                    <a:pt x="15619" y="6365"/>
                    <a:pt x="15583" y="6365"/>
                    <a:pt x="15583" y="6398"/>
                  </a:cubicBezTo>
                  <a:cubicBezTo>
                    <a:pt x="15211" y="6433"/>
                    <a:pt x="14836" y="6569"/>
                    <a:pt x="14464" y="6705"/>
                  </a:cubicBezTo>
                  <a:lnTo>
                    <a:pt x="14157" y="6705"/>
                  </a:lnTo>
                  <a:cubicBezTo>
                    <a:pt x="14157" y="6705"/>
                    <a:pt x="14157" y="6670"/>
                    <a:pt x="14193" y="6670"/>
                  </a:cubicBezTo>
                  <a:cubicBezTo>
                    <a:pt x="14621" y="6457"/>
                    <a:pt x="15049" y="6325"/>
                    <a:pt x="15478" y="6325"/>
                  </a:cubicBezTo>
                  <a:close/>
                  <a:moveTo>
                    <a:pt x="5058" y="37602"/>
                  </a:moveTo>
                  <a:cubicBezTo>
                    <a:pt x="5154" y="37625"/>
                    <a:pt x="5233" y="37649"/>
                    <a:pt x="5307" y="37649"/>
                  </a:cubicBezTo>
                  <a:cubicBezTo>
                    <a:pt x="5338" y="37649"/>
                    <a:pt x="5368" y="37645"/>
                    <a:pt x="5398" y="37634"/>
                  </a:cubicBezTo>
                  <a:lnTo>
                    <a:pt x="5398" y="37634"/>
                  </a:lnTo>
                  <a:cubicBezTo>
                    <a:pt x="5365" y="37873"/>
                    <a:pt x="5330" y="38077"/>
                    <a:pt x="5330" y="38313"/>
                  </a:cubicBezTo>
                  <a:lnTo>
                    <a:pt x="5262" y="38245"/>
                  </a:lnTo>
                  <a:lnTo>
                    <a:pt x="5058" y="37634"/>
                  </a:lnTo>
                  <a:lnTo>
                    <a:pt x="5058" y="37602"/>
                  </a:lnTo>
                  <a:close/>
                  <a:moveTo>
                    <a:pt x="18202" y="1"/>
                  </a:moveTo>
                  <a:cubicBezTo>
                    <a:pt x="16737" y="1"/>
                    <a:pt x="15262" y="289"/>
                    <a:pt x="13921" y="865"/>
                  </a:cubicBezTo>
                  <a:cubicBezTo>
                    <a:pt x="12359" y="1509"/>
                    <a:pt x="10933" y="2359"/>
                    <a:pt x="9676" y="3378"/>
                  </a:cubicBezTo>
                  <a:cubicBezTo>
                    <a:pt x="8149" y="4124"/>
                    <a:pt x="6959" y="5415"/>
                    <a:pt x="6009" y="6873"/>
                  </a:cubicBezTo>
                  <a:cubicBezTo>
                    <a:pt x="5848" y="6756"/>
                    <a:pt x="5644" y="6690"/>
                    <a:pt x="5447" y="6690"/>
                  </a:cubicBezTo>
                  <a:cubicBezTo>
                    <a:pt x="5186" y="6690"/>
                    <a:pt x="4938" y="6806"/>
                    <a:pt x="4822" y="7077"/>
                  </a:cubicBezTo>
                  <a:cubicBezTo>
                    <a:pt x="4075" y="8674"/>
                    <a:pt x="3360" y="10304"/>
                    <a:pt x="2885" y="12001"/>
                  </a:cubicBezTo>
                  <a:cubicBezTo>
                    <a:pt x="2785" y="12306"/>
                    <a:pt x="2649" y="12748"/>
                    <a:pt x="2546" y="13188"/>
                  </a:cubicBezTo>
                  <a:cubicBezTo>
                    <a:pt x="1291" y="15701"/>
                    <a:pt x="0" y="18893"/>
                    <a:pt x="747" y="21576"/>
                  </a:cubicBezTo>
                  <a:cubicBezTo>
                    <a:pt x="305" y="25072"/>
                    <a:pt x="544" y="28638"/>
                    <a:pt x="1630" y="31966"/>
                  </a:cubicBezTo>
                  <a:cubicBezTo>
                    <a:pt x="1494" y="32066"/>
                    <a:pt x="1391" y="32202"/>
                    <a:pt x="1359" y="32406"/>
                  </a:cubicBezTo>
                  <a:cubicBezTo>
                    <a:pt x="1291" y="33696"/>
                    <a:pt x="1834" y="34714"/>
                    <a:pt x="2377" y="35869"/>
                  </a:cubicBezTo>
                  <a:cubicBezTo>
                    <a:pt x="2445" y="36005"/>
                    <a:pt x="2546" y="36073"/>
                    <a:pt x="2649" y="36108"/>
                  </a:cubicBezTo>
                  <a:cubicBezTo>
                    <a:pt x="3089" y="36923"/>
                    <a:pt x="3464" y="37770"/>
                    <a:pt x="4007" y="38485"/>
                  </a:cubicBezTo>
                  <a:cubicBezTo>
                    <a:pt x="4618" y="39875"/>
                    <a:pt x="5297" y="41201"/>
                    <a:pt x="6044" y="42388"/>
                  </a:cubicBezTo>
                  <a:cubicBezTo>
                    <a:pt x="6134" y="42534"/>
                    <a:pt x="6257" y="42595"/>
                    <a:pt x="6375" y="42595"/>
                  </a:cubicBezTo>
                  <a:cubicBezTo>
                    <a:pt x="6615" y="42595"/>
                    <a:pt x="6836" y="42345"/>
                    <a:pt x="6723" y="42048"/>
                  </a:cubicBezTo>
                  <a:cubicBezTo>
                    <a:pt x="6620" y="41844"/>
                    <a:pt x="6552" y="41641"/>
                    <a:pt x="6451" y="41404"/>
                  </a:cubicBezTo>
                  <a:lnTo>
                    <a:pt x="6451" y="41404"/>
                  </a:lnTo>
                  <a:cubicBezTo>
                    <a:pt x="6515" y="41417"/>
                    <a:pt x="6579" y="41423"/>
                    <a:pt x="6643" y="41423"/>
                  </a:cubicBezTo>
                  <a:cubicBezTo>
                    <a:pt x="7087" y="41423"/>
                    <a:pt x="7498" y="41120"/>
                    <a:pt x="7470" y="40554"/>
                  </a:cubicBezTo>
                  <a:lnTo>
                    <a:pt x="7470" y="38925"/>
                  </a:lnTo>
                  <a:cubicBezTo>
                    <a:pt x="7945" y="37534"/>
                    <a:pt x="9676" y="36412"/>
                    <a:pt x="9982" y="34886"/>
                  </a:cubicBezTo>
                  <a:cubicBezTo>
                    <a:pt x="10151" y="34035"/>
                    <a:pt x="9915" y="33256"/>
                    <a:pt x="9336" y="32645"/>
                  </a:cubicBezTo>
                  <a:cubicBezTo>
                    <a:pt x="8964" y="32270"/>
                    <a:pt x="8385" y="32034"/>
                    <a:pt x="7978" y="31694"/>
                  </a:cubicBezTo>
                  <a:cubicBezTo>
                    <a:pt x="7095" y="30947"/>
                    <a:pt x="6655" y="29757"/>
                    <a:pt x="6552" y="28638"/>
                  </a:cubicBezTo>
                  <a:cubicBezTo>
                    <a:pt x="6519" y="28163"/>
                    <a:pt x="6212" y="27720"/>
                    <a:pt x="5704" y="27720"/>
                  </a:cubicBezTo>
                  <a:cubicBezTo>
                    <a:pt x="5591" y="27733"/>
                    <a:pt x="5483" y="27741"/>
                    <a:pt x="5377" y="27741"/>
                  </a:cubicBezTo>
                  <a:cubicBezTo>
                    <a:pt x="5197" y="27741"/>
                    <a:pt x="5026" y="27717"/>
                    <a:pt x="4854" y="27652"/>
                  </a:cubicBezTo>
                  <a:cubicBezTo>
                    <a:pt x="4515" y="27484"/>
                    <a:pt x="4175" y="27245"/>
                    <a:pt x="3871" y="27041"/>
                  </a:cubicBezTo>
                  <a:cubicBezTo>
                    <a:pt x="3768" y="26805"/>
                    <a:pt x="3700" y="26566"/>
                    <a:pt x="3667" y="26294"/>
                  </a:cubicBezTo>
                  <a:cubicBezTo>
                    <a:pt x="3735" y="26194"/>
                    <a:pt x="3768" y="26058"/>
                    <a:pt x="3768" y="25887"/>
                  </a:cubicBezTo>
                  <a:cubicBezTo>
                    <a:pt x="3803" y="24292"/>
                    <a:pt x="3803" y="22967"/>
                    <a:pt x="5025" y="22016"/>
                  </a:cubicBezTo>
                  <a:cubicBezTo>
                    <a:pt x="5126" y="22220"/>
                    <a:pt x="5229" y="22424"/>
                    <a:pt x="5365" y="22627"/>
                  </a:cubicBezTo>
                  <a:cubicBezTo>
                    <a:pt x="5512" y="22883"/>
                    <a:pt x="5766" y="23000"/>
                    <a:pt x="6019" y="23000"/>
                  </a:cubicBezTo>
                  <a:cubicBezTo>
                    <a:pt x="6406" y="23000"/>
                    <a:pt x="6791" y="22726"/>
                    <a:pt x="6791" y="22255"/>
                  </a:cubicBezTo>
                  <a:cubicBezTo>
                    <a:pt x="6824" y="21101"/>
                    <a:pt x="6927" y="19946"/>
                    <a:pt x="7095" y="18825"/>
                  </a:cubicBezTo>
                  <a:cubicBezTo>
                    <a:pt x="7231" y="18349"/>
                    <a:pt x="7402" y="17874"/>
                    <a:pt x="7570" y="17434"/>
                  </a:cubicBezTo>
                  <a:cubicBezTo>
                    <a:pt x="7774" y="17331"/>
                    <a:pt x="7910" y="17162"/>
                    <a:pt x="8013" y="16923"/>
                  </a:cubicBezTo>
                  <a:cubicBezTo>
                    <a:pt x="8353" y="15769"/>
                    <a:pt x="8692" y="14614"/>
                    <a:pt x="8964" y="13460"/>
                  </a:cubicBezTo>
                  <a:cubicBezTo>
                    <a:pt x="9032" y="13324"/>
                    <a:pt x="8996" y="13188"/>
                    <a:pt x="8996" y="13053"/>
                  </a:cubicBezTo>
                  <a:cubicBezTo>
                    <a:pt x="9168" y="12985"/>
                    <a:pt x="9336" y="12917"/>
                    <a:pt x="9472" y="12849"/>
                  </a:cubicBezTo>
                  <a:cubicBezTo>
                    <a:pt x="9646" y="12858"/>
                    <a:pt x="9820" y="12863"/>
                    <a:pt x="9993" y="12863"/>
                  </a:cubicBezTo>
                  <a:cubicBezTo>
                    <a:pt x="10463" y="12863"/>
                    <a:pt x="10927" y="12831"/>
                    <a:pt x="11373" y="12781"/>
                  </a:cubicBezTo>
                  <a:cubicBezTo>
                    <a:pt x="12291" y="12849"/>
                    <a:pt x="13207" y="12849"/>
                    <a:pt x="14089" y="12884"/>
                  </a:cubicBezTo>
                  <a:cubicBezTo>
                    <a:pt x="16398" y="13020"/>
                    <a:pt x="18707" y="13020"/>
                    <a:pt x="21016" y="13053"/>
                  </a:cubicBezTo>
                  <a:cubicBezTo>
                    <a:pt x="23324" y="13088"/>
                    <a:pt x="25601" y="13088"/>
                    <a:pt x="27909" y="13088"/>
                  </a:cubicBezTo>
                  <a:cubicBezTo>
                    <a:pt x="29300" y="13088"/>
                    <a:pt x="30761" y="13156"/>
                    <a:pt x="32152" y="13156"/>
                  </a:cubicBezTo>
                  <a:lnTo>
                    <a:pt x="32424" y="13156"/>
                  </a:lnTo>
                  <a:lnTo>
                    <a:pt x="32934" y="14275"/>
                  </a:lnTo>
                  <a:cubicBezTo>
                    <a:pt x="33103" y="15565"/>
                    <a:pt x="33410" y="17434"/>
                    <a:pt x="34360" y="18078"/>
                  </a:cubicBezTo>
                  <a:cubicBezTo>
                    <a:pt x="34632" y="19607"/>
                    <a:pt x="34836" y="21133"/>
                    <a:pt x="35311" y="22663"/>
                  </a:cubicBezTo>
                  <a:cubicBezTo>
                    <a:pt x="35391" y="22943"/>
                    <a:pt x="35685" y="23129"/>
                    <a:pt x="35960" y="23129"/>
                  </a:cubicBezTo>
                  <a:cubicBezTo>
                    <a:pt x="36151" y="23129"/>
                    <a:pt x="36333" y="23040"/>
                    <a:pt x="36430" y="22831"/>
                  </a:cubicBezTo>
                  <a:cubicBezTo>
                    <a:pt x="36763" y="22409"/>
                    <a:pt x="37093" y="22176"/>
                    <a:pt x="37425" y="22176"/>
                  </a:cubicBezTo>
                  <a:cubicBezTo>
                    <a:pt x="37467" y="22176"/>
                    <a:pt x="37510" y="22180"/>
                    <a:pt x="37552" y="22187"/>
                  </a:cubicBezTo>
                  <a:cubicBezTo>
                    <a:pt x="37585" y="22255"/>
                    <a:pt x="37585" y="22323"/>
                    <a:pt x="37620" y="22391"/>
                  </a:cubicBezTo>
                  <a:cubicBezTo>
                    <a:pt x="37720" y="22763"/>
                    <a:pt x="37856" y="23238"/>
                    <a:pt x="37959" y="23749"/>
                  </a:cubicBezTo>
                  <a:cubicBezTo>
                    <a:pt x="37856" y="23817"/>
                    <a:pt x="37756" y="23917"/>
                    <a:pt x="37788" y="24089"/>
                  </a:cubicBezTo>
                  <a:cubicBezTo>
                    <a:pt x="37824" y="24428"/>
                    <a:pt x="37824" y="24768"/>
                    <a:pt x="37856" y="25140"/>
                  </a:cubicBezTo>
                  <a:cubicBezTo>
                    <a:pt x="37756" y="25515"/>
                    <a:pt x="37652" y="25887"/>
                    <a:pt x="37585" y="26262"/>
                  </a:cubicBezTo>
                  <a:cubicBezTo>
                    <a:pt x="37517" y="26566"/>
                    <a:pt x="37585" y="26805"/>
                    <a:pt x="37720" y="26973"/>
                  </a:cubicBezTo>
                  <a:cubicBezTo>
                    <a:pt x="37720" y="27009"/>
                    <a:pt x="37720" y="27041"/>
                    <a:pt x="37688" y="27109"/>
                  </a:cubicBezTo>
                  <a:cubicBezTo>
                    <a:pt x="37416" y="27348"/>
                    <a:pt x="37109" y="27584"/>
                    <a:pt x="36770" y="27823"/>
                  </a:cubicBezTo>
                  <a:cubicBezTo>
                    <a:pt x="36430" y="27924"/>
                    <a:pt x="36058" y="27992"/>
                    <a:pt x="35683" y="28027"/>
                  </a:cubicBezTo>
                  <a:cubicBezTo>
                    <a:pt x="35547" y="28060"/>
                    <a:pt x="35344" y="28231"/>
                    <a:pt x="35344" y="28367"/>
                  </a:cubicBezTo>
                  <a:cubicBezTo>
                    <a:pt x="35311" y="28603"/>
                    <a:pt x="35243" y="28842"/>
                    <a:pt x="35208" y="29078"/>
                  </a:cubicBezTo>
                  <a:cubicBezTo>
                    <a:pt x="35039" y="29214"/>
                    <a:pt x="34904" y="29385"/>
                    <a:pt x="34800" y="29554"/>
                  </a:cubicBezTo>
                  <a:cubicBezTo>
                    <a:pt x="34293" y="30301"/>
                    <a:pt x="34021" y="31048"/>
                    <a:pt x="33782" y="31862"/>
                  </a:cubicBezTo>
                  <a:cubicBezTo>
                    <a:pt x="33578" y="32066"/>
                    <a:pt x="33342" y="32237"/>
                    <a:pt x="33103" y="32406"/>
                  </a:cubicBezTo>
                  <a:cubicBezTo>
                    <a:pt x="32731" y="32713"/>
                    <a:pt x="32967" y="33256"/>
                    <a:pt x="33342" y="33424"/>
                  </a:cubicBezTo>
                  <a:cubicBezTo>
                    <a:pt x="33410" y="33527"/>
                    <a:pt x="33510" y="33595"/>
                    <a:pt x="33646" y="33628"/>
                  </a:cubicBezTo>
                  <a:cubicBezTo>
                    <a:pt x="33817" y="33799"/>
                    <a:pt x="34053" y="33867"/>
                    <a:pt x="34293" y="33867"/>
                  </a:cubicBezTo>
                  <a:cubicBezTo>
                    <a:pt x="35004" y="34342"/>
                    <a:pt x="35480" y="35326"/>
                    <a:pt x="35819" y="35937"/>
                  </a:cubicBezTo>
                  <a:cubicBezTo>
                    <a:pt x="35955" y="36176"/>
                    <a:pt x="36091" y="36515"/>
                    <a:pt x="36194" y="36855"/>
                  </a:cubicBezTo>
                  <a:cubicBezTo>
                    <a:pt x="36226" y="36991"/>
                    <a:pt x="36262" y="37091"/>
                    <a:pt x="36330" y="37159"/>
                  </a:cubicBezTo>
                  <a:cubicBezTo>
                    <a:pt x="36498" y="37566"/>
                    <a:pt x="36669" y="37974"/>
                    <a:pt x="36941" y="38245"/>
                  </a:cubicBezTo>
                  <a:lnTo>
                    <a:pt x="36941" y="38313"/>
                  </a:lnTo>
                  <a:cubicBezTo>
                    <a:pt x="36941" y="38521"/>
                    <a:pt x="37096" y="38619"/>
                    <a:pt x="37248" y="38619"/>
                  </a:cubicBezTo>
                  <a:cubicBezTo>
                    <a:pt x="37322" y="38619"/>
                    <a:pt x="37394" y="38596"/>
                    <a:pt x="37449" y="38552"/>
                  </a:cubicBezTo>
                  <a:cubicBezTo>
                    <a:pt x="37471" y="38555"/>
                    <a:pt x="37494" y="38556"/>
                    <a:pt x="37516" y="38556"/>
                  </a:cubicBezTo>
                  <a:cubicBezTo>
                    <a:pt x="37764" y="38556"/>
                    <a:pt x="37998" y="38394"/>
                    <a:pt x="38060" y="38145"/>
                  </a:cubicBezTo>
                  <a:cubicBezTo>
                    <a:pt x="38231" y="37634"/>
                    <a:pt x="37924" y="37059"/>
                    <a:pt x="37688" y="36583"/>
                  </a:cubicBezTo>
                  <a:cubicBezTo>
                    <a:pt x="37756" y="36005"/>
                    <a:pt x="37856" y="35393"/>
                    <a:pt x="37959" y="34818"/>
                  </a:cubicBezTo>
                  <a:cubicBezTo>
                    <a:pt x="38638" y="32373"/>
                    <a:pt x="39961" y="30097"/>
                    <a:pt x="40029" y="27484"/>
                  </a:cubicBezTo>
                  <a:cubicBezTo>
                    <a:pt x="40029" y="27381"/>
                    <a:pt x="40029" y="27348"/>
                    <a:pt x="39997" y="27280"/>
                  </a:cubicBezTo>
                  <a:cubicBezTo>
                    <a:pt x="40233" y="26294"/>
                    <a:pt x="40165" y="25175"/>
                    <a:pt x="39997" y="24053"/>
                  </a:cubicBezTo>
                  <a:cubicBezTo>
                    <a:pt x="40336" y="22323"/>
                    <a:pt x="40369" y="20454"/>
                    <a:pt x="40336" y="18757"/>
                  </a:cubicBezTo>
                  <a:cubicBezTo>
                    <a:pt x="40301" y="16755"/>
                    <a:pt x="39961" y="14514"/>
                    <a:pt x="38671" y="12917"/>
                  </a:cubicBezTo>
                  <a:cubicBezTo>
                    <a:pt x="38571" y="12781"/>
                    <a:pt x="38503" y="12613"/>
                    <a:pt x="38399" y="12442"/>
                  </a:cubicBezTo>
                  <a:cubicBezTo>
                    <a:pt x="38399" y="12306"/>
                    <a:pt x="38367" y="12170"/>
                    <a:pt x="38264" y="12001"/>
                  </a:cubicBezTo>
                  <a:cubicBezTo>
                    <a:pt x="37620" y="11051"/>
                    <a:pt x="37009" y="9964"/>
                    <a:pt x="36194" y="9149"/>
                  </a:cubicBezTo>
                  <a:cubicBezTo>
                    <a:pt x="36058" y="8946"/>
                    <a:pt x="35922" y="8775"/>
                    <a:pt x="35786" y="8571"/>
                  </a:cubicBezTo>
                  <a:cubicBezTo>
                    <a:pt x="35480" y="8063"/>
                    <a:pt x="35140" y="7552"/>
                    <a:pt x="34800" y="7044"/>
                  </a:cubicBezTo>
                  <a:cubicBezTo>
                    <a:pt x="34700" y="6909"/>
                    <a:pt x="34564" y="6773"/>
                    <a:pt x="34393" y="6737"/>
                  </a:cubicBezTo>
                  <a:cubicBezTo>
                    <a:pt x="34257" y="6501"/>
                    <a:pt x="34121" y="6297"/>
                    <a:pt x="33986" y="6094"/>
                  </a:cubicBezTo>
                  <a:cubicBezTo>
                    <a:pt x="33646" y="5618"/>
                    <a:pt x="33274" y="5143"/>
                    <a:pt x="32799" y="4804"/>
                  </a:cubicBezTo>
                  <a:cubicBezTo>
                    <a:pt x="31948" y="4124"/>
                    <a:pt x="30694" y="4021"/>
                    <a:pt x="29911" y="3242"/>
                  </a:cubicBezTo>
                  <a:cubicBezTo>
                    <a:pt x="29852" y="3202"/>
                    <a:pt x="29792" y="3185"/>
                    <a:pt x="29738" y="3185"/>
                  </a:cubicBezTo>
                  <a:cubicBezTo>
                    <a:pt x="29701" y="3185"/>
                    <a:pt x="29667" y="3193"/>
                    <a:pt x="29640" y="3206"/>
                  </a:cubicBezTo>
                  <a:cubicBezTo>
                    <a:pt x="28010" y="2120"/>
                    <a:pt x="26244" y="1340"/>
                    <a:pt x="24411" y="898"/>
                  </a:cubicBezTo>
                  <a:cubicBezTo>
                    <a:pt x="24310" y="797"/>
                    <a:pt x="24175" y="694"/>
                    <a:pt x="23971" y="626"/>
                  </a:cubicBezTo>
                  <a:cubicBezTo>
                    <a:pt x="22985" y="322"/>
                    <a:pt x="21966" y="151"/>
                    <a:pt x="20983" y="118"/>
                  </a:cubicBezTo>
                  <a:cubicBezTo>
                    <a:pt x="20440" y="50"/>
                    <a:pt x="19897" y="50"/>
                    <a:pt x="19318" y="50"/>
                  </a:cubicBezTo>
                  <a:lnTo>
                    <a:pt x="19250" y="50"/>
                  </a:lnTo>
                  <a:cubicBezTo>
                    <a:pt x="18903" y="17"/>
                    <a:pt x="18553" y="1"/>
                    <a:pt x="18202" y="1"/>
                  </a:cubicBezTo>
                  <a:close/>
                </a:path>
              </a:pathLst>
            </a:custGeom>
            <a:solidFill>
              <a:srgbClr val="8B15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42"/>
            <p:cNvSpPr/>
            <p:nvPr/>
          </p:nvSpPr>
          <p:spPr>
            <a:xfrm>
              <a:off x="1312214" y="1992882"/>
              <a:ext cx="951862" cy="620440"/>
            </a:xfrm>
            <a:custGeom>
              <a:rect b="b" l="l" r="r" t="t"/>
              <a:pathLst>
                <a:path extrusionOk="0" h="22064" w="33850">
                  <a:moveTo>
                    <a:pt x="28052" y="1"/>
                  </a:moveTo>
                  <a:cubicBezTo>
                    <a:pt x="27641" y="1"/>
                    <a:pt x="27202" y="194"/>
                    <a:pt x="26823" y="328"/>
                  </a:cubicBezTo>
                  <a:cubicBezTo>
                    <a:pt x="26144" y="564"/>
                    <a:pt x="25465" y="735"/>
                    <a:pt x="24718" y="768"/>
                  </a:cubicBezTo>
                  <a:cubicBezTo>
                    <a:pt x="24363" y="803"/>
                    <a:pt x="24008" y="818"/>
                    <a:pt x="23653" y="818"/>
                  </a:cubicBezTo>
                  <a:cubicBezTo>
                    <a:pt x="21935" y="818"/>
                    <a:pt x="20215" y="467"/>
                    <a:pt x="18470" y="328"/>
                  </a:cubicBezTo>
                  <a:cubicBezTo>
                    <a:pt x="17949" y="285"/>
                    <a:pt x="17428" y="270"/>
                    <a:pt x="16908" y="270"/>
                  </a:cubicBezTo>
                  <a:cubicBezTo>
                    <a:pt x="15698" y="270"/>
                    <a:pt x="14489" y="351"/>
                    <a:pt x="13280" y="351"/>
                  </a:cubicBezTo>
                  <a:cubicBezTo>
                    <a:pt x="12939" y="351"/>
                    <a:pt x="12597" y="344"/>
                    <a:pt x="12256" y="328"/>
                  </a:cubicBezTo>
                  <a:cubicBezTo>
                    <a:pt x="10219" y="224"/>
                    <a:pt x="8181" y="56"/>
                    <a:pt x="6144" y="56"/>
                  </a:cubicBezTo>
                  <a:cubicBezTo>
                    <a:pt x="6127" y="55"/>
                    <a:pt x="6110" y="55"/>
                    <a:pt x="6094" y="55"/>
                  </a:cubicBezTo>
                  <a:cubicBezTo>
                    <a:pt x="5286" y="55"/>
                    <a:pt x="5031" y="883"/>
                    <a:pt x="5297" y="1482"/>
                  </a:cubicBezTo>
                  <a:cubicBezTo>
                    <a:pt x="5229" y="1583"/>
                    <a:pt x="5194" y="1650"/>
                    <a:pt x="5161" y="1754"/>
                  </a:cubicBezTo>
                  <a:cubicBezTo>
                    <a:pt x="4718" y="3995"/>
                    <a:pt x="4618" y="6336"/>
                    <a:pt x="3632" y="8408"/>
                  </a:cubicBezTo>
                  <a:cubicBezTo>
                    <a:pt x="3260" y="9155"/>
                    <a:pt x="2513" y="9767"/>
                    <a:pt x="2477" y="10614"/>
                  </a:cubicBezTo>
                  <a:cubicBezTo>
                    <a:pt x="2445" y="10378"/>
                    <a:pt x="2409" y="10106"/>
                    <a:pt x="2342" y="9867"/>
                  </a:cubicBezTo>
                  <a:cubicBezTo>
                    <a:pt x="2256" y="9506"/>
                    <a:pt x="1944" y="9337"/>
                    <a:pt x="1638" y="9337"/>
                  </a:cubicBezTo>
                  <a:cubicBezTo>
                    <a:pt x="1341" y="9337"/>
                    <a:pt x="1050" y="9498"/>
                    <a:pt x="983" y="9799"/>
                  </a:cubicBezTo>
                  <a:cubicBezTo>
                    <a:pt x="951" y="9834"/>
                    <a:pt x="916" y="9867"/>
                    <a:pt x="883" y="9935"/>
                  </a:cubicBezTo>
                  <a:cubicBezTo>
                    <a:pt x="476" y="11157"/>
                    <a:pt x="0" y="14520"/>
                    <a:pt x="1902" y="14859"/>
                  </a:cubicBezTo>
                  <a:cubicBezTo>
                    <a:pt x="2377" y="14927"/>
                    <a:pt x="2409" y="14756"/>
                    <a:pt x="2649" y="15267"/>
                  </a:cubicBezTo>
                  <a:cubicBezTo>
                    <a:pt x="3124" y="16285"/>
                    <a:pt x="3395" y="17168"/>
                    <a:pt x="4075" y="18051"/>
                  </a:cubicBezTo>
                  <a:cubicBezTo>
                    <a:pt x="4718" y="18898"/>
                    <a:pt x="5365" y="19713"/>
                    <a:pt x="6348" y="20189"/>
                  </a:cubicBezTo>
                  <a:cubicBezTo>
                    <a:pt x="7741" y="20903"/>
                    <a:pt x="9404" y="21071"/>
                    <a:pt x="10933" y="21310"/>
                  </a:cubicBezTo>
                  <a:cubicBezTo>
                    <a:pt x="12631" y="21582"/>
                    <a:pt x="14361" y="21786"/>
                    <a:pt x="16126" y="21818"/>
                  </a:cubicBezTo>
                  <a:cubicBezTo>
                    <a:pt x="17857" y="21842"/>
                    <a:pt x="19664" y="22064"/>
                    <a:pt x="21446" y="22064"/>
                  </a:cubicBezTo>
                  <a:cubicBezTo>
                    <a:pt x="22320" y="22064"/>
                    <a:pt x="23189" y="22010"/>
                    <a:pt x="24039" y="21854"/>
                  </a:cubicBezTo>
                  <a:cubicBezTo>
                    <a:pt x="24582" y="21750"/>
                    <a:pt x="25090" y="21615"/>
                    <a:pt x="25600" y="21411"/>
                  </a:cubicBezTo>
                  <a:cubicBezTo>
                    <a:pt x="25736" y="21343"/>
                    <a:pt x="26891" y="20664"/>
                    <a:pt x="26891" y="20664"/>
                  </a:cubicBezTo>
                  <a:cubicBezTo>
                    <a:pt x="27025" y="20740"/>
                    <a:pt x="27174" y="20782"/>
                    <a:pt x="27327" y="20782"/>
                  </a:cubicBezTo>
                  <a:cubicBezTo>
                    <a:pt x="27520" y="20782"/>
                    <a:pt x="27720" y="20715"/>
                    <a:pt x="27909" y="20563"/>
                  </a:cubicBezTo>
                  <a:cubicBezTo>
                    <a:pt x="28689" y="20360"/>
                    <a:pt x="29368" y="19545"/>
                    <a:pt x="29911" y="18830"/>
                  </a:cubicBezTo>
                  <a:cubicBezTo>
                    <a:pt x="30047" y="18627"/>
                    <a:pt x="30082" y="18390"/>
                    <a:pt x="30014" y="18151"/>
                  </a:cubicBezTo>
                  <a:cubicBezTo>
                    <a:pt x="30386" y="17608"/>
                    <a:pt x="30693" y="17032"/>
                    <a:pt x="30897" y="16421"/>
                  </a:cubicBezTo>
                  <a:cubicBezTo>
                    <a:pt x="31065" y="16421"/>
                    <a:pt x="31201" y="16353"/>
                    <a:pt x="31269" y="16150"/>
                  </a:cubicBezTo>
                  <a:cubicBezTo>
                    <a:pt x="31473" y="15674"/>
                    <a:pt x="31576" y="15199"/>
                    <a:pt x="31677" y="14724"/>
                  </a:cubicBezTo>
                  <a:cubicBezTo>
                    <a:pt x="31677" y="14656"/>
                    <a:pt x="31712" y="14588"/>
                    <a:pt x="31712" y="14485"/>
                  </a:cubicBezTo>
                  <a:cubicBezTo>
                    <a:pt x="31803" y="14546"/>
                    <a:pt x="31909" y="14579"/>
                    <a:pt x="32018" y="14579"/>
                  </a:cubicBezTo>
                  <a:cubicBezTo>
                    <a:pt x="32153" y="14579"/>
                    <a:pt x="32293" y="14529"/>
                    <a:pt x="32424" y="14417"/>
                  </a:cubicBezTo>
                  <a:cubicBezTo>
                    <a:pt x="32459" y="14417"/>
                    <a:pt x="32459" y="14384"/>
                    <a:pt x="32491" y="14349"/>
                  </a:cubicBezTo>
                  <a:cubicBezTo>
                    <a:pt x="32619" y="14418"/>
                    <a:pt x="32769" y="14456"/>
                    <a:pt x="32916" y="14456"/>
                  </a:cubicBezTo>
                  <a:cubicBezTo>
                    <a:pt x="33203" y="14456"/>
                    <a:pt x="33477" y="14312"/>
                    <a:pt x="33545" y="13977"/>
                  </a:cubicBezTo>
                  <a:cubicBezTo>
                    <a:pt x="33749" y="13094"/>
                    <a:pt x="33850" y="12211"/>
                    <a:pt x="33749" y="11328"/>
                  </a:cubicBezTo>
                  <a:cubicBezTo>
                    <a:pt x="33817" y="10989"/>
                    <a:pt x="33817" y="10614"/>
                    <a:pt x="33817" y="10310"/>
                  </a:cubicBezTo>
                  <a:cubicBezTo>
                    <a:pt x="33793" y="9887"/>
                    <a:pt x="33427" y="9529"/>
                    <a:pt x="33047" y="9529"/>
                  </a:cubicBezTo>
                  <a:cubicBezTo>
                    <a:pt x="32878" y="9529"/>
                    <a:pt x="32706" y="9599"/>
                    <a:pt x="32559" y="9767"/>
                  </a:cubicBezTo>
                  <a:lnTo>
                    <a:pt x="32595" y="9767"/>
                  </a:lnTo>
                  <a:cubicBezTo>
                    <a:pt x="32119" y="9935"/>
                    <a:pt x="31916" y="10378"/>
                    <a:pt x="32119" y="10853"/>
                  </a:cubicBezTo>
                  <a:cubicBezTo>
                    <a:pt x="32187" y="10921"/>
                    <a:pt x="32220" y="11021"/>
                    <a:pt x="32255" y="11125"/>
                  </a:cubicBezTo>
                  <a:cubicBezTo>
                    <a:pt x="32220" y="11193"/>
                    <a:pt x="32187" y="11260"/>
                    <a:pt x="32187" y="11328"/>
                  </a:cubicBezTo>
                  <a:cubicBezTo>
                    <a:pt x="32152" y="11361"/>
                    <a:pt x="32119" y="11429"/>
                    <a:pt x="32051" y="11464"/>
                  </a:cubicBezTo>
                  <a:cubicBezTo>
                    <a:pt x="32152" y="11328"/>
                    <a:pt x="32016" y="11089"/>
                    <a:pt x="31948" y="10853"/>
                  </a:cubicBezTo>
                  <a:cubicBezTo>
                    <a:pt x="31812" y="10174"/>
                    <a:pt x="31337" y="9595"/>
                    <a:pt x="31133" y="8916"/>
                  </a:cubicBezTo>
                  <a:cubicBezTo>
                    <a:pt x="30930" y="8101"/>
                    <a:pt x="30862" y="7254"/>
                    <a:pt x="30590" y="6472"/>
                  </a:cubicBezTo>
                  <a:cubicBezTo>
                    <a:pt x="30183" y="5285"/>
                    <a:pt x="29707" y="4095"/>
                    <a:pt x="29639" y="2805"/>
                  </a:cubicBezTo>
                  <a:cubicBezTo>
                    <a:pt x="29572" y="1854"/>
                    <a:pt x="29471" y="836"/>
                    <a:pt x="28656" y="192"/>
                  </a:cubicBezTo>
                  <a:cubicBezTo>
                    <a:pt x="28471" y="53"/>
                    <a:pt x="28265" y="1"/>
                    <a:pt x="28052" y="1"/>
                  </a:cubicBezTo>
                  <a:close/>
                </a:path>
              </a:pathLst>
            </a:custGeom>
            <a:solidFill>
              <a:srgbClr val="F9C6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42"/>
            <p:cNvSpPr/>
            <p:nvPr/>
          </p:nvSpPr>
          <p:spPr>
            <a:xfrm>
              <a:off x="1461184" y="1694237"/>
              <a:ext cx="172291" cy="186970"/>
            </a:xfrm>
            <a:custGeom>
              <a:rect b="b" l="l" r="r" t="t"/>
              <a:pathLst>
                <a:path extrusionOk="0" h="6649" w="6127">
                  <a:moveTo>
                    <a:pt x="5242" y="1"/>
                  </a:moveTo>
                  <a:cubicBezTo>
                    <a:pt x="5192" y="1"/>
                    <a:pt x="5142" y="6"/>
                    <a:pt x="5092" y="16"/>
                  </a:cubicBezTo>
                  <a:cubicBezTo>
                    <a:pt x="3902" y="220"/>
                    <a:pt x="3190" y="1442"/>
                    <a:pt x="2579" y="2357"/>
                  </a:cubicBezTo>
                  <a:cubicBezTo>
                    <a:pt x="2240" y="2901"/>
                    <a:pt x="1764" y="3411"/>
                    <a:pt x="1322" y="3954"/>
                  </a:cubicBezTo>
                  <a:cubicBezTo>
                    <a:pt x="814" y="4498"/>
                    <a:pt x="371" y="5141"/>
                    <a:pt x="167" y="5788"/>
                  </a:cubicBezTo>
                  <a:cubicBezTo>
                    <a:pt x="1" y="6307"/>
                    <a:pt x="420" y="6648"/>
                    <a:pt x="840" y="6648"/>
                  </a:cubicBezTo>
                  <a:cubicBezTo>
                    <a:pt x="1107" y="6648"/>
                    <a:pt x="1374" y="6511"/>
                    <a:pt x="1493" y="6195"/>
                  </a:cubicBezTo>
                  <a:cubicBezTo>
                    <a:pt x="1629" y="5753"/>
                    <a:pt x="1900" y="5380"/>
                    <a:pt x="2240" y="5041"/>
                  </a:cubicBezTo>
                  <a:cubicBezTo>
                    <a:pt x="2308" y="4973"/>
                    <a:pt x="2375" y="4938"/>
                    <a:pt x="2443" y="4837"/>
                  </a:cubicBezTo>
                  <a:cubicBezTo>
                    <a:pt x="2443" y="4802"/>
                    <a:pt x="2443" y="4769"/>
                    <a:pt x="2476" y="4769"/>
                  </a:cubicBezTo>
                  <a:cubicBezTo>
                    <a:pt x="2715" y="4498"/>
                    <a:pt x="2987" y="4226"/>
                    <a:pt x="3190" y="3919"/>
                  </a:cubicBezTo>
                  <a:cubicBezTo>
                    <a:pt x="3291" y="3819"/>
                    <a:pt x="3394" y="3648"/>
                    <a:pt x="3495" y="3479"/>
                  </a:cubicBezTo>
                  <a:lnTo>
                    <a:pt x="3630" y="3343"/>
                  </a:lnTo>
                  <a:cubicBezTo>
                    <a:pt x="3666" y="3308"/>
                    <a:pt x="3698" y="3240"/>
                    <a:pt x="3734" y="3172"/>
                  </a:cubicBezTo>
                  <a:cubicBezTo>
                    <a:pt x="4649" y="2800"/>
                    <a:pt x="5703" y="1746"/>
                    <a:pt x="5974" y="899"/>
                  </a:cubicBezTo>
                  <a:cubicBezTo>
                    <a:pt x="6126" y="409"/>
                    <a:pt x="5700" y="1"/>
                    <a:pt x="5242" y="1"/>
                  </a:cubicBezTo>
                  <a:close/>
                </a:path>
              </a:pathLst>
            </a:custGeom>
            <a:solidFill>
              <a:srgbClr val="EB5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42"/>
            <p:cNvSpPr/>
            <p:nvPr/>
          </p:nvSpPr>
          <p:spPr>
            <a:xfrm>
              <a:off x="2004313" y="2339046"/>
              <a:ext cx="98392" cy="75502"/>
            </a:xfrm>
            <a:custGeom>
              <a:rect b="b" l="l" r="r" t="t"/>
              <a:pathLst>
                <a:path extrusionOk="0" h="2685" w="3499">
                  <a:moveTo>
                    <a:pt x="1801" y="1"/>
                  </a:moveTo>
                  <a:cubicBezTo>
                    <a:pt x="68" y="1"/>
                    <a:pt x="0" y="2684"/>
                    <a:pt x="1733" y="2684"/>
                  </a:cubicBezTo>
                  <a:cubicBezTo>
                    <a:pt x="3464" y="2684"/>
                    <a:pt x="3499" y="1"/>
                    <a:pt x="1801" y="1"/>
                  </a:cubicBezTo>
                  <a:close/>
                </a:path>
              </a:pathLst>
            </a:custGeom>
            <a:solidFill>
              <a:srgbClr val="EB5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42"/>
            <p:cNvSpPr/>
            <p:nvPr/>
          </p:nvSpPr>
          <p:spPr>
            <a:xfrm>
              <a:off x="1470688" y="2381167"/>
              <a:ext cx="93583" cy="90153"/>
            </a:xfrm>
            <a:custGeom>
              <a:rect b="b" l="l" r="r" t="t"/>
              <a:pathLst>
                <a:path extrusionOk="0" h="3206" w="3328">
                  <a:moveTo>
                    <a:pt x="1722" y="1"/>
                  </a:moveTo>
                  <a:cubicBezTo>
                    <a:pt x="1594" y="1"/>
                    <a:pt x="1462" y="19"/>
                    <a:pt x="1323" y="64"/>
                  </a:cubicBezTo>
                  <a:cubicBezTo>
                    <a:pt x="883" y="168"/>
                    <a:pt x="644" y="439"/>
                    <a:pt x="372" y="779"/>
                  </a:cubicBezTo>
                  <a:cubicBezTo>
                    <a:pt x="0" y="1219"/>
                    <a:pt x="68" y="1898"/>
                    <a:pt x="305" y="2409"/>
                  </a:cubicBezTo>
                  <a:cubicBezTo>
                    <a:pt x="508" y="2781"/>
                    <a:pt x="883" y="3020"/>
                    <a:pt x="1255" y="3120"/>
                  </a:cubicBezTo>
                  <a:lnTo>
                    <a:pt x="1223" y="3120"/>
                  </a:lnTo>
                  <a:cubicBezTo>
                    <a:pt x="1255" y="3120"/>
                    <a:pt x="1255" y="3120"/>
                    <a:pt x="1291" y="3155"/>
                  </a:cubicBezTo>
                  <a:cubicBezTo>
                    <a:pt x="1426" y="3189"/>
                    <a:pt x="1561" y="3205"/>
                    <a:pt x="1692" y="3205"/>
                  </a:cubicBezTo>
                  <a:cubicBezTo>
                    <a:pt x="2352" y="3205"/>
                    <a:pt x="2936" y="2803"/>
                    <a:pt x="3192" y="2237"/>
                  </a:cubicBezTo>
                  <a:cubicBezTo>
                    <a:pt x="3292" y="2069"/>
                    <a:pt x="3328" y="1865"/>
                    <a:pt x="3328" y="1662"/>
                  </a:cubicBezTo>
                  <a:cubicBezTo>
                    <a:pt x="3328" y="1490"/>
                    <a:pt x="3328" y="1355"/>
                    <a:pt x="3292" y="1219"/>
                  </a:cubicBezTo>
                  <a:cubicBezTo>
                    <a:pt x="3157" y="676"/>
                    <a:pt x="2717" y="236"/>
                    <a:pt x="2173" y="64"/>
                  </a:cubicBezTo>
                  <a:cubicBezTo>
                    <a:pt x="2025" y="27"/>
                    <a:pt x="1876" y="1"/>
                    <a:pt x="1722" y="1"/>
                  </a:cubicBezTo>
                  <a:close/>
                </a:path>
              </a:pathLst>
            </a:custGeom>
            <a:solidFill>
              <a:srgbClr val="EB5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42"/>
            <p:cNvSpPr/>
            <p:nvPr/>
          </p:nvSpPr>
          <p:spPr>
            <a:xfrm>
              <a:off x="1311202" y="1979132"/>
              <a:ext cx="991061" cy="1005543"/>
            </a:xfrm>
            <a:custGeom>
              <a:rect b="b" l="l" r="r" t="t"/>
              <a:pathLst>
                <a:path extrusionOk="0" h="35759" w="35244">
                  <a:moveTo>
                    <a:pt x="5569" y="646"/>
                  </a:moveTo>
                  <a:cubicBezTo>
                    <a:pt x="7420" y="849"/>
                    <a:pt x="9296" y="900"/>
                    <a:pt x="11172" y="900"/>
                  </a:cubicBezTo>
                  <a:cubicBezTo>
                    <a:pt x="13048" y="900"/>
                    <a:pt x="14924" y="849"/>
                    <a:pt x="16773" y="849"/>
                  </a:cubicBezTo>
                  <a:cubicBezTo>
                    <a:pt x="19265" y="849"/>
                    <a:pt x="21768" y="917"/>
                    <a:pt x="24268" y="917"/>
                  </a:cubicBezTo>
                  <a:cubicBezTo>
                    <a:pt x="25756" y="917"/>
                    <a:pt x="27243" y="893"/>
                    <a:pt x="28725" y="817"/>
                  </a:cubicBezTo>
                  <a:lnTo>
                    <a:pt x="28760" y="817"/>
                  </a:lnTo>
                  <a:cubicBezTo>
                    <a:pt x="28861" y="1936"/>
                    <a:pt x="29268" y="3058"/>
                    <a:pt x="29575" y="4109"/>
                  </a:cubicBezTo>
                  <a:cubicBezTo>
                    <a:pt x="30287" y="6589"/>
                    <a:pt x="30830" y="9134"/>
                    <a:pt x="31577" y="11578"/>
                  </a:cubicBezTo>
                  <a:cubicBezTo>
                    <a:pt x="31634" y="11750"/>
                    <a:pt x="31739" y="11825"/>
                    <a:pt x="31873" y="11825"/>
                  </a:cubicBezTo>
                  <a:cubicBezTo>
                    <a:pt x="31899" y="11825"/>
                    <a:pt x="31925" y="11822"/>
                    <a:pt x="31952" y="11817"/>
                  </a:cubicBezTo>
                  <a:cubicBezTo>
                    <a:pt x="31952" y="11885"/>
                    <a:pt x="32003" y="11919"/>
                    <a:pt x="32058" y="11919"/>
                  </a:cubicBezTo>
                  <a:cubicBezTo>
                    <a:pt x="32113" y="11919"/>
                    <a:pt x="32172" y="11885"/>
                    <a:pt x="32188" y="11817"/>
                  </a:cubicBezTo>
                  <a:cubicBezTo>
                    <a:pt x="32359" y="11239"/>
                    <a:pt x="32460" y="10628"/>
                    <a:pt x="32799" y="10152"/>
                  </a:cubicBezTo>
                  <a:cubicBezTo>
                    <a:pt x="32908" y="9998"/>
                    <a:pt x="33007" y="9933"/>
                    <a:pt x="33095" y="9933"/>
                  </a:cubicBezTo>
                  <a:cubicBezTo>
                    <a:pt x="33530" y="9933"/>
                    <a:pt x="33717" y="11495"/>
                    <a:pt x="33717" y="11578"/>
                  </a:cubicBezTo>
                  <a:cubicBezTo>
                    <a:pt x="33717" y="12225"/>
                    <a:pt x="33682" y="12904"/>
                    <a:pt x="33546" y="13515"/>
                  </a:cubicBezTo>
                  <a:cubicBezTo>
                    <a:pt x="33478" y="13854"/>
                    <a:pt x="33342" y="14194"/>
                    <a:pt x="33207" y="14534"/>
                  </a:cubicBezTo>
                  <a:cubicBezTo>
                    <a:pt x="32834" y="14534"/>
                    <a:pt x="32460" y="14566"/>
                    <a:pt x="32087" y="14566"/>
                  </a:cubicBezTo>
                  <a:cubicBezTo>
                    <a:pt x="32053" y="14380"/>
                    <a:pt x="31909" y="14287"/>
                    <a:pt x="31769" y="14287"/>
                  </a:cubicBezTo>
                  <a:cubicBezTo>
                    <a:pt x="31628" y="14287"/>
                    <a:pt x="31493" y="14380"/>
                    <a:pt x="31476" y="14566"/>
                  </a:cubicBezTo>
                  <a:cubicBezTo>
                    <a:pt x="31273" y="17046"/>
                    <a:pt x="30254" y="18676"/>
                    <a:pt x="28760" y="19795"/>
                  </a:cubicBezTo>
                  <a:cubicBezTo>
                    <a:pt x="28725" y="19795"/>
                    <a:pt x="28692" y="19830"/>
                    <a:pt x="28657" y="19830"/>
                  </a:cubicBezTo>
                  <a:cubicBezTo>
                    <a:pt x="25976" y="21799"/>
                    <a:pt x="21798" y="22036"/>
                    <a:pt x="18167" y="22139"/>
                  </a:cubicBezTo>
                  <a:cubicBezTo>
                    <a:pt x="18099" y="22071"/>
                    <a:pt x="17996" y="22028"/>
                    <a:pt x="17890" y="22028"/>
                  </a:cubicBezTo>
                  <a:cubicBezTo>
                    <a:pt x="17784" y="22028"/>
                    <a:pt x="17674" y="22070"/>
                    <a:pt x="17588" y="22172"/>
                  </a:cubicBezTo>
                  <a:lnTo>
                    <a:pt x="17181" y="22172"/>
                  </a:lnTo>
                  <a:cubicBezTo>
                    <a:pt x="11341" y="22003"/>
                    <a:pt x="3464" y="21900"/>
                    <a:pt x="2853" y="14566"/>
                  </a:cubicBezTo>
                  <a:cubicBezTo>
                    <a:pt x="2837" y="14380"/>
                    <a:pt x="2701" y="14287"/>
                    <a:pt x="2565" y="14287"/>
                  </a:cubicBezTo>
                  <a:cubicBezTo>
                    <a:pt x="2429" y="14287"/>
                    <a:pt x="2293" y="14380"/>
                    <a:pt x="2277" y="14566"/>
                  </a:cubicBezTo>
                  <a:cubicBezTo>
                    <a:pt x="1870" y="14566"/>
                    <a:pt x="1495" y="14534"/>
                    <a:pt x="1123" y="14534"/>
                  </a:cubicBezTo>
                  <a:cubicBezTo>
                    <a:pt x="987" y="14194"/>
                    <a:pt x="851" y="13854"/>
                    <a:pt x="783" y="13515"/>
                  </a:cubicBezTo>
                  <a:cubicBezTo>
                    <a:pt x="647" y="12904"/>
                    <a:pt x="612" y="12225"/>
                    <a:pt x="612" y="11578"/>
                  </a:cubicBezTo>
                  <a:cubicBezTo>
                    <a:pt x="612" y="11495"/>
                    <a:pt x="800" y="9933"/>
                    <a:pt x="1234" y="9933"/>
                  </a:cubicBezTo>
                  <a:cubicBezTo>
                    <a:pt x="1322" y="9933"/>
                    <a:pt x="1421" y="9998"/>
                    <a:pt x="1530" y="10152"/>
                  </a:cubicBezTo>
                  <a:cubicBezTo>
                    <a:pt x="1870" y="10628"/>
                    <a:pt x="2005" y="11239"/>
                    <a:pt x="2141" y="11817"/>
                  </a:cubicBezTo>
                  <a:cubicBezTo>
                    <a:pt x="2158" y="11885"/>
                    <a:pt x="2217" y="11919"/>
                    <a:pt x="2272" y="11919"/>
                  </a:cubicBezTo>
                  <a:cubicBezTo>
                    <a:pt x="2327" y="11919"/>
                    <a:pt x="2378" y="11885"/>
                    <a:pt x="2378" y="11817"/>
                  </a:cubicBezTo>
                  <a:cubicBezTo>
                    <a:pt x="2405" y="11822"/>
                    <a:pt x="2432" y="11825"/>
                    <a:pt x="2458" y="11825"/>
                  </a:cubicBezTo>
                  <a:cubicBezTo>
                    <a:pt x="2599" y="11825"/>
                    <a:pt x="2723" y="11750"/>
                    <a:pt x="2752" y="11578"/>
                  </a:cubicBezTo>
                  <a:cubicBezTo>
                    <a:pt x="3464" y="9305"/>
                    <a:pt x="3975" y="6961"/>
                    <a:pt x="4618" y="4687"/>
                  </a:cubicBezTo>
                  <a:cubicBezTo>
                    <a:pt x="4686" y="4652"/>
                    <a:pt x="4686" y="4584"/>
                    <a:pt x="4654" y="4551"/>
                  </a:cubicBezTo>
                  <a:cubicBezTo>
                    <a:pt x="4686" y="4380"/>
                    <a:pt x="4722" y="4245"/>
                    <a:pt x="4754" y="4109"/>
                  </a:cubicBezTo>
                  <a:cubicBezTo>
                    <a:pt x="5094" y="2990"/>
                    <a:pt x="5501" y="1800"/>
                    <a:pt x="5569" y="646"/>
                  </a:cubicBezTo>
                  <a:close/>
                  <a:moveTo>
                    <a:pt x="28928" y="20373"/>
                  </a:moveTo>
                  <a:cubicBezTo>
                    <a:pt x="29371" y="20713"/>
                    <a:pt x="29779" y="21120"/>
                    <a:pt x="30186" y="21560"/>
                  </a:cubicBezTo>
                  <a:cubicBezTo>
                    <a:pt x="28081" y="24616"/>
                    <a:pt x="25601" y="27096"/>
                    <a:pt x="22581" y="29201"/>
                  </a:cubicBezTo>
                  <a:cubicBezTo>
                    <a:pt x="21798" y="27129"/>
                    <a:pt x="21595" y="25024"/>
                    <a:pt x="21663" y="22818"/>
                  </a:cubicBezTo>
                  <a:lnTo>
                    <a:pt x="23089" y="22614"/>
                  </a:lnTo>
                  <a:cubicBezTo>
                    <a:pt x="23599" y="22546"/>
                    <a:pt x="24107" y="22443"/>
                    <a:pt x="24583" y="22307"/>
                  </a:cubicBezTo>
                  <a:cubicBezTo>
                    <a:pt x="25058" y="22207"/>
                    <a:pt x="25465" y="22003"/>
                    <a:pt x="25941" y="21832"/>
                  </a:cubicBezTo>
                  <a:cubicBezTo>
                    <a:pt x="26248" y="21696"/>
                    <a:pt x="26552" y="21596"/>
                    <a:pt x="26859" y="21460"/>
                  </a:cubicBezTo>
                  <a:cubicBezTo>
                    <a:pt x="27502" y="21221"/>
                    <a:pt x="28114" y="20949"/>
                    <a:pt x="28657" y="20577"/>
                  </a:cubicBezTo>
                  <a:cubicBezTo>
                    <a:pt x="28760" y="20509"/>
                    <a:pt x="28861" y="20441"/>
                    <a:pt x="28928" y="20373"/>
                  </a:cubicBezTo>
                  <a:close/>
                  <a:moveTo>
                    <a:pt x="7234" y="21460"/>
                  </a:moveTo>
                  <a:cubicBezTo>
                    <a:pt x="7777" y="21696"/>
                    <a:pt x="8353" y="21900"/>
                    <a:pt x="8896" y="22071"/>
                  </a:cubicBezTo>
                  <a:cubicBezTo>
                    <a:pt x="10051" y="22375"/>
                    <a:pt x="11205" y="22546"/>
                    <a:pt x="12360" y="22750"/>
                  </a:cubicBezTo>
                  <a:cubicBezTo>
                    <a:pt x="13989" y="23022"/>
                    <a:pt x="15654" y="23022"/>
                    <a:pt x="17317" y="23022"/>
                  </a:cubicBezTo>
                  <a:cubicBezTo>
                    <a:pt x="16741" y="25127"/>
                    <a:pt x="16570" y="27368"/>
                    <a:pt x="16434" y="29541"/>
                  </a:cubicBezTo>
                  <a:cubicBezTo>
                    <a:pt x="13549" y="26925"/>
                    <a:pt x="10730" y="22918"/>
                    <a:pt x="6827" y="22071"/>
                  </a:cubicBezTo>
                  <a:cubicBezTo>
                    <a:pt x="6927" y="21935"/>
                    <a:pt x="7063" y="21764"/>
                    <a:pt x="7166" y="21628"/>
                  </a:cubicBezTo>
                  <a:cubicBezTo>
                    <a:pt x="7234" y="21560"/>
                    <a:pt x="7234" y="21492"/>
                    <a:pt x="7234" y="21460"/>
                  </a:cubicBezTo>
                  <a:close/>
                  <a:moveTo>
                    <a:pt x="24468" y="1"/>
                  </a:moveTo>
                  <a:cubicBezTo>
                    <a:pt x="22139" y="1"/>
                    <a:pt x="19807" y="48"/>
                    <a:pt x="17488" y="70"/>
                  </a:cubicBezTo>
                  <a:cubicBezTo>
                    <a:pt x="15443" y="70"/>
                    <a:pt x="13362" y="5"/>
                    <a:pt x="11282" y="5"/>
                  </a:cubicBezTo>
                  <a:cubicBezTo>
                    <a:pt x="9355" y="5"/>
                    <a:pt x="7430" y="61"/>
                    <a:pt x="5537" y="273"/>
                  </a:cubicBezTo>
                  <a:cubicBezTo>
                    <a:pt x="5129" y="306"/>
                    <a:pt x="4993" y="781"/>
                    <a:pt x="4925" y="1121"/>
                  </a:cubicBezTo>
                  <a:cubicBezTo>
                    <a:pt x="4686" y="2072"/>
                    <a:pt x="4415" y="2990"/>
                    <a:pt x="4111" y="3940"/>
                  </a:cubicBezTo>
                  <a:cubicBezTo>
                    <a:pt x="3736" y="3158"/>
                    <a:pt x="3396" y="2379"/>
                    <a:pt x="2921" y="1699"/>
                  </a:cubicBezTo>
                  <a:cubicBezTo>
                    <a:pt x="2909" y="1675"/>
                    <a:pt x="2884" y="1664"/>
                    <a:pt x="2860" y="1664"/>
                  </a:cubicBezTo>
                  <a:cubicBezTo>
                    <a:pt x="2817" y="1664"/>
                    <a:pt x="2777" y="1701"/>
                    <a:pt x="2820" y="1767"/>
                  </a:cubicBezTo>
                  <a:cubicBezTo>
                    <a:pt x="3296" y="2547"/>
                    <a:pt x="3567" y="3465"/>
                    <a:pt x="4007" y="4280"/>
                  </a:cubicBezTo>
                  <a:cubicBezTo>
                    <a:pt x="3871" y="4788"/>
                    <a:pt x="3703" y="5263"/>
                    <a:pt x="3532" y="5774"/>
                  </a:cubicBezTo>
                  <a:cubicBezTo>
                    <a:pt x="2888" y="5059"/>
                    <a:pt x="2277" y="4280"/>
                    <a:pt x="1734" y="3465"/>
                  </a:cubicBezTo>
                  <a:cubicBezTo>
                    <a:pt x="1723" y="3455"/>
                    <a:pt x="1710" y="3450"/>
                    <a:pt x="1698" y="3450"/>
                  </a:cubicBezTo>
                  <a:cubicBezTo>
                    <a:pt x="1667" y="3450"/>
                    <a:pt x="1641" y="3475"/>
                    <a:pt x="1666" y="3498"/>
                  </a:cubicBezTo>
                  <a:cubicBezTo>
                    <a:pt x="2174" y="4448"/>
                    <a:pt x="2752" y="5298"/>
                    <a:pt x="3431" y="6113"/>
                  </a:cubicBezTo>
                  <a:lnTo>
                    <a:pt x="3125" y="7132"/>
                  </a:lnTo>
                  <a:cubicBezTo>
                    <a:pt x="3057" y="7403"/>
                    <a:pt x="2989" y="7640"/>
                    <a:pt x="2921" y="7879"/>
                  </a:cubicBezTo>
                  <a:cubicBezTo>
                    <a:pt x="2242" y="7300"/>
                    <a:pt x="1734" y="6621"/>
                    <a:pt x="1155" y="5942"/>
                  </a:cubicBezTo>
                  <a:cubicBezTo>
                    <a:pt x="1140" y="5927"/>
                    <a:pt x="1121" y="5920"/>
                    <a:pt x="1103" y="5920"/>
                  </a:cubicBezTo>
                  <a:cubicBezTo>
                    <a:pt x="1037" y="5920"/>
                    <a:pt x="967" y="6000"/>
                    <a:pt x="1019" y="6078"/>
                  </a:cubicBezTo>
                  <a:cubicBezTo>
                    <a:pt x="1563" y="6792"/>
                    <a:pt x="2073" y="7675"/>
                    <a:pt x="2820" y="8183"/>
                  </a:cubicBezTo>
                  <a:cubicBezTo>
                    <a:pt x="2752" y="8422"/>
                    <a:pt x="2685" y="8658"/>
                    <a:pt x="2649" y="8897"/>
                  </a:cubicBezTo>
                  <a:cubicBezTo>
                    <a:pt x="2549" y="9202"/>
                    <a:pt x="2481" y="9509"/>
                    <a:pt x="2413" y="9813"/>
                  </a:cubicBezTo>
                  <a:cubicBezTo>
                    <a:pt x="2379" y="10040"/>
                    <a:pt x="2194" y="10447"/>
                    <a:pt x="2233" y="10662"/>
                  </a:cubicBezTo>
                  <a:lnTo>
                    <a:pt x="2233" y="10662"/>
                  </a:lnTo>
                  <a:cubicBezTo>
                    <a:pt x="2062" y="9994"/>
                    <a:pt x="1723" y="9335"/>
                    <a:pt x="1087" y="9202"/>
                  </a:cubicBezTo>
                  <a:cubicBezTo>
                    <a:pt x="1049" y="9195"/>
                    <a:pt x="1012" y="9192"/>
                    <a:pt x="977" y="9192"/>
                  </a:cubicBezTo>
                  <a:cubicBezTo>
                    <a:pt x="131" y="9192"/>
                    <a:pt x="67" y="11057"/>
                    <a:pt x="36" y="11578"/>
                  </a:cubicBezTo>
                  <a:cubicBezTo>
                    <a:pt x="1" y="12632"/>
                    <a:pt x="36" y="14805"/>
                    <a:pt x="1087" y="15416"/>
                  </a:cubicBezTo>
                  <a:cubicBezTo>
                    <a:pt x="1410" y="15618"/>
                    <a:pt x="1697" y="15711"/>
                    <a:pt x="1948" y="15711"/>
                  </a:cubicBezTo>
                  <a:cubicBezTo>
                    <a:pt x="2120" y="15711"/>
                    <a:pt x="2274" y="15668"/>
                    <a:pt x="2412" y="15585"/>
                  </a:cubicBezTo>
                  <a:lnTo>
                    <a:pt x="2412" y="15585"/>
                  </a:lnTo>
                  <a:cubicBezTo>
                    <a:pt x="2348" y="15629"/>
                    <a:pt x="2717" y="16707"/>
                    <a:pt x="2785" y="16807"/>
                  </a:cubicBezTo>
                  <a:cubicBezTo>
                    <a:pt x="2888" y="17214"/>
                    <a:pt x="3057" y="17589"/>
                    <a:pt x="3228" y="17961"/>
                  </a:cubicBezTo>
                  <a:cubicBezTo>
                    <a:pt x="3600" y="18676"/>
                    <a:pt x="4111" y="19287"/>
                    <a:pt x="4722" y="19795"/>
                  </a:cubicBezTo>
                  <a:cubicBezTo>
                    <a:pt x="5333" y="20338"/>
                    <a:pt x="6012" y="20813"/>
                    <a:pt x="6759" y="21188"/>
                  </a:cubicBezTo>
                  <a:cubicBezTo>
                    <a:pt x="4925" y="22918"/>
                    <a:pt x="3975" y="25567"/>
                    <a:pt x="3228" y="27911"/>
                  </a:cubicBezTo>
                  <a:cubicBezTo>
                    <a:pt x="2413" y="30423"/>
                    <a:pt x="1902" y="33036"/>
                    <a:pt x="2106" y="35652"/>
                  </a:cubicBezTo>
                  <a:cubicBezTo>
                    <a:pt x="2106" y="35725"/>
                    <a:pt x="2164" y="35758"/>
                    <a:pt x="2218" y="35758"/>
                  </a:cubicBezTo>
                  <a:cubicBezTo>
                    <a:pt x="2265" y="35758"/>
                    <a:pt x="2310" y="35733"/>
                    <a:pt x="2310" y="35685"/>
                  </a:cubicBezTo>
                  <a:cubicBezTo>
                    <a:pt x="2209" y="31203"/>
                    <a:pt x="3939" y="25906"/>
                    <a:pt x="6656" y="22275"/>
                  </a:cubicBezTo>
                  <a:cubicBezTo>
                    <a:pt x="8761" y="22818"/>
                    <a:pt x="10458" y="24516"/>
                    <a:pt x="11952" y="26010"/>
                  </a:cubicBezTo>
                  <a:cubicBezTo>
                    <a:pt x="13481" y="27468"/>
                    <a:pt x="14872" y="29030"/>
                    <a:pt x="16469" y="30423"/>
                  </a:cubicBezTo>
                  <a:cubicBezTo>
                    <a:pt x="16548" y="30491"/>
                    <a:pt x="16635" y="30521"/>
                    <a:pt x="16716" y="30521"/>
                  </a:cubicBezTo>
                  <a:cubicBezTo>
                    <a:pt x="16880" y="30521"/>
                    <a:pt x="17023" y="30401"/>
                    <a:pt x="17045" y="30220"/>
                  </a:cubicBezTo>
                  <a:cubicBezTo>
                    <a:pt x="17284" y="27808"/>
                    <a:pt x="17488" y="25398"/>
                    <a:pt x="18099" y="23022"/>
                  </a:cubicBezTo>
                  <a:cubicBezTo>
                    <a:pt x="19118" y="23022"/>
                    <a:pt x="20169" y="22954"/>
                    <a:pt x="21187" y="22851"/>
                  </a:cubicBezTo>
                  <a:lnTo>
                    <a:pt x="21187" y="22851"/>
                  </a:lnTo>
                  <a:cubicBezTo>
                    <a:pt x="21019" y="25227"/>
                    <a:pt x="21291" y="27536"/>
                    <a:pt x="22070" y="29812"/>
                  </a:cubicBezTo>
                  <a:cubicBezTo>
                    <a:pt x="22121" y="29938"/>
                    <a:pt x="22267" y="30065"/>
                    <a:pt x="22422" y="30065"/>
                  </a:cubicBezTo>
                  <a:cubicBezTo>
                    <a:pt x="22475" y="30065"/>
                    <a:pt x="22529" y="30050"/>
                    <a:pt x="22581" y="30016"/>
                  </a:cubicBezTo>
                  <a:cubicBezTo>
                    <a:pt x="24346" y="28826"/>
                    <a:pt x="25976" y="27503"/>
                    <a:pt x="27502" y="26010"/>
                  </a:cubicBezTo>
                  <a:cubicBezTo>
                    <a:pt x="28624" y="24956"/>
                    <a:pt x="29982" y="23598"/>
                    <a:pt x="30626" y="22104"/>
                  </a:cubicBezTo>
                  <a:cubicBezTo>
                    <a:pt x="33242" y="25431"/>
                    <a:pt x="34497" y="30288"/>
                    <a:pt x="34464" y="34226"/>
                  </a:cubicBezTo>
                  <a:cubicBezTo>
                    <a:pt x="34464" y="34434"/>
                    <a:pt x="34614" y="34536"/>
                    <a:pt x="34761" y="34536"/>
                  </a:cubicBezTo>
                  <a:cubicBezTo>
                    <a:pt x="34902" y="34536"/>
                    <a:pt x="35040" y="34442"/>
                    <a:pt x="35040" y="34259"/>
                  </a:cubicBezTo>
                  <a:cubicBezTo>
                    <a:pt x="35244" y="31578"/>
                    <a:pt x="34464" y="28726"/>
                    <a:pt x="33478" y="26246"/>
                  </a:cubicBezTo>
                  <a:cubicBezTo>
                    <a:pt x="32527" y="24005"/>
                    <a:pt x="31340" y="21560"/>
                    <a:pt x="29303" y="20066"/>
                  </a:cubicBezTo>
                  <a:cubicBezTo>
                    <a:pt x="30083" y="19455"/>
                    <a:pt x="30762" y="18676"/>
                    <a:pt x="31169" y="17758"/>
                  </a:cubicBezTo>
                  <a:cubicBezTo>
                    <a:pt x="31340" y="17418"/>
                    <a:pt x="31476" y="17046"/>
                    <a:pt x="31612" y="16707"/>
                  </a:cubicBezTo>
                  <a:cubicBezTo>
                    <a:pt x="31645" y="16603"/>
                    <a:pt x="31984" y="15620"/>
                    <a:pt x="31952" y="15585"/>
                  </a:cubicBezTo>
                  <a:lnTo>
                    <a:pt x="31952" y="15585"/>
                  </a:lnTo>
                  <a:cubicBezTo>
                    <a:pt x="32075" y="15667"/>
                    <a:pt x="32222" y="15711"/>
                    <a:pt x="32389" y="15711"/>
                  </a:cubicBezTo>
                  <a:cubicBezTo>
                    <a:pt x="32632" y="15711"/>
                    <a:pt x="32919" y="15618"/>
                    <a:pt x="33242" y="15416"/>
                  </a:cubicBezTo>
                  <a:cubicBezTo>
                    <a:pt x="34293" y="14805"/>
                    <a:pt x="34328" y="12632"/>
                    <a:pt x="34293" y="11578"/>
                  </a:cubicBezTo>
                  <a:cubicBezTo>
                    <a:pt x="34262" y="11057"/>
                    <a:pt x="34198" y="9192"/>
                    <a:pt x="33352" y="9192"/>
                  </a:cubicBezTo>
                  <a:cubicBezTo>
                    <a:pt x="33317" y="9192"/>
                    <a:pt x="33280" y="9195"/>
                    <a:pt x="33242" y="9202"/>
                  </a:cubicBezTo>
                  <a:cubicBezTo>
                    <a:pt x="32935" y="9270"/>
                    <a:pt x="32731" y="9441"/>
                    <a:pt x="32563" y="9712"/>
                  </a:cubicBezTo>
                  <a:cubicBezTo>
                    <a:pt x="32479" y="9849"/>
                    <a:pt x="32352" y="10346"/>
                    <a:pt x="32162" y="10346"/>
                  </a:cubicBezTo>
                  <a:cubicBezTo>
                    <a:pt x="32118" y="10346"/>
                    <a:pt x="32071" y="10319"/>
                    <a:pt x="32020" y="10256"/>
                  </a:cubicBezTo>
                  <a:cubicBezTo>
                    <a:pt x="31848" y="10016"/>
                    <a:pt x="31848" y="9712"/>
                    <a:pt x="31816" y="9441"/>
                  </a:cubicBezTo>
                  <a:cubicBezTo>
                    <a:pt x="31781" y="9134"/>
                    <a:pt x="31713" y="8830"/>
                    <a:pt x="31612" y="8558"/>
                  </a:cubicBezTo>
                  <a:cubicBezTo>
                    <a:pt x="31441" y="7844"/>
                    <a:pt x="31237" y="7164"/>
                    <a:pt x="31001" y="6485"/>
                  </a:cubicBezTo>
                  <a:cubicBezTo>
                    <a:pt x="31034" y="6485"/>
                    <a:pt x="31069" y="6485"/>
                    <a:pt x="31069" y="6453"/>
                  </a:cubicBezTo>
                  <a:cubicBezTo>
                    <a:pt x="31748" y="5910"/>
                    <a:pt x="32324" y="5231"/>
                    <a:pt x="32867" y="4516"/>
                  </a:cubicBezTo>
                  <a:cubicBezTo>
                    <a:pt x="32943" y="4416"/>
                    <a:pt x="32833" y="4298"/>
                    <a:pt x="32729" y="4298"/>
                  </a:cubicBezTo>
                  <a:cubicBezTo>
                    <a:pt x="32693" y="4298"/>
                    <a:pt x="32657" y="4312"/>
                    <a:pt x="32631" y="4348"/>
                  </a:cubicBezTo>
                  <a:cubicBezTo>
                    <a:pt x="32087" y="4992"/>
                    <a:pt x="31577" y="5638"/>
                    <a:pt x="30933" y="6181"/>
                  </a:cubicBezTo>
                  <a:cubicBezTo>
                    <a:pt x="30830" y="5874"/>
                    <a:pt x="30729" y="5535"/>
                    <a:pt x="30594" y="5195"/>
                  </a:cubicBezTo>
                  <a:cubicBezTo>
                    <a:pt x="31408" y="4516"/>
                    <a:pt x="32359" y="3601"/>
                    <a:pt x="32631" y="2650"/>
                  </a:cubicBezTo>
                  <a:cubicBezTo>
                    <a:pt x="32656" y="2570"/>
                    <a:pt x="32580" y="2492"/>
                    <a:pt x="32514" y="2492"/>
                  </a:cubicBezTo>
                  <a:cubicBezTo>
                    <a:pt x="32494" y="2492"/>
                    <a:pt x="32475" y="2499"/>
                    <a:pt x="32460" y="2514"/>
                  </a:cubicBezTo>
                  <a:cubicBezTo>
                    <a:pt x="32120" y="2922"/>
                    <a:pt x="31884" y="3430"/>
                    <a:pt x="31577" y="3837"/>
                  </a:cubicBezTo>
                  <a:cubicBezTo>
                    <a:pt x="31273" y="4245"/>
                    <a:pt x="30898" y="4619"/>
                    <a:pt x="30526" y="4959"/>
                  </a:cubicBezTo>
                  <a:cubicBezTo>
                    <a:pt x="30422" y="4619"/>
                    <a:pt x="30322" y="4280"/>
                    <a:pt x="30186" y="3973"/>
                  </a:cubicBezTo>
                  <a:cubicBezTo>
                    <a:pt x="31169" y="3058"/>
                    <a:pt x="31984" y="1971"/>
                    <a:pt x="32731" y="917"/>
                  </a:cubicBezTo>
                  <a:cubicBezTo>
                    <a:pt x="32805" y="797"/>
                    <a:pt x="32704" y="693"/>
                    <a:pt x="32591" y="693"/>
                  </a:cubicBezTo>
                  <a:cubicBezTo>
                    <a:pt x="32546" y="693"/>
                    <a:pt x="32498" y="710"/>
                    <a:pt x="32460" y="749"/>
                  </a:cubicBezTo>
                  <a:cubicBezTo>
                    <a:pt x="31680" y="1767"/>
                    <a:pt x="30933" y="2854"/>
                    <a:pt x="30186" y="3872"/>
                  </a:cubicBezTo>
                  <a:cubicBezTo>
                    <a:pt x="29779" y="2751"/>
                    <a:pt x="29575" y="1564"/>
                    <a:pt x="29132" y="477"/>
                  </a:cubicBezTo>
                  <a:cubicBezTo>
                    <a:pt x="29132" y="442"/>
                    <a:pt x="29100" y="442"/>
                    <a:pt x="29064" y="409"/>
                  </a:cubicBezTo>
                  <a:cubicBezTo>
                    <a:pt x="29064" y="238"/>
                    <a:pt x="28964" y="102"/>
                    <a:pt x="28725" y="70"/>
                  </a:cubicBezTo>
                  <a:cubicBezTo>
                    <a:pt x="27309" y="18"/>
                    <a:pt x="25889" y="1"/>
                    <a:pt x="24468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42"/>
            <p:cNvSpPr/>
            <p:nvPr/>
          </p:nvSpPr>
          <p:spPr>
            <a:xfrm>
              <a:off x="1559428" y="2116405"/>
              <a:ext cx="54946" cy="168692"/>
            </a:xfrm>
            <a:custGeom>
              <a:rect b="b" l="l" r="r" t="t"/>
              <a:pathLst>
                <a:path extrusionOk="0" h="5999" w="1954">
                  <a:moveTo>
                    <a:pt x="1117" y="0"/>
                  </a:moveTo>
                  <a:cubicBezTo>
                    <a:pt x="1028" y="0"/>
                    <a:pt x="935" y="59"/>
                    <a:pt x="919" y="177"/>
                  </a:cubicBezTo>
                  <a:cubicBezTo>
                    <a:pt x="883" y="484"/>
                    <a:pt x="951" y="824"/>
                    <a:pt x="987" y="1128"/>
                  </a:cubicBezTo>
                  <a:cubicBezTo>
                    <a:pt x="951" y="1128"/>
                    <a:pt x="883" y="1163"/>
                    <a:pt x="851" y="1231"/>
                  </a:cubicBezTo>
                  <a:cubicBezTo>
                    <a:pt x="783" y="1332"/>
                    <a:pt x="748" y="1400"/>
                    <a:pt x="680" y="1503"/>
                  </a:cubicBezTo>
                  <a:cubicBezTo>
                    <a:pt x="579" y="1231"/>
                    <a:pt x="476" y="960"/>
                    <a:pt x="307" y="756"/>
                  </a:cubicBezTo>
                  <a:cubicBezTo>
                    <a:pt x="276" y="715"/>
                    <a:pt x="239" y="699"/>
                    <a:pt x="204" y="699"/>
                  </a:cubicBezTo>
                  <a:cubicBezTo>
                    <a:pt x="121" y="699"/>
                    <a:pt x="46" y="786"/>
                    <a:pt x="68" y="856"/>
                  </a:cubicBezTo>
                  <a:cubicBezTo>
                    <a:pt x="172" y="1163"/>
                    <a:pt x="340" y="1468"/>
                    <a:pt x="544" y="1739"/>
                  </a:cubicBezTo>
                  <a:cubicBezTo>
                    <a:pt x="511" y="1775"/>
                    <a:pt x="511" y="1775"/>
                    <a:pt x="511" y="1807"/>
                  </a:cubicBezTo>
                  <a:cubicBezTo>
                    <a:pt x="511" y="1875"/>
                    <a:pt x="476" y="1978"/>
                    <a:pt x="476" y="2046"/>
                  </a:cubicBezTo>
                  <a:cubicBezTo>
                    <a:pt x="375" y="2350"/>
                    <a:pt x="307" y="2690"/>
                    <a:pt x="272" y="3029"/>
                  </a:cubicBezTo>
                  <a:cubicBezTo>
                    <a:pt x="136" y="3708"/>
                    <a:pt x="1" y="4388"/>
                    <a:pt x="104" y="5067"/>
                  </a:cubicBezTo>
                  <a:cubicBezTo>
                    <a:pt x="183" y="5363"/>
                    <a:pt x="498" y="5999"/>
                    <a:pt x="879" y="5999"/>
                  </a:cubicBezTo>
                  <a:cubicBezTo>
                    <a:pt x="979" y="5999"/>
                    <a:pt x="1084" y="5955"/>
                    <a:pt x="1190" y="5849"/>
                  </a:cubicBezTo>
                  <a:cubicBezTo>
                    <a:pt x="1666" y="5374"/>
                    <a:pt x="1598" y="4355"/>
                    <a:pt x="1598" y="3744"/>
                  </a:cubicBezTo>
                  <a:cubicBezTo>
                    <a:pt x="1598" y="3133"/>
                    <a:pt x="1562" y="2454"/>
                    <a:pt x="1462" y="1842"/>
                  </a:cubicBezTo>
                  <a:cubicBezTo>
                    <a:pt x="1630" y="1639"/>
                    <a:pt x="1801" y="1367"/>
                    <a:pt x="1902" y="1128"/>
                  </a:cubicBezTo>
                  <a:cubicBezTo>
                    <a:pt x="1953" y="1001"/>
                    <a:pt x="1849" y="833"/>
                    <a:pt x="1722" y="833"/>
                  </a:cubicBezTo>
                  <a:cubicBezTo>
                    <a:pt x="1682" y="833"/>
                    <a:pt x="1639" y="850"/>
                    <a:pt x="1598" y="892"/>
                  </a:cubicBezTo>
                  <a:cubicBezTo>
                    <a:pt x="1494" y="1028"/>
                    <a:pt x="1394" y="1196"/>
                    <a:pt x="1326" y="1332"/>
                  </a:cubicBezTo>
                  <a:lnTo>
                    <a:pt x="1326" y="1299"/>
                  </a:lnTo>
                  <a:cubicBezTo>
                    <a:pt x="1291" y="1231"/>
                    <a:pt x="1258" y="1196"/>
                    <a:pt x="1190" y="1163"/>
                  </a:cubicBezTo>
                  <a:cubicBezTo>
                    <a:pt x="1291" y="856"/>
                    <a:pt x="1258" y="484"/>
                    <a:pt x="1291" y="177"/>
                  </a:cubicBezTo>
                  <a:cubicBezTo>
                    <a:pt x="1291" y="59"/>
                    <a:pt x="1206" y="0"/>
                    <a:pt x="1117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42"/>
            <p:cNvSpPr/>
            <p:nvPr/>
          </p:nvSpPr>
          <p:spPr>
            <a:xfrm>
              <a:off x="1960393" y="2125263"/>
              <a:ext cx="58321" cy="159834"/>
            </a:xfrm>
            <a:custGeom>
              <a:rect b="b" l="l" r="r" t="t"/>
              <a:pathLst>
                <a:path extrusionOk="0" h="5684" w="2074">
                  <a:moveTo>
                    <a:pt x="1095" y="1"/>
                  </a:moveTo>
                  <a:cubicBezTo>
                    <a:pt x="1025" y="1"/>
                    <a:pt x="951" y="68"/>
                    <a:pt x="951" y="134"/>
                  </a:cubicBezTo>
                  <a:cubicBezTo>
                    <a:pt x="919" y="305"/>
                    <a:pt x="951" y="441"/>
                    <a:pt x="951" y="577"/>
                  </a:cubicBezTo>
                  <a:cubicBezTo>
                    <a:pt x="987" y="645"/>
                    <a:pt x="951" y="745"/>
                    <a:pt x="951" y="813"/>
                  </a:cubicBezTo>
                  <a:cubicBezTo>
                    <a:pt x="919" y="848"/>
                    <a:pt x="883" y="848"/>
                    <a:pt x="851" y="916"/>
                  </a:cubicBezTo>
                  <a:cubicBezTo>
                    <a:pt x="816" y="949"/>
                    <a:pt x="816" y="1017"/>
                    <a:pt x="783" y="1052"/>
                  </a:cubicBezTo>
                  <a:cubicBezTo>
                    <a:pt x="680" y="916"/>
                    <a:pt x="579" y="745"/>
                    <a:pt x="443" y="645"/>
                  </a:cubicBezTo>
                  <a:cubicBezTo>
                    <a:pt x="419" y="636"/>
                    <a:pt x="392" y="632"/>
                    <a:pt x="366" y="632"/>
                  </a:cubicBezTo>
                  <a:cubicBezTo>
                    <a:pt x="283" y="632"/>
                    <a:pt x="204" y="677"/>
                    <a:pt x="204" y="780"/>
                  </a:cubicBezTo>
                  <a:cubicBezTo>
                    <a:pt x="204" y="984"/>
                    <a:pt x="340" y="1085"/>
                    <a:pt x="443" y="1256"/>
                  </a:cubicBezTo>
                  <a:cubicBezTo>
                    <a:pt x="476" y="1288"/>
                    <a:pt x="511" y="1356"/>
                    <a:pt x="579" y="1392"/>
                  </a:cubicBezTo>
                  <a:cubicBezTo>
                    <a:pt x="544" y="1424"/>
                    <a:pt x="511" y="1424"/>
                    <a:pt x="511" y="1492"/>
                  </a:cubicBezTo>
                  <a:cubicBezTo>
                    <a:pt x="511" y="1560"/>
                    <a:pt x="476" y="1663"/>
                    <a:pt x="476" y="1731"/>
                  </a:cubicBezTo>
                  <a:cubicBezTo>
                    <a:pt x="375" y="2035"/>
                    <a:pt x="308" y="2375"/>
                    <a:pt x="272" y="2714"/>
                  </a:cubicBezTo>
                  <a:cubicBezTo>
                    <a:pt x="136" y="3393"/>
                    <a:pt x="1" y="4073"/>
                    <a:pt x="104" y="4752"/>
                  </a:cubicBezTo>
                  <a:cubicBezTo>
                    <a:pt x="158" y="5048"/>
                    <a:pt x="487" y="5684"/>
                    <a:pt x="875" y="5684"/>
                  </a:cubicBezTo>
                  <a:cubicBezTo>
                    <a:pt x="978" y="5684"/>
                    <a:pt x="1084" y="5640"/>
                    <a:pt x="1190" y="5534"/>
                  </a:cubicBezTo>
                  <a:cubicBezTo>
                    <a:pt x="1666" y="5059"/>
                    <a:pt x="1598" y="4040"/>
                    <a:pt x="1598" y="3429"/>
                  </a:cubicBezTo>
                  <a:cubicBezTo>
                    <a:pt x="1598" y="2850"/>
                    <a:pt x="1562" y="2206"/>
                    <a:pt x="1462" y="1595"/>
                  </a:cubicBezTo>
                  <a:cubicBezTo>
                    <a:pt x="1698" y="1460"/>
                    <a:pt x="1970" y="1256"/>
                    <a:pt x="2038" y="984"/>
                  </a:cubicBezTo>
                  <a:cubicBezTo>
                    <a:pt x="2073" y="916"/>
                    <a:pt x="1970" y="813"/>
                    <a:pt x="1869" y="813"/>
                  </a:cubicBezTo>
                  <a:cubicBezTo>
                    <a:pt x="1666" y="881"/>
                    <a:pt x="1530" y="1052"/>
                    <a:pt x="1359" y="1188"/>
                  </a:cubicBezTo>
                  <a:cubicBezTo>
                    <a:pt x="1359" y="1120"/>
                    <a:pt x="1326" y="1052"/>
                    <a:pt x="1291" y="984"/>
                  </a:cubicBezTo>
                  <a:lnTo>
                    <a:pt x="1291" y="916"/>
                  </a:lnTo>
                  <a:cubicBezTo>
                    <a:pt x="1291" y="645"/>
                    <a:pt x="1291" y="338"/>
                    <a:pt x="1190" y="66"/>
                  </a:cubicBezTo>
                  <a:cubicBezTo>
                    <a:pt x="1167" y="19"/>
                    <a:pt x="1131" y="1"/>
                    <a:pt x="109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42"/>
            <p:cNvSpPr/>
            <p:nvPr/>
          </p:nvSpPr>
          <p:spPr>
            <a:xfrm>
              <a:off x="1738625" y="2094754"/>
              <a:ext cx="103425" cy="275885"/>
            </a:xfrm>
            <a:custGeom>
              <a:rect b="b" l="l" r="r" t="t"/>
              <a:pathLst>
                <a:path extrusionOk="0" h="9811" w="3678">
                  <a:moveTo>
                    <a:pt x="126" y="1"/>
                  </a:moveTo>
                  <a:cubicBezTo>
                    <a:pt x="61" y="1"/>
                    <a:pt x="1" y="77"/>
                    <a:pt x="46" y="168"/>
                  </a:cubicBezTo>
                  <a:cubicBezTo>
                    <a:pt x="1505" y="3020"/>
                    <a:pt x="79" y="5429"/>
                    <a:pt x="318" y="8316"/>
                  </a:cubicBezTo>
                  <a:cubicBezTo>
                    <a:pt x="453" y="9742"/>
                    <a:pt x="2287" y="9810"/>
                    <a:pt x="3338" y="9810"/>
                  </a:cubicBezTo>
                  <a:cubicBezTo>
                    <a:pt x="3678" y="9810"/>
                    <a:pt x="3678" y="9335"/>
                    <a:pt x="3338" y="9300"/>
                  </a:cubicBezTo>
                  <a:cubicBezTo>
                    <a:pt x="2491" y="9199"/>
                    <a:pt x="997" y="9267"/>
                    <a:pt x="861" y="8113"/>
                  </a:cubicBezTo>
                  <a:cubicBezTo>
                    <a:pt x="793" y="7466"/>
                    <a:pt x="961" y="6787"/>
                    <a:pt x="1065" y="6144"/>
                  </a:cubicBezTo>
                  <a:cubicBezTo>
                    <a:pt x="1336" y="3971"/>
                    <a:pt x="1472" y="1966"/>
                    <a:pt x="214" y="65"/>
                  </a:cubicBezTo>
                  <a:cubicBezTo>
                    <a:pt x="192" y="20"/>
                    <a:pt x="158" y="1"/>
                    <a:pt x="126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42"/>
            <p:cNvSpPr/>
            <p:nvPr/>
          </p:nvSpPr>
          <p:spPr>
            <a:xfrm>
              <a:off x="1475411" y="2339609"/>
              <a:ext cx="106968" cy="118582"/>
            </a:xfrm>
            <a:custGeom>
              <a:rect b="b" l="l" r="r" t="t"/>
              <a:pathLst>
                <a:path extrusionOk="0" h="4217" w="3804">
                  <a:moveTo>
                    <a:pt x="1737" y="588"/>
                  </a:moveTo>
                  <a:cubicBezTo>
                    <a:pt x="1758" y="588"/>
                    <a:pt x="1779" y="589"/>
                    <a:pt x="1802" y="592"/>
                  </a:cubicBezTo>
                  <a:cubicBezTo>
                    <a:pt x="2141" y="660"/>
                    <a:pt x="2377" y="931"/>
                    <a:pt x="2581" y="1203"/>
                  </a:cubicBezTo>
                  <a:cubicBezTo>
                    <a:pt x="2956" y="1746"/>
                    <a:pt x="3160" y="2561"/>
                    <a:pt x="2820" y="3172"/>
                  </a:cubicBezTo>
                  <a:cubicBezTo>
                    <a:pt x="2598" y="3570"/>
                    <a:pt x="2272" y="3744"/>
                    <a:pt x="1942" y="3744"/>
                  </a:cubicBezTo>
                  <a:cubicBezTo>
                    <a:pt x="1567" y="3744"/>
                    <a:pt x="1187" y="3518"/>
                    <a:pt x="951" y="3140"/>
                  </a:cubicBezTo>
                  <a:cubicBezTo>
                    <a:pt x="544" y="2493"/>
                    <a:pt x="443" y="1578"/>
                    <a:pt x="816" y="899"/>
                  </a:cubicBezTo>
                  <a:lnTo>
                    <a:pt x="816" y="899"/>
                  </a:lnTo>
                  <a:cubicBezTo>
                    <a:pt x="850" y="915"/>
                    <a:pt x="884" y="923"/>
                    <a:pt x="917" y="923"/>
                  </a:cubicBezTo>
                  <a:cubicBezTo>
                    <a:pt x="951" y="923"/>
                    <a:pt x="985" y="915"/>
                    <a:pt x="1019" y="899"/>
                  </a:cubicBezTo>
                  <a:cubicBezTo>
                    <a:pt x="1271" y="773"/>
                    <a:pt x="1465" y="588"/>
                    <a:pt x="1737" y="588"/>
                  </a:cubicBezTo>
                  <a:close/>
                  <a:moveTo>
                    <a:pt x="1531" y="0"/>
                  </a:moveTo>
                  <a:cubicBezTo>
                    <a:pt x="1199" y="0"/>
                    <a:pt x="887" y="149"/>
                    <a:pt x="680" y="524"/>
                  </a:cubicBezTo>
                  <a:cubicBezTo>
                    <a:pt x="647" y="559"/>
                    <a:pt x="647" y="592"/>
                    <a:pt x="647" y="627"/>
                  </a:cubicBezTo>
                  <a:lnTo>
                    <a:pt x="612" y="660"/>
                  </a:lnTo>
                  <a:cubicBezTo>
                    <a:pt x="1" y="1510"/>
                    <a:pt x="104" y="2765"/>
                    <a:pt x="715" y="3580"/>
                  </a:cubicBezTo>
                  <a:cubicBezTo>
                    <a:pt x="1031" y="4012"/>
                    <a:pt x="1452" y="4216"/>
                    <a:pt x="1884" y="4216"/>
                  </a:cubicBezTo>
                  <a:cubicBezTo>
                    <a:pt x="2334" y="4216"/>
                    <a:pt x="2795" y="3995"/>
                    <a:pt x="3160" y="3580"/>
                  </a:cubicBezTo>
                  <a:cubicBezTo>
                    <a:pt x="3803" y="2800"/>
                    <a:pt x="3464" y="1578"/>
                    <a:pt x="2956" y="831"/>
                  </a:cubicBezTo>
                  <a:cubicBezTo>
                    <a:pt x="2662" y="389"/>
                    <a:pt x="2069" y="0"/>
                    <a:pt x="1531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42"/>
            <p:cNvSpPr/>
            <p:nvPr/>
          </p:nvSpPr>
          <p:spPr>
            <a:xfrm>
              <a:off x="1985221" y="2326899"/>
              <a:ext cx="106041" cy="117935"/>
            </a:xfrm>
            <a:custGeom>
              <a:rect b="b" l="l" r="r" t="t"/>
              <a:pathLst>
                <a:path extrusionOk="0" h="4194" w="3771">
                  <a:moveTo>
                    <a:pt x="1730" y="565"/>
                  </a:moveTo>
                  <a:cubicBezTo>
                    <a:pt x="1753" y="565"/>
                    <a:pt x="1777" y="566"/>
                    <a:pt x="1801" y="568"/>
                  </a:cubicBezTo>
                  <a:cubicBezTo>
                    <a:pt x="2105" y="636"/>
                    <a:pt x="2344" y="908"/>
                    <a:pt x="2548" y="1180"/>
                  </a:cubicBezTo>
                  <a:cubicBezTo>
                    <a:pt x="2920" y="1723"/>
                    <a:pt x="3124" y="2538"/>
                    <a:pt x="2785" y="3184"/>
                  </a:cubicBezTo>
                  <a:cubicBezTo>
                    <a:pt x="2567" y="3571"/>
                    <a:pt x="2251" y="3739"/>
                    <a:pt x="1929" y="3739"/>
                  </a:cubicBezTo>
                  <a:cubicBezTo>
                    <a:pt x="1547" y="3739"/>
                    <a:pt x="1157" y="3503"/>
                    <a:pt x="918" y="3116"/>
                  </a:cubicBezTo>
                  <a:cubicBezTo>
                    <a:pt x="511" y="2470"/>
                    <a:pt x="443" y="1554"/>
                    <a:pt x="783" y="875"/>
                  </a:cubicBezTo>
                  <a:lnTo>
                    <a:pt x="783" y="875"/>
                  </a:lnTo>
                  <a:cubicBezTo>
                    <a:pt x="817" y="892"/>
                    <a:pt x="851" y="900"/>
                    <a:pt x="885" y="900"/>
                  </a:cubicBezTo>
                  <a:cubicBezTo>
                    <a:pt x="918" y="900"/>
                    <a:pt x="952" y="892"/>
                    <a:pt x="986" y="875"/>
                  </a:cubicBezTo>
                  <a:cubicBezTo>
                    <a:pt x="1238" y="749"/>
                    <a:pt x="1432" y="565"/>
                    <a:pt x="1730" y="565"/>
                  </a:cubicBezTo>
                  <a:close/>
                  <a:moveTo>
                    <a:pt x="1511" y="1"/>
                  </a:moveTo>
                  <a:cubicBezTo>
                    <a:pt x="1179" y="1"/>
                    <a:pt x="864" y="142"/>
                    <a:pt x="647" y="501"/>
                  </a:cubicBezTo>
                  <a:cubicBezTo>
                    <a:pt x="647" y="536"/>
                    <a:pt x="612" y="568"/>
                    <a:pt x="612" y="604"/>
                  </a:cubicBezTo>
                  <a:cubicBezTo>
                    <a:pt x="612" y="636"/>
                    <a:pt x="579" y="636"/>
                    <a:pt x="579" y="672"/>
                  </a:cubicBezTo>
                  <a:cubicBezTo>
                    <a:pt x="0" y="1486"/>
                    <a:pt x="68" y="2741"/>
                    <a:pt x="679" y="3556"/>
                  </a:cubicBezTo>
                  <a:cubicBezTo>
                    <a:pt x="996" y="3989"/>
                    <a:pt x="1426" y="4193"/>
                    <a:pt x="1863" y="4193"/>
                  </a:cubicBezTo>
                  <a:cubicBezTo>
                    <a:pt x="2317" y="4193"/>
                    <a:pt x="2778" y="3972"/>
                    <a:pt x="3124" y="3556"/>
                  </a:cubicBezTo>
                  <a:cubicBezTo>
                    <a:pt x="3771" y="2777"/>
                    <a:pt x="3431" y="1554"/>
                    <a:pt x="2956" y="807"/>
                  </a:cubicBezTo>
                  <a:cubicBezTo>
                    <a:pt x="2660" y="385"/>
                    <a:pt x="2060" y="1"/>
                    <a:pt x="1511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42"/>
            <p:cNvSpPr/>
            <p:nvPr/>
          </p:nvSpPr>
          <p:spPr>
            <a:xfrm>
              <a:off x="1703955" y="2426860"/>
              <a:ext cx="131461" cy="98814"/>
            </a:xfrm>
            <a:custGeom>
              <a:rect b="b" l="l" r="r" t="t"/>
              <a:pathLst>
                <a:path extrusionOk="0" h="3514" w="4675">
                  <a:moveTo>
                    <a:pt x="2947" y="464"/>
                  </a:moveTo>
                  <a:cubicBezTo>
                    <a:pt x="2978" y="464"/>
                    <a:pt x="3011" y="478"/>
                    <a:pt x="3044" y="512"/>
                  </a:cubicBezTo>
                  <a:cubicBezTo>
                    <a:pt x="3248" y="680"/>
                    <a:pt x="3316" y="1020"/>
                    <a:pt x="3384" y="1291"/>
                  </a:cubicBezTo>
                  <a:cubicBezTo>
                    <a:pt x="3417" y="1327"/>
                    <a:pt x="3417" y="1395"/>
                    <a:pt x="3417" y="1463"/>
                  </a:cubicBezTo>
                  <a:cubicBezTo>
                    <a:pt x="2909" y="1563"/>
                    <a:pt x="2398" y="1631"/>
                    <a:pt x="1890" y="1666"/>
                  </a:cubicBezTo>
                  <a:cubicBezTo>
                    <a:pt x="1890" y="1395"/>
                    <a:pt x="1923" y="1088"/>
                    <a:pt x="2059" y="851"/>
                  </a:cubicBezTo>
                  <a:cubicBezTo>
                    <a:pt x="2126" y="884"/>
                    <a:pt x="2194" y="952"/>
                    <a:pt x="2262" y="1020"/>
                  </a:cubicBezTo>
                  <a:cubicBezTo>
                    <a:pt x="2300" y="1070"/>
                    <a:pt x="2352" y="1092"/>
                    <a:pt x="2405" y="1092"/>
                  </a:cubicBezTo>
                  <a:cubicBezTo>
                    <a:pt x="2497" y="1092"/>
                    <a:pt x="2594" y="1026"/>
                    <a:pt x="2637" y="919"/>
                  </a:cubicBezTo>
                  <a:cubicBezTo>
                    <a:pt x="2664" y="833"/>
                    <a:pt x="2788" y="464"/>
                    <a:pt x="2947" y="464"/>
                  </a:cubicBezTo>
                  <a:close/>
                  <a:moveTo>
                    <a:pt x="3452" y="1970"/>
                  </a:moveTo>
                  <a:cubicBezTo>
                    <a:pt x="3452" y="2288"/>
                    <a:pt x="3355" y="2580"/>
                    <a:pt x="3078" y="2580"/>
                  </a:cubicBezTo>
                  <a:cubicBezTo>
                    <a:pt x="3028" y="2580"/>
                    <a:pt x="2971" y="2570"/>
                    <a:pt x="2909" y="2549"/>
                  </a:cubicBezTo>
                  <a:cubicBezTo>
                    <a:pt x="2883" y="2540"/>
                    <a:pt x="2854" y="2536"/>
                    <a:pt x="2826" y="2536"/>
                  </a:cubicBezTo>
                  <a:cubicBezTo>
                    <a:pt x="2743" y="2536"/>
                    <a:pt x="2661" y="2574"/>
                    <a:pt x="2637" y="2650"/>
                  </a:cubicBezTo>
                  <a:cubicBezTo>
                    <a:pt x="2606" y="2681"/>
                    <a:pt x="2469" y="3006"/>
                    <a:pt x="2367" y="3006"/>
                  </a:cubicBezTo>
                  <a:cubicBezTo>
                    <a:pt x="2354" y="3006"/>
                    <a:pt x="2342" y="3001"/>
                    <a:pt x="2330" y="2989"/>
                  </a:cubicBezTo>
                  <a:cubicBezTo>
                    <a:pt x="2194" y="2889"/>
                    <a:pt x="2162" y="2617"/>
                    <a:pt x="2162" y="2446"/>
                  </a:cubicBezTo>
                  <a:cubicBezTo>
                    <a:pt x="2133" y="2334"/>
                    <a:pt x="2035" y="2268"/>
                    <a:pt x="1946" y="2268"/>
                  </a:cubicBezTo>
                  <a:cubicBezTo>
                    <a:pt x="1927" y="2268"/>
                    <a:pt x="1908" y="2271"/>
                    <a:pt x="1890" y="2277"/>
                  </a:cubicBezTo>
                  <a:lnTo>
                    <a:pt x="1890" y="2074"/>
                  </a:lnTo>
                  <a:cubicBezTo>
                    <a:pt x="2398" y="2074"/>
                    <a:pt x="2941" y="2038"/>
                    <a:pt x="3452" y="1970"/>
                  </a:cubicBezTo>
                  <a:close/>
                  <a:moveTo>
                    <a:pt x="2916" y="0"/>
                  </a:moveTo>
                  <a:cubicBezTo>
                    <a:pt x="2688" y="0"/>
                    <a:pt x="2503" y="222"/>
                    <a:pt x="2365" y="444"/>
                  </a:cubicBezTo>
                  <a:lnTo>
                    <a:pt x="2262" y="341"/>
                  </a:lnTo>
                  <a:cubicBezTo>
                    <a:pt x="2221" y="259"/>
                    <a:pt x="2130" y="214"/>
                    <a:pt x="2043" y="214"/>
                  </a:cubicBezTo>
                  <a:cubicBezTo>
                    <a:pt x="1986" y="214"/>
                    <a:pt x="1930" y="233"/>
                    <a:pt x="1890" y="273"/>
                  </a:cubicBezTo>
                  <a:cubicBezTo>
                    <a:pt x="1551" y="648"/>
                    <a:pt x="1447" y="1156"/>
                    <a:pt x="1415" y="1666"/>
                  </a:cubicBezTo>
                  <a:cubicBezTo>
                    <a:pt x="1040" y="1666"/>
                    <a:pt x="668" y="1631"/>
                    <a:pt x="260" y="1495"/>
                  </a:cubicBezTo>
                  <a:cubicBezTo>
                    <a:pt x="251" y="1493"/>
                    <a:pt x="241" y="1492"/>
                    <a:pt x="232" y="1492"/>
                  </a:cubicBezTo>
                  <a:cubicBezTo>
                    <a:pt x="79" y="1492"/>
                    <a:pt x="0" y="1738"/>
                    <a:pt x="192" y="1802"/>
                  </a:cubicBezTo>
                  <a:cubicBezTo>
                    <a:pt x="600" y="1903"/>
                    <a:pt x="1007" y="2006"/>
                    <a:pt x="1415" y="2038"/>
                  </a:cubicBezTo>
                  <a:cubicBezTo>
                    <a:pt x="1447" y="2378"/>
                    <a:pt x="1515" y="2821"/>
                    <a:pt x="1754" y="2956"/>
                  </a:cubicBezTo>
                  <a:cubicBezTo>
                    <a:pt x="1822" y="3160"/>
                    <a:pt x="1958" y="3364"/>
                    <a:pt x="2162" y="3464"/>
                  </a:cubicBezTo>
                  <a:cubicBezTo>
                    <a:pt x="2230" y="3499"/>
                    <a:pt x="2295" y="3514"/>
                    <a:pt x="2358" y="3514"/>
                  </a:cubicBezTo>
                  <a:cubicBezTo>
                    <a:pt x="2607" y="3514"/>
                    <a:pt x="2814" y="3274"/>
                    <a:pt x="2977" y="3057"/>
                  </a:cubicBezTo>
                  <a:cubicBezTo>
                    <a:pt x="3011" y="3060"/>
                    <a:pt x="3045" y="3062"/>
                    <a:pt x="3077" y="3062"/>
                  </a:cubicBezTo>
                  <a:cubicBezTo>
                    <a:pt x="3676" y="3062"/>
                    <a:pt x="3861" y="2482"/>
                    <a:pt x="3892" y="1903"/>
                  </a:cubicBezTo>
                  <a:cubicBezTo>
                    <a:pt x="4063" y="1870"/>
                    <a:pt x="4267" y="1802"/>
                    <a:pt x="4435" y="1767"/>
                  </a:cubicBezTo>
                  <a:cubicBezTo>
                    <a:pt x="4674" y="1734"/>
                    <a:pt x="4639" y="1359"/>
                    <a:pt x="4403" y="1359"/>
                  </a:cubicBezTo>
                  <a:cubicBezTo>
                    <a:pt x="4199" y="1395"/>
                    <a:pt x="4028" y="1395"/>
                    <a:pt x="3859" y="1427"/>
                  </a:cubicBezTo>
                  <a:cubicBezTo>
                    <a:pt x="3824" y="1291"/>
                    <a:pt x="3791" y="1156"/>
                    <a:pt x="3756" y="1055"/>
                  </a:cubicBezTo>
                  <a:cubicBezTo>
                    <a:pt x="3656" y="648"/>
                    <a:pt x="3485" y="205"/>
                    <a:pt x="3077" y="37"/>
                  </a:cubicBezTo>
                  <a:cubicBezTo>
                    <a:pt x="3021" y="12"/>
                    <a:pt x="2968" y="0"/>
                    <a:pt x="2916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42"/>
            <p:cNvSpPr/>
            <p:nvPr/>
          </p:nvSpPr>
          <p:spPr>
            <a:xfrm>
              <a:off x="1542642" y="2881308"/>
              <a:ext cx="32085" cy="198471"/>
            </a:xfrm>
            <a:custGeom>
              <a:rect b="b" l="l" r="r" t="t"/>
              <a:pathLst>
                <a:path extrusionOk="0" h="7058" w="1141">
                  <a:moveTo>
                    <a:pt x="850" y="1"/>
                  </a:moveTo>
                  <a:cubicBezTo>
                    <a:pt x="721" y="1"/>
                    <a:pt x="598" y="78"/>
                    <a:pt x="598" y="240"/>
                  </a:cubicBezTo>
                  <a:cubicBezTo>
                    <a:pt x="598" y="2513"/>
                    <a:pt x="530" y="4654"/>
                    <a:pt x="22" y="6859"/>
                  </a:cubicBezTo>
                  <a:cubicBezTo>
                    <a:pt x="0" y="6984"/>
                    <a:pt x="81" y="7057"/>
                    <a:pt x="163" y="7057"/>
                  </a:cubicBezTo>
                  <a:cubicBezTo>
                    <a:pt x="215" y="7057"/>
                    <a:pt x="267" y="7028"/>
                    <a:pt x="293" y="6962"/>
                  </a:cubicBezTo>
                  <a:cubicBezTo>
                    <a:pt x="1108" y="4822"/>
                    <a:pt x="1141" y="2513"/>
                    <a:pt x="1141" y="272"/>
                  </a:cubicBezTo>
                  <a:cubicBezTo>
                    <a:pt x="1141" y="94"/>
                    <a:pt x="992" y="1"/>
                    <a:pt x="85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42"/>
            <p:cNvSpPr/>
            <p:nvPr/>
          </p:nvSpPr>
          <p:spPr>
            <a:xfrm>
              <a:off x="2124602" y="2824621"/>
              <a:ext cx="51375" cy="210169"/>
            </a:xfrm>
            <a:custGeom>
              <a:rect b="b" l="l" r="r" t="t"/>
              <a:pathLst>
                <a:path extrusionOk="0" h="7474" w="1827">
                  <a:moveTo>
                    <a:pt x="134" y="1"/>
                  </a:moveTo>
                  <a:cubicBezTo>
                    <a:pt x="67" y="1"/>
                    <a:pt x="0" y="44"/>
                    <a:pt x="0" y="115"/>
                  </a:cubicBezTo>
                  <a:cubicBezTo>
                    <a:pt x="172" y="2527"/>
                    <a:pt x="511" y="5040"/>
                    <a:pt x="1326" y="7313"/>
                  </a:cubicBezTo>
                  <a:cubicBezTo>
                    <a:pt x="1367" y="7425"/>
                    <a:pt x="1466" y="7474"/>
                    <a:pt x="1561" y="7474"/>
                  </a:cubicBezTo>
                  <a:cubicBezTo>
                    <a:pt x="1698" y="7474"/>
                    <a:pt x="1827" y="7373"/>
                    <a:pt x="1766" y="7213"/>
                  </a:cubicBezTo>
                  <a:cubicBezTo>
                    <a:pt x="1122" y="4869"/>
                    <a:pt x="579" y="2527"/>
                    <a:pt x="272" y="115"/>
                  </a:cubicBezTo>
                  <a:cubicBezTo>
                    <a:pt x="257" y="36"/>
                    <a:pt x="195" y="1"/>
                    <a:pt x="134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42"/>
            <p:cNvSpPr/>
            <p:nvPr/>
          </p:nvSpPr>
          <p:spPr>
            <a:xfrm>
              <a:off x="1837685" y="2778676"/>
              <a:ext cx="49829" cy="255442"/>
            </a:xfrm>
            <a:custGeom>
              <a:rect b="b" l="l" r="r" t="t"/>
              <a:pathLst>
                <a:path extrusionOk="0" h="9084" w="1772">
                  <a:moveTo>
                    <a:pt x="114" y="0"/>
                  </a:moveTo>
                  <a:cubicBezTo>
                    <a:pt x="56" y="0"/>
                    <a:pt x="0" y="44"/>
                    <a:pt x="19" y="120"/>
                  </a:cubicBezTo>
                  <a:cubicBezTo>
                    <a:pt x="665" y="3040"/>
                    <a:pt x="630" y="6063"/>
                    <a:pt x="1344" y="8947"/>
                  </a:cubicBezTo>
                  <a:cubicBezTo>
                    <a:pt x="1371" y="9042"/>
                    <a:pt x="1446" y="9083"/>
                    <a:pt x="1525" y="9083"/>
                  </a:cubicBezTo>
                  <a:cubicBezTo>
                    <a:pt x="1644" y="9083"/>
                    <a:pt x="1771" y="8989"/>
                    <a:pt x="1752" y="8847"/>
                  </a:cubicBezTo>
                  <a:cubicBezTo>
                    <a:pt x="1105" y="5927"/>
                    <a:pt x="937" y="2972"/>
                    <a:pt x="222" y="87"/>
                  </a:cubicBezTo>
                  <a:cubicBezTo>
                    <a:pt x="208" y="27"/>
                    <a:pt x="160" y="0"/>
                    <a:pt x="11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42"/>
            <p:cNvSpPr/>
            <p:nvPr/>
          </p:nvSpPr>
          <p:spPr>
            <a:xfrm>
              <a:off x="1877388" y="2805079"/>
              <a:ext cx="15382" cy="47298"/>
            </a:xfrm>
            <a:custGeom>
              <a:rect b="b" l="l" r="r" t="t"/>
              <a:pathLst>
                <a:path extrusionOk="0" h="1682" w="547">
                  <a:moveTo>
                    <a:pt x="126" y="1"/>
                  </a:moveTo>
                  <a:cubicBezTo>
                    <a:pt x="78" y="1"/>
                    <a:pt x="33" y="34"/>
                    <a:pt x="33" y="99"/>
                  </a:cubicBezTo>
                  <a:cubicBezTo>
                    <a:pt x="0" y="642"/>
                    <a:pt x="33" y="1117"/>
                    <a:pt x="236" y="1625"/>
                  </a:cubicBezTo>
                  <a:cubicBezTo>
                    <a:pt x="267" y="1665"/>
                    <a:pt x="308" y="1681"/>
                    <a:pt x="350" y="1681"/>
                  </a:cubicBezTo>
                  <a:cubicBezTo>
                    <a:pt x="449" y="1681"/>
                    <a:pt x="547" y="1585"/>
                    <a:pt x="475" y="1489"/>
                  </a:cubicBezTo>
                  <a:cubicBezTo>
                    <a:pt x="304" y="1049"/>
                    <a:pt x="272" y="574"/>
                    <a:pt x="236" y="131"/>
                  </a:cubicBezTo>
                  <a:cubicBezTo>
                    <a:pt x="236" y="43"/>
                    <a:pt x="180" y="1"/>
                    <a:pt x="126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42"/>
            <p:cNvSpPr/>
            <p:nvPr/>
          </p:nvSpPr>
          <p:spPr>
            <a:xfrm>
              <a:off x="1891672" y="2899332"/>
              <a:ext cx="12457" cy="31832"/>
            </a:xfrm>
            <a:custGeom>
              <a:rect b="b" l="l" r="r" t="t"/>
              <a:pathLst>
                <a:path extrusionOk="0" h="1132" w="443">
                  <a:moveTo>
                    <a:pt x="91" y="0"/>
                  </a:moveTo>
                  <a:cubicBezTo>
                    <a:pt x="44" y="0"/>
                    <a:pt x="0" y="26"/>
                    <a:pt x="0" y="74"/>
                  </a:cubicBezTo>
                  <a:cubicBezTo>
                    <a:pt x="0" y="210"/>
                    <a:pt x="35" y="310"/>
                    <a:pt x="103" y="414"/>
                  </a:cubicBezTo>
                  <a:cubicBezTo>
                    <a:pt x="171" y="617"/>
                    <a:pt x="239" y="821"/>
                    <a:pt x="239" y="1025"/>
                  </a:cubicBezTo>
                  <a:cubicBezTo>
                    <a:pt x="239" y="1097"/>
                    <a:pt x="297" y="1131"/>
                    <a:pt x="351" y="1131"/>
                  </a:cubicBezTo>
                  <a:cubicBezTo>
                    <a:pt x="399" y="1131"/>
                    <a:pt x="443" y="1105"/>
                    <a:pt x="443" y="1057"/>
                  </a:cubicBezTo>
                  <a:cubicBezTo>
                    <a:pt x="443" y="854"/>
                    <a:pt x="407" y="685"/>
                    <a:pt x="340" y="514"/>
                  </a:cubicBezTo>
                  <a:cubicBezTo>
                    <a:pt x="272" y="378"/>
                    <a:pt x="204" y="242"/>
                    <a:pt x="204" y="107"/>
                  </a:cubicBezTo>
                  <a:cubicBezTo>
                    <a:pt x="204" y="34"/>
                    <a:pt x="146" y="0"/>
                    <a:pt x="91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42"/>
            <p:cNvSpPr/>
            <p:nvPr/>
          </p:nvSpPr>
          <p:spPr>
            <a:xfrm>
              <a:off x="1896846" y="2951997"/>
              <a:ext cx="20668" cy="79776"/>
            </a:xfrm>
            <a:custGeom>
              <a:rect b="b" l="l" r="r" t="t"/>
              <a:pathLst>
                <a:path extrusionOk="0" h="2837" w="735">
                  <a:moveTo>
                    <a:pt x="148" y="1"/>
                  </a:moveTo>
                  <a:cubicBezTo>
                    <a:pt x="72" y="1"/>
                    <a:pt x="1" y="56"/>
                    <a:pt x="20" y="135"/>
                  </a:cubicBezTo>
                  <a:cubicBezTo>
                    <a:pt x="223" y="1018"/>
                    <a:pt x="259" y="1901"/>
                    <a:pt x="530" y="2751"/>
                  </a:cubicBezTo>
                  <a:cubicBezTo>
                    <a:pt x="545" y="2810"/>
                    <a:pt x="585" y="2837"/>
                    <a:pt x="626" y="2837"/>
                  </a:cubicBezTo>
                  <a:cubicBezTo>
                    <a:pt x="680" y="2837"/>
                    <a:pt x="734" y="2792"/>
                    <a:pt x="734" y="2715"/>
                  </a:cubicBezTo>
                  <a:cubicBezTo>
                    <a:pt x="598" y="1833"/>
                    <a:pt x="495" y="950"/>
                    <a:pt x="291" y="102"/>
                  </a:cubicBezTo>
                  <a:cubicBezTo>
                    <a:pt x="263" y="30"/>
                    <a:pt x="204" y="1"/>
                    <a:pt x="148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42"/>
            <p:cNvSpPr/>
            <p:nvPr/>
          </p:nvSpPr>
          <p:spPr>
            <a:xfrm>
              <a:off x="1190912" y="1614437"/>
              <a:ext cx="1225020" cy="1217990"/>
            </a:xfrm>
            <a:custGeom>
              <a:rect b="b" l="l" r="r" t="t"/>
              <a:pathLst>
                <a:path extrusionOk="0" h="43314" w="43564">
                  <a:moveTo>
                    <a:pt x="19959" y="0"/>
                  </a:moveTo>
                  <a:cubicBezTo>
                    <a:pt x="14320" y="0"/>
                    <a:pt x="9255" y="2872"/>
                    <a:pt x="5705" y="7539"/>
                  </a:cubicBezTo>
                  <a:cubicBezTo>
                    <a:pt x="1087" y="13616"/>
                    <a:pt x="1" y="21732"/>
                    <a:pt x="1055" y="29133"/>
                  </a:cubicBezTo>
                  <a:cubicBezTo>
                    <a:pt x="1766" y="34191"/>
                    <a:pt x="3668" y="39047"/>
                    <a:pt x="6623" y="43258"/>
                  </a:cubicBezTo>
                  <a:cubicBezTo>
                    <a:pt x="6652" y="43297"/>
                    <a:pt x="6694" y="43314"/>
                    <a:pt x="6735" y="43314"/>
                  </a:cubicBezTo>
                  <a:cubicBezTo>
                    <a:pt x="6834" y="43314"/>
                    <a:pt x="6932" y="43218"/>
                    <a:pt x="6859" y="43122"/>
                  </a:cubicBezTo>
                  <a:cubicBezTo>
                    <a:pt x="2345" y="36024"/>
                    <a:pt x="308" y="27368"/>
                    <a:pt x="1598" y="19048"/>
                  </a:cubicBezTo>
                  <a:cubicBezTo>
                    <a:pt x="2820" y="10967"/>
                    <a:pt x="8049" y="2786"/>
                    <a:pt x="16434" y="917"/>
                  </a:cubicBezTo>
                  <a:cubicBezTo>
                    <a:pt x="17589" y="661"/>
                    <a:pt x="18753" y="541"/>
                    <a:pt x="19913" y="541"/>
                  </a:cubicBezTo>
                  <a:cubicBezTo>
                    <a:pt x="26602" y="541"/>
                    <a:pt x="33162" y="4552"/>
                    <a:pt x="37009" y="9848"/>
                  </a:cubicBezTo>
                  <a:cubicBezTo>
                    <a:pt x="43360" y="18505"/>
                    <a:pt x="40337" y="29677"/>
                    <a:pt x="37756" y="39148"/>
                  </a:cubicBezTo>
                  <a:cubicBezTo>
                    <a:pt x="37588" y="39759"/>
                    <a:pt x="37452" y="40338"/>
                    <a:pt x="37281" y="40949"/>
                  </a:cubicBezTo>
                  <a:cubicBezTo>
                    <a:pt x="37200" y="41210"/>
                    <a:pt x="37406" y="41376"/>
                    <a:pt x="37615" y="41376"/>
                  </a:cubicBezTo>
                  <a:cubicBezTo>
                    <a:pt x="37759" y="41376"/>
                    <a:pt x="37905" y="41297"/>
                    <a:pt x="37960" y="41117"/>
                  </a:cubicBezTo>
                  <a:cubicBezTo>
                    <a:pt x="40304" y="32154"/>
                    <a:pt x="43563" y="22003"/>
                    <a:pt x="39557" y="12972"/>
                  </a:cubicBezTo>
                  <a:cubicBezTo>
                    <a:pt x="36705" y="6621"/>
                    <a:pt x="30458" y="1868"/>
                    <a:pt x="23667" y="409"/>
                  </a:cubicBezTo>
                  <a:cubicBezTo>
                    <a:pt x="22411" y="133"/>
                    <a:pt x="21171" y="0"/>
                    <a:pt x="19959" y="0"/>
                  </a:cubicBezTo>
                  <a:close/>
                </a:path>
              </a:pathLst>
            </a:custGeom>
            <a:solidFill>
              <a:srgbClr val="181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42"/>
            <p:cNvSpPr/>
            <p:nvPr/>
          </p:nvSpPr>
          <p:spPr>
            <a:xfrm>
              <a:off x="1548378" y="1889434"/>
              <a:ext cx="21624" cy="113520"/>
            </a:xfrm>
            <a:custGeom>
              <a:rect b="b" l="l" r="r" t="t"/>
              <a:pathLst>
                <a:path extrusionOk="0" h="4037" w="769">
                  <a:moveTo>
                    <a:pt x="441" y="0"/>
                  </a:moveTo>
                  <a:cubicBezTo>
                    <a:pt x="343" y="0"/>
                    <a:pt x="241" y="68"/>
                    <a:pt x="225" y="204"/>
                  </a:cubicBezTo>
                  <a:cubicBezTo>
                    <a:pt x="89" y="1426"/>
                    <a:pt x="89" y="2649"/>
                    <a:pt x="21" y="3871"/>
                  </a:cubicBezTo>
                  <a:cubicBezTo>
                    <a:pt x="0" y="3971"/>
                    <a:pt x="101" y="4036"/>
                    <a:pt x="186" y="4036"/>
                  </a:cubicBezTo>
                  <a:cubicBezTo>
                    <a:pt x="243" y="4036"/>
                    <a:pt x="293" y="4007"/>
                    <a:pt x="293" y="3939"/>
                  </a:cubicBezTo>
                  <a:cubicBezTo>
                    <a:pt x="497" y="2716"/>
                    <a:pt x="768" y="1426"/>
                    <a:pt x="633" y="204"/>
                  </a:cubicBezTo>
                  <a:cubicBezTo>
                    <a:pt x="633" y="68"/>
                    <a:pt x="539" y="0"/>
                    <a:pt x="441" y="0"/>
                  </a:cubicBezTo>
                  <a:close/>
                </a:path>
              </a:pathLst>
            </a:custGeom>
            <a:solidFill>
              <a:srgbClr val="181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42"/>
            <p:cNvSpPr/>
            <p:nvPr/>
          </p:nvSpPr>
          <p:spPr>
            <a:xfrm>
              <a:off x="1676906" y="1836656"/>
              <a:ext cx="15747" cy="160200"/>
            </a:xfrm>
            <a:custGeom>
              <a:rect b="b" l="l" r="r" t="t"/>
              <a:pathLst>
                <a:path extrusionOk="0" h="5697" w="560">
                  <a:moveTo>
                    <a:pt x="381" y="0"/>
                  </a:moveTo>
                  <a:cubicBezTo>
                    <a:pt x="288" y="0"/>
                    <a:pt x="186" y="60"/>
                    <a:pt x="168" y="180"/>
                  </a:cubicBezTo>
                  <a:cubicBezTo>
                    <a:pt x="0" y="1945"/>
                    <a:pt x="136" y="3743"/>
                    <a:pt x="68" y="5544"/>
                  </a:cubicBezTo>
                  <a:cubicBezTo>
                    <a:pt x="68" y="5646"/>
                    <a:pt x="144" y="5697"/>
                    <a:pt x="220" y="5697"/>
                  </a:cubicBezTo>
                  <a:cubicBezTo>
                    <a:pt x="296" y="5697"/>
                    <a:pt x="372" y="5646"/>
                    <a:pt x="372" y="5544"/>
                  </a:cubicBezTo>
                  <a:cubicBezTo>
                    <a:pt x="440" y="3779"/>
                    <a:pt x="340" y="1978"/>
                    <a:pt x="543" y="180"/>
                  </a:cubicBezTo>
                  <a:cubicBezTo>
                    <a:pt x="560" y="60"/>
                    <a:pt x="475" y="0"/>
                    <a:pt x="381" y="0"/>
                  </a:cubicBezTo>
                  <a:close/>
                </a:path>
              </a:pathLst>
            </a:custGeom>
            <a:solidFill>
              <a:srgbClr val="181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42"/>
            <p:cNvSpPr/>
            <p:nvPr/>
          </p:nvSpPr>
          <p:spPr>
            <a:xfrm>
              <a:off x="1763735" y="1923795"/>
              <a:ext cx="15297" cy="76261"/>
            </a:xfrm>
            <a:custGeom>
              <a:rect b="b" l="l" r="r" t="t"/>
              <a:pathLst>
                <a:path extrusionOk="0" h="2712" w="544">
                  <a:moveTo>
                    <a:pt x="272" y="1"/>
                  </a:moveTo>
                  <a:cubicBezTo>
                    <a:pt x="170" y="1"/>
                    <a:pt x="68" y="68"/>
                    <a:pt x="68" y="204"/>
                  </a:cubicBezTo>
                  <a:cubicBezTo>
                    <a:pt x="104" y="984"/>
                    <a:pt x="0" y="1799"/>
                    <a:pt x="36" y="2581"/>
                  </a:cubicBezTo>
                  <a:cubicBezTo>
                    <a:pt x="36" y="2670"/>
                    <a:pt x="82" y="2712"/>
                    <a:pt x="132" y="2712"/>
                  </a:cubicBezTo>
                  <a:cubicBezTo>
                    <a:pt x="176" y="2712"/>
                    <a:pt x="223" y="2678"/>
                    <a:pt x="239" y="2614"/>
                  </a:cubicBezTo>
                  <a:cubicBezTo>
                    <a:pt x="544" y="1902"/>
                    <a:pt x="476" y="984"/>
                    <a:pt x="476" y="204"/>
                  </a:cubicBezTo>
                  <a:cubicBezTo>
                    <a:pt x="476" y="68"/>
                    <a:pt x="374" y="1"/>
                    <a:pt x="272" y="1"/>
                  </a:cubicBezTo>
                  <a:close/>
                </a:path>
              </a:pathLst>
            </a:custGeom>
            <a:solidFill>
              <a:srgbClr val="181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42"/>
            <p:cNvSpPr/>
            <p:nvPr/>
          </p:nvSpPr>
          <p:spPr>
            <a:xfrm>
              <a:off x="1853459" y="1866855"/>
              <a:ext cx="17238" cy="124150"/>
            </a:xfrm>
            <a:custGeom>
              <a:rect b="b" l="l" r="r" t="t"/>
              <a:pathLst>
                <a:path extrusionOk="0" h="4415" w="613">
                  <a:moveTo>
                    <a:pt x="281" y="0"/>
                  </a:moveTo>
                  <a:cubicBezTo>
                    <a:pt x="191" y="0"/>
                    <a:pt x="104" y="61"/>
                    <a:pt x="104" y="192"/>
                  </a:cubicBezTo>
                  <a:cubicBezTo>
                    <a:pt x="1" y="1550"/>
                    <a:pt x="69" y="3009"/>
                    <a:pt x="273" y="4367"/>
                  </a:cubicBezTo>
                  <a:cubicBezTo>
                    <a:pt x="289" y="4398"/>
                    <a:pt x="325" y="4414"/>
                    <a:pt x="360" y="4414"/>
                  </a:cubicBezTo>
                  <a:cubicBezTo>
                    <a:pt x="403" y="4414"/>
                    <a:pt x="444" y="4390"/>
                    <a:pt x="444" y="4334"/>
                  </a:cubicBezTo>
                  <a:cubicBezTo>
                    <a:pt x="376" y="2976"/>
                    <a:pt x="612" y="1583"/>
                    <a:pt x="476" y="192"/>
                  </a:cubicBezTo>
                  <a:cubicBezTo>
                    <a:pt x="476" y="69"/>
                    <a:pt x="377" y="0"/>
                    <a:pt x="281" y="0"/>
                  </a:cubicBezTo>
                  <a:close/>
                </a:path>
              </a:pathLst>
            </a:custGeom>
            <a:solidFill>
              <a:srgbClr val="181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42"/>
            <p:cNvSpPr/>
            <p:nvPr/>
          </p:nvSpPr>
          <p:spPr>
            <a:xfrm>
              <a:off x="1946109" y="1906615"/>
              <a:ext cx="15297" cy="85963"/>
            </a:xfrm>
            <a:custGeom>
              <a:rect b="b" l="l" r="r" t="t"/>
              <a:pathLst>
                <a:path extrusionOk="0" h="3057" w="544">
                  <a:moveTo>
                    <a:pt x="272" y="0"/>
                  </a:moveTo>
                  <a:cubicBezTo>
                    <a:pt x="170" y="0"/>
                    <a:pt x="69" y="68"/>
                    <a:pt x="69" y="204"/>
                  </a:cubicBezTo>
                  <a:cubicBezTo>
                    <a:pt x="1" y="1087"/>
                    <a:pt x="1" y="1970"/>
                    <a:pt x="1" y="2852"/>
                  </a:cubicBezTo>
                  <a:cubicBezTo>
                    <a:pt x="1" y="2988"/>
                    <a:pt x="103" y="3056"/>
                    <a:pt x="204" y="3056"/>
                  </a:cubicBezTo>
                  <a:cubicBezTo>
                    <a:pt x="306" y="3056"/>
                    <a:pt x="408" y="2988"/>
                    <a:pt x="408" y="2852"/>
                  </a:cubicBezTo>
                  <a:cubicBezTo>
                    <a:pt x="408" y="2002"/>
                    <a:pt x="544" y="1087"/>
                    <a:pt x="476" y="204"/>
                  </a:cubicBezTo>
                  <a:cubicBezTo>
                    <a:pt x="476" y="68"/>
                    <a:pt x="374" y="0"/>
                    <a:pt x="272" y="0"/>
                  </a:cubicBezTo>
                  <a:close/>
                </a:path>
              </a:pathLst>
            </a:custGeom>
            <a:solidFill>
              <a:srgbClr val="181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42"/>
            <p:cNvSpPr/>
            <p:nvPr/>
          </p:nvSpPr>
          <p:spPr>
            <a:xfrm>
              <a:off x="2048065" y="1886088"/>
              <a:ext cx="22637" cy="101738"/>
            </a:xfrm>
            <a:custGeom>
              <a:rect b="b" l="l" r="r" t="t"/>
              <a:pathLst>
                <a:path extrusionOk="0" h="3618" w="805">
                  <a:moveTo>
                    <a:pt x="545" y="0"/>
                  </a:moveTo>
                  <a:cubicBezTo>
                    <a:pt x="414" y="0"/>
                    <a:pt x="278" y="85"/>
                    <a:pt x="278" y="255"/>
                  </a:cubicBezTo>
                  <a:cubicBezTo>
                    <a:pt x="210" y="1274"/>
                    <a:pt x="210" y="2292"/>
                    <a:pt x="42" y="3311"/>
                  </a:cubicBezTo>
                  <a:cubicBezTo>
                    <a:pt x="0" y="3495"/>
                    <a:pt x="146" y="3618"/>
                    <a:pt x="282" y="3618"/>
                  </a:cubicBezTo>
                  <a:cubicBezTo>
                    <a:pt x="371" y="3618"/>
                    <a:pt x="455" y="3566"/>
                    <a:pt x="482" y="3447"/>
                  </a:cubicBezTo>
                  <a:cubicBezTo>
                    <a:pt x="685" y="2393"/>
                    <a:pt x="721" y="1342"/>
                    <a:pt x="789" y="255"/>
                  </a:cubicBezTo>
                  <a:cubicBezTo>
                    <a:pt x="805" y="85"/>
                    <a:pt x="677" y="0"/>
                    <a:pt x="545" y="0"/>
                  </a:cubicBezTo>
                  <a:close/>
                </a:path>
              </a:pathLst>
            </a:custGeom>
            <a:solidFill>
              <a:srgbClr val="181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42"/>
            <p:cNvSpPr/>
            <p:nvPr/>
          </p:nvSpPr>
          <p:spPr>
            <a:xfrm>
              <a:off x="1431491" y="1694546"/>
              <a:ext cx="214893" cy="195575"/>
            </a:xfrm>
            <a:custGeom>
              <a:rect b="b" l="l" r="r" t="t"/>
              <a:pathLst>
                <a:path extrusionOk="0" h="6955" w="7642">
                  <a:moveTo>
                    <a:pt x="6510" y="346"/>
                  </a:moveTo>
                  <a:cubicBezTo>
                    <a:pt x="6669" y="346"/>
                    <a:pt x="6794" y="413"/>
                    <a:pt x="6859" y="581"/>
                  </a:cubicBezTo>
                  <a:cubicBezTo>
                    <a:pt x="6995" y="1024"/>
                    <a:pt x="5977" y="1838"/>
                    <a:pt x="5740" y="2110"/>
                  </a:cubicBezTo>
                  <a:cubicBezTo>
                    <a:pt x="5501" y="2314"/>
                    <a:pt x="5129" y="2585"/>
                    <a:pt x="4857" y="2857"/>
                  </a:cubicBezTo>
                  <a:cubicBezTo>
                    <a:pt x="4822" y="2721"/>
                    <a:pt x="4722" y="2618"/>
                    <a:pt x="4618" y="2517"/>
                  </a:cubicBezTo>
                  <a:cubicBezTo>
                    <a:pt x="4654" y="2482"/>
                    <a:pt x="4686" y="2482"/>
                    <a:pt x="4686" y="2450"/>
                  </a:cubicBezTo>
                  <a:cubicBezTo>
                    <a:pt x="4857" y="2246"/>
                    <a:pt x="5094" y="2042"/>
                    <a:pt x="5298" y="1838"/>
                  </a:cubicBezTo>
                  <a:cubicBezTo>
                    <a:pt x="5501" y="1635"/>
                    <a:pt x="5773" y="1464"/>
                    <a:pt x="5977" y="1227"/>
                  </a:cubicBezTo>
                  <a:cubicBezTo>
                    <a:pt x="6063" y="1141"/>
                    <a:pt x="6004" y="1008"/>
                    <a:pt x="5903" y="1008"/>
                  </a:cubicBezTo>
                  <a:cubicBezTo>
                    <a:pt x="5883" y="1008"/>
                    <a:pt x="5862" y="1013"/>
                    <a:pt x="5841" y="1024"/>
                  </a:cubicBezTo>
                  <a:cubicBezTo>
                    <a:pt x="5333" y="1328"/>
                    <a:pt x="4857" y="1871"/>
                    <a:pt x="4483" y="2346"/>
                  </a:cubicBezTo>
                  <a:lnTo>
                    <a:pt x="4450" y="2382"/>
                  </a:lnTo>
                  <a:cubicBezTo>
                    <a:pt x="4347" y="2314"/>
                    <a:pt x="4246" y="2246"/>
                    <a:pt x="4143" y="2211"/>
                  </a:cubicBezTo>
                  <a:lnTo>
                    <a:pt x="4075" y="2211"/>
                  </a:lnTo>
                  <a:cubicBezTo>
                    <a:pt x="4279" y="1939"/>
                    <a:pt x="4483" y="1703"/>
                    <a:pt x="4722" y="1431"/>
                  </a:cubicBezTo>
                  <a:cubicBezTo>
                    <a:pt x="4907" y="1243"/>
                    <a:pt x="5931" y="346"/>
                    <a:pt x="6510" y="346"/>
                  </a:cubicBezTo>
                  <a:close/>
                  <a:moveTo>
                    <a:pt x="4007" y="2721"/>
                  </a:moveTo>
                  <a:cubicBezTo>
                    <a:pt x="4211" y="2721"/>
                    <a:pt x="4382" y="2857"/>
                    <a:pt x="4483" y="3025"/>
                  </a:cubicBezTo>
                  <a:cubicBezTo>
                    <a:pt x="4618" y="3297"/>
                    <a:pt x="4279" y="3604"/>
                    <a:pt x="4075" y="3672"/>
                  </a:cubicBezTo>
                  <a:cubicBezTo>
                    <a:pt x="4038" y="3684"/>
                    <a:pt x="4000" y="3690"/>
                    <a:pt x="3964" y="3690"/>
                  </a:cubicBezTo>
                  <a:cubicBezTo>
                    <a:pt x="3800" y="3690"/>
                    <a:pt x="3649" y="3579"/>
                    <a:pt x="3567" y="3468"/>
                  </a:cubicBezTo>
                  <a:cubicBezTo>
                    <a:pt x="3532" y="3400"/>
                    <a:pt x="3499" y="3332"/>
                    <a:pt x="3499" y="3297"/>
                  </a:cubicBezTo>
                  <a:cubicBezTo>
                    <a:pt x="3499" y="3264"/>
                    <a:pt x="3532" y="3264"/>
                    <a:pt x="3532" y="3229"/>
                  </a:cubicBezTo>
                  <a:cubicBezTo>
                    <a:pt x="3668" y="3025"/>
                    <a:pt x="3703" y="2721"/>
                    <a:pt x="4007" y="2721"/>
                  </a:cubicBezTo>
                  <a:close/>
                  <a:moveTo>
                    <a:pt x="3228" y="3365"/>
                  </a:moveTo>
                  <a:cubicBezTo>
                    <a:pt x="3228" y="3536"/>
                    <a:pt x="3328" y="3672"/>
                    <a:pt x="3464" y="3808"/>
                  </a:cubicBezTo>
                  <a:cubicBezTo>
                    <a:pt x="3228" y="4011"/>
                    <a:pt x="3024" y="4248"/>
                    <a:pt x="2853" y="4451"/>
                  </a:cubicBezTo>
                  <a:cubicBezTo>
                    <a:pt x="2830" y="4499"/>
                    <a:pt x="2857" y="4547"/>
                    <a:pt x="2899" y="4547"/>
                  </a:cubicBezTo>
                  <a:cubicBezTo>
                    <a:pt x="2916" y="4547"/>
                    <a:pt x="2936" y="4539"/>
                    <a:pt x="2956" y="4519"/>
                  </a:cubicBezTo>
                  <a:cubicBezTo>
                    <a:pt x="3160" y="4351"/>
                    <a:pt x="3431" y="4180"/>
                    <a:pt x="3635" y="3943"/>
                  </a:cubicBezTo>
                  <a:cubicBezTo>
                    <a:pt x="3668" y="3976"/>
                    <a:pt x="3736" y="4011"/>
                    <a:pt x="3804" y="4011"/>
                  </a:cubicBezTo>
                  <a:cubicBezTo>
                    <a:pt x="3872" y="4044"/>
                    <a:pt x="3939" y="4044"/>
                    <a:pt x="4007" y="4044"/>
                  </a:cubicBezTo>
                  <a:cubicBezTo>
                    <a:pt x="3364" y="4826"/>
                    <a:pt x="2853" y="5674"/>
                    <a:pt x="2106" y="6353"/>
                  </a:cubicBezTo>
                  <a:cubicBezTo>
                    <a:pt x="1975" y="6458"/>
                    <a:pt x="1761" y="6645"/>
                    <a:pt x="1577" y="6645"/>
                  </a:cubicBezTo>
                  <a:cubicBezTo>
                    <a:pt x="1523" y="6645"/>
                    <a:pt x="1473" y="6630"/>
                    <a:pt x="1427" y="6592"/>
                  </a:cubicBezTo>
                  <a:cubicBezTo>
                    <a:pt x="1155" y="6353"/>
                    <a:pt x="1631" y="5573"/>
                    <a:pt x="1734" y="5369"/>
                  </a:cubicBezTo>
                  <a:cubicBezTo>
                    <a:pt x="2141" y="4655"/>
                    <a:pt x="2649" y="3943"/>
                    <a:pt x="3192" y="3400"/>
                  </a:cubicBezTo>
                  <a:lnTo>
                    <a:pt x="3228" y="3365"/>
                  </a:lnTo>
                  <a:close/>
                  <a:moveTo>
                    <a:pt x="6461" y="1"/>
                  </a:moveTo>
                  <a:cubicBezTo>
                    <a:pt x="5901" y="1"/>
                    <a:pt x="5329" y="423"/>
                    <a:pt x="4925" y="752"/>
                  </a:cubicBezTo>
                  <a:cubicBezTo>
                    <a:pt x="4518" y="1091"/>
                    <a:pt x="3907" y="1667"/>
                    <a:pt x="3600" y="2278"/>
                  </a:cubicBezTo>
                  <a:cubicBezTo>
                    <a:pt x="3296" y="2414"/>
                    <a:pt x="3024" y="2721"/>
                    <a:pt x="3057" y="3093"/>
                  </a:cubicBezTo>
                  <a:cubicBezTo>
                    <a:pt x="3057" y="3161"/>
                    <a:pt x="3092" y="3229"/>
                    <a:pt x="3125" y="3264"/>
                  </a:cubicBezTo>
                  <a:cubicBezTo>
                    <a:pt x="2617" y="3604"/>
                    <a:pt x="1" y="6524"/>
                    <a:pt x="1462" y="6931"/>
                  </a:cubicBezTo>
                  <a:cubicBezTo>
                    <a:pt x="1514" y="6947"/>
                    <a:pt x="1567" y="6955"/>
                    <a:pt x="1621" y="6955"/>
                  </a:cubicBezTo>
                  <a:cubicBezTo>
                    <a:pt x="2132" y="6955"/>
                    <a:pt x="2714" y="6288"/>
                    <a:pt x="2989" y="5981"/>
                  </a:cubicBezTo>
                  <a:cubicBezTo>
                    <a:pt x="3532" y="5437"/>
                    <a:pt x="3975" y="4791"/>
                    <a:pt x="4483" y="4215"/>
                  </a:cubicBezTo>
                  <a:cubicBezTo>
                    <a:pt x="4586" y="4112"/>
                    <a:pt x="4551" y="3976"/>
                    <a:pt x="4483" y="3876"/>
                  </a:cubicBezTo>
                  <a:cubicBezTo>
                    <a:pt x="4618" y="3808"/>
                    <a:pt x="4722" y="3672"/>
                    <a:pt x="4790" y="3536"/>
                  </a:cubicBezTo>
                  <a:cubicBezTo>
                    <a:pt x="4824" y="3552"/>
                    <a:pt x="4857" y="3560"/>
                    <a:pt x="4891" y="3560"/>
                  </a:cubicBezTo>
                  <a:cubicBezTo>
                    <a:pt x="4925" y="3560"/>
                    <a:pt x="4959" y="3552"/>
                    <a:pt x="4993" y="3536"/>
                  </a:cubicBezTo>
                  <a:cubicBezTo>
                    <a:pt x="5265" y="3400"/>
                    <a:pt x="5501" y="3093"/>
                    <a:pt x="5740" y="2890"/>
                  </a:cubicBezTo>
                  <a:cubicBezTo>
                    <a:pt x="6080" y="2550"/>
                    <a:pt x="6419" y="2211"/>
                    <a:pt x="6724" y="1838"/>
                  </a:cubicBezTo>
                  <a:cubicBezTo>
                    <a:pt x="6995" y="1464"/>
                    <a:pt x="7642" y="581"/>
                    <a:pt x="7030" y="173"/>
                  </a:cubicBezTo>
                  <a:cubicBezTo>
                    <a:pt x="6847" y="51"/>
                    <a:pt x="6655" y="1"/>
                    <a:pt x="6461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0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p43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3112" name="Google Shape;3112;p43"/>
          <p:cNvGrpSpPr/>
          <p:nvPr/>
        </p:nvGrpSpPr>
        <p:grpSpPr>
          <a:xfrm>
            <a:off x="4792040" y="1262150"/>
            <a:ext cx="1803600" cy="1561900"/>
            <a:chOff x="4792040" y="1262150"/>
            <a:chExt cx="1803600" cy="1561900"/>
          </a:xfrm>
        </p:grpSpPr>
        <p:sp>
          <p:nvSpPr>
            <p:cNvPr id="3113" name="Google Shape;3113;p43"/>
            <p:cNvSpPr/>
            <p:nvPr/>
          </p:nvSpPr>
          <p:spPr>
            <a:xfrm>
              <a:off x="4792065" y="1560627"/>
              <a:ext cx="1803537" cy="1263423"/>
            </a:xfrm>
            <a:custGeom>
              <a:rect b="b" l="l" r="r" t="t"/>
              <a:pathLst>
                <a:path extrusionOk="0" h="24773" w="40271">
                  <a:moveTo>
                    <a:pt x="12992" y="0"/>
                  </a:moveTo>
                  <a:cubicBezTo>
                    <a:pt x="12290" y="0"/>
                    <a:pt x="12290" y="456"/>
                    <a:pt x="11589" y="456"/>
                  </a:cubicBezTo>
                  <a:cubicBezTo>
                    <a:pt x="10888" y="456"/>
                    <a:pt x="10888" y="316"/>
                    <a:pt x="10186" y="316"/>
                  </a:cubicBezTo>
                  <a:cubicBezTo>
                    <a:pt x="9468" y="316"/>
                    <a:pt x="9468" y="88"/>
                    <a:pt x="8766" y="88"/>
                  </a:cubicBezTo>
                  <a:cubicBezTo>
                    <a:pt x="8065" y="88"/>
                    <a:pt x="8065" y="473"/>
                    <a:pt x="7364" y="473"/>
                  </a:cubicBezTo>
                  <a:cubicBezTo>
                    <a:pt x="6663" y="473"/>
                    <a:pt x="6663" y="333"/>
                    <a:pt x="5961" y="333"/>
                  </a:cubicBezTo>
                  <a:cubicBezTo>
                    <a:pt x="5260" y="333"/>
                    <a:pt x="5260" y="140"/>
                    <a:pt x="4541" y="140"/>
                  </a:cubicBezTo>
                  <a:cubicBezTo>
                    <a:pt x="3840" y="140"/>
                    <a:pt x="3840" y="158"/>
                    <a:pt x="3139" y="158"/>
                  </a:cubicBezTo>
                  <a:cubicBezTo>
                    <a:pt x="2595" y="175"/>
                    <a:pt x="2052" y="333"/>
                    <a:pt x="1578" y="631"/>
                  </a:cubicBezTo>
                  <a:cubicBezTo>
                    <a:pt x="1123" y="929"/>
                    <a:pt x="754" y="1332"/>
                    <a:pt x="509" y="1806"/>
                  </a:cubicBezTo>
                  <a:cubicBezTo>
                    <a:pt x="246" y="2279"/>
                    <a:pt x="123" y="2805"/>
                    <a:pt x="141" y="3349"/>
                  </a:cubicBezTo>
                  <a:cubicBezTo>
                    <a:pt x="141" y="4032"/>
                    <a:pt x="176" y="4032"/>
                    <a:pt x="176" y="4734"/>
                  </a:cubicBezTo>
                  <a:cubicBezTo>
                    <a:pt x="176" y="5435"/>
                    <a:pt x="281" y="5435"/>
                    <a:pt x="281" y="6136"/>
                  </a:cubicBezTo>
                  <a:cubicBezTo>
                    <a:pt x="281" y="6820"/>
                    <a:pt x="246" y="6820"/>
                    <a:pt x="246" y="7521"/>
                  </a:cubicBezTo>
                  <a:cubicBezTo>
                    <a:pt x="246" y="8222"/>
                    <a:pt x="123" y="8222"/>
                    <a:pt x="123" y="8906"/>
                  </a:cubicBezTo>
                  <a:cubicBezTo>
                    <a:pt x="123" y="9607"/>
                    <a:pt x="246" y="9607"/>
                    <a:pt x="246" y="10309"/>
                  </a:cubicBezTo>
                  <a:cubicBezTo>
                    <a:pt x="246" y="11010"/>
                    <a:pt x="228" y="11010"/>
                    <a:pt x="228" y="11694"/>
                  </a:cubicBezTo>
                  <a:cubicBezTo>
                    <a:pt x="228" y="12395"/>
                    <a:pt x="299" y="12395"/>
                    <a:pt x="299" y="13096"/>
                  </a:cubicBezTo>
                  <a:cubicBezTo>
                    <a:pt x="299" y="13780"/>
                    <a:pt x="88" y="13780"/>
                    <a:pt x="88" y="14481"/>
                  </a:cubicBezTo>
                  <a:cubicBezTo>
                    <a:pt x="88" y="15182"/>
                    <a:pt x="281" y="15182"/>
                    <a:pt x="281" y="15866"/>
                  </a:cubicBezTo>
                  <a:cubicBezTo>
                    <a:pt x="281" y="16567"/>
                    <a:pt x="0" y="16567"/>
                    <a:pt x="0" y="17269"/>
                  </a:cubicBezTo>
                  <a:cubicBezTo>
                    <a:pt x="0" y="17970"/>
                    <a:pt x="369" y="17970"/>
                    <a:pt x="369" y="18654"/>
                  </a:cubicBezTo>
                  <a:cubicBezTo>
                    <a:pt x="369" y="19355"/>
                    <a:pt x="351" y="19355"/>
                    <a:pt x="351" y="20056"/>
                  </a:cubicBezTo>
                  <a:cubicBezTo>
                    <a:pt x="351" y="20740"/>
                    <a:pt x="281" y="20740"/>
                    <a:pt x="281" y="21441"/>
                  </a:cubicBezTo>
                  <a:cubicBezTo>
                    <a:pt x="281" y="22002"/>
                    <a:pt x="141" y="22563"/>
                    <a:pt x="404" y="23019"/>
                  </a:cubicBezTo>
                  <a:cubicBezTo>
                    <a:pt x="667" y="23492"/>
                    <a:pt x="1315" y="23580"/>
                    <a:pt x="1754" y="23843"/>
                  </a:cubicBezTo>
                  <a:cubicBezTo>
                    <a:pt x="2209" y="24089"/>
                    <a:pt x="2595" y="24352"/>
                    <a:pt x="3139" y="24352"/>
                  </a:cubicBezTo>
                  <a:cubicBezTo>
                    <a:pt x="3857" y="24352"/>
                    <a:pt x="3840" y="24194"/>
                    <a:pt x="4559" y="24194"/>
                  </a:cubicBezTo>
                  <a:cubicBezTo>
                    <a:pt x="5260" y="24194"/>
                    <a:pt x="5260" y="24650"/>
                    <a:pt x="5961" y="24650"/>
                  </a:cubicBezTo>
                  <a:cubicBezTo>
                    <a:pt x="6663" y="24650"/>
                    <a:pt x="6663" y="24334"/>
                    <a:pt x="7381" y="24334"/>
                  </a:cubicBezTo>
                  <a:cubicBezTo>
                    <a:pt x="8083" y="24334"/>
                    <a:pt x="8083" y="24772"/>
                    <a:pt x="8784" y="24772"/>
                  </a:cubicBezTo>
                  <a:cubicBezTo>
                    <a:pt x="9485" y="24772"/>
                    <a:pt x="9485" y="24702"/>
                    <a:pt x="10186" y="24702"/>
                  </a:cubicBezTo>
                  <a:cubicBezTo>
                    <a:pt x="10888" y="24702"/>
                    <a:pt x="10888" y="24544"/>
                    <a:pt x="11589" y="24544"/>
                  </a:cubicBezTo>
                  <a:cubicBezTo>
                    <a:pt x="12308" y="24544"/>
                    <a:pt x="12308" y="24772"/>
                    <a:pt x="13009" y="24772"/>
                  </a:cubicBezTo>
                  <a:lnTo>
                    <a:pt x="14412" y="24772"/>
                  </a:lnTo>
                  <a:cubicBezTo>
                    <a:pt x="15113" y="24772"/>
                    <a:pt x="15113" y="24755"/>
                    <a:pt x="15814" y="24755"/>
                  </a:cubicBezTo>
                  <a:cubicBezTo>
                    <a:pt x="16533" y="24755"/>
                    <a:pt x="16533" y="24720"/>
                    <a:pt x="17234" y="24720"/>
                  </a:cubicBezTo>
                  <a:cubicBezTo>
                    <a:pt x="17935" y="24720"/>
                    <a:pt x="17935" y="24667"/>
                    <a:pt x="18637" y="24667"/>
                  </a:cubicBezTo>
                  <a:cubicBezTo>
                    <a:pt x="19338" y="24667"/>
                    <a:pt x="19338" y="24720"/>
                    <a:pt x="20039" y="24720"/>
                  </a:cubicBezTo>
                  <a:cubicBezTo>
                    <a:pt x="20758" y="24720"/>
                    <a:pt x="20758" y="24457"/>
                    <a:pt x="21459" y="24457"/>
                  </a:cubicBezTo>
                  <a:cubicBezTo>
                    <a:pt x="22161" y="24457"/>
                    <a:pt x="22161" y="24597"/>
                    <a:pt x="22862" y="24597"/>
                  </a:cubicBezTo>
                  <a:cubicBezTo>
                    <a:pt x="23563" y="24597"/>
                    <a:pt x="23563" y="24404"/>
                    <a:pt x="24264" y="24404"/>
                  </a:cubicBezTo>
                  <a:cubicBezTo>
                    <a:pt x="24983" y="24404"/>
                    <a:pt x="24983" y="24316"/>
                    <a:pt x="25685" y="24316"/>
                  </a:cubicBezTo>
                  <a:cubicBezTo>
                    <a:pt x="26386" y="24316"/>
                    <a:pt x="26386" y="24211"/>
                    <a:pt x="27087" y="24211"/>
                  </a:cubicBezTo>
                  <a:cubicBezTo>
                    <a:pt x="27788" y="24211"/>
                    <a:pt x="27788" y="24281"/>
                    <a:pt x="28490" y="24281"/>
                  </a:cubicBezTo>
                  <a:cubicBezTo>
                    <a:pt x="29191" y="24281"/>
                    <a:pt x="29191" y="24352"/>
                    <a:pt x="29910" y="24352"/>
                  </a:cubicBezTo>
                  <a:cubicBezTo>
                    <a:pt x="30611" y="24352"/>
                    <a:pt x="30611" y="24387"/>
                    <a:pt x="31312" y="24387"/>
                  </a:cubicBezTo>
                  <a:cubicBezTo>
                    <a:pt x="32013" y="24387"/>
                    <a:pt x="32013" y="24702"/>
                    <a:pt x="32715" y="24702"/>
                  </a:cubicBezTo>
                  <a:cubicBezTo>
                    <a:pt x="33416" y="24702"/>
                    <a:pt x="33416" y="24615"/>
                    <a:pt x="34117" y="24615"/>
                  </a:cubicBezTo>
                  <a:cubicBezTo>
                    <a:pt x="34836" y="24615"/>
                    <a:pt x="34836" y="24194"/>
                    <a:pt x="35537" y="24194"/>
                  </a:cubicBezTo>
                  <a:cubicBezTo>
                    <a:pt x="36239" y="24194"/>
                    <a:pt x="36239" y="24352"/>
                    <a:pt x="36940" y="24352"/>
                  </a:cubicBezTo>
                  <a:cubicBezTo>
                    <a:pt x="37273" y="24352"/>
                    <a:pt x="37632" y="24420"/>
                    <a:pt x="37963" y="24420"/>
                  </a:cubicBezTo>
                  <a:cubicBezTo>
                    <a:pt x="38189" y="24420"/>
                    <a:pt x="38403" y="24388"/>
                    <a:pt x="38588" y="24281"/>
                  </a:cubicBezTo>
                  <a:cubicBezTo>
                    <a:pt x="39044" y="24036"/>
                    <a:pt x="39324" y="23422"/>
                    <a:pt x="39587" y="22967"/>
                  </a:cubicBezTo>
                  <a:cubicBezTo>
                    <a:pt x="39850" y="22528"/>
                    <a:pt x="40201" y="22002"/>
                    <a:pt x="40201" y="21441"/>
                  </a:cubicBezTo>
                  <a:cubicBezTo>
                    <a:pt x="40201" y="20740"/>
                    <a:pt x="40218" y="20740"/>
                    <a:pt x="40218" y="20039"/>
                  </a:cubicBezTo>
                  <a:cubicBezTo>
                    <a:pt x="40218" y="19337"/>
                    <a:pt x="39903" y="19337"/>
                    <a:pt x="39903" y="18654"/>
                  </a:cubicBezTo>
                  <a:cubicBezTo>
                    <a:pt x="39903" y="17952"/>
                    <a:pt x="39868" y="17952"/>
                    <a:pt x="39868" y="17251"/>
                  </a:cubicBezTo>
                  <a:cubicBezTo>
                    <a:pt x="39868" y="16567"/>
                    <a:pt x="40025" y="16567"/>
                    <a:pt x="40025" y="15866"/>
                  </a:cubicBezTo>
                  <a:cubicBezTo>
                    <a:pt x="40025" y="15165"/>
                    <a:pt x="40096" y="15165"/>
                    <a:pt x="40096" y="14464"/>
                  </a:cubicBezTo>
                  <a:cubicBezTo>
                    <a:pt x="40096" y="13780"/>
                    <a:pt x="39815" y="13780"/>
                    <a:pt x="39815" y="13079"/>
                  </a:cubicBezTo>
                  <a:cubicBezTo>
                    <a:pt x="39815" y="12377"/>
                    <a:pt x="40218" y="12377"/>
                    <a:pt x="40218" y="11694"/>
                  </a:cubicBezTo>
                  <a:cubicBezTo>
                    <a:pt x="40218" y="10992"/>
                    <a:pt x="40271" y="10992"/>
                    <a:pt x="40271" y="10291"/>
                  </a:cubicBezTo>
                  <a:cubicBezTo>
                    <a:pt x="40271" y="9607"/>
                    <a:pt x="40166" y="9607"/>
                    <a:pt x="40166" y="8906"/>
                  </a:cubicBezTo>
                  <a:cubicBezTo>
                    <a:pt x="40166" y="8205"/>
                    <a:pt x="40113" y="8205"/>
                    <a:pt x="40113" y="7504"/>
                  </a:cubicBezTo>
                  <a:cubicBezTo>
                    <a:pt x="40113" y="6820"/>
                    <a:pt x="40166" y="6820"/>
                    <a:pt x="40166" y="6119"/>
                  </a:cubicBezTo>
                  <a:cubicBezTo>
                    <a:pt x="40166" y="5417"/>
                    <a:pt x="39973" y="5417"/>
                    <a:pt x="39973" y="4734"/>
                  </a:cubicBezTo>
                  <a:cubicBezTo>
                    <a:pt x="39973" y="4032"/>
                    <a:pt x="40148" y="4032"/>
                    <a:pt x="40148" y="3331"/>
                  </a:cubicBezTo>
                  <a:cubicBezTo>
                    <a:pt x="40166" y="2770"/>
                    <a:pt x="40043" y="2192"/>
                    <a:pt x="39798" y="1683"/>
                  </a:cubicBezTo>
                  <a:cubicBezTo>
                    <a:pt x="39482" y="1210"/>
                    <a:pt x="39061" y="807"/>
                    <a:pt x="38570" y="526"/>
                  </a:cubicBezTo>
                  <a:cubicBezTo>
                    <a:pt x="38094" y="296"/>
                    <a:pt x="37571" y="174"/>
                    <a:pt x="37045" y="174"/>
                  </a:cubicBezTo>
                  <a:cubicBezTo>
                    <a:pt x="37010" y="174"/>
                    <a:pt x="36975" y="174"/>
                    <a:pt x="36940" y="175"/>
                  </a:cubicBezTo>
                  <a:cubicBezTo>
                    <a:pt x="36239" y="175"/>
                    <a:pt x="36239" y="473"/>
                    <a:pt x="35520" y="473"/>
                  </a:cubicBezTo>
                  <a:cubicBezTo>
                    <a:pt x="34819" y="473"/>
                    <a:pt x="34819" y="438"/>
                    <a:pt x="34117" y="438"/>
                  </a:cubicBezTo>
                  <a:cubicBezTo>
                    <a:pt x="33416" y="438"/>
                    <a:pt x="33416" y="88"/>
                    <a:pt x="32715" y="88"/>
                  </a:cubicBezTo>
                  <a:cubicBezTo>
                    <a:pt x="32013" y="88"/>
                    <a:pt x="32013" y="403"/>
                    <a:pt x="31295" y="403"/>
                  </a:cubicBezTo>
                  <a:cubicBezTo>
                    <a:pt x="30593" y="403"/>
                    <a:pt x="30593" y="579"/>
                    <a:pt x="29892" y="579"/>
                  </a:cubicBezTo>
                  <a:cubicBezTo>
                    <a:pt x="29191" y="579"/>
                    <a:pt x="29191" y="298"/>
                    <a:pt x="28490" y="298"/>
                  </a:cubicBezTo>
                  <a:cubicBezTo>
                    <a:pt x="27788" y="298"/>
                    <a:pt x="27788" y="53"/>
                    <a:pt x="27070" y="53"/>
                  </a:cubicBezTo>
                  <a:cubicBezTo>
                    <a:pt x="26368" y="53"/>
                    <a:pt x="26368" y="298"/>
                    <a:pt x="25667" y="298"/>
                  </a:cubicBezTo>
                  <a:cubicBezTo>
                    <a:pt x="24966" y="298"/>
                    <a:pt x="24966" y="70"/>
                    <a:pt x="24264" y="70"/>
                  </a:cubicBezTo>
                  <a:cubicBezTo>
                    <a:pt x="23563" y="70"/>
                    <a:pt x="23563" y="193"/>
                    <a:pt x="22844" y="193"/>
                  </a:cubicBezTo>
                  <a:cubicBezTo>
                    <a:pt x="22143" y="193"/>
                    <a:pt x="22143" y="140"/>
                    <a:pt x="21442" y="140"/>
                  </a:cubicBezTo>
                  <a:cubicBezTo>
                    <a:pt x="20741" y="140"/>
                    <a:pt x="20741" y="351"/>
                    <a:pt x="20039" y="351"/>
                  </a:cubicBezTo>
                  <a:cubicBezTo>
                    <a:pt x="19338" y="351"/>
                    <a:pt x="19338" y="368"/>
                    <a:pt x="18619" y="368"/>
                  </a:cubicBezTo>
                  <a:cubicBezTo>
                    <a:pt x="17918" y="368"/>
                    <a:pt x="17918" y="123"/>
                    <a:pt x="17217" y="123"/>
                  </a:cubicBezTo>
                  <a:cubicBezTo>
                    <a:pt x="16515" y="123"/>
                    <a:pt x="16515" y="193"/>
                    <a:pt x="15814" y="193"/>
                  </a:cubicBezTo>
                  <a:cubicBezTo>
                    <a:pt x="15113" y="193"/>
                    <a:pt x="15113" y="473"/>
                    <a:pt x="14412" y="473"/>
                  </a:cubicBezTo>
                  <a:cubicBezTo>
                    <a:pt x="13693" y="473"/>
                    <a:pt x="13693" y="0"/>
                    <a:pt x="12992" y="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43"/>
            <p:cNvSpPr/>
            <p:nvPr/>
          </p:nvSpPr>
          <p:spPr>
            <a:xfrm rot="385653">
              <a:off x="5068707" y="1330795"/>
              <a:ext cx="1250266" cy="425038"/>
            </a:xfrm>
            <a:custGeom>
              <a:rect b="b" l="l" r="r" t="t"/>
              <a:pathLst>
                <a:path extrusionOk="0" h="6601" w="15517">
                  <a:moveTo>
                    <a:pt x="14011" y="0"/>
                  </a:moveTo>
                  <a:cubicBezTo>
                    <a:pt x="13784" y="0"/>
                    <a:pt x="13532" y="91"/>
                    <a:pt x="13290" y="116"/>
                  </a:cubicBezTo>
                  <a:cubicBezTo>
                    <a:pt x="13244" y="122"/>
                    <a:pt x="13203" y="125"/>
                    <a:pt x="13166" y="125"/>
                  </a:cubicBezTo>
                  <a:cubicBezTo>
                    <a:pt x="12911" y="125"/>
                    <a:pt x="12827" y="2"/>
                    <a:pt x="12572" y="2"/>
                  </a:cubicBezTo>
                  <a:cubicBezTo>
                    <a:pt x="12534" y="2"/>
                    <a:pt x="12494" y="5"/>
                    <a:pt x="12448" y="11"/>
                  </a:cubicBezTo>
                  <a:cubicBezTo>
                    <a:pt x="12027" y="64"/>
                    <a:pt x="12027" y="64"/>
                    <a:pt x="11624" y="116"/>
                  </a:cubicBezTo>
                  <a:cubicBezTo>
                    <a:pt x="11203" y="169"/>
                    <a:pt x="11221" y="186"/>
                    <a:pt x="10800" y="221"/>
                  </a:cubicBezTo>
                  <a:cubicBezTo>
                    <a:pt x="10379" y="256"/>
                    <a:pt x="10414" y="449"/>
                    <a:pt x="9994" y="484"/>
                  </a:cubicBezTo>
                  <a:cubicBezTo>
                    <a:pt x="9967" y="487"/>
                    <a:pt x="9942" y="488"/>
                    <a:pt x="9919" y="488"/>
                  </a:cubicBezTo>
                  <a:cubicBezTo>
                    <a:pt x="9593" y="488"/>
                    <a:pt x="9536" y="288"/>
                    <a:pt x="9209" y="288"/>
                  </a:cubicBezTo>
                  <a:cubicBezTo>
                    <a:pt x="9186" y="288"/>
                    <a:pt x="9161" y="289"/>
                    <a:pt x="9135" y="292"/>
                  </a:cubicBezTo>
                  <a:cubicBezTo>
                    <a:pt x="8731" y="344"/>
                    <a:pt x="8731" y="379"/>
                    <a:pt x="8311" y="432"/>
                  </a:cubicBezTo>
                  <a:cubicBezTo>
                    <a:pt x="7907" y="484"/>
                    <a:pt x="7925" y="695"/>
                    <a:pt x="7522" y="747"/>
                  </a:cubicBezTo>
                  <a:cubicBezTo>
                    <a:pt x="7101" y="782"/>
                    <a:pt x="7118" y="817"/>
                    <a:pt x="6698" y="870"/>
                  </a:cubicBezTo>
                  <a:cubicBezTo>
                    <a:pt x="6614" y="881"/>
                    <a:pt x="6547" y="885"/>
                    <a:pt x="6490" y="885"/>
                  </a:cubicBezTo>
                  <a:cubicBezTo>
                    <a:pt x="6311" y="885"/>
                    <a:pt x="6225" y="845"/>
                    <a:pt x="6019" y="845"/>
                  </a:cubicBezTo>
                  <a:cubicBezTo>
                    <a:pt x="5972" y="845"/>
                    <a:pt x="5919" y="847"/>
                    <a:pt x="5856" y="853"/>
                  </a:cubicBezTo>
                  <a:cubicBezTo>
                    <a:pt x="5453" y="905"/>
                    <a:pt x="5453" y="958"/>
                    <a:pt x="5050" y="1010"/>
                  </a:cubicBezTo>
                  <a:cubicBezTo>
                    <a:pt x="4629" y="1045"/>
                    <a:pt x="4629" y="1133"/>
                    <a:pt x="4226" y="1168"/>
                  </a:cubicBezTo>
                  <a:cubicBezTo>
                    <a:pt x="4167" y="1176"/>
                    <a:pt x="4116" y="1179"/>
                    <a:pt x="4071" y="1179"/>
                  </a:cubicBezTo>
                  <a:cubicBezTo>
                    <a:pt x="3854" y="1179"/>
                    <a:pt x="3772" y="1105"/>
                    <a:pt x="3546" y="1105"/>
                  </a:cubicBezTo>
                  <a:cubicBezTo>
                    <a:pt x="3499" y="1105"/>
                    <a:pt x="3446" y="1108"/>
                    <a:pt x="3384" y="1116"/>
                  </a:cubicBezTo>
                  <a:cubicBezTo>
                    <a:pt x="2981" y="1151"/>
                    <a:pt x="2981" y="1221"/>
                    <a:pt x="2560" y="1256"/>
                  </a:cubicBezTo>
                  <a:cubicBezTo>
                    <a:pt x="2359" y="1282"/>
                    <a:pt x="2258" y="1282"/>
                    <a:pt x="2155" y="1282"/>
                  </a:cubicBezTo>
                  <a:cubicBezTo>
                    <a:pt x="2052" y="1282"/>
                    <a:pt x="1947" y="1282"/>
                    <a:pt x="1736" y="1308"/>
                  </a:cubicBezTo>
                  <a:cubicBezTo>
                    <a:pt x="1403" y="1326"/>
                    <a:pt x="1088" y="1431"/>
                    <a:pt x="825" y="1624"/>
                  </a:cubicBezTo>
                  <a:cubicBezTo>
                    <a:pt x="527" y="1799"/>
                    <a:pt x="299" y="2062"/>
                    <a:pt x="123" y="2360"/>
                  </a:cubicBezTo>
                  <a:cubicBezTo>
                    <a:pt x="18" y="2676"/>
                    <a:pt x="1" y="3026"/>
                    <a:pt x="53" y="3360"/>
                  </a:cubicBezTo>
                  <a:cubicBezTo>
                    <a:pt x="106" y="3763"/>
                    <a:pt x="36" y="3763"/>
                    <a:pt x="71" y="4166"/>
                  </a:cubicBezTo>
                  <a:cubicBezTo>
                    <a:pt x="123" y="4569"/>
                    <a:pt x="123" y="4569"/>
                    <a:pt x="176" y="4972"/>
                  </a:cubicBezTo>
                  <a:cubicBezTo>
                    <a:pt x="229" y="5306"/>
                    <a:pt x="369" y="5621"/>
                    <a:pt x="579" y="5884"/>
                  </a:cubicBezTo>
                  <a:cubicBezTo>
                    <a:pt x="772" y="6165"/>
                    <a:pt x="1035" y="6410"/>
                    <a:pt x="1333" y="6568"/>
                  </a:cubicBezTo>
                  <a:cubicBezTo>
                    <a:pt x="1385" y="6591"/>
                    <a:pt x="1441" y="6600"/>
                    <a:pt x="1499" y="6600"/>
                  </a:cubicBezTo>
                  <a:cubicBezTo>
                    <a:pt x="1750" y="6600"/>
                    <a:pt x="2044" y="6421"/>
                    <a:pt x="2315" y="6393"/>
                  </a:cubicBezTo>
                  <a:cubicBezTo>
                    <a:pt x="2736" y="6340"/>
                    <a:pt x="2736" y="6375"/>
                    <a:pt x="3156" y="6322"/>
                  </a:cubicBezTo>
                  <a:cubicBezTo>
                    <a:pt x="3205" y="6316"/>
                    <a:pt x="3248" y="6313"/>
                    <a:pt x="3287" y="6313"/>
                  </a:cubicBezTo>
                  <a:cubicBezTo>
                    <a:pt x="3543" y="6313"/>
                    <a:pt x="3615" y="6432"/>
                    <a:pt x="3900" y="6432"/>
                  </a:cubicBezTo>
                  <a:cubicBezTo>
                    <a:pt x="3930" y="6432"/>
                    <a:pt x="3962" y="6431"/>
                    <a:pt x="3998" y="6428"/>
                  </a:cubicBezTo>
                  <a:cubicBezTo>
                    <a:pt x="4401" y="6375"/>
                    <a:pt x="4384" y="6165"/>
                    <a:pt x="4804" y="6130"/>
                  </a:cubicBezTo>
                  <a:cubicBezTo>
                    <a:pt x="4875" y="6123"/>
                    <a:pt x="4934" y="6121"/>
                    <a:pt x="4986" y="6121"/>
                  </a:cubicBezTo>
                  <a:cubicBezTo>
                    <a:pt x="5155" y="6121"/>
                    <a:pt x="5240" y="6147"/>
                    <a:pt x="5392" y="6147"/>
                  </a:cubicBezTo>
                  <a:cubicBezTo>
                    <a:pt x="5455" y="6147"/>
                    <a:pt x="5530" y="6142"/>
                    <a:pt x="5628" y="6130"/>
                  </a:cubicBezTo>
                  <a:cubicBezTo>
                    <a:pt x="5839" y="6103"/>
                    <a:pt x="5944" y="6103"/>
                    <a:pt x="6049" y="6103"/>
                  </a:cubicBezTo>
                  <a:cubicBezTo>
                    <a:pt x="6154" y="6103"/>
                    <a:pt x="6259" y="6103"/>
                    <a:pt x="6470" y="6077"/>
                  </a:cubicBezTo>
                  <a:cubicBezTo>
                    <a:pt x="6671" y="6051"/>
                    <a:pt x="6772" y="6051"/>
                    <a:pt x="6875" y="6051"/>
                  </a:cubicBezTo>
                  <a:cubicBezTo>
                    <a:pt x="6978" y="6051"/>
                    <a:pt x="7083" y="6051"/>
                    <a:pt x="7294" y="6024"/>
                  </a:cubicBezTo>
                  <a:cubicBezTo>
                    <a:pt x="7697" y="5989"/>
                    <a:pt x="7697" y="5972"/>
                    <a:pt x="8118" y="5919"/>
                  </a:cubicBezTo>
                  <a:cubicBezTo>
                    <a:pt x="8521" y="5884"/>
                    <a:pt x="8539" y="5902"/>
                    <a:pt x="8942" y="5849"/>
                  </a:cubicBezTo>
                  <a:cubicBezTo>
                    <a:pt x="9010" y="5840"/>
                    <a:pt x="9068" y="5837"/>
                    <a:pt x="9118" y="5837"/>
                  </a:cubicBezTo>
                  <a:cubicBezTo>
                    <a:pt x="9324" y="5837"/>
                    <a:pt x="9401" y="5896"/>
                    <a:pt x="9608" y="5896"/>
                  </a:cubicBezTo>
                  <a:cubicBezTo>
                    <a:pt x="9657" y="5896"/>
                    <a:pt x="9715" y="5893"/>
                    <a:pt x="9783" y="5884"/>
                  </a:cubicBezTo>
                  <a:cubicBezTo>
                    <a:pt x="10187" y="5832"/>
                    <a:pt x="10187" y="5761"/>
                    <a:pt x="10590" y="5709"/>
                  </a:cubicBezTo>
                  <a:cubicBezTo>
                    <a:pt x="11011" y="5656"/>
                    <a:pt x="10993" y="5551"/>
                    <a:pt x="11414" y="5498"/>
                  </a:cubicBezTo>
                  <a:cubicBezTo>
                    <a:pt x="11817" y="5463"/>
                    <a:pt x="11817" y="5358"/>
                    <a:pt x="12220" y="5323"/>
                  </a:cubicBezTo>
                  <a:cubicBezTo>
                    <a:pt x="12641" y="5271"/>
                    <a:pt x="12641" y="5235"/>
                    <a:pt x="13044" y="5200"/>
                  </a:cubicBezTo>
                  <a:cubicBezTo>
                    <a:pt x="13175" y="5184"/>
                    <a:pt x="13265" y="5180"/>
                    <a:pt x="13340" y="5180"/>
                  </a:cubicBezTo>
                  <a:cubicBezTo>
                    <a:pt x="13430" y="5180"/>
                    <a:pt x="13496" y="5186"/>
                    <a:pt x="13584" y="5186"/>
                  </a:cubicBezTo>
                  <a:cubicBezTo>
                    <a:pt x="13656" y="5186"/>
                    <a:pt x="13743" y="5182"/>
                    <a:pt x="13868" y="5165"/>
                  </a:cubicBezTo>
                  <a:cubicBezTo>
                    <a:pt x="14815" y="5025"/>
                    <a:pt x="15464" y="4166"/>
                    <a:pt x="15358" y="3219"/>
                  </a:cubicBezTo>
                  <a:cubicBezTo>
                    <a:pt x="15306" y="2834"/>
                    <a:pt x="15516" y="2799"/>
                    <a:pt x="15464" y="2413"/>
                  </a:cubicBezTo>
                  <a:cubicBezTo>
                    <a:pt x="15411" y="2010"/>
                    <a:pt x="15236" y="2027"/>
                    <a:pt x="15201" y="1624"/>
                  </a:cubicBezTo>
                  <a:cubicBezTo>
                    <a:pt x="15148" y="1291"/>
                    <a:pt x="15253" y="905"/>
                    <a:pt x="15060" y="660"/>
                  </a:cubicBezTo>
                  <a:cubicBezTo>
                    <a:pt x="14850" y="397"/>
                    <a:pt x="14569" y="186"/>
                    <a:pt x="14254" y="46"/>
                  </a:cubicBezTo>
                  <a:cubicBezTo>
                    <a:pt x="14178" y="13"/>
                    <a:pt x="14096" y="0"/>
                    <a:pt x="140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43"/>
            <p:cNvSpPr txBox="1"/>
            <p:nvPr/>
          </p:nvSpPr>
          <p:spPr>
            <a:xfrm>
              <a:off x="5091890" y="1390475"/>
              <a:ext cx="12039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Values</a:t>
              </a:r>
              <a:endParaRPr sz="1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16" name="Google Shape;3116;p43"/>
            <p:cNvSpPr txBox="1"/>
            <p:nvPr/>
          </p:nvSpPr>
          <p:spPr>
            <a:xfrm>
              <a:off x="4792040" y="1771100"/>
              <a:ext cx="1803600" cy="6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planet Mars is actually a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17" name="Google Shape;3117;p43"/>
          <p:cNvGrpSpPr/>
          <p:nvPr/>
        </p:nvGrpSpPr>
        <p:grpSpPr>
          <a:xfrm>
            <a:off x="4792040" y="3020375"/>
            <a:ext cx="1803600" cy="1559236"/>
            <a:chOff x="4792040" y="3020375"/>
            <a:chExt cx="1803600" cy="1559236"/>
          </a:xfrm>
        </p:grpSpPr>
        <p:sp>
          <p:nvSpPr>
            <p:cNvPr id="3118" name="Google Shape;3118;p43"/>
            <p:cNvSpPr/>
            <p:nvPr/>
          </p:nvSpPr>
          <p:spPr>
            <a:xfrm flipH="1">
              <a:off x="4792074" y="3318851"/>
              <a:ext cx="1803537" cy="1260760"/>
            </a:xfrm>
            <a:custGeom>
              <a:rect b="b" l="l" r="r" t="t"/>
              <a:pathLst>
                <a:path extrusionOk="0" h="24773" w="40271">
                  <a:moveTo>
                    <a:pt x="12992" y="0"/>
                  </a:moveTo>
                  <a:cubicBezTo>
                    <a:pt x="12290" y="0"/>
                    <a:pt x="12290" y="456"/>
                    <a:pt x="11589" y="456"/>
                  </a:cubicBezTo>
                  <a:cubicBezTo>
                    <a:pt x="10888" y="456"/>
                    <a:pt x="10888" y="316"/>
                    <a:pt x="10186" y="316"/>
                  </a:cubicBezTo>
                  <a:cubicBezTo>
                    <a:pt x="9468" y="316"/>
                    <a:pt x="9468" y="88"/>
                    <a:pt x="8766" y="88"/>
                  </a:cubicBezTo>
                  <a:cubicBezTo>
                    <a:pt x="8065" y="88"/>
                    <a:pt x="8065" y="473"/>
                    <a:pt x="7364" y="473"/>
                  </a:cubicBezTo>
                  <a:cubicBezTo>
                    <a:pt x="6663" y="473"/>
                    <a:pt x="6663" y="333"/>
                    <a:pt x="5961" y="333"/>
                  </a:cubicBezTo>
                  <a:cubicBezTo>
                    <a:pt x="5260" y="333"/>
                    <a:pt x="5260" y="140"/>
                    <a:pt x="4541" y="140"/>
                  </a:cubicBezTo>
                  <a:cubicBezTo>
                    <a:pt x="3840" y="140"/>
                    <a:pt x="3840" y="158"/>
                    <a:pt x="3139" y="158"/>
                  </a:cubicBezTo>
                  <a:cubicBezTo>
                    <a:pt x="2595" y="175"/>
                    <a:pt x="2052" y="333"/>
                    <a:pt x="1578" y="631"/>
                  </a:cubicBezTo>
                  <a:cubicBezTo>
                    <a:pt x="1123" y="929"/>
                    <a:pt x="754" y="1332"/>
                    <a:pt x="509" y="1806"/>
                  </a:cubicBezTo>
                  <a:cubicBezTo>
                    <a:pt x="246" y="2279"/>
                    <a:pt x="123" y="2805"/>
                    <a:pt x="141" y="3349"/>
                  </a:cubicBezTo>
                  <a:cubicBezTo>
                    <a:pt x="141" y="4032"/>
                    <a:pt x="176" y="4032"/>
                    <a:pt x="176" y="4734"/>
                  </a:cubicBezTo>
                  <a:cubicBezTo>
                    <a:pt x="176" y="5435"/>
                    <a:pt x="281" y="5435"/>
                    <a:pt x="281" y="6136"/>
                  </a:cubicBezTo>
                  <a:cubicBezTo>
                    <a:pt x="281" y="6820"/>
                    <a:pt x="246" y="6820"/>
                    <a:pt x="246" y="7521"/>
                  </a:cubicBezTo>
                  <a:cubicBezTo>
                    <a:pt x="246" y="8222"/>
                    <a:pt x="123" y="8222"/>
                    <a:pt x="123" y="8906"/>
                  </a:cubicBezTo>
                  <a:cubicBezTo>
                    <a:pt x="123" y="9607"/>
                    <a:pt x="246" y="9607"/>
                    <a:pt x="246" y="10309"/>
                  </a:cubicBezTo>
                  <a:cubicBezTo>
                    <a:pt x="246" y="11010"/>
                    <a:pt x="228" y="11010"/>
                    <a:pt x="228" y="11694"/>
                  </a:cubicBezTo>
                  <a:cubicBezTo>
                    <a:pt x="228" y="12395"/>
                    <a:pt x="299" y="12395"/>
                    <a:pt x="299" y="13096"/>
                  </a:cubicBezTo>
                  <a:cubicBezTo>
                    <a:pt x="299" y="13780"/>
                    <a:pt x="88" y="13780"/>
                    <a:pt x="88" y="14481"/>
                  </a:cubicBezTo>
                  <a:cubicBezTo>
                    <a:pt x="88" y="15182"/>
                    <a:pt x="281" y="15182"/>
                    <a:pt x="281" y="15866"/>
                  </a:cubicBezTo>
                  <a:cubicBezTo>
                    <a:pt x="281" y="16567"/>
                    <a:pt x="0" y="16567"/>
                    <a:pt x="0" y="17269"/>
                  </a:cubicBezTo>
                  <a:cubicBezTo>
                    <a:pt x="0" y="17970"/>
                    <a:pt x="369" y="17970"/>
                    <a:pt x="369" y="18654"/>
                  </a:cubicBezTo>
                  <a:cubicBezTo>
                    <a:pt x="369" y="19355"/>
                    <a:pt x="351" y="19355"/>
                    <a:pt x="351" y="20056"/>
                  </a:cubicBezTo>
                  <a:cubicBezTo>
                    <a:pt x="351" y="20740"/>
                    <a:pt x="281" y="20740"/>
                    <a:pt x="281" y="21441"/>
                  </a:cubicBezTo>
                  <a:cubicBezTo>
                    <a:pt x="281" y="22002"/>
                    <a:pt x="141" y="22563"/>
                    <a:pt x="404" y="23019"/>
                  </a:cubicBezTo>
                  <a:cubicBezTo>
                    <a:pt x="667" y="23492"/>
                    <a:pt x="1315" y="23580"/>
                    <a:pt x="1754" y="23843"/>
                  </a:cubicBezTo>
                  <a:cubicBezTo>
                    <a:pt x="2209" y="24089"/>
                    <a:pt x="2595" y="24352"/>
                    <a:pt x="3139" y="24352"/>
                  </a:cubicBezTo>
                  <a:cubicBezTo>
                    <a:pt x="3857" y="24352"/>
                    <a:pt x="3840" y="24194"/>
                    <a:pt x="4559" y="24194"/>
                  </a:cubicBezTo>
                  <a:cubicBezTo>
                    <a:pt x="5260" y="24194"/>
                    <a:pt x="5260" y="24650"/>
                    <a:pt x="5961" y="24650"/>
                  </a:cubicBezTo>
                  <a:cubicBezTo>
                    <a:pt x="6663" y="24650"/>
                    <a:pt x="6663" y="24334"/>
                    <a:pt x="7381" y="24334"/>
                  </a:cubicBezTo>
                  <a:cubicBezTo>
                    <a:pt x="8083" y="24334"/>
                    <a:pt x="8083" y="24772"/>
                    <a:pt x="8784" y="24772"/>
                  </a:cubicBezTo>
                  <a:cubicBezTo>
                    <a:pt x="9485" y="24772"/>
                    <a:pt x="9485" y="24702"/>
                    <a:pt x="10186" y="24702"/>
                  </a:cubicBezTo>
                  <a:cubicBezTo>
                    <a:pt x="10888" y="24702"/>
                    <a:pt x="10888" y="24544"/>
                    <a:pt x="11589" y="24544"/>
                  </a:cubicBezTo>
                  <a:cubicBezTo>
                    <a:pt x="12308" y="24544"/>
                    <a:pt x="12308" y="24772"/>
                    <a:pt x="13009" y="24772"/>
                  </a:cubicBezTo>
                  <a:lnTo>
                    <a:pt x="14412" y="24772"/>
                  </a:lnTo>
                  <a:cubicBezTo>
                    <a:pt x="15113" y="24772"/>
                    <a:pt x="15113" y="24755"/>
                    <a:pt x="15814" y="24755"/>
                  </a:cubicBezTo>
                  <a:cubicBezTo>
                    <a:pt x="16533" y="24755"/>
                    <a:pt x="16533" y="24720"/>
                    <a:pt x="17234" y="24720"/>
                  </a:cubicBezTo>
                  <a:cubicBezTo>
                    <a:pt x="17935" y="24720"/>
                    <a:pt x="17935" y="24667"/>
                    <a:pt x="18637" y="24667"/>
                  </a:cubicBezTo>
                  <a:cubicBezTo>
                    <a:pt x="19338" y="24667"/>
                    <a:pt x="19338" y="24720"/>
                    <a:pt x="20039" y="24720"/>
                  </a:cubicBezTo>
                  <a:cubicBezTo>
                    <a:pt x="20758" y="24720"/>
                    <a:pt x="20758" y="24457"/>
                    <a:pt x="21459" y="24457"/>
                  </a:cubicBezTo>
                  <a:cubicBezTo>
                    <a:pt x="22161" y="24457"/>
                    <a:pt x="22161" y="24597"/>
                    <a:pt x="22862" y="24597"/>
                  </a:cubicBezTo>
                  <a:cubicBezTo>
                    <a:pt x="23563" y="24597"/>
                    <a:pt x="23563" y="24404"/>
                    <a:pt x="24264" y="24404"/>
                  </a:cubicBezTo>
                  <a:cubicBezTo>
                    <a:pt x="24983" y="24404"/>
                    <a:pt x="24983" y="24316"/>
                    <a:pt x="25685" y="24316"/>
                  </a:cubicBezTo>
                  <a:cubicBezTo>
                    <a:pt x="26386" y="24316"/>
                    <a:pt x="26386" y="24211"/>
                    <a:pt x="27087" y="24211"/>
                  </a:cubicBezTo>
                  <a:cubicBezTo>
                    <a:pt x="27788" y="24211"/>
                    <a:pt x="27788" y="24281"/>
                    <a:pt x="28490" y="24281"/>
                  </a:cubicBezTo>
                  <a:cubicBezTo>
                    <a:pt x="29191" y="24281"/>
                    <a:pt x="29191" y="24352"/>
                    <a:pt x="29910" y="24352"/>
                  </a:cubicBezTo>
                  <a:cubicBezTo>
                    <a:pt x="30611" y="24352"/>
                    <a:pt x="30611" y="24387"/>
                    <a:pt x="31312" y="24387"/>
                  </a:cubicBezTo>
                  <a:cubicBezTo>
                    <a:pt x="32013" y="24387"/>
                    <a:pt x="32013" y="24702"/>
                    <a:pt x="32715" y="24702"/>
                  </a:cubicBezTo>
                  <a:cubicBezTo>
                    <a:pt x="33416" y="24702"/>
                    <a:pt x="33416" y="24615"/>
                    <a:pt x="34117" y="24615"/>
                  </a:cubicBezTo>
                  <a:cubicBezTo>
                    <a:pt x="34836" y="24615"/>
                    <a:pt x="34836" y="24194"/>
                    <a:pt x="35537" y="24194"/>
                  </a:cubicBezTo>
                  <a:cubicBezTo>
                    <a:pt x="36239" y="24194"/>
                    <a:pt x="36239" y="24352"/>
                    <a:pt x="36940" y="24352"/>
                  </a:cubicBezTo>
                  <a:cubicBezTo>
                    <a:pt x="37273" y="24352"/>
                    <a:pt x="37632" y="24420"/>
                    <a:pt x="37963" y="24420"/>
                  </a:cubicBezTo>
                  <a:cubicBezTo>
                    <a:pt x="38189" y="24420"/>
                    <a:pt x="38403" y="24388"/>
                    <a:pt x="38588" y="24281"/>
                  </a:cubicBezTo>
                  <a:cubicBezTo>
                    <a:pt x="39044" y="24036"/>
                    <a:pt x="39324" y="23422"/>
                    <a:pt x="39587" y="22967"/>
                  </a:cubicBezTo>
                  <a:cubicBezTo>
                    <a:pt x="39850" y="22528"/>
                    <a:pt x="40201" y="22002"/>
                    <a:pt x="40201" y="21441"/>
                  </a:cubicBezTo>
                  <a:cubicBezTo>
                    <a:pt x="40201" y="20740"/>
                    <a:pt x="40218" y="20740"/>
                    <a:pt x="40218" y="20039"/>
                  </a:cubicBezTo>
                  <a:cubicBezTo>
                    <a:pt x="40218" y="19337"/>
                    <a:pt x="39903" y="19337"/>
                    <a:pt x="39903" y="18654"/>
                  </a:cubicBezTo>
                  <a:cubicBezTo>
                    <a:pt x="39903" y="17952"/>
                    <a:pt x="39868" y="17952"/>
                    <a:pt x="39868" y="17251"/>
                  </a:cubicBezTo>
                  <a:cubicBezTo>
                    <a:pt x="39868" y="16567"/>
                    <a:pt x="40025" y="16567"/>
                    <a:pt x="40025" y="15866"/>
                  </a:cubicBezTo>
                  <a:cubicBezTo>
                    <a:pt x="40025" y="15165"/>
                    <a:pt x="40096" y="15165"/>
                    <a:pt x="40096" y="14464"/>
                  </a:cubicBezTo>
                  <a:cubicBezTo>
                    <a:pt x="40096" y="13780"/>
                    <a:pt x="39815" y="13780"/>
                    <a:pt x="39815" y="13079"/>
                  </a:cubicBezTo>
                  <a:cubicBezTo>
                    <a:pt x="39815" y="12377"/>
                    <a:pt x="40218" y="12377"/>
                    <a:pt x="40218" y="11694"/>
                  </a:cubicBezTo>
                  <a:cubicBezTo>
                    <a:pt x="40218" y="10992"/>
                    <a:pt x="40271" y="10992"/>
                    <a:pt x="40271" y="10291"/>
                  </a:cubicBezTo>
                  <a:cubicBezTo>
                    <a:pt x="40271" y="9607"/>
                    <a:pt x="40166" y="9607"/>
                    <a:pt x="40166" y="8906"/>
                  </a:cubicBezTo>
                  <a:cubicBezTo>
                    <a:pt x="40166" y="8205"/>
                    <a:pt x="40113" y="8205"/>
                    <a:pt x="40113" y="7504"/>
                  </a:cubicBezTo>
                  <a:cubicBezTo>
                    <a:pt x="40113" y="6820"/>
                    <a:pt x="40166" y="6820"/>
                    <a:pt x="40166" y="6119"/>
                  </a:cubicBezTo>
                  <a:cubicBezTo>
                    <a:pt x="40166" y="5417"/>
                    <a:pt x="39973" y="5417"/>
                    <a:pt x="39973" y="4734"/>
                  </a:cubicBezTo>
                  <a:cubicBezTo>
                    <a:pt x="39973" y="4032"/>
                    <a:pt x="40148" y="4032"/>
                    <a:pt x="40148" y="3331"/>
                  </a:cubicBezTo>
                  <a:cubicBezTo>
                    <a:pt x="40166" y="2770"/>
                    <a:pt x="40043" y="2192"/>
                    <a:pt x="39798" y="1683"/>
                  </a:cubicBezTo>
                  <a:cubicBezTo>
                    <a:pt x="39482" y="1210"/>
                    <a:pt x="39061" y="807"/>
                    <a:pt x="38570" y="526"/>
                  </a:cubicBezTo>
                  <a:cubicBezTo>
                    <a:pt x="38094" y="296"/>
                    <a:pt x="37571" y="174"/>
                    <a:pt x="37045" y="174"/>
                  </a:cubicBezTo>
                  <a:cubicBezTo>
                    <a:pt x="37010" y="174"/>
                    <a:pt x="36975" y="174"/>
                    <a:pt x="36940" y="175"/>
                  </a:cubicBezTo>
                  <a:cubicBezTo>
                    <a:pt x="36239" y="175"/>
                    <a:pt x="36239" y="473"/>
                    <a:pt x="35520" y="473"/>
                  </a:cubicBezTo>
                  <a:cubicBezTo>
                    <a:pt x="34819" y="473"/>
                    <a:pt x="34819" y="438"/>
                    <a:pt x="34117" y="438"/>
                  </a:cubicBezTo>
                  <a:cubicBezTo>
                    <a:pt x="33416" y="438"/>
                    <a:pt x="33416" y="88"/>
                    <a:pt x="32715" y="88"/>
                  </a:cubicBezTo>
                  <a:cubicBezTo>
                    <a:pt x="32013" y="88"/>
                    <a:pt x="32013" y="403"/>
                    <a:pt x="31295" y="403"/>
                  </a:cubicBezTo>
                  <a:cubicBezTo>
                    <a:pt x="30593" y="403"/>
                    <a:pt x="30593" y="579"/>
                    <a:pt x="29892" y="579"/>
                  </a:cubicBezTo>
                  <a:cubicBezTo>
                    <a:pt x="29191" y="579"/>
                    <a:pt x="29191" y="298"/>
                    <a:pt x="28490" y="298"/>
                  </a:cubicBezTo>
                  <a:cubicBezTo>
                    <a:pt x="27788" y="298"/>
                    <a:pt x="27788" y="53"/>
                    <a:pt x="27070" y="53"/>
                  </a:cubicBezTo>
                  <a:cubicBezTo>
                    <a:pt x="26368" y="53"/>
                    <a:pt x="26368" y="298"/>
                    <a:pt x="25667" y="298"/>
                  </a:cubicBezTo>
                  <a:cubicBezTo>
                    <a:pt x="24966" y="298"/>
                    <a:pt x="24966" y="70"/>
                    <a:pt x="24264" y="70"/>
                  </a:cubicBezTo>
                  <a:cubicBezTo>
                    <a:pt x="23563" y="70"/>
                    <a:pt x="23563" y="193"/>
                    <a:pt x="22844" y="193"/>
                  </a:cubicBezTo>
                  <a:cubicBezTo>
                    <a:pt x="22143" y="193"/>
                    <a:pt x="22143" y="140"/>
                    <a:pt x="21442" y="140"/>
                  </a:cubicBezTo>
                  <a:cubicBezTo>
                    <a:pt x="20741" y="140"/>
                    <a:pt x="20741" y="351"/>
                    <a:pt x="20039" y="351"/>
                  </a:cubicBezTo>
                  <a:cubicBezTo>
                    <a:pt x="19338" y="351"/>
                    <a:pt x="19338" y="368"/>
                    <a:pt x="18619" y="368"/>
                  </a:cubicBezTo>
                  <a:cubicBezTo>
                    <a:pt x="17918" y="368"/>
                    <a:pt x="17918" y="123"/>
                    <a:pt x="17217" y="123"/>
                  </a:cubicBezTo>
                  <a:cubicBezTo>
                    <a:pt x="16515" y="123"/>
                    <a:pt x="16515" y="193"/>
                    <a:pt x="15814" y="193"/>
                  </a:cubicBezTo>
                  <a:cubicBezTo>
                    <a:pt x="15113" y="193"/>
                    <a:pt x="15113" y="473"/>
                    <a:pt x="14412" y="473"/>
                  </a:cubicBezTo>
                  <a:cubicBezTo>
                    <a:pt x="13693" y="473"/>
                    <a:pt x="13693" y="0"/>
                    <a:pt x="12992" y="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43"/>
            <p:cNvSpPr/>
            <p:nvPr/>
          </p:nvSpPr>
          <p:spPr>
            <a:xfrm flipH="1" rot="-385653">
              <a:off x="5068707" y="3089020"/>
              <a:ext cx="1250266" cy="425038"/>
            </a:xfrm>
            <a:custGeom>
              <a:rect b="b" l="l" r="r" t="t"/>
              <a:pathLst>
                <a:path extrusionOk="0" h="6601" w="15517">
                  <a:moveTo>
                    <a:pt x="14011" y="0"/>
                  </a:moveTo>
                  <a:cubicBezTo>
                    <a:pt x="13784" y="0"/>
                    <a:pt x="13532" y="91"/>
                    <a:pt x="13290" y="116"/>
                  </a:cubicBezTo>
                  <a:cubicBezTo>
                    <a:pt x="13244" y="122"/>
                    <a:pt x="13203" y="125"/>
                    <a:pt x="13166" y="125"/>
                  </a:cubicBezTo>
                  <a:cubicBezTo>
                    <a:pt x="12911" y="125"/>
                    <a:pt x="12827" y="2"/>
                    <a:pt x="12572" y="2"/>
                  </a:cubicBezTo>
                  <a:cubicBezTo>
                    <a:pt x="12534" y="2"/>
                    <a:pt x="12494" y="5"/>
                    <a:pt x="12448" y="11"/>
                  </a:cubicBezTo>
                  <a:cubicBezTo>
                    <a:pt x="12027" y="64"/>
                    <a:pt x="12027" y="64"/>
                    <a:pt x="11624" y="116"/>
                  </a:cubicBezTo>
                  <a:cubicBezTo>
                    <a:pt x="11203" y="169"/>
                    <a:pt x="11221" y="186"/>
                    <a:pt x="10800" y="221"/>
                  </a:cubicBezTo>
                  <a:cubicBezTo>
                    <a:pt x="10379" y="256"/>
                    <a:pt x="10414" y="449"/>
                    <a:pt x="9994" y="484"/>
                  </a:cubicBezTo>
                  <a:cubicBezTo>
                    <a:pt x="9967" y="487"/>
                    <a:pt x="9942" y="488"/>
                    <a:pt x="9919" y="488"/>
                  </a:cubicBezTo>
                  <a:cubicBezTo>
                    <a:pt x="9593" y="488"/>
                    <a:pt x="9536" y="288"/>
                    <a:pt x="9209" y="288"/>
                  </a:cubicBezTo>
                  <a:cubicBezTo>
                    <a:pt x="9186" y="288"/>
                    <a:pt x="9161" y="289"/>
                    <a:pt x="9135" y="292"/>
                  </a:cubicBezTo>
                  <a:cubicBezTo>
                    <a:pt x="8731" y="344"/>
                    <a:pt x="8731" y="379"/>
                    <a:pt x="8311" y="432"/>
                  </a:cubicBezTo>
                  <a:cubicBezTo>
                    <a:pt x="7907" y="484"/>
                    <a:pt x="7925" y="695"/>
                    <a:pt x="7522" y="747"/>
                  </a:cubicBezTo>
                  <a:cubicBezTo>
                    <a:pt x="7101" y="782"/>
                    <a:pt x="7118" y="817"/>
                    <a:pt x="6698" y="870"/>
                  </a:cubicBezTo>
                  <a:cubicBezTo>
                    <a:pt x="6614" y="881"/>
                    <a:pt x="6547" y="885"/>
                    <a:pt x="6490" y="885"/>
                  </a:cubicBezTo>
                  <a:cubicBezTo>
                    <a:pt x="6311" y="885"/>
                    <a:pt x="6225" y="845"/>
                    <a:pt x="6019" y="845"/>
                  </a:cubicBezTo>
                  <a:cubicBezTo>
                    <a:pt x="5972" y="845"/>
                    <a:pt x="5919" y="847"/>
                    <a:pt x="5856" y="853"/>
                  </a:cubicBezTo>
                  <a:cubicBezTo>
                    <a:pt x="5453" y="905"/>
                    <a:pt x="5453" y="958"/>
                    <a:pt x="5050" y="1010"/>
                  </a:cubicBezTo>
                  <a:cubicBezTo>
                    <a:pt x="4629" y="1045"/>
                    <a:pt x="4629" y="1133"/>
                    <a:pt x="4226" y="1168"/>
                  </a:cubicBezTo>
                  <a:cubicBezTo>
                    <a:pt x="4167" y="1176"/>
                    <a:pt x="4116" y="1179"/>
                    <a:pt x="4071" y="1179"/>
                  </a:cubicBezTo>
                  <a:cubicBezTo>
                    <a:pt x="3854" y="1179"/>
                    <a:pt x="3772" y="1105"/>
                    <a:pt x="3546" y="1105"/>
                  </a:cubicBezTo>
                  <a:cubicBezTo>
                    <a:pt x="3499" y="1105"/>
                    <a:pt x="3446" y="1108"/>
                    <a:pt x="3384" y="1116"/>
                  </a:cubicBezTo>
                  <a:cubicBezTo>
                    <a:pt x="2981" y="1151"/>
                    <a:pt x="2981" y="1221"/>
                    <a:pt x="2560" y="1256"/>
                  </a:cubicBezTo>
                  <a:cubicBezTo>
                    <a:pt x="2359" y="1282"/>
                    <a:pt x="2258" y="1282"/>
                    <a:pt x="2155" y="1282"/>
                  </a:cubicBezTo>
                  <a:cubicBezTo>
                    <a:pt x="2052" y="1282"/>
                    <a:pt x="1947" y="1282"/>
                    <a:pt x="1736" y="1308"/>
                  </a:cubicBezTo>
                  <a:cubicBezTo>
                    <a:pt x="1403" y="1326"/>
                    <a:pt x="1088" y="1431"/>
                    <a:pt x="825" y="1624"/>
                  </a:cubicBezTo>
                  <a:cubicBezTo>
                    <a:pt x="527" y="1799"/>
                    <a:pt x="299" y="2062"/>
                    <a:pt x="123" y="2360"/>
                  </a:cubicBezTo>
                  <a:cubicBezTo>
                    <a:pt x="18" y="2676"/>
                    <a:pt x="1" y="3026"/>
                    <a:pt x="53" y="3360"/>
                  </a:cubicBezTo>
                  <a:cubicBezTo>
                    <a:pt x="106" y="3763"/>
                    <a:pt x="36" y="3763"/>
                    <a:pt x="71" y="4166"/>
                  </a:cubicBezTo>
                  <a:cubicBezTo>
                    <a:pt x="123" y="4569"/>
                    <a:pt x="123" y="4569"/>
                    <a:pt x="176" y="4972"/>
                  </a:cubicBezTo>
                  <a:cubicBezTo>
                    <a:pt x="229" y="5306"/>
                    <a:pt x="369" y="5621"/>
                    <a:pt x="579" y="5884"/>
                  </a:cubicBezTo>
                  <a:cubicBezTo>
                    <a:pt x="772" y="6165"/>
                    <a:pt x="1035" y="6410"/>
                    <a:pt x="1333" y="6568"/>
                  </a:cubicBezTo>
                  <a:cubicBezTo>
                    <a:pt x="1385" y="6591"/>
                    <a:pt x="1441" y="6600"/>
                    <a:pt x="1499" y="6600"/>
                  </a:cubicBezTo>
                  <a:cubicBezTo>
                    <a:pt x="1750" y="6600"/>
                    <a:pt x="2044" y="6421"/>
                    <a:pt x="2315" y="6393"/>
                  </a:cubicBezTo>
                  <a:cubicBezTo>
                    <a:pt x="2736" y="6340"/>
                    <a:pt x="2736" y="6375"/>
                    <a:pt x="3156" y="6322"/>
                  </a:cubicBezTo>
                  <a:cubicBezTo>
                    <a:pt x="3205" y="6316"/>
                    <a:pt x="3248" y="6313"/>
                    <a:pt x="3287" y="6313"/>
                  </a:cubicBezTo>
                  <a:cubicBezTo>
                    <a:pt x="3543" y="6313"/>
                    <a:pt x="3615" y="6432"/>
                    <a:pt x="3900" y="6432"/>
                  </a:cubicBezTo>
                  <a:cubicBezTo>
                    <a:pt x="3930" y="6432"/>
                    <a:pt x="3962" y="6431"/>
                    <a:pt x="3998" y="6428"/>
                  </a:cubicBezTo>
                  <a:cubicBezTo>
                    <a:pt x="4401" y="6375"/>
                    <a:pt x="4384" y="6165"/>
                    <a:pt x="4804" y="6130"/>
                  </a:cubicBezTo>
                  <a:cubicBezTo>
                    <a:pt x="4875" y="6123"/>
                    <a:pt x="4934" y="6121"/>
                    <a:pt x="4986" y="6121"/>
                  </a:cubicBezTo>
                  <a:cubicBezTo>
                    <a:pt x="5155" y="6121"/>
                    <a:pt x="5240" y="6147"/>
                    <a:pt x="5392" y="6147"/>
                  </a:cubicBezTo>
                  <a:cubicBezTo>
                    <a:pt x="5455" y="6147"/>
                    <a:pt x="5530" y="6142"/>
                    <a:pt x="5628" y="6130"/>
                  </a:cubicBezTo>
                  <a:cubicBezTo>
                    <a:pt x="5839" y="6103"/>
                    <a:pt x="5944" y="6103"/>
                    <a:pt x="6049" y="6103"/>
                  </a:cubicBezTo>
                  <a:cubicBezTo>
                    <a:pt x="6154" y="6103"/>
                    <a:pt x="6259" y="6103"/>
                    <a:pt x="6470" y="6077"/>
                  </a:cubicBezTo>
                  <a:cubicBezTo>
                    <a:pt x="6671" y="6051"/>
                    <a:pt x="6772" y="6051"/>
                    <a:pt x="6875" y="6051"/>
                  </a:cubicBezTo>
                  <a:cubicBezTo>
                    <a:pt x="6978" y="6051"/>
                    <a:pt x="7083" y="6051"/>
                    <a:pt x="7294" y="6024"/>
                  </a:cubicBezTo>
                  <a:cubicBezTo>
                    <a:pt x="7697" y="5989"/>
                    <a:pt x="7697" y="5972"/>
                    <a:pt x="8118" y="5919"/>
                  </a:cubicBezTo>
                  <a:cubicBezTo>
                    <a:pt x="8521" y="5884"/>
                    <a:pt x="8539" y="5902"/>
                    <a:pt x="8942" y="5849"/>
                  </a:cubicBezTo>
                  <a:cubicBezTo>
                    <a:pt x="9010" y="5840"/>
                    <a:pt x="9068" y="5837"/>
                    <a:pt x="9118" y="5837"/>
                  </a:cubicBezTo>
                  <a:cubicBezTo>
                    <a:pt x="9324" y="5837"/>
                    <a:pt x="9401" y="5896"/>
                    <a:pt x="9608" y="5896"/>
                  </a:cubicBezTo>
                  <a:cubicBezTo>
                    <a:pt x="9657" y="5896"/>
                    <a:pt x="9715" y="5893"/>
                    <a:pt x="9783" y="5884"/>
                  </a:cubicBezTo>
                  <a:cubicBezTo>
                    <a:pt x="10187" y="5832"/>
                    <a:pt x="10187" y="5761"/>
                    <a:pt x="10590" y="5709"/>
                  </a:cubicBezTo>
                  <a:cubicBezTo>
                    <a:pt x="11011" y="5656"/>
                    <a:pt x="10993" y="5551"/>
                    <a:pt x="11414" y="5498"/>
                  </a:cubicBezTo>
                  <a:cubicBezTo>
                    <a:pt x="11817" y="5463"/>
                    <a:pt x="11817" y="5358"/>
                    <a:pt x="12220" y="5323"/>
                  </a:cubicBezTo>
                  <a:cubicBezTo>
                    <a:pt x="12641" y="5271"/>
                    <a:pt x="12641" y="5235"/>
                    <a:pt x="13044" y="5200"/>
                  </a:cubicBezTo>
                  <a:cubicBezTo>
                    <a:pt x="13175" y="5184"/>
                    <a:pt x="13265" y="5180"/>
                    <a:pt x="13340" y="5180"/>
                  </a:cubicBezTo>
                  <a:cubicBezTo>
                    <a:pt x="13430" y="5180"/>
                    <a:pt x="13496" y="5186"/>
                    <a:pt x="13584" y="5186"/>
                  </a:cubicBezTo>
                  <a:cubicBezTo>
                    <a:pt x="13656" y="5186"/>
                    <a:pt x="13743" y="5182"/>
                    <a:pt x="13868" y="5165"/>
                  </a:cubicBezTo>
                  <a:cubicBezTo>
                    <a:pt x="14815" y="5025"/>
                    <a:pt x="15464" y="4166"/>
                    <a:pt x="15358" y="3219"/>
                  </a:cubicBezTo>
                  <a:cubicBezTo>
                    <a:pt x="15306" y="2834"/>
                    <a:pt x="15516" y="2799"/>
                    <a:pt x="15464" y="2413"/>
                  </a:cubicBezTo>
                  <a:cubicBezTo>
                    <a:pt x="15411" y="2010"/>
                    <a:pt x="15236" y="2027"/>
                    <a:pt x="15201" y="1624"/>
                  </a:cubicBezTo>
                  <a:cubicBezTo>
                    <a:pt x="15148" y="1291"/>
                    <a:pt x="15253" y="905"/>
                    <a:pt x="15060" y="660"/>
                  </a:cubicBezTo>
                  <a:cubicBezTo>
                    <a:pt x="14850" y="397"/>
                    <a:pt x="14569" y="186"/>
                    <a:pt x="14254" y="46"/>
                  </a:cubicBezTo>
                  <a:cubicBezTo>
                    <a:pt x="14178" y="13"/>
                    <a:pt x="14096" y="0"/>
                    <a:pt x="140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43"/>
            <p:cNvSpPr txBox="1"/>
            <p:nvPr/>
          </p:nvSpPr>
          <p:spPr>
            <a:xfrm flipH="1">
              <a:off x="5091890" y="3141114"/>
              <a:ext cx="12039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Technology</a:t>
              </a:r>
              <a:endParaRPr sz="1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21" name="Google Shape;3121;p43"/>
            <p:cNvSpPr txBox="1"/>
            <p:nvPr/>
          </p:nvSpPr>
          <p:spPr>
            <a:xfrm flipH="1">
              <a:off x="4792040" y="3529325"/>
              <a:ext cx="1803600" cy="6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also is the smallest one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22" name="Google Shape;3122;p43"/>
          <p:cNvGrpSpPr/>
          <p:nvPr/>
        </p:nvGrpSpPr>
        <p:grpSpPr>
          <a:xfrm>
            <a:off x="2706841" y="3141114"/>
            <a:ext cx="1803600" cy="1438498"/>
            <a:chOff x="2706841" y="3141114"/>
            <a:chExt cx="1803600" cy="1438498"/>
          </a:xfrm>
        </p:grpSpPr>
        <p:sp>
          <p:nvSpPr>
            <p:cNvPr id="3123" name="Google Shape;3123;p43"/>
            <p:cNvSpPr/>
            <p:nvPr/>
          </p:nvSpPr>
          <p:spPr>
            <a:xfrm flipH="1">
              <a:off x="2706875" y="3318851"/>
              <a:ext cx="1803537" cy="1260760"/>
            </a:xfrm>
            <a:custGeom>
              <a:rect b="b" l="l" r="r" t="t"/>
              <a:pathLst>
                <a:path extrusionOk="0" h="24773" w="40271">
                  <a:moveTo>
                    <a:pt x="12992" y="0"/>
                  </a:moveTo>
                  <a:cubicBezTo>
                    <a:pt x="12290" y="0"/>
                    <a:pt x="12290" y="456"/>
                    <a:pt x="11589" y="456"/>
                  </a:cubicBezTo>
                  <a:cubicBezTo>
                    <a:pt x="10888" y="456"/>
                    <a:pt x="10888" y="316"/>
                    <a:pt x="10186" y="316"/>
                  </a:cubicBezTo>
                  <a:cubicBezTo>
                    <a:pt x="9468" y="316"/>
                    <a:pt x="9468" y="88"/>
                    <a:pt x="8766" y="88"/>
                  </a:cubicBezTo>
                  <a:cubicBezTo>
                    <a:pt x="8065" y="88"/>
                    <a:pt x="8065" y="473"/>
                    <a:pt x="7364" y="473"/>
                  </a:cubicBezTo>
                  <a:cubicBezTo>
                    <a:pt x="6663" y="473"/>
                    <a:pt x="6663" y="333"/>
                    <a:pt x="5961" y="333"/>
                  </a:cubicBezTo>
                  <a:cubicBezTo>
                    <a:pt x="5260" y="333"/>
                    <a:pt x="5260" y="140"/>
                    <a:pt x="4541" y="140"/>
                  </a:cubicBezTo>
                  <a:cubicBezTo>
                    <a:pt x="3840" y="140"/>
                    <a:pt x="3840" y="158"/>
                    <a:pt x="3139" y="158"/>
                  </a:cubicBezTo>
                  <a:cubicBezTo>
                    <a:pt x="2595" y="175"/>
                    <a:pt x="2052" y="333"/>
                    <a:pt x="1578" y="631"/>
                  </a:cubicBezTo>
                  <a:cubicBezTo>
                    <a:pt x="1123" y="929"/>
                    <a:pt x="754" y="1332"/>
                    <a:pt x="509" y="1806"/>
                  </a:cubicBezTo>
                  <a:cubicBezTo>
                    <a:pt x="246" y="2279"/>
                    <a:pt x="123" y="2805"/>
                    <a:pt x="141" y="3349"/>
                  </a:cubicBezTo>
                  <a:cubicBezTo>
                    <a:pt x="141" y="4032"/>
                    <a:pt x="176" y="4032"/>
                    <a:pt x="176" y="4734"/>
                  </a:cubicBezTo>
                  <a:cubicBezTo>
                    <a:pt x="176" y="5435"/>
                    <a:pt x="281" y="5435"/>
                    <a:pt x="281" y="6136"/>
                  </a:cubicBezTo>
                  <a:cubicBezTo>
                    <a:pt x="281" y="6820"/>
                    <a:pt x="246" y="6820"/>
                    <a:pt x="246" y="7521"/>
                  </a:cubicBezTo>
                  <a:cubicBezTo>
                    <a:pt x="246" y="8222"/>
                    <a:pt x="123" y="8222"/>
                    <a:pt x="123" y="8906"/>
                  </a:cubicBezTo>
                  <a:cubicBezTo>
                    <a:pt x="123" y="9607"/>
                    <a:pt x="246" y="9607"/>
                    <a:pt x="246" y="10309"/>
                  </a:cubicBezTo>
                  <a:cubicBezTo>
                    <a:pt x="246" y="11010"/>
                    <a:pt x="228" y="11010"/>
                    <a:pt x="228" y="11694"/>
                  </a:cubicBezTo>
                  <a:cubicBezTo>
                    <a:pt x="228" y="12395"/>
                    <a:pt x="299" y="12395"/>
                    <a:pt x="299" y="13096"/>
                  </a:cubicBezTo>
                  <a:cubicBezTo>
                    <a:pt x="299" y="13780"/>
                    <a:pt x="88" y="13780"/>
                    <a:pt x="88" y="14481"/>
                  </a:cubicBezTo>
                  <a:cubicBezTo>
                    <a:pt x="88" y="15182"/>
                    <a:pt x="281" y="15182"/>
                    <a:pt x="281" y="15866"/>
                  </a:cubicBezTo>
                  <a:cubicBezTo>
                    <a:pt x="281" y="16567"/>
                    <a:pt x="0" y="16567"/>
                    <a:pt x="0" y="17269"/>
                  </a:cubicBezTo>
                  <a:cubicBezTo>
                    <a:pt x="0" y="17970"/>
                    <a:pt x="369" y="17970"/>
                    <a:pt x="369" y="18654"/>
                  </a:cubicBezTo>
                  <a:cubicBezTo>
                    <a:pt x="369" y="19355"/>
                    <a:pt x="351" y="19355"/>
                    <a:pt x="351" y="20056"/>
                  </a:cubicBezTo>
                  <a:cubicBezTo>
                    <a:pt x="351" y="20740"/>
                    <a:pt x="281" y="20740"/>
                    <a:pt x="281" y="21441"/>
                  </a:cubicBezTo>
                  <a:cubicBezTo>
                    <a:pt x="281" y="22002"/>
                    <a:pt x="141" y="22563"/>
                    <a:pt x="404" y="23019"/>
                  </a:cubicBezTo>
                  <a:cubicBezTo>
                    <a:pt x="667" y="23492"/>
                    <a:pt x="1315" y="23580"/>
                    <a:pt x="1754" y="23843"/>
                  </a:cubicBezTo>
                  <a:cubicBezTo>
                    <a:pt x="2209" y="24089"/>
                    <a:pt x="2595" y="24352"/>
                    <a:pt x="3139" y="24352"/>
                  </a:cubicBezTo>
                  <a:cubicBezTo>
                    <a:pt x="3857" y="24352"/>
                    <a:pt x="3840" y="24194"/>
                    <a:pt x="4559" y="24194"/>
                  </a:cubicBezTo>
                  <a:cubicBezTo>
                    <a:pt x="5260" y="24194"/>
                    <a:pt x="5260" y="24650"/>
                    <a:pt x="5961" y="24650"/>
                  </a:cubicBezTo>
                  <a:cubicBezTo>
                    <a:pt x="6663" y="24650"/>
                    <a:pt x="6663" y="24334"/>
                    <a:pt x="7381" y="24334"/>
                  </a:cubicBezTo>
                  <a:cubicBezTo>
                    <a:pt x="8083" y="24334"/>
                    <a:pt x="8083" y="24772"/>
                    <a:pt x="8784" y="24772"/>
                  </a:cubicBezTo>
                  <a:cubicBezTo>
                    <a:pt x="9485" y="24772"/>
                    <a:pt x="9485" y="24702"/>
                    <a:pt x="10186" y="24702"/>
                  </a:cubicBezTo>
                  <a:cubicBezTo>
                    <a:pt x="10888" y="24702"/>
                    <a:pt x="10888" y="24544"/>
                    <a:pt x="11589" y="24544"/>
                  </a:cubicBezTo>
                  <a:cubicBezTo>
                    <a:pt x="12308" y="24544"/>
                    <a:pt x="12308" y="24772"/>
                    <a:pt x="13009" y="24772"/>
                  </a:cubicBezTo>
                  <a:lnTo>
                    <a:pt x="14412" y="24772"/>
                  </a:lnTo>
                  <a:cubicBezTo>
                    <a:pt x="15113" y="24772"/>
                    <a:pt x="15113" y="24755"/>
                    <a:pt x="15814" y="24755"/>
                  </a:cubicBezTo>
                  <a:cubicBezTo>
                    <a:pt x="16533" y="24755"/>
                    <a:pt x="16533" y="24720"/>
                    <a:pt x="17234" y="24720"/>
                  </a:cubicBezTo>
                  <a:cubicBezTo>
                    <a:pt x="17935" y="24720"/>
                    <a:pt x="17935" y="24667"/>
                    <a:pt x="18637" y="24667"/>
                  </a:cubicBezTo>
                  <a:cubicBezTo>
                    <a:pt x="19338" y="24667"/>
                    <a:pt x="19338" y="24720"/>
                    <a:pt x="20039" y="24720"/>
                  </a:cubicBezTo>
                  <a:cubicBezTo>
                    <a:pt x="20758" y="24720"/>
                    <a:pt x="20758" y="24457"/>
                    <a:pt x="21459" y="24457"/>
                  </a:cubicBezTo>
                  <a:cubicBezTo>
                    <a:pt x="22161" y="24457"/>
                    <a:pt x="22161" y="24597"/>
                    <a:pt x="22862" y="24597"/>
                  </a:cubicBezTo>
                  <a:cubicBezTo>
                    <a:pt x="23563" y="24597"/>
                    <a:pt x="23563" y="24404"/>
                    <a:pt x="24264" y="24404"/>
                  </a:cubicBezTo>
                  <a:cubicBezTo>
                    <a:pt x="24983" y="24404"/>
                    <a:pt x="24983" y="24316"/>
                    <a:pt x="25685" y="24316"/>
                  </a:cubicBezTo>
                  <a:cubicBezTo>
                    <a:pt x="26386" y="24316"/>
                    <a:pt x="26386" y="24211"/>
                    <a:pt x="27087" y="24211"/>
                  </a:cubicBezTo>
                  <a:cubicBezTo>
                    <a:pt x="27788" y="24211"/>
                    <a:pt x="27788" y="24281"/>
                    <a:pt x="28490" y="24281"/>
                  </a:cubicBezTo>
                  <a:cubicBezTo>
                    <a:pt x="29191" y="24281"/>
                    <a:pt x="29191" y="24352"/>
                    <a:pt x="29910" y="24352"/>
                  </a:cubicBezTo>
                  <a:cubicBezTo>
                    <a:pt x="30611" y="24352"/>
                    <a:pt x="30611" y="24387"/>
                    <a:pt x="31312" y="24387"/>
                  </a:cubicBezTo>
                  <a:cubicBezTo>
                    <a:pt x="32013" y="24387"/>
                    <a:pt x="32013" y="24702"/>
                    <a:pt x="32715" y="24702"/>
                  </a:cubicBezTo>
                  <a:cubicBezTo>
                    <a:pt x="33416" y="24702"/>
                    <a:pt x="33416" y="24615"/>
                    <a:pt x="34117" y="24615"/>
                  </a:cubicBezTo>
                  <a:cubicBezTo>
                    <a:pt x="34836" y="24615"/>
                    <a:pt x="34836" y="24194"/>
                    <a:pt x="35537" y="24194"/>
                  </a:cubicBezTo>
                  <a:cubicBezTo>
                    <a:pt x="36239" y="24194"/>
                    <a:pt x="36239" y="24352"/>
                    <a:pt x="36940" y="24352"/>
                  </a:cubicBezTo>
                  <a:cubicBezTo>
                    <a:pt x="37273" y="24352"/>
                    <a:pt x="37632" y="24420"/>
                    <a:pt x="37963" y="24420"/>
                  </a:cubicBezTo>
                  <a:cubicBezTo>
                    <a:pt x="38189" y="24420"/>
                    <a:pt x="38403" y="24388"/>
                    <a:pt x="38588" y="24281"/>
                  </a:cubicBezTo>
                  <a:cubicBezTo>
                    <a:pt x="39044" y="24036"/>
                    <a:pt x="39324" y="23422"/>
                    <a:pt x="39587" y="22967"/>
                  </a:cubicBezTo>
                  <a:cubicBezTo>
                    <a:pt x="39850" y="22528"/>
                    <a:pt x="40201" y="22002"/>
                    <a:pt x="40201" y="21441"/>
                  </a:cubicBezTo>
                  <a:cubicBezTo>
                    <a:pt x="40201" y="20740"/>
                    <a:pt x="40218" y="20740"/>
                    <a:pt x="40218" y="20039"/>
                  </a:cubicBezTo>
                  <a:cubicBezTo>
                    <a:pt x="40218" y="19337"/>
                    <a:pt x="39903" y="19337"/>
                    <a:pt x="39903" y="18654"/>
                  </a:cubicBezTo>
                  <a:cubicBezTo>
                    <a:pt x="39903" y="17952"/>
                    <a:pt x="39868" y="17952"/>
                    <a:pt x="39868" y="17251"/>
                  </a:cubicBezTo>
                  <a:cubicBezTo>
                    <a:pt x="39868" y="16567"/>
                    <a:pt x="40025" y="16567"/>
                    <a:pt x="40025" y="15866"/>
                  </a:cubicBezTo>
                  <a:cubicBezTo>
                    <a:pt x="40025" y="15165"/>
                    <a:pt x="40096" y="15165"/>
                    <a:pt x="40096" y="14464"/>
                  </a:cubicBezTo>
                  <a:cubicBezTo>
                    <a:pt x="40096" y="13780"/>
                    <a:pt x="39815" y="13780"/>
                    <a:pt x="39815" y="13079"/>
                  </a:cubicBezTo>
                  <a:cubicBezTo>
                    <a:pt x="39815" y="12377"/>
                    <a:pt x="40218" y="12377"/>
                    <a:pt x="40218" y="11694"/>
                  </a:cubicBezTo>
                  <a:cubicBezTo>
                    <a:pt x="40218" y="10992"/>
                    <a:pt x="40271" y="10992"/>
                    <a:pt x="40271" y="10291"/>
                  </a:cubicBezTo>
                  <a:cubicBezTo>
                    <a:pt x="40271" y="9607"/>
                    <a:pt x="40166" y="9607"/>
                    <a:pt x="40166" y="8906"/>
                  </a:cubicBezTo>
                  <a:cubicBezTo>
                    <a:pt x="40166" y="8205"/>
                    <a:pt x="40113" y="8205"/>
                    <a:pt x="40113" y="7504"/>
                  </a:cubicBezTo>
                  <a:cubicBezTo>
                    <a:pt x="40113" y="6820"/>
                    <a:pt x="40166" y="6820"/>
                    <a:pt x="40166" y="6119"/>
                  </a:cubicBezTo>
                  <a:cubicBezTo>
                    <a:pt x="40166" y="5417"/>
                    <a:pt x="39973" y="5417"/>
                    <a:pt x="39973" y="4734"/>
                  </a:cubicBezTo>
                  <a:cubicBezTo>
                    <a:pt x="39973" y="4032"/>
                    <a:pt x="40148" y="4032"/>
                    <a:pt x="40148" y="3331"/>
                  </a:cubicBezTo>
                  <a:cubicBezTo>
                    <a:pt x="40166" y="2770"/>
                    <a:pt x="40043" y="2192"/>
                    <a:pt x="39798" y="1683"/>
                  </a:cubicBezTo>
                  <a:cubicBezTo>
                    <a:pt x="39482" y="1210"/>
                    <a:pt x="39061" y="807"/>
                    <a:pt x="38570" y="526"/>
                  </a:cubicBezTo>
                  <a:cubicBezTo>
                    <a:pt x="38094" y="296"/>
                    <a:pt x="37571" y="174"/>
                    <a:pt x="37045" y="174"/>
                  </a:cubicBezTo>
                  <a:cubicBezTo>
                    <a:pt x="37010" y="174"/>
                    <a:pt x="36975" y="174"/>
                    <a:pt x="36940" y="175"/>
                  </a:cubicBezTo>
                  <a:cubicBezTo>
                    <a:pt x="36239" y="175"/>
                    <a:pt x="36239" y="473"/>
                    <a:pt x="35520" y="473"/>
                  </a:cubicBezTo>
                  <a:cubicBezTo>
                    <a:pt x="34819" y="473"/>
                    <a:pt x="34819" y="438"/>
                    <a:pt x="34117" y="438"/>
                  </a:cubicBezTo>
                  <a:cubicBezTo>
                    <a:pt x="33416" y="438"/>
                    <a:pt x="33416" y="88"/>
                    <a:pt x="32715" y="88"/>
                  </a:cubicBezTo>
                  <a:cubicBezTo>
                    <a:pt x="32013" y="88"/>
                    <a:pt x="32013" y="403"/>
                    <a:pt x="31295" y="403"/>
                  </a:cubicBezTo>
                  <a:cubicBezTo>
                    <a:pt x="30593" y="403"/>
                    <a:pt x="30593" y="579"/>
                    <a:pt x="29892" y="579"/>
                  </a:cubicBezTo>
                  <a:cubicBezTo>
                    <a:pt x="29191" y="579"/>
                    <a:pt x="29191" y="298"/>
                    <a:pt x="28490" y="298"/>
                  </a:cubicBezTo>
                  <a:cubicBezTo>
                    <a:pt x="27788" y="298"/>
                    <a:pt x="27788" y="53"/>
                    <a:pt x="27070" y="53"/>
                  </a:cubicBezTo>
                  <a:cubicBezTo>
                    <a:pt x="26368" y="53"/>
                    <a:pt x="26368" y="298"/>
                    <a:pt x="25667" y="298"/>
                  </a:cubicBezTo>
                  <a:cubicBezTo>
                    <a:pt x="24966" y="298"/>
                    <a:pt x="24966" y="70"/>
                    <a:pt x="24264" y="70"/>
                  </a:cubicBezTo>
                  <a:cubicBezTo>
                    <a:pt x="23563" y="70"/>
                    <a:pt x="23563" y="193"/>
                    <a:pt x="22844" y="193"/>
                  </a:cubicBezTo>
                  <a:cubicBezTo>
                    <a:pt x="22143" y="193"/>
                    <a:pt x="22143" y="140"/>
                    <a:pt x="21442" y="140"/>
                  </a:cubicBezTo>
                  <a:cubicBezTo>
                    <a:pt x="20741" y="140"/>
                    <a:pt x="20741" y="351"/>
                    <a:pt x="20039" y="351"/>
                  </a:cubicBezTo>
                  <a:cubicBezTo>
                    <a:pt x="19338" y="351"/>
                    <a:pt x="19338" y="368"/>
                    <a:pt x="18619" y="368"/>
                  </a:cubicBezTo>
                  <a:cubicBezTo>
                    <a:pt x="17918" y="368"/>
                    <a:pt x="17918" y="123"/>
                    <a:pt x="17217" y="123"/>
                  </a:cubicBezTo>
                  <a:cubicBezTo>
                    <a:pt x="16515" y="123"/>
                    <a:pt x="16515" y="193"/>
                    <a:pt x="15814" y="193"/>
                  </a:cubicBezTo>
                  <a:cubicBezTo>
                    <a:pt x="15113" y="193"/>
                    <a:pt x="15113" y="473"/>
                    <a:pt x="14412" y="473"/>
                  </a:cubicBezTo>
                  <a:cubicBezTo>
                    <a:pt x="13693" y="473"/>
                    <a:pt x="13693" y="0"/>
                    <a:pt x="12992" y="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43"/>
            <p:cNvSpPr txBox="1"/>
            <p:nvPr/>
          </p:nvSpPr>
          <p:spPr>
            <a:xfrm flipH="1">
              <a:off x="3006691" y="3141114"/>
              <a:ext cx="1203900" cy="30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Sources</a:t>
              </a:r>
              <a:endParaRPr sz="1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25" name="Google Shape;3125;p43"/>
            <p:cNvSpPr txBox="1"/>
            <p:nvPr/>
          </p:nvSpPr>
          <p:spPr>
            <a:xfrm flipH="1">
              <a:off x="2706841" y="3529325"/>
              <a:ext cx="1803600" cy="6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mostly of hydrogen and also helium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26" name="Google Shape;3126;p43"/>
          <p:cNvGrpSpPr/>
          <p:nvPr/>
        </p:nvGrpSpPr>
        <p:grpSpPr>
          <a:xfrm>
            <a:off x="6877238" y="1262150"/>
            <a:ext cx="1803600" cy="1561900"/>
            <a:chOff x="6877238" y="1262150"/>
            <a:chExt cx="1803600" cy="1561900"/>
          </a:xfrm>
        </p:grpSpPr>
        <p:sp>
          <p:nvSpPr>
            <p:cNvPr id="3127" name="Google Shape;3127;p43"/>
            <p:cNvSpPr/>
            <p:nvPr/>
          </p:nvSpPr>
          <p:spPr>
            <a:xfrm>
              <a:off x="6877263" y="1560627"/>
              <a:ext cx="1803537" cy="1263423"/>
            </a:xfrm>
            <a:custGeom>
              <a:rect b="b" l="l" r="r" t="t"/>
              <a:pathLst>
                <a:path extrusionOk="0" h="24773" w="40271">
                  <a:moveTo>
                    <a:pt x="12992" y="0"/>
                  </a:moveTo>
                  <a:cubicBezTo>
                    <a:pt x="12290" y="0"/>
                    <a:pt x="12290" y="456"/>
                    <a:pt x="11589" y="456"/>
                  </a:cubicBezTo>
                  <a:cubicBezTo>
                    <a:pt x="10888" y="456"/>
                    <a:pt x="10888" y="316"/>
                    <a:pt x="10186" y="316"/>
                  </a:cubicBezTo>
                  <a:cubicBezTo>
                    <a:pt x="9468" y="316"/>
                    <a:pt x="9468" y="88"/>
                    <a:pt x="8766" y="88"/>
                  </a:cubicBezTo>
                  <a:cubicBezTo>
                    <a:pt x="8065" y="88"/>
                    <a:pt x="8065" y="473"/>
                    <a:pt x="7364" y="473"/>
                  </a:cubicBezTo>
                  <a:cubicBezTo>
                    <a:pt x="6663" y="473"/>
                    <a:pt x="6663" y="333"/>
                    <a:pt x="5961" y="333"/>
                  </a:cubicBezTo>
                  <a:cubicBezTo>
                    <a:pt x="5260" y="333"/>
                    <a:pt x="5260" y="140"/>
                    <a:pt x="4541" y="140"/>
                  </a:cubicBezTo>
                  <a:cubicBezTo>
                    <a:pt x="3840" y="140"/>
                    <a:pt x="3840" y="158"/>
                    <a:pt x="3139" y="158"/>
                  </a:cubicBezTo>
                  <a:cubicBezTo>
                    <a:pt x="2595" y="175"/>
                    <a:pt x="2052" y="333"/>
                    <a:pt x="1578" y="631"/>
                  </a:cubicBezTo>
                  <a:cubicBezTo>
                    <a:pt x="1123" y="929"/>
                    <a:pt x="754" y="1332"/>
                    <a:pt x="509" y="1806"/>
                  </a:cubicBezTo>
                  <a:cubicBezTo>
                    <a:pt x="246" y="2279"/>
                    <a:pt x="123" y="2805"/>
                    <a:pt x="141" y="3349"/>
                  </a:cubicBezTo>
                  <a:cubicBezTo>
                    <a:pt x="141" y="4032"/>
                    <a:pt x="176" y="4032"/>
                    <a:pt x="176" y="4734"/>
                  </a:cubicBezTo>
                  <a:cubicBezTo>
                    <a:pt x="176" y="5435"/>
                    <a:pt x="281" y="5435"/>
                    <a:pt x="281" y="6136"/>
                  </a:cubicBezTo>
                  <a:cubicBezTo>
                    <a:pt x="281" y="6820"/>
                    <a:pt x="246" y="6820"/>
                    <a:pt x="246" y="7521"/>
                  </a:cubicBezTo>
                  <a:cubicBezTo>
                    <a:pt x="246" y="8222"/>
                    <a:pt x="123" y="8222"/>
                    <a:pt x="123" y="8906"/>
                  </a:cubicBezTo>
                  <a:cubicBezTo>
                    <a:pt x="123" y="9607"/>
                    <a:pt x="246" y="9607"/>
                    <a:pt x="246" y="10309"/>
                  </a:cubicBezTo>
                  <a:cubicBezTo>
                    <a:pt x="246" y="11010"/>
                    <a:pt x="228" y="11010"/>
                    <a:pt x="228" y="11694"/>
                  </a:cubicBezTo>
                  <a:cubicBezTo>
                    <a:pt x="228" y="12395"/>
                    <a:pt x="299" y="12395"/>
                    <a:pt x="299" y="13096"/>
                  </a:cubicBezTo>
                  <a:cubicBezTo>
                    <a:pt x="299" y="13780"/>
                    <a:pt x="88" y="13780"/>
                    <a:pt x="88" y="14481"/>
                  </a:cubicBezTo>
                  <a:cubicBezTo>
                    <a:pt x="88" y="15182"/>
                    <a:pt x="281" y="15182"/>
                    <a:pt x="281" y="15866"/>
                  </a:cubicBezTo>
                  <a:cubicBezTo>
                    <a:pt x="281" y="16567"/>
                    <a:pt x="0" y="16567"/>
                    <a:pt x="0" y="17269"/>
                  </a:cubicBezTo>
                  <a:cubicBezTo>
                    <a:pt x="0" y="17970"/>
                    <a:pt x="369" y="17970"/>
                    <a:pt x="369" y="18654"/>
                  </a:cubicBezTo>
                  <a:cubicBezTo>
                    <a:pt x="369" y="19355"/>
                    <a:pt x="351" y="19355"/>
                    <a:pt x="351" y="20056"/>
                  </a:cubicBezTo>
                  <a:cubicBezTo>
                    <a:pt x="351" y="20740"/>
                    <a:pt x="281" y="20740"/>
                    <a:pt x="281" y="21441"/>
                  </a:cubicBezTo>
                  <a:cubicBezTo>
                    <a:pt x="281" y="22002"/>
                    <a:pt x="141" y="22563"/>
                    <a:pt x="404" y="23019"/>
                  </a:cubicBezTo>
                  <a:cubicBezTo>
                    <a:pt x="667" y="23492"/>
                    <a:pt x="1315" y="23580"/>
                    <a:pt x="1754" y="23843"/>
                  </a:cubicBezTo>
                  <a:cubicBezTo>
                    <a:pt x="2209" y="24089"/>
                    <a:pt x="2595" y="24352"/>
                    <a:pt x="3139" y="24352"/>
                  </a:cubicBezTo>
                  <a:cubicBezTo>
                    <a:pt x="3857" y="24352"/>
                    <a:pt x="3840" y="24194"/>
                    <a:pt x="4559" y="24194"/>
                  </a:cubicBezTo>
                  <a:cubicBezTo>
                    <a:pt x="5260" y="24194"/>
                    <a:pt x="5260" y="24650"/>
                    <a:pt x="5961" y="24650"/>
                  </a:cubicBezTo>
                  <a:cubicBezTo>
                    <a:pt x="6663" y="24650"/>
                    <a:pt x="6663" y="24334"/>
                    <a:pt x="7381" y="24334"/>
                  </a:cubicBezTo>
                  <a:cubicBezTo>
                    <a:pt x="8083" y="24334"/>
                    <a:pt x="8083" y="24772"/>
                    <a:pt x="8784" y="24772"/>
                  </a:cubicBezTo>
                  <a:cubicBezTo>
                    <a:pt x="9485" y="24772"/>
                    <a:pt x="9485" y="24702"/>
                    <a:pt x="10186" y="24702"/>
                  </a:cubicBezTo>
                  <a:cubicBezTo>
                    <a:pt x="10888" y="24702"/>
                    <a:pt x="10888" y="24544"/>
                    <a:pt x="11589" y="24544"/>
                  </a:cubicBezTo>
                  <a:cubicBezTo>
                    <a:pt x="12308" y="24544"/>
                    <a:pt x="12308" y="24772"/>
                    <a:pt x="13009" y="24772"/>
                  </a:cubicBezTo>
                  <a:lnTo>
                    <a:pt x="14412" y="24772"/>
                  </a:lnTo>
                  <a:cubicBezTo>
                    <a:pt x="15113" y="24772"/>
                    <a:pt x="15113" y="24755"/>
                    <a:pt x="15814" y="24755"/>
                  </a:cubicBezTo>
                  <a:cubicBezTo>
                    <a:pt x="16533" y="24755"/>
                    <a:pt x="16533" y="24720"/>
                    <a:pt x="17234" y="24720"/>
                  </a:cubicBezTo>
                  <a:cubicBezTo>
                    <a:pt x="17935" y="24720"/>
                    <a:pt x="17935" y="24667"/>
                    <a:pt x="18637" y="24667"/>
                  </a:cubicBezTo>
                  <a:cubicBezTo>
                    <a:pt x="19338" y="24667"/>
                    <a:pt x="19338" y="24720"/>
                    <a:pt x="20039" y="24720"/>
                  </a:cubicBezTo>
                  <a:cubicBezTo>
                    <a:pt x="20758" y="24720"/>
                    <a:pt x="20758" y="24457"/>
                    <a:pt x="21459" y="24457"/>
                  </a:cubicBezTo>
                  <a:cubicBezTo>
                    <a:pt x="22161" y="24457"/>
                    <a:pt x="22161" y="24597"/>
                    <a:pt x="22862" y="24597"/>
                  </a:cubicBezTo>
                  <a:cubicBezTo>
                    <a:pt x="23563" y="24597"/>
                    <a:pt x="23563" y="24404"/>
                    <a:pt x="24264" y="24404"/>
                  </a:cubicBezTo>
                  <a:cubicBezTo>
                    <a:pt x="24983" y="24404"/>
                    <a:pt x="24983" y="24316"/>
                    <a:pt x="25685" y="24316"/>
                  </a:cubicBezTo>
                  <a:cubicBezTo>
                    <a:pt x="26386" y="24316"/>
                    <a:pt x="26386" y="24211"/>
                    <a:pt x="27087" y="24211"/>
                  </a:cubicBezTo>
                  <a:cubicBezTo>
                    <a:pt x="27788" y="24211"/>
                    <a:pt x="27788" y="24281"/>
                    <a:pt x="28490" y="24281"/>
                  </a:cubicBezTo>
                  <a:cubicBezTo>
                    <a:pt x="29191" y="24281"/>
                    <a:pt x="29191" y="24352"/>
                    <a:pt x="29910" y="24352"/>
                  </a:cubicBezTo>
                  <a:cubicBezTo>
                    <a:pt x="30611" y="24352"/>
                    <a:pt x="30611" y="24387"/>
                    <a:pt x="31312" y="24387"/>
                  </a:cubicBezTo>
                  <a:cubicBezTo>
                    <a:pt x="32013" y="24387"/>
                    <a:pt x="32013" y="24702"/>
                    <a:pt x="32715" y="24702"/>
                  </a:cubicBezTo>
                  <a:cubicBezTo>
                    <a:pt x="33416" y="24702"/>
                    <a:pt x="33416" y="24615"/>
                    <a:pt x="34117" y="24615"/>
                  </a:cubicBezTo>
                  <a:cubicBezTo>
                    <a:pt x="34836" y="24615"/>
                    <a:pt x="34836" y="24194"/>
                    <a:pt x="35537" y="24194"/>
                  </a:cubicBezTo>
                  <a:cubicBezTo>
                    <a:pt x="36239" y="24194"/>
                    <a:pt x="36239" y="24352"/>
                    <a:pt x="36940" y="24352"/>
                  </a:cubicBezTo>
                  <a:cubicBezTo>
                    <a:pt x="37273" y="24352"/>
                    <a:pt x="37632" y="24420"/>
                    <a:pt x="37963" y="24420"/>
                  </a:cubicBezTo>
                  <a:cubicBezTo>
                    <a:pt x="38189" y="24420"/>
                    <a:pt x="38403" y="24388"/>
                    <a:pt x="38588" y="24281"/>
                  </a:cubicBezTo>
                  <a:cubicBezTo>
                    <a:pt x="39044" y="24036"/>
                    <a:pt x="39324" y="23422"/>
                    <a:pt x="39587" y="22967"/>
                  </a:cubicBezTo>
                  <a:cubicBezTo>
                    <a:pt x="39850" y="22528"/>
                    <a:pt x="40201" y="22002"/>
                    <a:pt x="40201" y="21441"/>
                  </a:cubicBezTo>
                  <a:cubicBezTo>
                    <a:pt x="40201" y="20740"/>
                    <a:pt x="40218" y="20740"/>
                    <a:pt x="40218" y="20039"/>
                  </a:cubicBezTo>
                  <a:cubicBezTo>
                    <a:pt x="40218" y="19337"/>
                    <a:pt x="39903" y="19337"/>
                    <a:pt x="39903" y="18654"/>
                  </a:cubicBezTo>
                  <a:cubicBezTo>
                    <a:pt x="39903" y="17952"/>
                    <a:pt x="39868" y="17952"/>
                    <a:pt x="39868" y="17251"/>
                  </a:cubicBezTo>
                  <a:cubicBezTo>
                    <a:pt x="39868" y="16567"/>
                    <a:pt x="40025" y="16567"/>
                    <a:pt x="40025" y="15866"/>
                  </a:cubicBezTo>
                  <a:cubicBezTo>
                    <a:pt x="40025" y="15165"/>
                    <a:pt x="40096" y="15165"/>
                    <a:pt x="40096" y="14464"/>
                  </a:cubicBezTo>
                  <a:cubicBezTo>
                    <a:pt x="40096" y="13780"/>
                    <a:pt x="39815" y="13780"/>
                    <a:pt x="39815" y="13079"/>
                  </a:cubicBezTo>
                  <a:cubicBezTo>
                    <a:pt x="39815" y="12377"/>
                    <a:pt x="40218" y="12377"/>
                    <a:pt x="40218" y="11694"/>
                  </a:cubicBezTo>
                  <a:cubicBezTo>
                    <a:pt x="40218" y="10992"/>
                    <a:pt x="40271" y="10992"/>
                    <a:pt x="40271" y="10291"/>
                  </a:cubicBezTo>
                  <a:cubicBezTo>
                    <a:pt x="40271" y="9607"/>
                    <a:pt x="40166" y="9607"/>
                    <a:pt x="40166" y="8906"/>
                  </a:cubicBezTo>
                  <a:cubicBezTo>
                    <a:pt x="40166" y="8205"/>
                    <a:pt x="40113" y="8205"/>
                    <a:pt x="40113" y="7504"/>
                  </a:cubicBezTo>
                  <a:cubicBezTo>
                    <a:pt x="40113" y="6820"/>
                    <a:pt x="40166" y="6820"/>
                    <a:pt x="40166" y="6119"/>
                  </a:cubicBezTo>
                  <a:cubicBezTo>
                    <a:pt x="40166" y="5417"/>
                    <a:pt x="39973" y="5417"/>
                    <a:pt x="39973" y="4734"/>
                  </a:cubicBezTo>
                  <a:cubicBezTo>
                    <a:pt x="39973" y="4032"/>
                    <a:pt x="40148" y="4032"/>
                    <a:pt x="40148" y="3331"/>
                  </a:cubicBezTo>
                  <a:cubicBezTo>
                    <a:pt x="40166" y="2770"/>
                    <a:pt x="40043" y="2192"/>
                    <a:pt x="39798" y="1683"/>
                  </a:cubicBezTo>
                  <a:cubicBezTo>
                    <a:pt x="39482" y="1210"/>
                    <a:pt x="39061" y="807"/>
                    <a:pt x="38570" y="526"/>
                  </a:cubicBezTo>
                  <a:cubicBezTo>
                    <a:pt x="38094" y="296"/>
                    <a:pt x="37571" y="174"/>
                    <a:pt x="37045" y="174"/>
                  </a:cubicBezTo>
                  <a:cubicBezTo>
                    <a:pt x="37010" y="174"/>
                    <a:pt x="36975" y="174"/>
                    <a:pt x="36940" y="175"/>
                  </a:cubicBezTo>
                  <a:cubicBezTo>
                    <a:pt x="36239" y="175"/>
                    <a:pt x="36239" y="473"/>
                    <a:pt x="35520" y="473"/>
                  </a:cubicBezTo>
                  <a:cubicBezTo>
                    <a:pt x="34819" y="473"/>
                    <a:pt x="34819" y="438"/>
                    <a:pt x="34117" y="438"/>
                  </a:cubicBezTo>
                  <a:cubicBezTo>
                    <a:pt x="33416" y="438"/>
                    <a:pt x="33416" y="88"/>
                    <a:pt x="32715" y="88"/>
                  </a:cubicBezTo>
                  <a:cubicBezTo>
                    <a:pt x="32013" y="88"/>
                    <a:pt x="32013" y="403"/>
                    <a:pt x="31295" y="403"/>
                  </a:cubicBezTo>
                  <a:cubicBezTo>
                    <a:pt x="30593" y="403"/>
                    <a:pt x="30593" y="579"/>
                    <a:pt x="29892" y="579"/>
                  </a:cubicBezTo>
                  <a:cubicBezTo>
                    <a:pt x="29191" y="579"/>
                    <a:pt x="29191" y="298"/>
                    <a:pt x="28490" y="298"/>
                  </a:cubicBezTo>
                  <a:cubicBezTo>
                    <a:pt x="27788" y="298"/>
                    <a:pt x="27788" y="53"/>
                    <a:pt x="27070" y="53"/>
                  </a:cubicBezTo>
                  <a:cubicBezTo>
                    <a:pt x="26368" y="53"/>
                    <a:pt x="26368" y="298"/>
                    <a:pt x="25667" y="298"/>
                  </a:cubicBezTo>
                  <a:cubicBezTo>
                    <a:pt x="24966" y="298"/>
                    <a:pt x="24966" y="70"/>
                    <a:pt x="24264" y="70"/>
                  </a:cubicBezTo>
                  <a:cubicBezTo>
                    <a:pt x="23563" y="70"/>
                    <a:pt x="23563" y="193"/>
                    <a:pt x="22844" y="193"/>
                  </a:cubicBezTo>
                  <a:cubicBezTo>
                    <a:pt x="22143" y="193"/>
                    <a:pt x="22143" y="140"/>
                    <a:pt x="21442" y="140"/>
                  </a:cubicBezTo>
                  <a:cubicBezTo>
                    <a:pt x="20741" y="140"/>
                    <a:pt x="20741" y="351"/>
                    <a:pt x="20039" y="351"/>
                  </a:cubicBezTo>
                  <a:cubicBezTo>
                    <a:pt x="19338" y="351"/>
                    <a:pt x="19338" y="368"/>
                    <a:pt x="18619" y="368"/>
                  </a:cubicBezTo>
                  <a:cubicBezTo>
                    <a:pt x="17918" y="368"/>
                    <a:pt x="17918" y="123"/>
                    <a:pt x="17217" y="123"/>
                  </a:cubicBezTo>
                  <a:cubicBezTo>
                    <a:pt x="16515" y="123"/>
                    <a:pt x="16515" y="193"/>
                    <a:pt x="15814" y="193"/>
                  </a:cubicBezTo>
                  <a:cubicBezTo>
                    <a:pt x="15113" y="193"/>
                    <a:pt x="15113" y="473"/>
                    <a:pt x="14412" y="473"/>
                  </a:cubicBezTo>
                  <a:cubicBezTo>
                    <a:pt x="13693" y="473"/>
                    <a:pt x="13693" y="0"/>
                    <a:pt x="12992" y="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43"/>
            <p:cNvSpPr/>
            <p:nvPr/>
          </p:nvSpPr>
          <p:spPr>
            <a:xfrm rot="385653">
              <a:off x="7153905" y="1330795"/>
              <a:ext cx="1250266" cy="425038"/>
            </a:xfrm>
            <a:custGeom>
              <a:rect b="b" l="l" r="r" t="t"/>
              <a:pathLst>
                <a:path extrusionOk="0" h="6601" w="15517">
                  <a:moveTo>
                    <a:pt x="14011" y="0"/>
                  </a:moveTo>
                  <a:cubicBezTo>
                    <a:pt x="13784" y="0"/>
                    <a:pt x="13532" y="91"/>
                    <a:pt x="13290" y="116"/>
                  </a:cubicBezTo>
                  <a:cubicBezTo>
                    <a:pt x="13244" y="122"/>
                    <a:pt x="13203" y="125"/>
                    <a:pt x="13166" y="125"/>
                  </a:cubicBezTo>
                  <a:cubicBezTo>
                    <a:pt x="12911" y="125"/>
                    <a:pt x="12827" y="2"/>
                    <a:pt x="12572" y="2"/>
                  </a:cubicBezTo>
                  <a:cubicBezTo>
                    <a:pt x="12534" y="2"/>
                    <a:pt x="12494" y="5"/>
                    <a:pt x="12448" y="11"/>
                  </a:cubicBezTo>
                  <a:cubicBezTo>
                    <a:pt x="12027" y="64"/>
                    <a:pt x="12027" y="64"/>
                    <a:pt x="11624" y="116"/>
                  </a:cubicBezTo>
                  <a:cubicBezTo>
                    <a:pt x="11203" y="169"/>
                    <a:pt x="11221" y="186"/>
                    <a:pt x="10800" y="221"/>
                  </a:cubicBezTo>
                  <a:cubicBezTo>
                    <a:pt x="10379" y="256"/>
                    <a:pt x="10414" y="449"/>
                    <a:pt x="9994" y="484"/>
                  </a:cubicBezTo>
                  <a:cubicBezTo>
                    <a:pt x="9967" y="487"/>
                    <a:pt x="9942" y="488"/>
                    <a:pt x="9919" y="488"/>
                  </a:cubicBezTo>
                  <a:cubicBezTo>
                    <a:pt x="9593" y="488"/>
                    <a:pt x="9536" y="288"/>
                    <a:pt x="9209" y="288"/>
                  </a:cubicBezTo>
                  <a:cubicBezTo>
                    <a:pt x="9186" y="288"/>
                    <a:pt x="9161" y="289"/>
                    <a:pt x="9135" y="292"/>
                  </a:cubicBezTo>
                  <a:cubicBezTo>
                    <a:pt x="8731" y="344"/>
                    <a:pt x="8731" y="379"/>
                    <a:pt x="8311" y="432"/>
                  </a:cubicBezTo>
                  <a:cubicBezTo>
                    <a:pt x="7907" y="484"/>
                    <a:pt x="7925" y="695"/>
                    <a:pt x="7522" y="747"/>
                  </a:cubicBezTo>
                  <a:cubicBezTo>
                    <a:pt x="7101" y="782"/>
                    <a:pt x="7118" y="817"/>
                    <a:pt x="6698" y="870"/>
                  </a:cubicBezTo>
                  <a:cubicBezTo>
                    <a:pt x="6614" y="881"/>
                    <a:pt x="6547" y="885"/>
                    <a:pt x="6490" y="885"/>
                  </a:cubicBezTo>
                  <a:cubicBezTo>
                    <a:pt x="6311" y="885"/>
                    <a:pt x="6225" y="845"/>
                    <a:pt x="6019" y="845"/>
                  </a:cubicBezTo>
                  <a:cubicBezTo>
                    <a:pt x="5972" y="845"/>
                    <a:pt x="5919" y="847"/>
                    <a:pt x="5856" y="853"/>
                  </a:cubicBezTo>
                  <a:cubicBezTo>
                    <a:pt x="5453" y="905"/>
                    <a:pt x="5453" y="958"/>
                    <a:pt x="5050" y="1010"/>
                  </a:cubicBezTo>
                  <a:cubicBezTo>
                    <a:pt x="4629" y="1045"/>
                    <a:pt x="4629" y="1133"/>
                    <a:pt x="4226" y="1168"/>
                  </a:cubicBezTo>
                  <a:cubicBezTo>
                    <a:pt x="4167" y="1176"/>
                    <a:pt x="4116" y="1179"/>
                    <a:pt x="4071" y="1179"/>
                  </a:cubicBezTo>
                  <a:cubicBezTo>
                    <a:pt x="3854" y="1179"/>
                    <a:pt x="3772" y="1105"/>
                    <a:pt x="3546" y="1105"/>
                  </a:cubicBezTo>
                  <a:cubicBezTo>
                    <a:pt x="3499" y="1105"/>
                    <a:pt x="3446" y="1108"/>
                    <a:pt x="3384" y="1116"/>
                  </a:cubicBezTo>
                  <a:cubicBezTo>
                    <a:pt x="2981" y="1151"/>
                    <a:pt x="2981" y="1221"/>
                    <a:pt x="2560" y="1256"/>
                  </a:cubicBezTo>
                  <a:cubicBezTo>
                    <a:pt x="2359" y="1282"/>
                    <a:pt x="2258" y="1282"/>
                    <a:pt x="2155" y="1282"/>
                  </a:cubicBezTo>
                  <a:cubicBezTo>
                    <a:pt x="2052" y="1282"/>
                    <a:pt x="1947" y="1282"/>
                    <a:pt x="1736" y="1308"/>
                  </a:cubicBezTo>
                  <a:cubicBezTo>
                    <a:pt x="1403" y="1326"/>
                    <a:pt x="1088" y="1431"/>
                    <a:pt x="825" y="1624"/>
                  </a:cubicBezTo>
                  <a:cubicBezTo>
                    <a:pt x="527" y="1799"/>
                    <a:pt x="299" y="2062"/>
                    <a:pt x="123" y="2360"/>
                  </a:cubicBezTo>
                  <a:cubicBezTo>
                    <a:pt x="18" y="2676"/>
                    <a:pt x="1" y="3026"/>
                    <a:pt x="53" y="3360"/>
                  </a:cubicBezTo>
                  <a:cubicBezTo>
                    <a:pt x="106" y="3763"/>
                    <a:pt x="36" y="3763"/>
                    <a:pt x="71" y="4166"/>
                  </a:cubicBezTo>
                  <a:cubicBezTo>
                    <a:pt x="123" y="4569"/>
                    <a:pt x="123" y="4569"/>
                    <a:pt x="176" y="4972"/>
                  </a:cubicBezTo>
                  <a:cubicBezTo>
                    <a:pt x="229" y="5306"/>
                    <a:pt x="369" y="5621"/>
                    <a:pt x="579" y="5884"/>
                  </a:cubicBezTo>
                  <a:cubicBezTo>
                    <a:pt x="772" y="6165"/>
                    <a:pt x="1035" y="6410"/>
                    <a:pt x="1333" y="6568"/>
                  </a:cubicBezTo>
                  <a:cubicBezTo>
                    <a:pt x="1385" y="6591"/>
                    <a:pt x="1441" y="6600"/>
                    <a:pt x="1499" y="6600"/>
                  </a:cubicBezTo>
                  <a:cubicBezTo>
                    <a:pt x="1750" y="6600"/>
                    <a:pt x="2044" y="6421"/>
                    <a:pt x="2315" y="6393"/>
                  </a:cubicBezTo>
                  <a:cubicBezTo>
                    <a:pt x="2736" y="6340"/>
                    <a:pt x="2736" y="6375"/>
                    <a:pt x="3156" y="6322"/>
                  </a:cubicBezTo>
                  <a:cubicBezTo>
                    <a:pt x="3205" y="6316"/>
                    <a:pt x="3248" y="6313"/>
                    <a:pt x="3287" y="6313"/>
                  </a:cubicBezTo>
                  <a:cubicBezTo>
                    <a:pt x="3543" y="6313"/>
                    <a:pt x="3615" y="6432"/>
                    <a:pt x="3900" y="6432"/>
                  </a:cubicBezTo>
                  <a:cubicBezTo>
                    <a:pt x="3930" y="6432"/>
                    <a:pt x="3962" y="6431"/>
                    <a:pt x="3998" y="6428"/>
                  </a:cubicBezTo>
                  <a:cubicBezTo>
                    <a:pt x="4401" y="6375"/>
                    <a:pt x="4384" y="6165"/>
                    <a:pt x="4804" y="6130"/>
                  </a:cubicBezTo>
                  <a:cubicBezTo>
                    <a:pt x="4875" y="6123"/>
                    <a:pt x="4934" y="6121"/>
                    <a:pt x="4986" y="6121"/>
                  </a:cubicBezTo>
                  <a:cubicBezTo>
                    <a:pt x="5155" y="6121"/>
                    <a:pt x="5240" y="6147"/>
                    <a:pt x="5392" y="6147"/>
                  </a:cubicBezTo>
                  <a:cubicBezTo>
                    <a:pt x="5455" y="6147"/>
                    <a:pt x="5530" y="6142"/>
                    <a:pt x="5628" y="6130"/>
                  </a:cubicBezTo>
                  <a:cubicBezTo>
                    <a:pt x="5839" y="6103"/>
                    <a:pt x="5944" y="6103"/>
                    <a:pt x="6049" y="6103"/>
                  </a:cubicBezTo>
                  <a:cubicBezTo>
                    <a:pt x="6154" y="6103"/>
                    <a:pt x="6259" y="6103"/>
                    <a:pt x="6470" y="6077"/>
                  </a:cubicBezTo>
                  <a:cubicBezTo>
                    <a:pt x="6671" y="6051"/>
                    <a:pt x="6772" y="6051"/>
                    <a:pt x="6875" y="6051"/>
                  </a:cubicBezTo>
                  <a:cubicBezTo>
                    <a:pt x="6978" y="6051"/>
                    <a:pt x="7083" y="6051"/>
                    <a:pt x="7294" y="6024"/>
                  </a:cubicBezTo>
                  <a:cubicBezTo>
                    <a:pt x="7697" y="5989"/>
                    <a:pt x="7697" y="5972"/>
                    <a:pt x="8118" y="5919"/>
                  </a:cubicBezTo>
                  <a:cubicBezTo>
                    <a:pt x="8521" y="5884"/>
                    <a:pt x="8539" y="5902"/>
                    <a:pt x="8942" y="5849"/>
                  </a:cubicBezTo>
                  <a:cubicBezTo>
                    <a:pt x="9010" y="5840"/>
                    <a:pt x="9068" y="5837"/>
                    <a:pt x="9118" y="5837"/>
                  </a:cubicBezTo>
                  <a:cubicBezTo>
                    <a:pt x="9324" y="5837"/>
                    <a:pt x="9401" y="5896"/>
                    <a:pt x="9608" y="5896"/>
                  </a:cubicBezTo>
                  <a:cubicBezTo>
                    <a:pt x="9657" y="5896"/>
                    <a:pt x="9715" y="5893"/>
                    <a:pt x="9783" y="5884"/>
                  </a:cubicBezTo>
                  <a:cubicBezTo>
                    <a:pt x="10187" y="5832"/>
                    <a:pt x="10187" y="5761"/>
                    <a:pt x="10590" y="5709"/>
                  </a:cubicBezTo>
                  <a:cubicBezTo>
                    <a:pt x="11011" y="5656"/>
                    <a:pt x="10993" y="5551"/>
                    <a:pt x="11414" y="5498"/>
                  </a:cubicBezTo>
                  <a:cubicBezTo>
                    <a:pt x="11817" y="5463"/>
                    <a:pt x="11817" y="5358"/>
                    <a:pt x="12220" y="5323"/>
                  </a:cubicBezTo>
                  <a:cubicBezTo>
                    <a:pt x="12641" y="5271"/>
                    <a:pt x="12641" y="5235"/>
                    <a:pt x="13044" y="5200"/>
                  </a:cubicBezTo>
                  <a:cubicBezTo>
                    <a:pt x="13175" y="5184"/>
                    <a:pt x="13265" y="5180"/>
                    <a:pt x="13340" y="5180"/>
                  </a:cubicBezTo>
                  <a:cubicBezTo>
                    <a:pt x="13430" y="5180"/>
                    <a:pt x="13496" y="5186"/>
                    <a:pt x="13584" y="5186"/>
                  </a:cubicBezTo>
                  <a:cubicBezTo>
                    <a:pt x="13656" y="5186"/>
                    <a:pt x="13743" y="5182"/>
                    <a:pt x="13868" y="5165"/>
                  </a:cubicBezTo>
                  <a:cubicBezTo>
                    <a:pt x="14815" y="5025"/>
                    <a:pt x="15464" y="4166"/>
                    <a:pt x="15358" y="3219"/>
                  </a:cubicBezTo>
                  <a:cubicBezTo>
                    <a:pt x="15306" y="2834"/>
                    <a:pt x="15516" y="2799"/>
                    <a:pt x="15464" y="2413"/>
                  </a:cubicBezTo>
                  <a:cubicBezTo>
                    <a:pt x="15411" y="2010"/>
                    <a:pt x="15236" y="2027"/>
                    <a:pt x="15201" y="1624"/>
                  </a:cubicBezTo>
                  <a:cubicBezTo>
                    <a:pt x="15148" y="1291"/>
                    <a:pt x="15253" y="905"/>
                    <a:pt x="15060" y="660"/>
                  </a:cubicBezTo>
                  <a:cubicBezTo>
                    <a:pt x="14850" y="397"/>
                    <a:pt x="14569" y="186"/>
                    <a:pt x="14254" y="46"/>
                  </a:cubicBezTo>
                  <a:cubicBezTo>
                    <a:pt x="14178" y="13"/>
                    <a:pt x="14096" y="0"/>
                    <a:pt x="140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43"/>
            <p:cNvSpPr txBox="1"/>
            <p:nvPr/>
          </p:nvSpPr>
          <p:spPr>
            <a:xfrm>
              <a:off x="6877238" y="1771100"/>
              <a:ext cx="1803600" cy="6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in the Solar System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30" name="Google Shape;3130;p43"/>
            <p:cNvSpPr txBox="1"/>
            <p:nvPr/>
          </p:nvSpPr>
          <p:spPr>
            <a:xfrm>
              <a:off x="7177088" y="1390475"/>
              <a:ext cx="12039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Roles</a:t>
              </a:r>
              <a:endParaRPr sz="1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3131" name="Google Shape;3131;p43"/>
          <p:cNvGrpSpPr/>
          <p:nvPr/>
        </p:nvGrpSpPr>
        <p:grpSpPr>
          <a:xfrm>
            <a:off x="474750" y="3431725"/>
            <a:ext cx="1946100" cy="1056500"/>
            <a:chOff x="474750" y="3431725"/>
            <a:chExt cx="1946100" cy="1056500"/>
          </a:xfrm>
        </p:grpSpPr>
        <p:sp>
          <p:nvSpPr>
            <p:cNvPr id="3132" name="Google Shape;3132;p43"/>
            <p:cNvSpPr txBox="1"/>
            <p:nvPr/>
          </p:nvSpPr>
          <p:spPr>
            <a:xfrm>
              <a:off x="628350" y="3431725"/>
              <a:ext cx="16389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Emily Johnson</a:t>
              </a:r>
              <a:endParaRPr sz="2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33" name="Google Shape;3133;p43"/>
            <p:cNvSpPr txBox="1"/>
            <p:nvPr/>
          </p:nvSpPr>
          <p:spPr>
            <a:xfrm>
              <a:off x="474750" y="3716325"/>
              <a:ext cx="1946100" cy="7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the fifth planet from the Sun and the largest of them all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34" name="Google Shape;3134;p43"/>
          <p:cNvGrpSpPr/>
          <p:nvPr/>
        </p:nvGrpSpPr>
        <p:grpSpPr>
          <a:xfrm>
            <a:off x="565900" y="1563274"/>
            <a:ext cx="1811419" cy="1734690"/>
            <a:chOff x="565900" y="1563274"/>
            <a:chExt cx="1811419" cy="1734690"/>
          </a:xfrm>
        </p:grpSpPr>
        <p:sp>
          <p:nvSpPr>
            <p:cNvPr id="3135" name="Google Shape;3135;p43"/>
            <p:cNvSpPr/>
            <p:nvPr/>
          </p:nvSpPr>
          <p:spPr>
            <a:xfrm rot="10800000">
              <a:off x="565900" y="1563274"/>
              <a:ext cx="1811419" cy="1734690"/>
            </a:xfrm>
            <a:custGeom>
              <a:rect b="b" l="l" r="r" t="t"/>
              <a:pathLst>
                <a:path extrusionOk="0" h="24738" w="40447">
                  <a:moveTo>
                    <a:pt x="7557" y="1"/>
                  </a:moveTo>
                  <a:cubicBezTo>
                    <a:pt x="6856" y="1"/>
                    <a:pt x="6856" y="334"/>
                    <a:pt x="6155" y="334"/>
                  </a:cubicBezTo>
                  <a:cubicBezTo>
                    <a:pt x="5453" y="334"/>
                    <a:pt x="5453" y="264"/>
                    <a:pt x="4735" y="264"/>
                  </a:cubicBezTo>
                  <a:cubicBezTo>
                    <a:pt x="4033" y="264"/>
                    <a:pt x="4033" y="456"/>
                    <a:pt x="3332" y="456"/>
                  </a:cubicBezTo>
                  <a:cubicBezTo>
                    <a:pt x="3272" y="456"/>
                    <a:pt x="3212" y="456"/>
                    <a:pt x="3153" y="456"/>
                  </a:cubicBezTo>
                  <a:cubicBezTo>
                    <a:pt x="2680" y="456"/>
                    <a:pt x="2247" y="470"/>
                    <a:pt x="1842" y="719"/>
                  </a:cubicBezTo>
                  <a:cubicBezTo>
                    <a:pt x="1386" y="982"/>
                    <a:pt x="878" y="1298"/>
                    <a:pt x="632" y="1736"/>
                  </a:cubicBezTo>
                  <a:cubicBezTo>
                    <a:pt x="369" y="2192"/>
                    <a:pt x="334" y="2753"/>
                    <a:pt x="334" y="3297"/>
                  </a:cubicBezTo>
                  <a:cubicBezTo>
                    <a:pt x="334" y="3998"/>
                    <a:pt x="71" y="3998"/>
                    <a:pt x="71" y="4699"/>
                  </a:cubicBezTo>
                  <a:cubicBezTo>
                    <a:pt x="71" y="5400"/>
                    <a:pt x="18" y="5400"/>
                    <a:pt x="18" y="6084"/>
                  </a:cubicBezTo>
                  <a:cubicBezTo>
                    <a:pt x="18" y="6785"/>
                    <a:pt x="334" y="6785"/>
                    <a:pt x="334" y="7487"/>
                  </a:cubicBezTo>
                  <a:cubicBezTo>
                    <a:pt x="334" y="8170"/>
                    <a:pt x="281" y="8170"/>
                    <a:pt x="281" y="8872"/>
                  </a:cubicBezTo>
                  <a:cubicBezTo>
                    <a:pt x="281" y="9573"/>
                    <a:pt x="1" y="9573"/>
                    <a:pt x="1" y="10274"/>
                  </a:cubicBezTo>
                  <a:cubicBezTo>
                    <a:pt x="1" y="10958"/>
                    <a:pt x="211" y="10958"/>
                    <a:pt x="211" y="11659"/>
                  </a:cubicBezTo>
                  <a:cubicBezTo>
                    <a:pt x="211" y="12360"/>
                    <a:pt x="124" y="12360"/>
                    <a:pt x="124" y="13044"/>
                  </a:cubicBezTo>
                  <a:cubicBezTo>
                    <a:pt x="124" y="13745"/>
                    <a:pt x="352" y="13745"/>
                    <a:pt x="352" y="14447"/>
                  </a:cubicBezTo>
                  <a:cubicBezTo>
                    <a:pt x="352" y="15130"/>
                    <a:pt x="439" y="15130"/>
                    <a:pt x="439" y="15832"/>
                  </a:cubicBezTo>
                  <a:cubicBezTo>
                    <a:pt x="439" y="16533"/>
                    <a:pt x="89" y="16533"/>
                    <a:pt x="89" y="17234"/>
                  </a:cubicBezTo>
                  <a:cubicBezTo>
                    <a:pt x="89" y="17918"/>
                    <a:pt x="334" y="17918"/>
                    <a:pt x="334" y="18619"/>
                  </a:cubicBezTo>
                  <a:cubicBezTo>
                    <a:pt x="334" y="19321"/>
                    <a:pt x="106" y="19321"/>
                    <a:pt x="106" y="20004"/>
                  </a:cubicBezTo>
                  <a:cubicBezTo>
                    <a:pt x="106" y="20706"/>
                    <a:pt x="422" y="20706"/>
                    <a:pt x="422" y="21407"/>
                  </a:cubicBezTo>
                  <a:cubicBezTo>
                    <a:pt x="422" y="21915"/>
                    <a:pt x="562" y="22406"/>
                    <a:pt x="842" y="22844"/>
                  </a:cubicBezTo>
                  <a:cubicBezTo>
                    <a:pt x="1105" y="23300"/>
                    <a:pt x="1351" y="23791"/>
                    <a:pt x="1807" y="24054"/>
                  </a:cubicBezTo>
                  <a:cubicBezTo>
                    <a:pt x="2263" y="24317"/>
                    <a:pt x="2789" y="24738"/>
                    <a:pt x="3350" y="24738"/>
                  </a:cubicBezTo>
                  <a:cubicBezTo>
                    <a:pt x="4051" y="24738"/>
                    <a:pt x="4051" y="24247"/>
                    <a:pt x="4752" y="24247"/>
                  </a:cubicBezTo>
                  <a:cubicBezTo>
                    <a:pt x="5453" y="24247"/>
                    <a:pt x="5453" y="24475"/>
                    <a:pt x="6172" y="24475"/>
                  </a:cubicBezTo>
                  <a:cubicBezTo>
                    <a:pt x="6873" y="24475"/>
                    <a:pt x="6873" y="24527"/>
                    <a:pt x="7575" y="24527"/>
                  </a:cubicBezTo>
                  <a:cubicBezTo>
                    <a:pt x="8276" y="24527"/>
                    <a:pt x="8276" y="24387"/>
                    <a:pt x="8977" y="24387"/>
                  </a:cubicBezTo>
                  <a:cubicBezTo>
                    <a:pt x="9678" y="24387"/>
                    <a:pt x="9678" y="24633"/>
                    <a:pt x="10397" y="24633"/>
                  </a:cubicBezTo>
                  <a:cubicBezTo>
                    <a:pt x="11099" y="24633"/>
                    <a:pt x="11099" y="24229"/>
                    <a:pt x="11800" y="24229"/>
                  </a:cubicBezTo>
                  <a:cubicBezTo>
                    <a:pt x="12501" y="24229"/>
                    <a:pt x="12501" y="24300"/>
                    <a:pt x="13202" y="24300"/>
                  </a:cubicBezTo>
                  <a:cubicBezTo>
                    <a:pt x="13904" y="24300"/>
                    <a:pt x="13904" y="24370"/>
                    <a:pt x="14622" y="24370"/>
                  </a:cubicBezTo>
                  <a:cubicBezTo>
                    <a:pt x="15324" y="24370"/>
                    <a:pt x="15324" y="24650"/>
                    <a:pt x="16025" y="24650"/>
                  </a:cubicBezTo>
                  <a:cubicBezTo>
                    <a:pt x="16726" y="24650"/>
                    <a:pt x="16726" y="24685"/>
                    <a:pt x="17428" y="24685"/>
                  </a:cubicBezTo>
                  <a:cubicBezTo>
                    <a:pt x="18129" y="24685"/>
                    <a:pt x="18129" y="24668"/>
                    <a:pt x="18848" y="24668"/>
                  </a:cubicBezTo>
                  <a:cubicBezTo>
                    <a:pt x="19549" y="24668"/>
                    <a:pt x="19549" y="24545"/>
                    <a:pt x="20250" y="24545"/>
                  </a:cubicBezTo>
                  <a:cubicBezTo>
                    <a:pt x="20951" y="24545"/>
                    <a:pt x="20951" y="24335"/>
                    <a:pt x="21653" y="24335"/>
                  </a:cubicBezTo>
                  <a:lnTo>
                    <a:pt x="23073" y="24335"/>
                  </a:lnTo>
                  <a:cubicBezTo>
                    <a:pt x="23774" y="24335"/>
                    <a:pt x="23774" y="24405"/>
                    <a:pt x="24475" y="24405"/>
                  </a:cubicBezTo>
                  <a:cubicBezTo>
                    <a:pt x="25177" y="24405"/>
                    <a:pt x="25177" y="24598"/>
                    <a:pt x="25878" y="24598"/>
                  </a:cubicBezTo>
                  <a:cubicBezTo>
                    <a:pt x="26579" y="24598"/>
                    <a:pt x="26579" y="24492"/>
                    <a:pt x="27280" y="24492"/>
                  </a:cubicBezTo>
                  <a:cubicBezTo>
                    <a:pt x="27999" y="24492"/>
                    <a:pt x="27982" y="24510"/>
                    <a:pt x="28700" y="24510"/>
                  </a:cubicBezTo>
                  <a:cubicBezTo>
                    <a:pt x="29402" y="24510"/>
                    <a:pt x="29402" y="24300"/>
                    <a:pt x="30103" y="24300"/>
                  </a:cubicBezTo>
                  <a:cubicBezTo>
                    <a:pt x="30804" y="24300"/>
                    <a:pt x="30804" y="24633"/>
                    <a:pt x="31506" y="24633"/>
                  </a:cubicBezTo>
                  <a:cubicBezTo>
                    <a:pt x="32207" y="24633"/>
                    <a:pt x="32224" y="24510"/>
                    <a:pt x="32926" y="24510"/>
                  </a:cubicBezTo>
                  <a:cubicBezTo>
                    <a:pt x="33627" y="24510"/>
                    <a:pt x="33627" y="24685"/>
                    <a:pt x="34328" y="24685"/>
                  </a:cubicBezTo>
                  <a:cubicBezTo>
                    <a:pt x="35029" y="24685"/>
                    <a:pt x="35029" y="24527"/>
                    <a:pt x="35731" y="24527"/>
                  </a:cubicBezTo>
                  <a:cubicBezTo>
                    <a:pt x="36432" y="24527"/>
                    <a:pt x="36432" y="24300"/>
                    <a:pt x="37133" y="24300"/>
                  </a:cubicBezTo>
                  <a:cubicBezTo>
                    <a:pt x="37499" y="24300"/>
                    <a:pt x="37895" y="24411"/>
                    <a:pt x="38257" y="24411"/>
                  </a:cubicBezTo>
                  <a:cubicBezTo>
                    <a:pt x="38450" y="24411"/>
                    <a:pt x="38634" y="24380"/>
                    <a:pt x="38799" y="24282"/>
                  </a:cubicBezTo>
                  <a:cubicBezTo>
                    <a:pt x="39255" y="24019"/>
                    <a:pt x="39605" y="23458"/>
                    <a:pt x="39868" y="22985"/>
                  </a:cubicBezTo>
                  <a:cubicBezTo>
                    <a:pt x="40114" y="22494"/>
                    <a:pt x="40219" y="21950"/>
                    <a:pt x="40201" y="21407"/>
                  </a:cubicBezTo>
                  <a:cubicBezTo>
                    <a:pt x="40201" y="20706"/>
                    <a:pt x="40166" y="20706"/>
                    <a:pt x="40166" y="20004"/>
                  </a:cubicBezTo>
                  <a:cubicBezTo>
                    <a:pt x="40166" y="19321"/>
                    <a:pt x="40289" y="19321"/>
                    <a:pt x="40289" y="18619"/>
                  </a:cubicBezTo>
                  <a:cubicBezTo>
                    <a:pt x="40289" y="17918"/>
                    <a:pt x="40254" y="17918"/>
                    <a:pt x="40254" y="17234"/>
                  </a:cubicBezTo>
                  <a:cubicBezTo>
                    <a:pt x="40254" y="16533"/>
                    <a:pt x="40149" y="16533"/>
                    <a:pt x="40149" y="15832"/>
                  </a:cubicBezTo>
                  <a:cubicBezTo>
                    <a:pt x="40149" y="15130"/>
                    <a:pt x="40447" y="15130"/>
                    <a:pt x="40447" y="14447"/>
                  </a:cubicBezTo>
                  <a:cubicBezTo>
                    <a:pt x="40447" y="13745"/>
                    <a:pt x="40254" y="13745"/>
                    <a:pt x="40254" y="13044"/>
                  </a:cubicBezTo>
                  <a:cubicBezTo>
                    <a:pt x="40254" y="12360"/>
                    <a:pt x="40412" y="12360"/>
                    <a:pt x="40412" y="11659"/>
                  </a:cubicBezTo>
                  <a:cubicBezTo>
                    <a:pt x="40412" y="10958"/>
                    <a:pt x="39956" y="10958"/>
                    <a:pt x="39956" y="10274"/>
                  </a:cubicBezTo>
                  <a:cubicBezTo>
                    <a:pt x="39956" y="9573"/>
                    <a:pt x="40342" y="9573"/>
                    <a:pt x="40342" y="8872"/>
                  </a:cubicBezTo>
                  <a:cubicBezTo>
                    <a:pt x="40342" y="8170"/>
                    <a:pt x="40149" y="8170"/>
                    <a:pt x="40149" y="7487"/>
                  </a:cubicBezTo>
                  <a:cubicBezTo>
                    <a:pt x="40149" y="6785"/>
                    <a:pt x="40324" y="6785"/>
                    <a:pt x="40324" y="6084"/>
                  </a:cubicBezTo>
                  <a:cubicBezTo>
                    <a:pt x="40324" y="5400"/>
                    <a:pt x="39938" y="5400"/>
                    <a:pt x="39938" y="4699"/>
                  </a:cubicBezTo>
                  <a:cubicBezTo>
                    <a:pt x="39938" y="3998"/>
                    <a:pt x="40061" y="3998"/>
                    <a:pt x="40061" y="3314"/>
                  </a:cubicBezTo>
                  <a:cubicBezTo>
                    <a:pt x="40061" y="2753"/>
                    <a:pt x="40236" y="2122"/>
                    <a:pt x="39973" y="1666"/>
                  </a:cubicBezTo>
                  <a:cubicBezTo>
                    <a:pt x="39693" y="1210"/>
                    <a:pt x="39132" y="912"/>
                    <a:pt x="38658" y="649"/>
                  </a:cubicBezTo>
                  <a:cubicBezTo>
                    <a:pt x="38203" y="351"/>
                    <a:pt x="37677" y="176"/>
                    <a:pt x="37133" y="158"/>
                  </a:cubicBezTo>
                  <a:cubicBezTo>
                    <a:pt x="36432" y="158"/>
                    <a:pt x="36432" y="386"/>
                    <a:pt x="35731" y="386"/>
                  </a:cubicBezTo>
                  <a:cubicBezTo>
                    <a:pt x="35012" y="386"/>
                    <a:pt x="35012" y="334"/>
                    <a:pt x="34311" y="334"/>
                  </a:cubicBezTo>
                  <a:cubicBezTo>
                    <a:pt x="33609" y="334"/>
                    <a:pt x="33609" y="88"/>
                    <a:pt x="32908" y="88"/>
                  </a:cubicBezTo>
                  <a:cubicBezTo>
                    <a:pt x="32207" y="88"/>
                    <a:pt x="32207" y="211"/>
                    <a:pt x="31488" y="211"/>
                  </a:cubicBezTo>
                  <a:cubicBezTo>
                    <a:pt x="30787" y="211"/>
                    <a:pt x="30787" y="106"/>
                    <a:pt x="30085" y="106"/>
                  </a:cubicBezTo>
                  <a:cubicBezTo>
                    <a:pt x="29384" y="106"/>
                    <a:pt x="29384" y="316"/>
                    <a:pt x="28683" y="316"/>
                  </a:cubicBezTo>
                  <a:cubicBezTo>
                    <a:pt x="27982" y="316"/>
                    <a:pt x="27982" y="106"/>
                    <a:pt x="27263" y="106"/>
                  </a:cubicBezTo>
                  <a:cubicBezTo>
                    <a:pt x="26562" y="106"/>
                    <a:pt x="26562" y="229"/>
                    <a:pt x="25860" y="229"/>
                  </a:cubicBezTo>
                  <a:cubicBezTo>
                    <a:pt x="25159" y="229"/>
                    <a:pt x="25159" y="369"/>
                    <a:pt x="24458" y="369"/>
                  </a:cubicBezTo>
                  <a:cubicBezTo>
                    <a:pt x="23756" y="369"/>
                    <a:pt x="23756" y="246"/>
                    <a:pt x="23038" y="246"/>
                  </a:cubicBezTo>
                  <a:cubicBezTo>
                    <a:pt x="22336" y="246"/>
                    <a:pt x="22336" y="158"/>
                    <a:pt x="21635" y="158"/>
                  </a:cubicBezTo>
                  <a:cubicBezTo>
                    <a:pt x="20934" y="158"/>
                    <a:pt x="20934" y="299"/>
                    <a:pt x="20233" y="299"/>
                  </a:cubicBezTo>
                  <a:cubicBezTo>
                    <a:pt x="19531" y="299"/>
                    <a:pt x="19531" y="53"/>
                    <a:pt x="18830" y="53"/>
                  </a:cubicBezTo>
                  <a:cubicBezTo>
                    <a:pt x="18111" y="53"/>
                    <a:pt x="18111" y="421"/>
                    <a:pt x="17410" y="421"/>
                  </a:cubicBezTo>
                  <a:cubicBezTo>
                    <a:pt x="16709" y="421"/>
                    <a:pt x="16709" y="386"/>
                    <a:pt x="16007" y="386"/>
                  </a:cubicBezTo>
                  <a:cubicBezTo>
                    <a:pt x="15306" y="386"/>
                    <a:pt x="15306" y="334"/>
                    <a:pt x="14605" y="334"/>
                  </a:cubicBezTo>
                  <a:cubicBezTo>
                    <a:pt x="13886" y="334"/>
                    <a:pt x="13886" y="211"/>
                    <a:pt x="13185" y="211"/>
                  </a:cubicBezTo>
                  <a:cubicBezTo>
                    <a:pt x="12484" y="211"/>
                    <a:pt x="12484" y="492"/>
                    <a:pt x="11782" y="492"/>
                  </a:cubicBezTo>
                  <a:cubicBezTo>
                    <a:pt x="11081" y="492"/>
                    <a:pt x="11081" y="264"/>
                    <a:pt x="10380" y="264"/>
                  </a:cubicBezTo>
                  <a:cubicBezTo>
                    <a:pt x="9678" y="264"/>
                    <a:pt x="9661" y="123"/>
                    <a:pt x="8960" y="123"/>
                  </a:cubicBezTo>
                  <a:cubicBezTo>
                    <a:pt x="8258" y="123"/>
                    <a:pt x="8258" y="1"/>
                    <a:pt x="7557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43"/>
            <p:cNvSpPr/>
            <p:nvPr/>
          </p:nvSpPr>
          <p:spPr>
            <a:xfrm>
              <a:off x="1218287" y="2485493"/>
              <a:ext cx="24202" cy="31669"/>
            </a:xfrm>
            <a:custGeom>
              <a:rect b="b" l="l" r="r" t="t"/>
              <a:pathLst>
                <a:path extrusionOk="0" h="598" w="457">
                  <a:moveTo>
                    <a:pt x="1" y="0"/>
                  </a:moveTo>
                  <a:lnTo>
                    <a:pt x="24" y="119"/>
                  </a:lnTo>
                  <a:cubicBezTo>
                    <a:pt x="54" y="307"/>
                    <a:pt x="89" y="498"/>
                    <a:pt x="338" y="578"/>
                  </a:cubicBezTo>
                  <a:lnTo>
                    <a:pt x="399" y="598"/>
                  </a:lnTo>
                  <a:lnTo>
                    <a:pt x="407" y="537"/>
                  </a:lnTo>
                  <a:cubicBezTo>
                    <a:pt x="457" y="127"/>
                    <a:pt x="449" y="88"/>
                    <a:pt x="73" y="1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43"/>
            <p:cNvSpPr/>
            <p:nvPr/>
          </p:nvSpPr>
          <p:spPr>
            <a:xfrm>
              <a:off x="998359" y="2504928"/>
              <a:ext cx="46285" cy="23619"/>
            </a:xfrm>
            <a:custGeom>
              <a:rect b="b" l="l" r="r" t="t"/>
              <a:pathLst>
                <a:path extrusionOk="0" h="446" w="874">
                  <a:moveTo>
                    <a:pt x="465" y="1"/>
                  </a:moveTo>
                  <a:cubicBezTo>
                    <a:pt x="391" y="1"/>
                    <a:pt x="299" y="16"/>
                    <a:pt x="166" y="39"/>
                  </a:cubicBezTo>
                  <a:lnTo>
                    <a:pt x="0" y="66"/>
                  </a:lnTo>
                  <a:lnTo>
                    <a:pt x="801" y="446"/>
                  </a:lnTo>
                  <a:lnTo>
                    <a:pt x="874" y="262"/>
                  </a:lnTo>
                  <a:lnTo>
                    <a:pt x="851" y="234"/>
                  </a:lnTo>
                  <a:cubicBezTo>
                    <a:pt x="686" y="70"/>
                    <a:pt x="617" y="1"/>
                    <a:pt x="465" y="1"/>
                  </a:cubicBez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43"/>
            <p:cNvSpPr/>
            <p:nvPr/>
          </p:nvSpPr>
          <p:spPr>
            <a:xfrm>
              <a:off x="1157599" y="2494813"/>
              <a:ext cx="29921" cy="21342"/>
            </a:xfrm>
            <a:custGeom>
              <a:rect b="b" l="l" r="r" t="t"/>
              <a:pathLst>
                <a:path extrusionOk="0" h="403" w="565">
                  <a:moveTo>
                    <a:pt x="89" y="1"/>
                  </a:moveTo>
                  <a:lnTo>
                    <a:pt x="1" y="4"/>
                  </a:lnTo>
                  <a:lnTo>
                    <a:pt x="70" y="115"/>
                  </a:lnTo>
                  <a:cubicBezTo>
                    <a:pt x="165" y="269"/>
                    <a:pt x="250" y="402"/>
                    <a:pt x="450" y="402"/>
                  </a:cubicBezTo>
                  <a:cubicBezTo>
                    <a:pt x="473" y="402"/>
                    <a:pt x="496" y="402"/>
                    <a:pt x="519" y="399"/>
                  </a:cubicBezTo>
                  <a:lnTo>
                    <a:pt x="565" y="391"/>
                  </a:lnTo>
                  <a:lnTo>
                    <a:pt x="565" y="345"/>
                  </a:lnTo>
                  <a:cubicBezTo>
                    <a:pt x="549" y="58"/>
                    <a:pt x="395" y="1"/>
                    <a:pt x="170" y="1"/>
                  </a:cubicBezTo>
                  <a:close/>
                </a:path>
              </a:pathLst>
            </a:custGeom>
            <a:solidFill>
              <a:srgbClr val="0024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43"/>
            <p:cNvSpPr/>
            <p:nvPr/>
          </p:nvSpPr>
          <p:spPr>
            <a:xfrm>
              <a:off x="1314552" y="2750094"/>
              <a:ext cx="156021" cy="146971"/>
            </a:xfrm>
            <a:custGeom>
              <a:rect b="b" l="l" r="r" t="t"/>
              <a:pathLst>
                <a:path extrusionOk="0" h="5359" w="5689">
                  <a:moveTo>
                    <a:pt x="1282" y="1"/>
                  </a:moveTo>
                  <a:cubicBezTo>
                    <a:pt x="1038" y="1"/>
                    <a:pt x="793" y="129"/>
                    <a:pt x="679" y="421"/>
                  </a:cubicBezTo>
                  <a:cubicBezTo>
                    <a:pt x="543" y="728"/>
                    <a:pt x="443" y="1068"/>
                    <a:pt x="375" y="1372"/>
                  </a:cubicBezTo>
                  <a:cubicBezTo>
                    <a:pt x="272" y="1575"/>
                    <a:pt x="239" y="1814"/>
                    <a:pt x="204" y="2051"/>
                  </a:cubicBezTo>
                  <a:cubicBezTo>
                    <a:pt x="0" y="3341"/>
                    <a:pt x="239" y="4599"/>
                    <a:pt x="1630" y="5174"/>
                  </a:cubicBezTo>
                  <a:cubicBezTo>
                    <a:pt x="1929" y="5301"/>
                    <a:pt x="2212" y="5359"/>
                    <a:pt x="2477" y="5359"/>
                  </a:cubicBezTo>
                  <a:cubicBezTo>
                    <a:pt x="4199" y="5359"/>
                    <a:pt x="5211" y="2950"/>
                    <a:pt x="5536" y="1508"/>
                  </a:cubicBezTo>
                  <a:cubicBezTo>
                    <a:pt x="5689" y="953"/>
                    <a:pt x="5284" y="510"/>
                    <a:pt x="4776" y="510"/>
                  </a:cubicBezTo>
                  <a:cubicBezTo>
                    <a:pt x="4724" y="510"/>
                    <a:pt x="4671" y="515"/>
                    <a:pt x="4618" y="524"/>
                  </a:cubicBezTo>
                  <a:cubicBezTo>
                    <a:pt x="4393" y="558"/>
                    <a:pt x="4169" y="570"/>
                    <a:pt x="3945" y="570"/>
                  </a:cubicBezTo>
                  <a:cubicBezTo>
                    <a:pt x="3255" y="570"/>
                    <a:pt x="2568" y="448"/>
                    <a:pt x="1901" y="421"/>
                  </a:cubicBezTo>
                  <a:cubicBezTo>
                    <a:pt x="1813" y="155"/>
                    <a:pt x="1549" y="1"/>
                    <a:pt x="1282" y="1"/>
                  </a:cubicBezTo>
                  <a:close/>
                </a:path>
              </a:pathLst>
            </a:custGeom>
            <a:solidFill>
              <a:srgbClr val="BE33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43"/>
            <p:cNvSpPr/>
            <p:nvPr/>
          </p:nvSpPr>
          <p:spPr>
            <a:xfrm>
              <a:off x="1520889" y="2732845"/>
              <a:ext cx="199243" cy="151852"/>
            </a:xfrm>
            <a:custGeom>
              <a:rect b="b" l="l" r="r" t="t"/>
              <a:pathLst>
                <a:path extrusionOk="0" h="5537" w="7265">
                  <a:moveTo>
                    <a:pt x="3137" y="2308"/>
                  </a:moveTo>
                  <a:cubicBezTo>
                    <a:pt x="3001" y="2647"/>
                    <a:pt x="3001" y="2919"/>
                    <a:pt x="3069" y="3155"/>
                  </a:cubicBezTo>
                  <a:cubicBezTo>
                    <a:pt x="2933" y="2919"/>
                    <a:pt x="2833" y="2647"/>
                    <a:pt x="2765" y="2376"/>
                  </a:cubicBezTo>
                  <a:cubicBezTo>
                    <a:pt x="2866" y="2340"/>
                    <a:pt x="3001" y="2340"/>
                    <a:pt x="3137" y="2308"/>
                  </a:cubicBezTo>
                  <a:close/>
                  <a:moveTo>
                    <a:pt x="6398" y="0"/>
                  </a:moveTo>
                  <a:cubicBezTo>
                    <a:pt x="6279" y="0"/>
                    <a:pt x="6161" y="22"/>
                    <a:pt x="6057" y="67"/>
                  </a:cubicBezTo>
                  <a:cubicBezTo>
                    <a:pt x="5853" y="167"/>
                    <a:pt x="5718" y="270"/>
                    <a:pt x="5582" y="371"/>
                  </a:cubicBezTo>
                  <a:cubicBezTo>
                    <a:pt x="5514" y="338"/>
                    <a:pt x="5446" y="338"/>
                    <a:pt x="5378" y="338"/>
                  </a:cubicBezTo>
                  <a:cubicBezTo>
                    <a:pt x="4088" y="474"/>
                    <a:pt x="2765" y="507"/>
                    <a:pt x="1475" y="882"/>
                  </a:cubicBezTo>
                  <a:cubicBezTo>
                    <a:pt x="1203" y="982"/>
                    <a:pt x="1032" y="1153"/>
                    <a:pt x="932" y="1357"/>
                  </a:cubicBezTo>
                  <a:cubicBezTo>
                    <a:pt x="796" y="1221"/>
                    <a:pt x="660" y="1118"/>
                    <a:pt x="592" y="1050"/>
                  </a:cubicBezTo>
                  <a:cubicBezTo>
                    <a:pt x="525" y="1010"/>
                    <a:pt x="460" y="992"/>
                    <a:pt x="401" y="992"/>
                  </a:cubicBezTo>
                  <a:cubicBezTo>
                    <a:pt x="160" y="992"/>
                    <a:pt x="1" y="1281"/>
                    <a:pt x="81" y="1525"/>
                  </a:cubicBezTo>
                  <a:cubicBezTo>
                    <a:pt x="353" y="2137"/>
                    <a:pt x="760" y="2883"/>
                    <a:pt x="1304" y="3530"/>
                  </a:cubicBezTo>
                  <a:cubicBezTo>
                    <a:pt x="1789" y="4683"/>
                    <a:pt x="2600" y="5536"/>
                    <a:pt x="3955" y="5536"/>
                  </a:cubicBezTo>
                  <a:cubicBezTo>
                    <a:pt x="4116" y="5536"/>
                    <a:pt x="4285" y="5524"/>
                    <a:pt x="4463" y="5499"/>
                  </a:cubicBezTo>
                  <a:cubicBezTo>
                    <a:pt x="6568" y="5192"/>
                    <a:pt x="7043" y="2443"/>
                    <a:pt x="7211" y="778"/>
                  </a:cubicBezTo>
                  <a:cubicBezTo>
                    <a:pt x="7264" y="276"/>
                    <a:pt x="6821" y="0"/>
                    <a:pt x="6398" y="0"/>
                  </a:cubicBezTo>
                  <a:close/>
                </a:path>
              </a:pathLst>
            </a:custGeom>
            <a:solidFill>
              <a:srgbClr val="BE33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43"/>
            <p:cNvSpPr/>
            <p:nvPr/>
          </p:nvSpPr>
          <p:spPr>
            <a:xfrm>
              <a:off x="999836" y="1766594"/>
              <a:ext cx="1056905" cy="665248"/>
            </a:xfrm>
            <a:custGeom>
              <a:rect b="b" l="l" r="r" t="t"/>
              <a:pathLst>
                <a:path extrusionOk="0" h="24257" w="38538">
                  <a:moveTo>
                    <a:pt x="33607" y="15716"/>
                  </a:moveTo>
                  <a:cubicBezTo>
                    <a:pt x="33609" y="15720"/>
                    <a:pt x="33611" y="15725"/>
                    <a:pt x="33613" y="15729"/>
                  </a:cubicBezTo>
                  <a:cubicBezTo>
                    <a:pt x="33613" y="15722"/>
                    <a:pt x="33611" y="15718"/>
                    <a:pt x="33607" y="15716"/>
                  </a:cubicBezTo>
                  <a:close/>
                  <a:moveTo>
                    <a:pt x="27806" y="0"/>
                  </a:moveTo>
                  <a:cubicBezTo>
                    <a:pt x="27139" y="0"/>
                    <a:pt x="26468" y="79"/>
                    <a:pt x="25804" y="247"/>
                  </a:cubicBezTo>
                  <a:lnTo>
                    <a:pt x="25500" y="347"/>
                  </a:lnTo>
                  <a:cubicBezTo>
                    <a:pt x="25432" y="331"/>
                    <a:pt x="25355" y="323"/>
                    <a:pt x="25278" y="323"/>
                  </a:cubicBezTo>
                  <a:cubicBezTo>
                    <a:pt x="25202" y="323"/>
                    <a:pt x="25125" y="331"/>
                    <a:pt x="25057" y="347"/>
                  </a:cubicBezTo>
                  <a:cubicBezTo>
                    <a:pt x="24446" y="483"/>
                    <a:pt x="23835" y="755"/>
                    <a:pt x="23292" y="1130"/>
                  </a:cubicBezTo>
                  <a:cubicBezTo>
                    <a:pt x="21866" y="1841"/>
                    <a:pt x="20475" y="2759"/>
                    <a:pt x="20440" y="4389"/>
                  </a:cubicBezTo>
                  <a:cubicBezTo>
                    <a:pt x="20000" y="5068"/>
                    <a:pt x="19660" y="5780"/>
                    <a:pt x="19421" y="6595"/>
                  </a:cubicBezTo>
                  <a:cubicBezTo>
                    <a:pt x="17660" y="5807"/>
                    <a:pt x="15786" y="5399"/>
                    <a:pt x="13889" y="5399"/>
                  </a:cubicBezTo>
                  <a:cubicBezTo>
                    <a:pt x="11618" y="5399"/>
                    <a:pt x="9313" y="5984"/>
                    <a:pt x="7130" y="7206"/>
                  </a:cubicBezTo>
                  <a:cubicBezTo>
                    <a:pt x="1122" y="10533"/>
                    <a:pt x="0" y="17359"/>
                    <a:pt x="1969" y="23402"/>
                  </a:cubicBezTo>
                  <a:cubicBezTo>
                    <a:pt x="2062" y="23696"/>
                    <a:pt x="2382" y="23880"/>
                    <a:pt x="2678" y="23880"/>
                  </a:cubicBezTo>
                  <a:cubicBezTo>
                    <a:pt x="2930" y="23880"/>
                    <a:pt x="3165" y="23747"/>
                    <a:pt x="3227" y="23435"/>
                  </a:cubicBezTo>
                  <a:cubicBezTo>
                    <a:pt x="3531" y="21805"/>
                    <a:pt x="3974" y="20211"/>
                    <a:pt x="4449" y="18614"/>
                  </a:cubicBezTo>
                  <a:cubicBezTo>
                    <a:pt x="4821" y="17698"/>
                    <a:pt x="5060" y="16748"/>
                    <a:pt x="5332" y="15797"/>
                  </a:cubicBezTo>
                  <a:cubicBezTo>
                    <a:pt x="5332" y="15729"/>
                    <a:pt x="5365" y="15694"/>
                    <a:pt x="5365" y="15626"/>
                  </a:cubicBezTo>
                  <a:cubicBezTo>
                    <a:pt x="5536" y="15322"/>
                    <a:pt x="5739" y="14982"/>
                    <a:pt x="5908" y="14643"/>
                  </a:cubicBezTo>
                  <a:cubicBezTo>
                    <a:pt x="7067" y="14991"/>
                    <a:pt x="8303" y="15098"/>
                    <a:pt x="9560" y="15098"/>
                  </a:cubicBezTo>
                  <a:cubicBezTo>
                    <a:pt x="11527" y="15098"/>
                    <a:pt x="13543" y="14837"/>
                    <a:pt x="15391" y="14837"/>
                  </a:cubicBezTo>
                  <a:cubicBezTo>
                    <a:pt x="15582" y="14837"/>
                    <a:pt x="15771" y="14840"/>
                    <a:pt x="15958" y="14846"/>
                  </a:cubicBezTo>
                  <a:cubicBezTo>
                    <a:pt x="20475" y="15015"/>
                    <a:pt x="24957" y="15151"/>
                    <a:pt x="29471" y="15254"/>
                  </a:cubicBezTo>
                  <a:cubicBezTo>
                    <a:pt x="29438" y="15354"/>
                    <a:pt x="29403" y="15458"/>
                    <a:pt x="29438" y="15593"/>
                  </a:cubicBezTo>
                  <a:cubicBezTo>
                    <a:pt x="29642" y="16916"/>
                    <a:pt x="30218" y="18038"/>
                    <a:pt x="30693" y="19260"/>
                  </a:cubicBezTo>
                  <a:cubicBezTo>
                    <a:pt x="31101" y="20311"/>
                    <a:pt x="31372" y="21297"/>
                    <a:pt x="31848" y="22248"/>
                  </a:cubicBezTo>
                  <a:cubicBezTo>
                    <a:pt x="31983" y="22859"/>
                    <a:pt x="32119" y="23435"/>
                    <a:pt x="32290" y="24046"/>
                  </a:cubicBezTo>
                  <a:cubicBezTo>
                    <a:pt x="32333" y="24191"/>
                    <a:pt x="32445" y="24256"/>
                    <a:pt x="32561" y="24256"/>
                  </a:cubicBezTo>
                  <a:cubicBezTo>
                    <a:pt x="32717" y="24256"/>
                    <a:pt x="32881" y="24140"/>
                    <a:pt x="32901" y="23946"/>
                  </a:cubicBezTo>
                  <a:cubicBezTo>
                    <a:pt x="32901" y="23878"/>
                    <a:pt x="32901" y="23775"/>
                    <a:pt x="32934" y="23707"/>
                  </a:cubicBezTo>
                  <a:lnTo>
                    <a:pt x="33037" y="23810"/>
                  </a:lnTo>
                  <a:cubicBezTo>
                    <a:pt x="33097" y="23870"/>
                    <a:pt x="33184" y="23900"/>
                    <a:pt x="33268" y="23900"/>
                  </a:cubicBezTo>
                  <a:cubicBezTo>
                    <a:pt x="33421" y="23900"/>
                    <a:pt x="33568" y="23802"/>
                    <a:pt x="33545" y="23606"/>
                  </a:cubicBezTo>
                  <a:cubicBezTo>
                    <a:pt x="33545" y="23435"/>
                    <a:pt x="33513" y="23299"/>
                    <a:pt x="33477" y="23131"/>
                  </a:cubicBezTo>
                  <a:cubicBezTo>
                    <a:pt x="33513" y="23095"/>
                    <a:pt x="33545" y="23063"/>
                    <a:pt x="33581" y="22995"/>
                  </a:cubicBezTo>
                  <a:lnTo>
                    <a:pt x="33681" y="23503"/>
                  </a:lnTo>
                  <a:cubicBezTo>
                    <a:pt x="33765" y="23788"/>
                    <a:pt x="33981" y="23916"/>
                    <a:pt x="34202" y="23916"/>
                  </a:cubicBezTo>
                  <a:cubicBezTo>
                    <a:pt x="34430" y="23916"/>
                    <a:pt x="34664" y="23780"/>
                    <a:pt x="34768" y="23538"/>
                  </a:cubicBezTo>
                  <a:cubicBezTo>
                    <a:pt x="34768" y="23503"/>
                    <a:pt x="34803" y="23435"/>
                    <a:pt x="34803" y="23402"/>
                  </a:cubicBezTo>
                  <a:lnTo>
                    <a:pt x="34803" y="23367"/>
                  </a:lnTo>
                  <a:cubicBezTo>
                    <a:pt x="34835" y="23267"/>
                    <a:pt x="34871" y="23163"/>
                    <a:pt x="34903" y="23028"/>
                  </a:cubicBezTo>
                  <a:cubicBezTo>
                    <a:pt x="34803" y="21909"/>
                    <a:pt x="34835" y="20754"/>
                    <a:pt x="34700" y="19632"/>
                  </a:cubicBezTo>
                  <a:cubicBezTo>
                    <a:pt x="34599" y="18817"/>
                    <a:pt x="34360" y="18038"/>
                    <a:pt x="34156" y="17256"/>
                  </a:cubicBezTo>
                  <a:cubicBezTo>
                    <a:pt x="33953" y="16916"/>
                    <a:pt x="33817" y="16577"/>
                    <a:pt x="33681" y="16204"/>
                  </a:cubicBezTo>
                  <a:cubicBezTo>
                    <a:pt x="33681" y="16155"/>
                    <a:pt x="33700" y="16123"/>
                    <a:pt x="33723" y="16123"/>
                  </a:cubicBezTo>
                  <a:cubicBezTo>
                    <a:pt x="33731" y="16123"/>
                    <a:pt x="33740" y="16127"/>
                    <a:pt x="33749" y="16137"/>
                  </a:cubicBezTo>
                  <a:cubicBezTo>
                    <a:pt x="33716" y="16001"/>
                    <a:pt x="33648" y="15898"/>
                    <a:pt x="33581" y="15762"/>
                  </a:cubicBezTo>
                  <a:cubicBezTo>
                    <a:pt x="33556" y="15739"/>
                    <a:pt x="33582" y="15714"/>
                    <a:pt x="33600" y="15714"/>
                  </a:cubicBezTo>
                  <a:cubicBezTo>
                    <a:pt x="33602" y="15714"/>
                    <a:pt x="33605" y="15715"/>
                    <a:pt x="33607" y="15716"/>
                  </a:cubicBezTo>
                  <a:lnTo>
                    <a:pt x="33607" y="15716"/>
                  </a:lnTo>
                  <a:cubicBezTo>
                    <a:pt x="33508" y="15517"/>
                    <a:pt x="33406" y="15318"/>
                    <a:pt x="33274" y="15151"/>
                  </a:cubicBezTo>
                  <a:lnTo>
                    <a:pt x="33173" y="15050"/>
                  </a:lnTo>
                  <a:cubicBezTo>
                    <a:pt x="35210" y="13928"/>
                    <a:pt x="36940" y="12299"/>
                    <a:pt x="37655" y="9990"/>
                  </a:cubicBezTo>
                  <a:cubicBezTo>
                    <a:pt x="38538" y="7070"/>
                    <a:pt x="36261" y="4117"/>
                    <a:pt x="34156" y="2384"/>
                  </a:cubicBezTo>
                  <a:cubicBezTo>
                    <a:pt x="32366" y="938"/>
                    <a:pt x="30108" y="0"/>
                    <a:pt x="27806" y="0"/>
                  </a:cubicBezTo>
                  <a:close/>
                </a:path>
              </a:pathLst>
            </a:custGeom>
            <a:solidFill>
              <a:srgbClr val="FFDA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43"/>
            <p:cNvSpPr/>
            <p:nvPr/>
          </p:nvSpPr>
          <p:spPr>
            <a:xfrm>
              <a:off x="1004526" y="2162896"/>
              <a:ext cx="928336" cy="605105"/>
            </a:xfrm>
            <a:custGeom>
              <a:rect b="b" l="l" r="r" t="t"/>
              <a:pathLst>
                <a:path extrusionOk="0" h="22064" w="33850">
                  <a:moveTo>
                    <a:pt x="28052" y="0"/>
                  </a:moveTo>
                  <a:cubicBezTo>
                    <a:pt x="27641" y="0"/>
                    <a:pt x="27202" y="193"/>
                    <a:pt x="26823" y="327"/>
                  </a:cubicBezTo>
                  <a:cubicBezTo>
                    <a:pt x="26144" y="564"/>
                    <a:pt x="25465" y="735"/>
                    <a:pt x="24718" y="767"/>
                  </a:cubicBezTo>
                  <a:cubicBezTo>
                    <a:pt x="24363" y="802"/>
                    <a:pt x="24008" y="817"/>
                    <a:pt x="23653" y="817"/>
                  </a:cubicBezTo>
                  <a:cubicBezTo>
                    <a:pt x="21935" y="817"/>
                    <a:pt x="20215" y="467"/>
                    <a:pt x="18470" y="327"/>
                  </a:cubicBezTo>
                  <a:cubicBezTo>
                    <a:pt x="17949" y="284"/>
                    <a:pt x="17428" y="269"/>
                    <a:pt x="16908" y="269"/>
                  </a:cubicBezTo>
                  <a:cubicBezTo>
                    <a:pt x="15698" y="269"/>
                    <a:pt x="14489" y="350"/>
                    <a:pt x="13280" y="350"/>
                  </a:cubicBezTo>
                  <a:cubicBezTo>
                    <a:pt x="12939" y="350"/>
                    <a:pt x="12597" y="344"/>
                    <a:pt x="12256" y="327"/>
                  </a:cubicBezTo>
                  <a:cubicBezTo>
                    <a:pt x="10219" y="224"/>
                    <a:pt x="8181" y="56"/>
                    <a:pt x="6144" y="56"/>
                  </a:cubicBezTo>
                  <a:cubicBezTo>
                    <a:pt x="6127" y="55"/>
                    <a:pt x="6110" y="55"/>
                    <a:pt x="6094" y="55"/>
                  </a:cubicBezTo>
                  <a:cubicBezTo>
                    <a:pt x="5286" y="55"/>
                    <a:pt x="5031" y="883"/>
                    <a:pt x="5297" y="1482"/>
                  </a:cubicBezTo>
                  <a:cubicBezTo>
                    <a:pt x="5229" y="1582"/>
                    <a:pt x="5194" y="1650"/>
                    <a:pt x="5161" y="1786"/>
                  </a:cubicBezTo>
                  <a:cubicBezTo>
                    <a:pt x="4718" y="3994"/>
                    <a:pt x="4618" y="6336"/>
                    <a:pt x="3632" y="8408"/>
                  </a:cubicBezTo>
                  <a:cubicBezTo>
                    <a:pt x="3260" y="9155"/>
                    <a:pt x="2513" y="9766"/>
                    <a:pt x="2477" y="10649"/>
                  </a:cubicBezTo>
                  <a:cubicBezTo>
                    <a:pt x="2445" y="10377"/>
                    <a:pt x="2409" y="10106"/>
                    <a:pt x="2342" y="9867"/>
                  </a:cubicBezTo>
                  <a:cubicBezTo>
                    <a:pt x="2256" y="9506"/>
                    <a:pt x="1944" y="9337"/>
                    <a:pt x="1638" y="9337"/>
                  </a:cubicBezTo>
                  <a:cubicBezTo>
                    <a:pt x="1341" y="9337"/>
                    <a:pt x="1050" y="9497"/>
                    <a:pt x="983" y="9799"/>
                  </a:cubicBezTo>
                  <a:cubicBezTo>
                    <a:pt x="951" y="9834"/>
                    <a:pt x="916" y="9902"/>
                    <a:pt x="883" y="9935"/>
                  </a:cubicBezTo>
                  <a:cubicBezTo>
                    <a:pt x="476" y="11192"/>
                    <a:pt x="0" y="14520"/>
                    <a:pt x="1902" y="14859"/>
                  </a:cubicBezTo>
                  <a:cubicBezTo>
                    <a:pt x="2377" y="14927"/>
                    <a:pt x="2409" y="14791"/>
                    <a:pt x="2649" y="15267"/>
                  </a:cubicBezTo>
                  <a:cubicBezTo>
                    <a:pt x="3124" y="16285"/>
                    <a:pt x="3395" y="17168"/>
                    <a:pt x="4075" y="18051"/>
                  </a:cubicBezTo>
                  <a:cubicBezTo>
                    <a:pt x="4718" y="18898"/>
                    <a:pt x="5365" y="19713"/>
                    <a:pt x="6348" y="20224"/>
                  </a:cubicBezTo>
                  <a:cubicBezTo>
                    <a:pt x="7741" y="20903"/>
                    <a:pt x="9404" y="21071"/>
                    <a:pt x="10933" y="21310"/>
                  </a:cubicBezTo>
                  <a:cubicBezTo>
                    <a:pt x="12631" y="21582"/>
                    <a:pt x="14361" y="21785"/>
                    <a:pt x="16126" y="21818"/>
                  </a:cubicBezTo>
                  <a:cubicBezTo>
                    <a:pt x="17857" y="21842"/>
                    <a:pt x="19664" y="22063"/>
                    <a:pt x="21446" y="22063"/>
                  </a:cubicBezTo>
                  <a:cubicBezTo>
                    <a:pt x="22320" y="22063"/>
                    <a:pt x="23189" y="22010"/>
                    <a:pt x="24039" y="21853"/>
                  </a:cubicBezTo>
                  <a:cubicBezTo>
                    <a:pt x="24582" y="21750"/>
                    <a:pt x="25090" y="21614"/>
                    <a:pt x="25600" y="21411"/>
                  </a:cubicBezTo>
                  <a:cubicBezTo>
                    <a:pt x="25736" y="21343"/>
                    <a:pt x="26891" y="20664"/>
                    <a:pt x="26891" y="20664"/>
                  </a:cubicBezTo>
                  <a:cubicBezTo>
                    <a:pt x="27025" y="20739"/>
                    <a:pt x="27174" y="20782"/>
                    <a:pt x="27327" y="20782"/>
                  </a:cubicBezTo>
                  <a:cubicBezTo>
                    <a:pt x="27520" y="20782"/>
                    <a:pt x="27720" y="20715"/>
                    <a:pt x="27909" y="20563"/>
                  </a:cubicBezTo>
                  <a:cubicBezTo>
                    <a:pt x="28689" y="20359"/>
                    <a:pt x="29368" y="19545"/>
                    <a:pt x="29911" y="18830"/>
                  </a:cubicBezTo>
                  <a:cubicBezTo>
                    <a:pt x="30047" y="18627"/>
                    <a:pt x="30082" y="18390"/>
                    <a:pt x="30014" y="18151"/>
                  </a:cubicBezTo>
                  <a:cubicBezTo>
                    <a:pt x="30386" y="17608"/>
                    <a:pt x="30693" y="17032"/>
                    <a:pt x="30897" y="16454"/>
                  </a:cubicBezTo>
                  <a:cubicBezTo>
                    <a:pt x="31065" y="16421"/>
                    <a:pt x="31201" y="16353"/>
                    <a:pt x="31269" y="16149"/>
                  </a:cubicBezTo>
                  <a:cubicBezTo>
                    <a:pt x="31473" y="15674"/>
                    <a:pt x="31576" y="15231"/>
                    <a:pt x="31677" y="14723"/>
                  </a:cubicBezTo>
                  <a:cubicBezTo>
                    <a:pt x="31677" y="14655"/>
                    <a:pt x="31712" y="14588"/>
                    <a:pt x="31712" y="14484"/>
                  </a:cubicBezTo>
                  <a:cubicBezTo>
                    <a:pt x="31808" y="14549"/>
                    <a:pt x="31920" y="14582"/>
                    <a:pt x="32036" y="14582"/>
                  </a:cubicBezTo>
                  <a:cubicBezTo>
                    <a:pt x="32165" y="14582"/>
                    <a:pt x="32299" y="14540"/>
                    <a:pt x="32424" y="14452"/>
                  </a:cubicBezTo>
                  <a:cubicBezTo>
                    <a:pt x="32459" y="14416"/>
                    <a:pt x="32459" y="14384"/>
                    <a:pt x="32491" y="14349"/>
                  </a:cubicBezTo>
                  <a:cubicBezTo>
                    <a:pt x="32618" y="14429"/>
                    <a:pt x="32768" y="14471"/>
                    <a:pt x="32915" y="14471"/>
                  </a:cubicBezTo>
                  <a:cubicBezTo>
                    <a:pt x="33202" y="14471"/>
                    <a:pt x="33477" y="14312"/>
                    <a:pt x="33545" y="13976"/>
                  </a:cubicBezTo>
                  <a:cubicBezTo>
                    <a:pt x="33749" y="13094"/>
                    <a:pt x="33850" y="12211"/>
                    <a:pt x="33749" y="11361"/>
                  </a:cubicBezTo>
                  <a:cubicBezTo>
                    <a:pt x="33817" y="10989"/>
                    <a:pt x="33817" y="10614"/>
                    <a:pt x="33817" y="10310"/>
                  </a:cubicBezTo>
                  <a:cubicBezTo>
                    <a:pt x="33792" y="9905"/>
                    <a:pt x="33419" y="9535"/>
                    <a:pt x="33035" y="9535"/>
                  </a:cubicBezTo>
                  <a:cubicBezTo>
                    <a:pt x="32870" y="9535"/>
                    <a:pt x="32702" y="9603"/>
                    <a:pt x="32559" y="9766"/>
                  </a:cubicBezTo>
                  <a:lnTo>
                    <a:pt x="32595" y="9766"/>
                  </a:lnTo>
                  <a:cubicBezTo>
                    <a:pt x="32119" y="9935"/>
                    <a:pt x="31916" y="10377"/>
                    <a:pt x="32119" y="10853"/>
                  </a:cubicBezTo>
                  <a:cubicBezTo>
                    <a:pt x="32187" y="10953"/>
                    <a:pt x="32220" y="11056"/>
                    <a:pt x="32255" y="11124"/>
                  </a:cubicBezTo>
                  <a:cubicBezTo>
                    <a:pt x="32220" y="11192"/>
                    <a:pt x="32187" y="11260"/>
                    <a:pt x="32187" y="11328"/>
                  </a:cubicBezTo>
                  <a:cubicBezTo>
                    <a:pt x="32152" y="11396"/>
                    <a:pt x="32119" y="11429"/>
                    <a:pt x="32051" y="11464"/>
                  </a:cubicBezTo>
                  <a:cubicBezTo>
                    <a:pt x="32152" y="11328"/>
                    <a:pt x="32016" y="11124"/>
                    <a:pt x="31948" y="10853"/>
                  </a:cubicBezTo>
                  <a:cubicBezTo>
                    <a:pt x="31812" y="10174"/>
                    <a:pt x="31337" y="9595"/>
                    <a:pt x="31133" y="8916"/>
                  </a:cubicBezTo>
                  <a:cubicBezTo>
                    <a:pt x="30930" y="8101"/>
                    <a:pt x="30862" y="7286"/>
                    <a:pt x="30590" y="6472"/>
                  </a:cubicBezTo>
                  <a:cubicBezTo>
                    <a:pt x="30183" y="5285"/>
                    <a:pt x="29707" y="4095"/>
                    <a:pt x="29639" y="2805"/>
                  </a:cubicBezTo>
                  <a:cubicBezTo>
                    <a:pt x="29572" y="1854"/>
                    <a:pt x="29471" y="835"/>
                    <a:pt x="28656" y="192"/>
                  </a:cubicBezTo>
                  <a:cubicBezTo>
                    <a:pt x="28471" y="52"/>
                    <a:pt x="28265" y="0"/>
                    <a:pt x="28052" y="0"/>
                  </a:cubicBezTo>
                  <a:close/>
                </a:path>
              </a:pathLst>
            </a:custGeom>
            <a:solidFill>
              <a:srgbClr val="F9C6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43"/>
            <p:cNvSpPr/>
            <p:nvPr/>
          </p:nvSpPr>
          <p:spPr>
            <a:xfrm>
              <a:off x="1428142" y="2580286"/>
              <a:ext cx="52162" cy="94507"/>
            </a:xfrm>
            <a:custGeom>
              <a:rect b="b" l="l" r="r" t="t"/>
              <a:pathLst>
                <a:path extrusionOk="0" h="3446" w="1902">
                  <a:moveTo>
                    <a:pt x="534" y="0"/>
                  </a:moveTo>
                  <a:cubicBezTo>
                    <a:pt x="364" y="0"/>
                    <a:pt x="194" y="100"/>
                    <a:pt x="171" y="265"/>
                  </a:cubicBezTo>
                  <a:cubicBezTo>
                    <a:pt x="68" y="637"/>
                    <a:pt x="68" y="977"/>
                    <a:pt x="103" y="1316"/>
                  </a:cubicBezTo>
                  <a:cubicBezTo>
                    <a:pt x="0" y="1623"/>
                    <a:pt x="0" y="1963"/>
                    <a:pt x="136" y="2267"/>
                  </a:cubicBezTo>
                  <a:cubicBezTo>
                    <a:pt x="136" y="2607"/>
                    <a:pt x="272" y="2914"/>
                    <a:pt x="443" y="3218"/>
                  </a:cubicBezTo>
                  <a:cubicBezTo>
                    <a:pt x="548" y="3345"/>
                    <a:pt x="720" y="3446"/>
                    <a:pt x="884" y="3446"/>
                  </a:cubicBezTo>
                  <a:cubicBezTo>
                    <a:pt x="983" y="3446"/>
                    <a:pt x="1078" y="3410"/>
                    <a:pt x="1155" y="3321"/>
                  </a:cubicBezTo>
                  <a:lnTo>
                    <a:pt x="1290" y="3185"/>
                  </a:lnTo>
                  <a:cubicBezTo>
                    <a:pt x="1426" y="3185"/>
                    <a:pt x="1597" y="3082"/>
                    <a:pt x="1630" y="2914"/>
                  </a:cubicBezTo>
                  <a:cubicBezTo>
                    <a:pt x="1869" y="2199"/>
                    <a:pt x="1902" y="1488"/>
                    <a:pt x="1426" y="876"/>
                  </a:cubicBezTo>
                  <a:cubicBezTo>
                    <a:pt x="1290" y="537"/>
                    <a:pt x="1087" y="230"/>
                    <a:pt x="747" y="62"/>
                  </a:cubicBezTo>
                  <a:cubicBezTo>
                    <a:pt x="685" y="20"/>
                    <a:pt x="609" y="0"/>
                    <a:pt x="534" y="0"/>
                  </a:cubicBezTo>
                  <a:close/>
                </a:path>
              </a:pathLst>
            </a:custGeom>
            <a:solidFill>
              <a:srgbClr val="EB5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43"/>
            <p:cNvSpPr/>
            <p:nvPr/>
          </p:nvSpPr>
          <p:spPr>
            <a:xfrm>
              <a:off x="892061" y="1759573"/>
              <a:ext cx="1159090" cy="1420725"/>
            </a:xfrm>
            <a:custGeom>
              <a:rect b="b" l="l" r="r" t="t"/>
              <a:pathLst>
                <a:path extrusionOk="0" h="51804" w="42264">
                  <a:moveTo>
                    <a:pt x="37951" y="17783"/>
                  </a:moveTo>
                  <a:cubicBezTo>
                    <a:pt x="38086" y="18294"/>
                    <a:pt x="38222" y="18802"/>
                    <a:pt x="38325" y="19312"/>
                  </a:cubicBezTo>
                  <a:cubicBezTo>
                    <a:pt x="37850" y="19788"/>
                    <a:pt x="37511" y="20228"/>
                    <a:pt x="36932" y="20535"/>
                  </a:cubicBezTo>
                  <a:cubicBezTo>
                    <a:pt x="36389" y="20874"/>
                    <a:pt x="35778" y="21043"/>
                    <a:pt x="35134" y="21111"/>
                  </a:cubicBezTo>
                  <a:cubicBezTo>
                    <a:pt x="35099" y="20975"/>
                    <a:pt x="35066" y="20839"/>
                    <a:pt x="35031" y="20738"/>
                  </a:cubicBezTo>
                  <a:cubicBezTo>
                    <a:pt x="34930" y="20364"/>
                    <a:pt x="34794" y="20024"/>
                    <a:pt x="34691" y="19685"/>
                  </a:cubicBezTo>
                  <a:cubicBezTo>
                    <a:pt x="35981" y="19448"/>
                    <a:pt x="37068" y="18769"/>
                    <a:pt x="37951" y="17783"/>
                  </a:cubicBezTo>
                  <a:close/>
                  <a:moveTo>
                    <a:pt x="30941" y="490"/>
                  </a:moveTo>
                  <a:cubicBezTo>
                    <a:pt x="32508" y="490"/>
                    <a:pt x="34099" y="839"/>
                    <a:pt x="35473" y="1521"/>
                  </a:cubicBezTo>
                  <a:cubicBezTo>
                    <a:pt x="38461" y="3015"/>
                    <a:pt x="41142" y="6478"/>
                    <a:pt x="41245" y="9906"/>
                  </a:cubicBezTo>
                  <a:cubicBezTo>
                    <a:pt x="41381" y="13166"/>
                    <a:pt x="37747" y="14899"/>
                    <a:pt x="35302" y="16189"/>
                  </a:cubicBezTo>
                  <a:cubicBezTo>
                    <a:pt x="35043" y="16304"/>
                    <a:pt x="35201" y="16666"/>
                    <a:pt x="35442" y="16666"/>
                  </a:cubicBezTo>
                  <a:cubicBezTo>
                    <a:pt x="35484" y="16666"/>
                    <a:pt x="35528" y="16654"/>
                    <a:pt x="35574" y="16629"/>
                  </a:cubicBezTo>
                  <a:cubicBezTo>
                    <a:pt x="36117" y="16393"/>
                    <a:pt x="36660" y="16121"/>
                    <a:pt x="37204" y="15814"/>
                  </a:cubicBezTo>
                  <a:cubicBezTo>
                    <a:pt x="37407" y="16289"/>
                    <a:pt x="37578" y="16765"/>
                    <a:pt x="37747" y="17240"/>
                  </a:cubicBezTo>
                  <a:cubicBezTo>
                    <a:pt x="36967" y="18294"/>
                    <a:pt x="35881" y="19041"/>
                    <a:pt x="34591" y="19380"/>
                  </a:cubicBezTo>
                  <a:cubicBezTo>
                    <a:pt x="34487" y="19041"/>
                    <a:pt x="34387" y="18701"/>
                    <a:pt x="34251" y="18327"/>
                  </a:cubicBezTo>
                  <a:cubicBezTo>
                    <a:pt x="33844" y="17207"/>
                    <a:pt x="33640" y="16018"/>
                    <a:pt x="33197" y="14899"/>
                  </a:cubicBezTo>
                  <a:cubicBezTo>
                    <a:pt x="33197" y="14863"/>
                    <a:pt x="33165" y="14863"/>
                    <a:pt x="33129" y="14831"/>
                  </a:cubicBezTo>
                  <a:cubicBezTo>
                    <a:pt x="33129" y="14660"/>
                    <a:pt x="32993" y="14524"/>
                    <a:pt x="32757" y="14491"/>
                  </a:cubicBezTo>
                  <a:cubicBezTo>
                    <a:pt x="31907" y="14456"/>
                    <a:pt x="31092" y="14456"/>
                    <a:pt x="30245" y="14423"/>
                  </a:cubicBezTo>
                  <a:cubicBezTo>
                    <a:pt x="30380" y="13133"/>
                    <a:pt x="29666" y="11843"/>
                    <a:pt x="28648" y="10993"/>
                  </a:cubicBezTo>
                  <a:cubicBezTo>
                    <a:pt x="28603" y="10956"/>
                    <a:pt x="28553" y="10940"/>
                    <a:pt x="28506" y="10940"/>
                  </a:cubicBezTo>
                  <a:cubicBezTo>
                    <a:pt x="28335" y="10940"/>
                    <a:pt x="28184" y="11141"/>
                    <a:pt x="28343" y="11300"/>
                  </a:cubicBezTo>
                  <a:cubicBezTo>
                    <a:pt x="29226" y="12115"/>
                    <a:pt x="29938" y="13201"/>
                    <a:pt x="29905" y="14423"/>
                  </a:cubicBezTo>
                  <a:lnTo>
                    <a:pt x="27732" y="14423"/>
                  </a:lnTo>
                  <a:cubicBezTo>
                    <a:pt x="27800" y="14016"/>
                    <a:pt x="27697" y="13608"/>
                    <a:pt x="27493" y="13201"/>
                  </a:cubicBezTo>
                  <a:cubicBezTo>
                    <a:pt x="27289" y="12758"/>
                    <a:pt x="26714" y="12047"/>
                    <a:pt x="26170" y="12047"/>
                  </a:cubicBezTo>
                  <a:cubicBezTo>
                    <a:pt x="26035" y="12047"/>
                    <a:pt x="25931" y="12182"/>
                    <a:pt x="25999" y="12318"/>
                  </a:cubicBezTo>
                  <a:cubicBezTo>
                    <a:pt x="26170" y="12658"/>
                    <a:pt x="26578" y="12826"/>
                    <a:pt x="26849" y="13098"/>
                  </a:cubicBezTo>
                  <a:cubicBezTo>
                    <a:pt x="27222" y="13473"/>
                    <a:pt x="27461" y="13913"/>
                    <a:pt x="27425" y="14423"/>
                  </a:cubicBezTo>
                  <a:cubicBezTo>
                    <a:pt x="26339" y="14423"/>
                    <a:pt x="25288" y="14423"/>
                    <a:pt x="24201" y="14456"/>
                  </a:cubicBezTo>
                  <a:cubicBezTo>
                    <a:pt x="24201" y="13234"/>
                    <a:pt x="23522" y="12115"/>
                    <a:pt x="22843" y="11196"/>
                  </a:cubicBezTo>
                  <a:cubicBezTo>
                    <a:pt x="22197" y="10314"/>
                    <a:pt x="21349" y="9295"/>
                    <a:pt x="20363" y="8855"/>
                  </a:cubicBezTo>
                  <a:cubicBezTo>
                    <a:pt x="20331" y="8843"/>
                    <a:pt x="20301" y="8837"/>
                    <a:pt x="20272" y="8837"/>
                  </a:cubicBezTo>
                  <a:cubicBezTo>
                    <a:pt x="20056" y="8837"/>
                    <a:pt x="19943" y="9147"/>
                    <a:pt x="20092" y="9295"/>
                  </a:cubicBezTo>
                  <a:cubicBezTo>
                    <a:pt x="21789" y="10824"/>
                    <a:pt x="23318" y="12147"/>
                    <a:pt x="23962" y="14456"/>
                  </a:cubicBezTo>
                  <a:cubicBezTo>
                    <a:pt x="23147" y="14456"/>
                    <a:pt x="22332" y="14456"/>
                    <a:pt x="21553" y="14491"/>
                  </a:cubicBezTo>
                  <a:cubicBezTo>
                    <a:pt x="19490" y="14491"/>
                    <a:pt x="17409" y="14427"/>
                    <a:pt x="15334" y="14427"/>
                  </a:cubicBezTo>
                  <a:cubicBezTo>
                    <a:pt x="13412" y="14427"/>
                    <a:pt x="11495" y="14482"/>
                    <a:pt x="9602" y="14695"/>
                  </a:cubicBezTo>
                  <a:cubicBezTo>
                    <a:pt x="9194" y="14728"/>
                    <a:pt x="9058" y="15203"/>
                    <a:pt x="8990" y="15542"/>
                  </a:cubicBezTo>
                  <a:cubicBezTo>
                    <a:pt x="8515" y="17376"/>
                    <a:pt x="7904" y="19177"/>
                    <a:pt x="7361" y="20975"/>
                  </a:cubicBezTo>
                  <a:cubicBezTo>
                    <a:pt x="6375" y="19109"/>
                    <a:pt x="5935" y="17207"/>
                    <a:pt x="6714" y="15135"/>
                  </a:cubicBezTo>
                  <a:cubicBezTo>
                    <a:pt x="7393" y="13166"/>
                    <a:pt x="9091" y="11672"/>
                    <a:pt x="10856" y="10689"/>
                  </a:cubicBezTo>
                  <a:cubicBezTo>
                    <a:pt x="12148" y="9951"/>
                    <a:pt x="13663" y="9478"/>
                    <a:pt x="15166" y="9478"/>
                  </a:cubicBezTo>
                  <a:cubicBezTo>
                    <a:pt x="15600" y="9478"/>
                    <a:pt x="16033" y="9518"/>
                    <a:pt x="16460" y="9602"/>
                  </a:cubicBezTo>
                  <a:cubicBezTo>
                    <a:pt x="18769" y="10042"/>
                    <a:pt x="19516" y="11911"/>
                    <a:pt x="20024" y="13981"/>
                  </a:cubicBezTo>
                  <a:cubicBezTo>
                    <a:pt x="20054" y="14134"/>
                    <a:pt x="20175" y="14204"/>
                    <a:pt x="20298" y="14204"/>
                  </a:cubicBezTo>
                  <a:cubicBezTo>
                    <a:pt x="20448" y="14204"/>
                    <a:pt x="20602" y="14099"/>
                    <a:pt x="20602" y="13913"/>
                  </a:cubicBezTo>
                  <a:cubicBezTo>
                    <a:pt x="20533" y="10408"/>
                    <a:pt x="17964" y="9024"/>
                    <a:pt x="15162" y="9024"/>
                  </a:cubicBezTo>
                  <a:cubicBezTo>
                    <a:pt x="13784" y="9024"/>
                    <a:pt x="12349" y="9359"/>
                    <a:pt x="11128" y="9942"/>
                  </a:cubicBezTo>
                  <a:cubicBezTo>
                    <a:pt x="6850" y="12011"/>
                    <a:pt x="4169" y="17140"/>
                    <a:pt x="7293" y="21246"/>
                  </a:cubicBezTo>
                  <a:lnTo>
                    <a:pt x="7190" y="21553"/>
                  </a:lnTo>
                  <a:cubicBezTo>
                    <a:pt x="7021" y="22129"/>
                    <a:pt x="6850" y="22740"/>
                    <a:pt x="6714" y="23319"/>
                  </a:cubicBezTo>
                  <a:cubicBezTo>
                    <a:pt x="6614" y="23623"/>
                    <a:pt x="6546" y="23930"/>
                    <a:pt x="6478" y="24234"/>
                  </a:cubicBezTo>
                  <a:lnTo>
                    <a:pt x="6478" y="24302"/>
                  </a:lnTo>
                  <a:cubicBezTo>
                    <a:pt x="3387" y="19141"/>
                    <a:pt x="4745" y="13269"/>
                    <a:pt x="9227" y="9227"/>
                  </a:cubicBezTo>
                  <a:cubicBezTo>
                    <a:pt x="11400" y="7258"/>
                    <a:pt x="14252" y="6003"/>
                    <a:pt x="17172" y="5935"/>
                  </a:cubicBezTo>
                  <a:cubicBezTo>
                    <a:pt x="17262" y="5932"/>
                    <a:pt x="17352" y="5931"/>
                    <a:pt x="17441" y="5931"/>
                  </a:cubicBezTo>
                  <a:cubicBezTo>
                    <a:pt x="20667" y="5931"/>
                    <a:pt x="23070" y="7728"/>
                    <a:pt x="25184" y="9974"/>
                  </a:cubicBezTo>
                  <a:cubicBezTo>
                    <a:pt x="25239" y="10029"/>
                    <a:pt x="25305" y="10052"/>
                    <a:pt x="25370" y="10052"/>
                  </a:cubicBezTo>
                  <a:cubicBezTo>
                    <a:pt x="25549" y="10052"/>
                    <a:pt x="25717" y="9878"/>
                    <a:pt x="25592" y="9703"/>
                  </a:cubicBezTo>
                  <a:cubicBezTo>
                    <a:pt x="24913" y="8719"/>
                    <a:pt x="24201" y="7937"/>
                    <a:pt x="23419" y="7326"/>
                  </a:cubicBezTo>
                  <a:cubicBezTo>
                    <a:pt x="23419" y="7293"/>
                    <a:pt x="23454" y="7258"/>
                    <a:pt x="23454" y="7225"/>
                  </a:cubicBezTo>
                  <a:cubicBezTo>
                    <a:pt x="23309" y="2648"/>
                    <a:pt x="27048" y="490"/>
                    <a:pt x="30941" y="490"/>
                  </a:cubicBezTo>
                  <a:close/>
                  <a:moveTo>
                    <a:pt x="38393" y="19888"/>
                  </a:moveTo>
                  <a:cubicBezTo>
                    <a:pt x="38461" y="20364"/>
                    <a:pt x="38529" y="20806"/>
                    <a:pt x="38529" y="21282"/>
                  </a:cubicBezTo>
                  <a:cubicBezTo>
                    <a:pt x="37782" y="21961"/>
                    <a:pt x="36932" y="22401"/>
                    <a:pt x="35949" y="22740"/>
                  </a:cubicBezTo>
                  <a:cubicBezTo>
                    <a:pt x="35855" y="22773"/>
                    <a:pt x="35876" y="22916"/>
                    <a:pt x="35956" y="22916"/>
                  </a:cubicBezTo>
                  <a:cubicBezTo>
                    <a:pt x="35964" y="22916"/>
                    <a:pt x="35973" y="22914"/>
                    <a:pt x="35981" y="22911"/>
                  </a:cubicBezTo>
                  <a:cubicBezTo>
                    <a:pt x="36899" y="22740"/>
                    <a:pt x="37815" y="22436"/>
                    <a:pt x="38529" y="21858"/>
                  </a:cubicBezTo>
                  <a:lnTo>
                    <a:pt x="38529" y="21858"/>
                  </a:lnTo>
                  <a:cubicBezTo>
                    <a:pt x="38529" y="22808"/>
                    <a:pt x="38426" y="23794"/>
                    <a:pt x="38222" y="24777"/>
                  </a:cubicBezTo>
                  <a:cubicBezTo>
                    <a:pt x="38096" y="24181"/>
                    <a:pt x="37884" y="23612"/>
                    <a:pt x="37421" y="23612"/>
                  </a:cubicBezTo>
                  <a:cubicBezTo>
                    <a:pt x="37385" y="23612"/>
                    <a:pt x="37347" y="23616"/>
                    <a:pt x="37307" y="23623"/>
                  </a:cubicBezTo>
                  <a:cubicBezTo>
                    <a:pt x="37000" y="23691"/>
                    <a:pt x="36796" y="23862"/>
                    <a:pt x="36628" y="24098"/>
                  </a:cubicBezTo>
                  <a:cubicBezTo>
                    <a:pt x="36543" y="24239"/>
                    <a:pt x="36415" y="24764"/>
                    <a:pt x="36222" y="24764"/>
                  </a:cubicBezTo>
                  <a:cubicBezTo>
                    <a:pt x="36180" y="24764"/>
                    <a:pt x="36134" y="24739"/>
                    <a:pt x="36085" y="24677"/>
                  </a:cubicBezTo>
                  <a:cubicBezTo>
                    <a:pt x="35913" y="24438"/>
                    <a:pt x="35913" y="24134"/>
                    <a:pt x="35881" y="23862"/>
                  </a:cubicBezTo>
                  <a:cubicBezTo>
                    <a:pt x="35846" y="23555"/>
                    <a:pt x="35778" y="23251"/>
                    <a:pt x="35677" y="22944"/>
                  </a:cubicBezTo>
                  <a:cubicBezTo>
                    <a:pt x="35541" y="22401"/>
                    <a:pt x="35370" y="21858"/>
                    <a:pt x="35202" y="21314"/>
                  </a:cubicBezTo>
                  <a:cubicBezTo>
                    <a:pt x="36288" y="21246"/>
                    <a:pt x="37714" y="20806"/>
                    <a:pt x="38393" y="19888"/>
                  </a:cubicBezTo>
                  <a:close/>
                  <a:moveTo>
                    <a:pt x="9634" y="15067"/>
                  </a:moveTo>
                  <a:cubicBezTo>
                    <a:pt x="11409" y="15262"/>
                    <a:pt x="13206" y="15310"/>
                    <a:pt x="15004" y="15310"/>
                  </a:cubicBezTo>
                  <a:cubicBezTo>
                    <a:pt x="16701" y="15310"/>
                    <a:pt x="18397" y="15268"/>
                    <a:pt x="20076" y="15268"/>
                  </a:cubicBezTo>
                  <a:cubicBezTo>
                    <a:pt x="20330" y="15268"/>
                    <a:pt x="20585" y="15269"/>
                    <a:pt x="20838" y="15271"/>
                  </a:cubicBezTo>
                  <a:cubicBezTo>
                    <a:pt x="23291" y="15271"/>
                    <a:pt x="25757" y="15323"/>
                    <a:pt x="28219" y="15323"/>
                  </a:cubicBezTo>
                  <a:cubicBezTo>
                    <a:pt x="29745" y="15323"/>
                    <a:pt x="31270" y="15303"/>
                    <a:pt x="32790" y="15238"/>
                  </a:cubicBezTo>
                  <a:lnTo>
                    <a:pt x="32825" y="15238"/>
                  </a:lnTo>
                  <a:cubicBezTo>
                    <a:pt x="32926" y="16357"/>
                    <a:pt x="33333" y="17479"/>
                    <a:pt x="33640" y="18530"/>
                  </a:cubicBezTo>
                  <a:cubicBezTo>
                    <a:pt x="34352" y="21010"/>
                    <a:pt x="34895" y="23555"/>
                    <a:pt x="35642" y="26000"/>
                  </a:cubicBezTo>
                  <a:cubicBezTo>
                    <a:pt x="35699" y="26171"/>
                    <a:pt x="35804" y="26247"/>
                    <a:pt x="35938" y="26247"/>
                  </a:cubicBezTo>
                  <a:cubicBezTo>
                    <a:pt x="35964" y="26247"/>
                    <a:pt x="35990" y="26244"/>
                    <a:pt x="36017" y="26239"/>
                  </a:cubicBezTo>
                  <a:cubicBezTo>
                    <a:pt x="36017" y="26307"/>
                    <a:pt x="36068" y="26341"/>
                    <a:pt x="36123" y="26341"/>
                  </a:cubicBezTo>
                  <a:cubicBezTo>
                    <a:pt x="36178" y="26341"/>
                    <a:pt x="36237" y="26307"/>
                    <a:pt x="36253" y="26239"/>
                  </a:cubicBezTo>
                  <a:cubicBezTo>
                    <a:pt x="36424" y="25660"/>
                    <a:pt x="36525" y="25049"/>
                    <a:pt x="36864" y="24541"/>
                  </a:cubicBezTo>
                  <a:cubicBezTo>
                    <a:pt x="36970" y="24396"/>
                    <a:pt x="37066" y="24336"/>
                    <a:pt x="37152" y="24336"/>
                  </a:cubicBezTo>
                  <a:cubicBezTo>
                    <a:pt x="37592" y="24336"/>
                    <a:pt x="37782" y="25916"/>
                    <a:pt x="37782" y="26000"/>
                  </a:cubicBezTo>
                  <a:cubicBezTo>
                    <a:pt x="37782" y="26646"/>
                    <a:pt x="37747" y="27290"/>
                    <a:pt x="37611" y="27936"/>
                  </a:cubicBezTo>
                  <a:cubicBezTo>
                    <a:pt x="37543" y="28276"/>
                    <a:pt x="37407" y="28615"/>
                    <a:pt x="37272" y="28955"/>
                  </a:cubicBezTo>
                  <a:cubicBezTo>
                    <a:pt x="36899" y="28955"/>
                    <a:pt x="36525" y="28988"/>
                    <a:pt x="36152" y="28988"/>
                  </a:cubicBezTo>
                  <a:cubicBezTo>
                    <a:pt x="36118" y="28802"/>
                    <a:pt x="35974" y="28709"/>
                    <a:pt x="35834" y="28709"/>
                  </a:cubicBezTo>
                  <a:cubicBezTo>
                    <a:pt x="35693" y="28709"/>
                    <a:pt x="35558" y="28802"/>
                    <a:pt x="35541" y="28988"/>
                  </a:cubicBezTo>
                  <a:cubicBezTo>
                    <a:pt x="35234" y="32587"/>
                    <a:pt x="33197" y="34420"/>
                    <a:pt x="30516" y="35406"/>
                  </a:cubicBezTo>
                  <a:cubicBezTo>
                    <a:pt x="30413" y="35406"/>
                    <a:pt x="30313" y="35439"/>
                    <a:pt x="30245" y="35507"/>
                  </a:cubicBezTo>
                  <a:cubicBezTo>
                    <a:pt x="27493" y="36457"/>
                    <a:pt x="24098" y="36525"/>
                    <a:pt x="21246" y="36593"/>
                  </a:cubicBezTo>
                  <a:cubicBezTo>
                    <a:pt x="15406" y="36425"/>
                    <a:pt x="7529" y="36289"/>
                    <a:pt x="6918" y="28988"/>
                  </a:cubicBezTo>
                  <a:cubicBezTo>
                    <a:pt x="6902" y="28802"/>
                    <a:pt x="6766" y="28709"/>
                    <a:pt x="6630" y="28709"/>
                  </a:cubicBezTo>
                  <a:cubicBezTo>
                    <a:pt x="6494" y="28709"/>
                    <a:pt x="6358" y="28802"/>
                    <a:pt x="6342" y="28988"/>
                  </a:cubicBezTo>
                  <a:cubicBezTo>
                    <a:pt x="5935" y="28988"/>
                    <a:pt x="5560" y="28955"/>
                    <a:pt x="5188" y="28955"/>
                  </a:cubicBezTo>
                  <a:cubicBezTo>
                    <a:pt x="5052" y="28615"/>
                    <a:pt x="4916" y="28276"/>
                    <a:pt x="4848" y="27936"/>
                  </a:cubicBezTo>
                  <a:cubicBezTo>
                    <a:pt x="4712" y="27290"/>
                    <a:pt x="4677" y="26646"/>
                    <a:pt x="4677" y="26000"/>
                  </a:cubicBezTo>
                  <a:cubicBezTo>
                    <a:pt x="4677" y="25916"/>
                    <a:pt x="4867" y="24336"/>
                    <a:pt x="5307" y="24336"/>
                  </a:cubicBezTo>
                  <a:cubicBezTo>
                    <a:pt x="5393" y="24336"/>
                    <a:pt x="5489" y="24396"/>
                    <a:pt x="5595" y="24541"/>
                  </a:cubicBezTo>
                  <a:cubicBezTo>
                    <a:pt x="5935" y="25049"/>
                    <a:pt x="6070" y="25660"/>
                    <a:pt x="6206" y="26239"/>
                  </a:cubicBezTo>
                  <a:cubicBezTo>
                    <a:pt x="6223" y="26307"/>
                    <a:pt x="6282" y="26341"/>
                    <a:pt x="6337" y="26341"/>
                  </a:cubicBezTo>
                  <a:cubicBezTo>
                    <a:pt x="6392" y="26341"/>
                    <a:pt x="6443" y="26307"/>
                    <a:pt x="6443" y="26239"/>
                  </a:cubicBezTo>
                  <a:cubicBezTo>
                    <a:pt x="6470" y="26244"/>
                    <a:pt x="6497" y="26247"/>
                    <a:pt x="6523" y="26247"/>
                  </a:cubicBezTo>
                  <a:cubicBezTo>
                    <a:pt x="6664" y="26247"/>
                    <a:pt x="6788" y="26171"/>
                    <a:pt x="6817" y="26000"/>
                  </a:cubicBezTo>
                  <a:cubicBezTo>
                    <a:pt x="7529" y="23726"/>
                    <a:pt x="8040" y="21382"/>
                    <a:pt x="8683" y="19109"/>
                  </a:cubicBezTo>
                  <a:cubicBezTo>
                    <a:pt x="8751" y="19073"/>
                    <a:pt x="8751" y="19006"/>
                    <a:pt x="8719" y="18973"/>
                  </a:cubicBezTo>
                  <a:cubicBezTo>
                    <a:pt x="8751" y="18802"/>
                    <a:pt x="8787" y="18666"/>
                    <a:pt x="8819" y="18530"/>
                  </a:cubicBezTo>
                  <a:cubicBezTo>
                    <a:pt x="9159" y="17411"/>
                    <a:pt x="9566" y="16221"/>
                    <a:pt x="9634" y="15067"/>
                  </a:cubicBezTo>
                  <a:close/>
                  <a:moveTo>
                    <a:pt x="30074" y="36221"/>
                  </a:moveTo>
                  <a:cubicBezTo>
                    <a:pt x="29734" y="37986"/>
                    <a:pt x="29870" y="40124"/>
                    <a:pt x="28343" y="41246"/>
                  </a:cubicBezTo>
                  <a:cubicBezTo>
                    <a:pt x="27910" y="41565"/>
                    <a:pt x="27476" y="41703"/>
                    <a:pt x="27053" y="41703"/>
                  </a:cubicBezTo>
                  <a:cubicBezTo>
                    <a:pt x="25225" y="41703"/>
                    <a:pt x="23598" y="39124"/>
                    <a:pt x="23047" y="37443"/>
                  </a:cubicBezTo>
                  <a:cubicBezTo>
                    <a:pt x="24437" y="37375"/>
                    <a:pt x="25796" y="37272"/>
                    <a:pt x="27154" y="37036"/>
                  </a:cubicBezTo>
                  <a:cubicBezTo>
                    <a:pt x="27664" y="36968"/>
                    <a:pt x="28172" y="36865"/>
                    <a:pt x="28648" y="36729"/>
                  </a:cubicBezTo>
                  <a:cubicBezTo>
                    <a:pt x="29123" y="36628"/>
                    <a:pt x="29530" y="36425"/>
                    <a:pt x="30006" y="36253"/>
                  </a:cubicBezTo>
                  <a:cubicBezTo>
                    <a:pt x="30006" y="36221"/>
                    <a:pt x="30041" y="36221"/>
                    <a:pt x="30074" y="36221"/>
                  </a:cubicBezTo>
                  <a:close/>
                  <a:moveTo>
                    <a:pt x="16120" y="37104"/>
                  </a:moveTo>
                  <a:lnTo>
                    <a:pt x="16120" y="37104"/>
                  </a:lnTo>
                  <a:cubicBezTo>
                    <a:pt x="16221" y="37136"/>
                    <a:pt x="16324" y="37136"/>
                    <a:pt x="16425" y="37172"/>
                  </a:cubicBezTo>
                  <a:cubicBezTo>
                    <a:pt x="17954" y="37408"/>
                    <a:pt x="19516" y="37443"/>
                    <a:pt x="21042" y="37443"/>
                  </a:cubicBezTo>
                  <a:cubicBezTo>
                    <a:pt x="20942" y="38970"/>
                    <a:pt x="20398" y="40771"/>
                    <a:pt x="19141" y="41653"/>
                  </a:cubicBezTo>
                  <a:cubicBezTo>
                    <a:pt x="18853" y="41862"/>
                    <a:pt x="18550" y="41948"/>
                    <a:pt x="18248" y="41948"/>
                  </a:cubicBezTo>
                  <a:cubicBezTo>
                    <a:pt x="17517" y="41948"/>
                    <a:pt x="16784" y="41444"/>
                    <a:pt x="16256" y="40939"/>
                  </a:cubicBezTo>
                  <a:cubicBezTo>
                    <a:pt x="15134" y="39820"/>
                    <a:pt x="15373" y="38291"/>
                    <a:pt x="16120" y="37104"/>
                  </a:cubicBezTo>
                  <a:close/>
                  <a:moveTo>
                    <a:pt x="31110" y="1"/>
                  </a:moveTo>
                  <a:cubicBezTo>
                    <a:pt x="27000" y="1"/>
                    <a:pt x="22996" y="2487"/>
                    <a:pt x="23215" y="7157"/>
                  </a:cubicBezTo>
                  <a:cubicBezTo>
                    <a:pt x="21543" y="5891"/>
                    <a:pt x="19653" y="5335"/>
                    <a:pt x="17730" y="5335"/>
                  </a:cubicBezTo>
                  <a:cubicBezTo>
                    <a:pt x="9189" y="5335"/>
                    <a:pt x="1" y="16301"/>
                    <a:pt x="6375" y="24642"/>
                  </a:cubicBezTo>
                  <a:cubicBezTo>
                    <a:pt x="6312" y="24799"/>
                    <a:pt x="6280" y="24983"/>
                    <a:pt x="6300" y="25090"/>
                  </a:cubicBezTo>
                  <a:lnTo>
                    <a:pt x="6300" y="25090"/>
                  </a:lnTo>
                  <a:cubicBezTo>
                    <a:pt x="6129" y="24420"/>
                    <a:pt x="5790" y="23757"/>
                    <a:pt x="5152" y="23623"/>
                  </a:cubicBezTo>
                  <a:cubicBezTo>
                    <a:pt x="5107" y="23613"/>
                    <a:pt x="5064" y="23609"/>
                    <a:pt x="5023" y="23609"/>
                  </a:cubicBezTo>
                  <a:cubicBezTo>
                    <a:pt x="4195" y="23609"/>
                    <a:pt x="4132" y="25481"/>
                    <a:pt x="4101" y="25967"/>
                  </a:cubicBezTo>
                  <a:cubicBezTo>
                    <a:pt x="4066" y="27018"/>
                    <a:pt x="4101" y="29227"/>
                    <a:pt x="5152" y="29838"/>
                  </a:cubicBezTo>
                  <a:cubicBezTo>
                    <a:pt x="5475" y="30039"/>
                    <a:pt x="5762" y="30133"/>
                    <a:pt x="6013" y="30133"/>
                  </a:cubicBezTo>
                  <a:cubicBezTo>
                    <a:pt x="6185" y="30133"/>
                    <a:pt x="6339" y="30089"/>
                    <a:pt x="6477" y="30007"/>
                  </a:cubicBezTo>
                  <a:lnTo>
                    <a:pt x="6477" y="30007"/>
                  </a:lnTo>
                  <a:cubicBezTo>
                    <a:pt x="6413" y="30050"/>
                    <a:pt x="6782" y="31128"/>
                    <a:pt x="6850" y="31228"/>
                  </a:cubicBezTo>
                  <a:cubicBezTo>
                    <a:pt x="6953" y="31636"/>
                    <a:pt x="7122" y="32011"/>
                    <a:pt x="7293" y="32383"/>
                  </a:cubicBezTo>
                  <a:cubicBezTo>
                    <a:pt x="7665" y="33097"/>
                    <a:pt x="8176" y="33708"/>
                    <a:pt x="8787" y="34216"/>
                  </a:cubicBezTo>
                  <a:cubicBezTo>
                    <a:pt x="9295" y="34692"/>
                    <a:pt x="9906" y="35099"/>
                    <a:pt x="10552" y="35439"/>
                  </a:cubicBezTo>
                  <a:cubicBezTo>
                    <a:pt x="9430" y="37579"/>
                    <a:pt x="9737" y="40024"/>
                    <a:pt x="9398" y="42332"/>
                  </a:cubicBezTo>
                  <a:cubicBezTo>
                    <a:pt x="8955" y="45116"/>
                    <a:pt x="6782" y="47425"/>
                    <a:pt x="5764" y="50006"/>
                  </a:cubicBezTo>
                  <a:cubicBezTo>
                    <a:pt x="5680" y="50215"/>
                    <a:pt x="5855" y="50360"/>
                    <a:pt x="6033" y="50360"/>
                  </a:cubicBezTo>
                  <a:cubicBezTo>
                    <a:pt x="6143" y="50360"/>
                    <a:pt x="6255" y="50304"/>
                    <a:pt x="6307" y="50174"/>
                  </a:cubicBezTo>
                  <a:cubicBezTo>
                    <a:pt x="7225" y="47662"/>
                    <a:pt x="8990" y="45592"/>
                    <a:pt x="9702" y="43011"/>
                  </a:cubicBezTo>
                  <a:cubicBezTo>
                    <a:pt x="10416" y="40567"/>
                    <a:pt x="9838" y="38019"/>
                    <a:pt x="10789" y="35610"/>
                  </a:cubicBezTo>
                  <a:cubicBezTo>
                    <a:pt x="11468" y="35982"/>
                    <a:pt x="12215" y="36253"/>
                    <a:pt x="12961" y="36492"/>
                  </a:cubicBezTo>
                  <a:cubicBezTo>
                    <a:pt x="13097" y="36525"/>
                    <a:pt x="13233" y="36560"/>
                    <a:pt x="13336" y="36593"/>
                  </a:cubicBezTo>
                  <a:cubicBezTo>
                    <a:pt x="12318" y="38869"/>
                    <a:pt x="12454" y="41278"/>
                    <a:pt x="12318" y="43758"/>
                  </a:cubicBezTo>
                  <a:cubicBezTo>
                    <a:pt x="12147" y="46475"/>
                    <a:pt x="10077" y="48816"/>
                    <a:pt x="10281" y="51600"/>
                  </a:cubicBezTo>
                  <a:cubicBezTo>
                    <a:pt x="10297" y="51736"/>
                    <a:pt x="10390" y="51804"/>
                    <a:pt x="10483" y="51804"/>
                  </a:cubicBezTo>
                  <a:cubicBezTo>
                    <a:pt x="10577" y="51804"/>
                    <a:pt x="10670" y="51736"/>
                    <a:pt x="10688" y="51600"/>
                  </a:cubicBezTo>
                  <a:cubicBezTo>
                    <a:pt x="10992" y="49055"/>
                    <a:pt x="12215" y="46882"/>
                    <a:pt x="12690" y="44402"/>
                  </a:cubicBezTo>
                  <a:cubicBezTo>
                    <a:pt x="13200" y="41754"/>
                    <a:pt x="12622" y="39209"/>
                    <a:pt x="13505" y="36628"/>
                  </a:cubicBezTo>
                  <a:cubicBezTo>
                    <a:pt x="14287" y="36832"/>
                    <a:pt x="15102" y="36968"/>
                    <a:pt x="15917" y="37068"/>
                  </a:cubicBezTo>
                  <a:cubicBezTo>
                    <a:pt x="14176" y="38911"/>
                    <a:pt x="15736" y="42334"/>
                    <a:pt x="18284" y="42334"/>
                  </a:cubicBezTo>
                  <a:cubicBezTo>
                    <a:pt x="18320" y="42334"/>
                    <a:pt x="18357" y="42334"/>
                    <a:pt x="18394" y="42332"/>
                  </a:cubicBezTo>
                  <a:cubicBezTo>
                    <a:pt x="20466" y="42229"/>
                    <a:pt x="21349" y="39309"/>
                    <a:pt x="21485" y="37443"/>
                  </a:cubicBezTo>
                  <a:lnTo>
                    <a:pt x="22775" y="37443"/>
                  </a:lnTo>
                  <a:cubicBezTo>
                    <a:pt x="23215" y="39423"/>
                    <a:pt x="24848" y="42045"/>
                    <a:pt x="27028" y="42045"/>
                  </a:cubicBezTo>
                  <a:cubicBezTo>
                    <a:pt x="27202" y="42045"/>
                    <a:pt x="27380" y="42028"/>
                    <a:pt x="27561" y="41993"/>
                  </a:cubicBezTo>
                  <a:cubicBezTo>
                    <a:pt x="30141" y="41482"/>
                    <a:pt x="30345" y="38190"/>
                    <a:pt x="30652" y="35982"/>
                  </a:cubicBezTo>
                  <a:cubicBezTo>
                    <a:pt x="30753" y="35949"/>
                    <a:pt x="30856" y="35914"/>
                    <a:pt x="30924" y="35881"/>
                  </a:cubicBezTo>
                  <a:cubicBezTo>
                    <a:pt x="31364" y="35710"/>
                    <a:pt x="31771" y="35542"/>
                    <a:pt x="32179" y="35303"/>
                  </a:cubicBezTo>
                  <a:lnTo>
                    <a:pt x="32179" y="35338"/>
                  </a:lnTo>
                  <a:cubicBezTo>
                    <a:pt x="32722" y="36253"/>
                    <a:pt x="32689" y="37851"/>
                    <a:pt x="32858" y="38902"/>
                  </a:cubicBezTo>
                  <a:cubicBezTo>
                    <a:pt x="33029" y="39888"/>
                    <a:pt x="33368" y="40803"/>
                    <a:pt x="33844" y="41686"/>
                  </a:cubicBezTo>
                  <a:cubicBezTo>
                    <a:pt x="34523" y="43044"/>
                    <a:pt x="35405" y="44234"/>
                    <a:pt x="35981" y="45692"/>
                  </a:cubicBezTo>
                  <a:cubicBezTo>
                    <a:pt x="36457" y="46950"/>
                    <a:pt x="36728" y="48273"/>
                    <a:pt x="36899" y="49598"/>
                  </a:cubicBezTo>
                  <a:cubicBezTo>
                    <a:pt x="36927" y="49720"/>
                    <a:pt x="37014" y="49772"/>
                    <a:pt x="37104" y="49772"/>
                  </a:cubicBezTo>
                  <a:cubicBezTo>
                    <a:pt x="37239" y="49772"/>
                    <a:pt x="37380" y="49658"/>
                    <a:pt x="37339" y="49495"/>
                  </a:cubicBezTo>
                  <a:cubicBezTo>
                    <a:pt x="36932" y="46678"/>
                    <a:pt x="36017" y="44334"/>
                    <a:pt x="34487" y="41958"/>
                  </a:cubicBezTo>
                  <a:cubicBezTo>
                    <a:pt x="33776" y="40838"/>
                    <a:pt x="33401" y="39616"/>
                    <a:pt x="33129" y="38326"/>
                  </a:cubicBezTo>
                  <a:cubicBezTo>
                    <a:pt x="32893" y="37272"/>
                    <a:pt x="32961" y="36118"/>
                    <a:pt x="32282" y="35270"/>
                  </a:cubicBezTo>
                  <a:cubicBezTo>
                    <a:pt x="32418" y="35167"/>
                    <a:pt x="32586" y="35066"/>
                    <a:pt x="32722" y="34999"/>
                  </a:cubicBezTo>
                  <a:cubicBezTo>
                    <a:pt x="33097" y="34727"/>
                    <a:pt x="33436" y="34455"/>
                    <a:pt x="33776" y="34148"/>
                  </a:cubicBezTo>
                  <a:cubicBezTo>
                    <a:pt x="35134" y="36118"/>
                    <a:pt x="34726" y="38733"/>
                    <a:pt x="35881" y="40838"/>
                  </a:cubicBezTo>
                  <a:cubicBezTo>
                    <a:pt x="36424" y="41890"/>
                    <a:pt x="37407" y="42740"/>
                    <a:pt x="38086" y="43723"/>
                  </a:cubicBezTo>
                  <a:cubicBezTo>
                    <a:pt x="38969" y="44981"/>
                    <a:pt x="39140" y="46575"/>
                    <a:pt x="39988" y="47865"/>
                  </a:cubicBezTo>
                  <a:cubicBezTo>
                    <a:pt x="40031" y="47941"/>
                    <a:pt x="40097" y="47972"/>
                    <a:pt x="40164" y="47972"/>
                  </a:cubicBezTo>
                  <a:cubicBezTo>
                    <a:pt x="40309" y="47972"/>
                    <a:pt x="40455" y="47825"/>
                    <a:pt x="40363" y="47662"/>
                  </a:cubicBezTo>
                  <a:cubicBezTo>
                    <a:pt x="39648" y="46507"/>
                    <a:pt x="39377" y="45149"/>
                    <a:pt x="38765" y="43962"/>
                  </a:cubicBezTo>
                  <a:cubicBezTo>
                    <a:pt x="38122" y="42740"/>
                    <a:pt x="37035" y="41754"/>
                    <a:pt x="36253" y="40635"/>
                  </a:cubicBezTo>
                  <a:cubicBezTo>
                    <a:pt x="34862" y="38630"/>
                    <a:pt x="35506" y="35949"/>
                    <a:pt x="33912" y="34048"/>
                  </a:cubicBezTo>
                  <a:cubicBezTo>
                    <a:pt x="34455" y="33505"/>
                    <a:pt x="34930" y="32858"/>
                    <a:pt x="35234" y="32179"/>
                  </a:cubicBezTo>
                  <a:cubicBezTo>
                    <a:pt x="35405" y="31840"/>
                    <a:pt x="35541" y="31468"/>
                    <a:pt x="35677" y="31128"/>
                  </a:cubicBezTo>
                  <a:cubicBezTo>
                    <a:pt x="35710" y="30992"/>
                    <a:pt x="36049" y="30042"/>
                    <a:pt x="36017" y="30006"/>
                  </a:cubicBezTo>
                  <a:lnTo>
                    <a:pt x="36017" y="30006"/>
                  </a:lnTo>
                  <a:cubicBezTo>
                    <a:pt x="36140" y="30089"/>
                    <a:pt x="36287" y="30133"/>
                    <a:pt x="36454" y="30133"/>
                  </a:cubicBezTo>
                  <a:cubicBezTo>
                    <a:pt x="36697" y="30133"/>
                    <a:pt x="36984" y="30039"/>
                    <a:pt x="37307" y="29838"/>
                  </a:cubicBezTo>
                  <a:cubicBezTo>
                    <a:pt x="38358" y="29227"/>
                    <a:pt x="38393" y="27018"/>
                    <a:pt x="38358" y="25967"/>
                  </a:cubicBezTo>
                  <a:cubicBezTo>
                    <a:pt x="38358" y="25831"/>
                    <a:pt x="38325" y="25560"/>
                    <a:pt x="38290" y="25220"/>
                  </a:cubicBezTo>
                  <a:lnTo>
                    <a:pt x="38290" y="25220"/>
                  </a:lnTo>
                  <a:cubicBezTo>
                    <a:pt x="38324" y="25243"/>
                    <a:pt x="38362" y="25254"/>
                    <a:pt x="38399" y="25254"/>
                  </a:cubicBezTo>
                  <a:cubicBezTo>
                    <a:pt x="38476" y="25254"/>
                    <a:pt x="38552" y="25208"/>
                    <a:pt x="38597" y="25117"/>
                  </a:cubicBezTo>
                  <a:cubicBezTo>
                    <a:pt x="38869" y="23895"/>
                    <a:pt x="38969" y="22672"/>
                    <a:pt x="38937" y="21518"/>
                  </a:cubicBezTo>
                  <a:cubicBezTo>
                    <a:pt x="38969" y="21450"/>
                    <a:pt x="39037" y="21418"/>
                    <a:pt x="39072" y="21382"/>
                  </a:cubicBezTo>
                  <a:cubicBezTo>
                    <a:pt x="39208" y="21214"/>
                    <a:pt x="39072" y="21010"/>
                    <a:pt x="38901" y="20975"/>
                  </a:cubicBezTo>
                  <a:cubicBezTo>
                    <a:pt x="38833" y="19820"/>
                    <a:pt x="38562" y="18666"/>
                    <a:pt x="38154" y="17547"/>
                  </a:cubicBezTo>
                  <a:cubicBezTo>
                    <a:pt x="38190" y="17512"/>
                    <a:pt x="38222" y="17479"/>
                    <a:pt x="38222" y="17444"/>
                  </a:cubicBezTo>
                  <a:cubicBezTo>
                    <a:pt x="38380" y="17256"/>
                    <a:pt x="38189" y="17068"/>
                    <a:pt x="38026" y="17068"/>
                  </a:cubicBezTo>
                  <a:cubicBezTo>
                    <a:pt x="38012" y="17068"/>
                    <a:pt x="37999" y="17069"/>
                    <a:pt x="37986" y="17072"/>
                  </a:cubicBezTo>
                  <a:cubicBezTo>
                    <a:pt x="37782" y="16629"/>
                    <a:pt x="37578" y="16189"/>
                    <a:pt x="37339" y="15746"/>
                  </a:cubicBezTo>
                  <a:cubicBezTo>
                    <a:pt x="39480" y="14524"/>
                    <a:pt x="41381" y="12894"/>
                    <a:pt x="41753" y="10349"/>
                  </a:cubicBezTo>
                  <a:cubicBezTo>
                    <a:pt x="42264" y="6614"/>
                    <a:pt x="38665" y="2812"/>
                    <a:pt x="35710" y="1146"/>
                  </a:cubicBezTo>
                  <a:cubicBezTo>
                    <a:pt x="34322" y="377"/>
                    <a:pt x="32708" y="1"/>
                    <a:pt x="3111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43"/>
            <p:cNvSpPr/>
            <p:nvPr/>
          </p:nvSpPr>
          <p:spPr>
            <a:xfrm>
              <a:off x="1254960" y="2357632"/>
              <a:ext cx="54301" cy="163919"/>
            </a:xfrm>
            <a:custGeom>
              <a:rect b="b" l="l" r="r" t="t"/>
              <a:pathLst>
                <a:path extrusionOk="0" h="5977" w="1980">
                  <a:moveTo>
                    <a:pt x="1121" y="0"/>
                  </a:moveTo>
                  <a:cubicBezTo>
                    <a:pt x="1036" y="0"/>
                    <a:pt x="951" y="51"/>
                    <a:pt x="951" y="153"/>
                  </a:cubicBezTo>
                  <a:cubicBezTo>
                    <a:pt x="883" y="492"/>
                    <a:pt x="986" y="797"/>
                    <a:pt x="1019" y="1103"/>
                  </a:cubicBezTo>
                  <a:cubicBezTo>
                    <a:pt x="951" y="1136"/>
                    <a:pt x="918" y="1171"/>
                    <a:pt x="883" y="1204"/>
                  </a:cubicBezTo>
                  <a:cubicBezTo>
                    <a:pt x="815" y="1307"/>
                    <a:pt x="747" y="1408"/>
                    <a:pt x="714" y="1511"/>
                  </a:cubicBezTo>
                  <a:cubicBezTo>
                    <a:pt x="611" y="1239"/>
                    <a:pt x="475" y="932"/>
                    <a:pt x="307" y="729"/>
                  </a:cubicBezTo>
                  <a:cubicBezTo>
                    <a:pt x="288" y="700"/>
                    <a:pt x="260" y="688"/>
                    <a:pt x="232" y="688"/>
                  </a:cubicBezTo>
                  <a:cubicBezTo>
                    <a:pt x="159" y="688"/>
                    <a:pt x="78" y="767"/>
                    <a:pt x="103" y="864"/>
                  </a:cubicBezTo>
                  <a:cubicBezTo>
                    <a:pt x="171" y="1136"/>
                    <a:pt x="375" y="1476"/>
                    <a:pt x="543" y="1747"/>
                  </a:cubicBezTo>
                  <a:lnTo>
                    <a:pt x="511" y="1783"/>
                  </a:lnTo>
                  <a:cubicBezTo>
                    <a:pt x="511" y="1850"/>
                    <a:pt x="511" y="1951"/>
                    <a:pt x="475" y="2019"/>
                  </a:cubicBezTo>
                  <a:cubicBezTo>
                    <a:pt x="375" y="2358"/>
                    <a:pt x="340" y="2698"/>
                    <a:pt x="307" y="3037"/>
                  </a:cubicBezTo>
                  <a:cubicBezTo>
                    <a:pt x="136" y="3684"/>
                    <a:pt x="0" y="4363"/>
                    <a:pt x="136" y="5042"/>
                  </a:cubicBezTo>
                  <a:cubicBezTo>
                    <a:pt x="189" y="5362"/>
                    <a:pt x="494" y="5976"/>
                    <a:pt x="871" y="5976"/>
                  </a:cubicBezTo>
                  <a:cubicBezTo>
                    <a:pt x="973" y="5976"/>
                    <a:pt x="1081" y="5931"/>
                    <a:pt x="1190" y="5822"/>
                  </a:cubicBezTo>
                  <a:cubicBezTo>
                    <a:pt x="1698" y="5346"/>
                    <a:pt x="1630" y="4363"/>
                    <a:pt x="1597" y="3716"/>
                  </a:cubicBezTo>
                  <a:cubicBezTo>
                    <a:pt x="1597" y="3105"/>
                    <a:pt x="1597" y="2462"/>
                    <a:pt x="1461" y="1815"/>
                  </a:cubicBezTo>
                  <a:cubicBezTo>
                    <a:pt x="1630" y="1611"/>
                    <a:pt x="1801" y="1375"/>
                    <a:pt x="1901" y="1103"/>
                  </a:cubicBezTo>
                  <a:cubicBezTo>
                    <a:pt x="1980" y="974"/>
                    <a:pt x="1861" y="807"/>
                    <a:pt x="1740" y="807"/>
                  </a:cubicBezTo>
                  <a:cubicBezTo>
                    <a:pt x="1702" y="807"/>
                    <a:pt x="1663" y="824"/>
                    <a:pt x="1630" y="864"/>
                  </a:cubicBezTo>
                  <a:cubicBezTo>
                    <a:pt x="1494" y="1000"/>
                    <a:pt x="1426" y="1171"/>
                    <a:pt x="1358" y="1340"/>
                  </a:cubicBezTo>
                  <a:cubicBezTo>
                    <a:pt x="1326" y="1307"/>
                    <a:pt x="1326" y="1307"/>
                    <a:pt x="1326" y="1272"/>
                  </a:cubicBezTo>
                  <a:cubicBezTo>
                    <a:pt x="1290" y="1204"/>
                    <a:pt x="1258" y="1171"/>
                    <a:pt x="1222" y="1136"/>
                  </a:cubicBezTo>
                  <a:cubicBezTo>
                    <a:pt x="1290" y="832"/>
                    <a:pt x="1258" y="457"/>
                    <a:pt x="1290" y="153"/>
                  </a:cubicBezTo>
                  <a:cubicBezTo>
                    <a:pt x="1290" y="51"/>
                    <a:pt x="1205" y="0"/>
                    <a:pt x="1121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43"/>
            <p:cNvSpPr/>
            <p:nvPr/>
          </p:nvSpPr>
          <p:spPr>
            <a:xfrm>
              <a:off x="1646024" y="2366271"/>
              <a:ext cx="56852" cy="155280"/>
            </a:xfrm>
            <a:custGeom>
              <a:rect b="b" l="l" r="r" t="t"/>
              <a:pathLst>
                <a:path extrusionOk="0" h="5662" w="2073">
                  <a:moveTo>
                    <a:pt x="1114" y="0"/>
                  </a:moveTo>
                  <a:cubicBezTo>
                    <a:pt x="1045" y="0"/>
                    <a:pt x="973" y="58"/>
                    <a:pt x="951" y="142"/>
                  </a:cubicBezTo>
                  <a:cubicBezTo>
                    <a:pt x="951" y="278"/>
                    <a:pt x="986" y="414"/>
                    <a:pt x="986" y="585"/>
                  </a:cubicBezTo>
                  <a:lnTo>
                    <a:pt x="986" y="788"/>
                  </a:lnTo>
                  <a:lnTo>
                    <a:pt x="883" y="889"/>
                  </a:lnTo>
                  <a:cubicBezTo>
                    <a:pt x="850" y="957"/>
                    <a:pt x="815" y="992"/>
                    <a:pt x="782" y="1025"/>
                  </a:cubicBezTo>
                  <a:cubicBezTo>
                    <a:pt x="679" y="889"/>
                    <a:pt x="611" y="721"/>
                    <a:pt x="443" y="653"/>
                  </a:cubicBezTo>
                  <a:cubicBezTo>
                    <a:pt x="414" y="634"/>
                    <a:pt x="383" y="625"/>
                    <a:pt x="353" y="625"/>
                  </a:cubicBezTo>
                  <a:cubicBezTo>
                    <a:pt x="277" y="625"/>
                    <a:pt x="214" y="681"/>
                    <a:pt x="239" y="753"/>
                  </a:cubicBezTo>
                  <a:cubicBezTo>
                    <a:pt x="239" y="957"/>
                    <a:pt x="340" y="1093"/>
                    <a:pt x="443" y="1228"/>
                  </a:cubicBezTo>
                  <a:cubicBezTo>
                    <a:pt x="511" y="1296"/>
                    <a:pt x="543" y="1332"/>
                    <a:pt x="579" y="1400"/>
                  </a:cubicBezTo>
                  <a:cubicBezTo>
                    <a:pt x="543" y="1400"/>
                    <a:pt x="511" y="1432"/>
                    <a:pt x="511" y="1468"/>
                  </a:cubicBezTo>
                  <a:cubicBezTo>
                    <a:pt x="511" y="1535"/>
                    <a:pt x="511" y="1636"/>
                    <a:pt x="476" y="1704"/>
                  </a:cubicBezTo>
                  <a:cubicBezTo>
                    <a:pt x="375" y="2043"/>
                    <a:pt x="307" y="2383"/>
                    <a:pt x="307" y="2722"/>
                  </a:cubicBezTo>
                  <a:cubicBezTo>
                    <a:pt x="136" y="3369"/>
                    <a:pt x="0" y="4048"/>
                    <a:pt x="136" y="4727"/>
                  </a:cubicBezTo>
                  <a:cubicBezTo>
                    <a:pt x="189" y="5047"/>
                    <a:pt x="494" y="5661"/>
                    <a:pt x="871" y="5661"/>
                  </a:cubicBezTo>
                  <a:cubicBezTo>
                    <a:pt x="973" y="5661"/>
                    <a:pt x="1081" y="5616"/>
                    <a:pt x="1190" y="5507"/>
                  </a:cubicBezTo>
                  <a:cubicBezTo>
                    <a:pt x="1698" y="5031"/>
                    <a:pt x="1597" y="4048"/>
                    <a:pt x="1597" y="3401"/>
                  </a:cubicBezTo>
                  <a:cubicBezTo>
                    <a:pt x="1597" y="2826"/>
                    <a:pt x="1597" y="2179"/>
                    <a:pt x="1461" y="1568"/>
                  </a:cubicBezTo>
                  <a:cubicBezTo>
                    <a:pt x="1698" y="1432"/>
                    <a:pt x="1969" y="1264"/>
                    <a:pt x="2073" y="992"/>
                  </a:cubicBezTo>
                  <a:cubicBezTo>
                    <a:pt x="2073" y="902"/>
                    <a:pt x="2021" y="815"/>
                    <a:pt x="1940" y="815"/>
                  </a:cubicBezTo>
                  <a:cubicBezTo>
                    <a:pt x="1928" y="815"/>
                    <a:pt x="1915" y="817"/>
                    <a:pt x="1902" y="821"/>
                  </a:cubicBezTo>
                  <a:cubicBezTo>
                    <a:pt x="1698" y="856"/>
                    <a:pt x="1529" y="1025"/>
                    <a:pt x="1394" y="1196"/>
                  </a:cubicBezTo>
                  <a:cubicBezTo>
                    <a:pt x="1358" y="1128"/>
                    <a:pt x="1358" y="1025"/>
                    <a:pt x="1326" y="957"/>
                  </a:cubicBezTo>
                  <a:cubicBezTo>
                    <a:pt x="1326" y="957"/>
                    <a:pt x="1290" y="924"/>
                    <a:pt x="1290" y="889"/>
                  </a:cubicBezTo>
                  <a:cubicBezTo>
                    <a:pt x="1326" y="617"/>
                    <a:pt x="1326" y="313"/>
                    <a:pt x="1222" y="74"/>
                  </a:cubicBezTo>
                  <a:cubicBezTo>
                    <a:pt x="1197" y="22"/>
                    <a:pt x="1156" y="0"/>
                    <a:pt x="111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43"/>
            <p:cNvSpPr/>
            <p:nvPr/>
          </p:nvSpPr>
          <p:spPr>
            <a:xfrm>
              <a:off x="1400746" y="2277774"/>
              <a:ext cx="101006" cy="269313"/>
            </a:xfrm>
            <a:custGeom>
              <a:rect b="b" l="l" r="r" t="t"/>
              <a:pathLst>
                <a:path extrusionOk="0" h="9820" w="3683">
                  <a:moveTo>
                    <a:pt x="142" y="0"/>
                  </a:moveTo>
                  <a:cubicBezTo>
                    <a:pt x="72" y="0"/>
                    <a:pt x="1" y="72"/>
                    <a:pt x="49" y="145"/>
                  </a:cubicBezTo>
                  <a:cubicBezTo>
                    <a:pt x="1510" y="2997"/>
                    <a:pt x="84" y="5441"/>
                    <a:pt x="320" y="8326"/>
                  </a:cubicBezTo>
                  <a:cubicBezTo>
                    <a:pt x="456" y="9719"/>
                    <a:pt x="2289" y="9787"/>
                    <a:pt x="3343" y="9820"/>
                  </a:cubicBezTo>
                  <a:cubicBezTo>
                    <a:pt x="3683" y="9820"/>
                    <a:pt x="3683" y="9312"/>
                    <a:pt x="3343" y="9277"/>
                  </a:cubicBezTo>
                  <a:cubicBezTo>
                    <a:pt x="2493" y="9176"/>
                    <a:pt x="999" y="9244"/>
                    <a:pt x="863" y="8090"/>
                  </a:cubicBezTo>
                  <a:cubicBezTo>
                    <a:pt x="796" y="7479"/>
                    <a:pt x="967" y="6764"/>
                    <a:pt x="1067" y="6153"/>
                  </a:cubicBezTo>
                  <a:cubicBezTo>
                    <a:pt x="1339" y="3948"/>
                    <a:pt x="1475" y="1943"/>
                    <a:pt x="220" y="42"/>
                  </a:cubicBezTo>
                  <a:cubicBezTo>
                    <a:pt x="200" y="12"/>
                    <a:pt x="171" y="0"/>
                    <a:pt x="142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43"/>
            <p:cNvSpPr/>
            <p:nvPr/>
          </p:nvSpPr>
          <p:spPr>
            <a:xfrm>
              <a:off x="1404887" y="2570358"/>
              <a:ext cx="100595" cy="113265"/>
            </a:xfrm>
            <a:custGeom>
              <a:rect b="b" l="l" r="r" t="t"/>
              <a:pathLst>
                <a:path extrusionOk="0" h="4130" w="3668">
                  <a:moveTo>
                    <a:pt x="1679" y="543"/>
                  </a:moveTo>
                  <a:cubicBezTo>
                    <a:pt x="1756" y="543"/>
                    <a:pt x="1842" y="578"/>
                    <a:pt x="1935" y="660"/>
                  </a:cubicBezTo>
                  <a:cubicBezTo>
                    <a:pt x="2274" y="931"/>
                    <a:pt x="2410" y="1306"/>
                    <a:pt x="2478" y="1746"/>
                  </a:cubicBezTo>
                  <a:cubicBezTo>
                    <a:pt x="1970" y="1746"/>
                    <a:pt x="1495" y="1746"/>
                    <a:pt x="984" y="1782"/>
                  </a:cubicBezTo>
                  <a:lnTo>
                    <a:pt x="984" y="1746"/>
                  </a:lnTo>
                  <a:cubicBezTo>
                    <a:pt x="984" y="1714"/>
                    <a:pt x="984" y="1714"/>
                    <a:pt x="1019" y="1714"/>
                  </a:cubicBezTo>
                  <a:cubicBezTo>
                    <a:pt x="1076" y="1486"/>
                    <a:pt x="1276" y="543"/>
                    <a:pt x="1679" y="543"/>
                  </a:cubicBezTo>
                  <a:close/>
                  <a:moveTo>
                    <a:pt x="984" y="2121"/>
                  </a:moveTo>
                  <a:lnTo>
                    <a:pt x="984" y="2121"/>
                  </a:lnTo>
                  <a:cubicBezTo>
                    <a:pt x="1495" y="2154"/>
                    <a:pt x="2003" y="2189"/>
                    <a:pt x="2478" y="2189"/>
                  </a:cubicBezTo>
                  <a:cubicBezTo>
                    <a:pt x="2478" y="2600"/>
                    <a:pt x="2188" y="3611"/>
                    <a:pt x="1738" y="3611"/>
                  </a:cubicBezTo>
                  <a:cubicBezTo>
                    <a:pt x="1592" y="3611"/>
                    <a:pt x="1430" y="3505"/>
                    <a:pt x="1256" y="3240"/>
                  </a:cubicBezTo>
                  <a:cubicBezTo>
                    <a:pt x="1052" y="2936"/>
                    <a:pt x="984" y="2529"/>
                    <a:pt x="984" y="2121"/>
                  </a:cubicBezTo>
                  <a:close/>
                  <a:moveTo>
                    <a:pt x="1630" y="1"/>
                  </a:moveTo>
                  <a:cubicBezTo>
                    <a:pt x="941" y="1"/>
                    <a:pt x="766" y="1036"/>
                    <a:pt x="645" y="1611"/>
                  </a:cubicBezTo>
                  <a:cubicBezTo>
                    <a:pt x="612" y="1678"/>
                    <a:pt x="645" y="1746"/>
                    <a:pt x="680" y="1782"/>
                  </a:cubicBezTo>
                  <a:cubicBezTo>
                    <a:pt x="509" y="1782"/>
                    <a:pt x="340" y="1814"/>
                    <a:pt x="205" y="1814"/>
                  </a:cubicBezTo>
                  <a:cubicBezTo>
                    <a:pt x="1" y="1814"/>
                    <a:pt x="1" y="2121"/>
                    <a:pt x="169" y="2121"/>
                  </a:cubicBezTo>
                  <a:lnTo>
                    <a:pt x="748" y="2121"/>
                  </a:lnTo>
                  <a:cubicBezTo>
                    <a:pt x="712" y="2833"/>
                    <a:pt x="884" y="3512"/>
                    <a:pt x="1459" y="3987"/>
                  </a:cubicBezTo>
                  <a:cubicBezTo>
                    <a:pt x="1592" y="4086"/>
                    <a:pt x="1717" y="4129"/>
                    <a:pt x="1836" y="4129"/>
                  </a:cubicBezTo>
                  <a:cubicBezTo>
                    <a:pt x="2448" y="4129"/>
                    <a:pt x="2864" y="2984"/>
                    <a:pt x="2921" y="2529"/>
                  </a:cubicBezTo>
                  <a:cubicBezTo>
                    <a:pt x="2953" y="2425"/>
                    <a:pt x="2953" y="2290"/>
                    <a:pt x="2953" y="2154"/>
                  </a:cubicBezTo>
                  <a:lnTo>
                    <a:pt x="3429" y="2154"/>
                  </a:lnTo>
                  <a:cubicBezTo>
                    <a:pt x="3668" y="2121"/>
                    <a:pt x="3668" y="1782"/>
                    <a:pt x="3429" y="1782"/>
                  </a:cubicBezTo>
                  <a:cubicBezTo>
                    <a:pt x="3260" y="1746"/>
                    <a:pt x="3089" y="1746"/>
                    <a:pt x="2921" y="1746"/>
                  </a:cubicBezTo>
                  <a:cubicBezTo>
                    <a:pt x="2853" y="1035"/>
                    <a:pt x="2581" y="288"/>
                    <a:pt x="1902" y="49"/>
                  </a:cubicBezTo>
                  <a:cubicBezTo>
                    <a:pt x="1803" y="16"/>
                    <a:pt x="1713" y="1"/>
                    <a:pt x="1630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43"/>
            <p:cNvSpPr/>
            <p:nvPr/>
          </p:nvSpPr>
          <p:spPr>
            <a:xfrm>
              <a:off x="1619039" y="1828380"/>
              <a:ext cx="102213" cy="194772"/>
            </a:xfrm>
            <a:custGeom>
              <a:rect b="b" l="l" r="r" t="t"/>
              <a:pathLst>
                <a:path extrusionOk="0" h="7102" w="3727">
                  <a:moveTo>
                    <a:pt x="1799" y="0"/>
                  </a:moveTo>
                  <a:cubicBezTo>
                    <a:pt x="1761" y="0"/>
                    <a:pt x="1725" y="19"/>
                    <a:pt x="1699" y="63"/>
                  </a:cubicBezTo>
                  <a:cubicBezTo>
                    <a:pt x="1" y="2136"/>
                    <a:pt x="1324" y="5667"/>
                    <a:pt x="3293" y="7058"/>
                  </a:cubicBezTo>
                  <a:cubicBezTo>
                    <a:pt x="3335" y="7088"/>
                    <a:pt x="3378" y="7101"/>
                    <a:pt x="3417" y="7101"/>
                  </a:cubicBezTo>
                  <a:cubicBezTo>
                    <a:pt x="3601" y="7101"/>
                    <a:pt x="3726" y="6818"/>
                    <a:pt x="3532" y="6650"/>
                  </a:cubicBezTo>
                  <a:cubicBezTo>
                    <a:pt x="1631" y="5224"/>
                    <a:pt x="748" y="2372"/>
                    <a:pt x="1935" y="267"/>
                  </a:cubicBezTo>
                  <a:cubicBezTo>
                    <a:pt x="2011" y="143"/>
                    <a:pt x="1902" y="0"/>
                    <a:pt x="1799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43"/>
            <p:cNvSpPr/>
            <p:nvPr/>
          </p:nvSpPr>
          <p:spPr>
            <a:xfrm>
              <a:off x="1866732" y="1893566"/>
              <a:ext cx="67219" cy="132024"/>
            </a:xfrm>
            <a:custGeom>
              <a:rect b="b" l="l" r="r" t="t"/>
              <a:pathLst>
                <a:path extrusionOk="0" h="4814" w="2451">
                  <a:moveTo>
                    <a:pt x="997" y="0"/>
                  </a:moveTo>
                  <a:cubicBezTo>
                    <a:pt x="877" y="0"/>
                    <a:pt x="756" y="143"/>
                    <a:pt x="780" y="267"/>
                  </a:cubicBezTo>
                  <a:cubicBezTo>
                    <a:pt x="948" y="1366"/>
                    <a:pt x="2450" y="4549"/>
                    <a:pt x="306" y="4549"/>
                  </a:cubicBezTo>
                  <a:cubicBezTo>
                    <a:pt x="262" y="4549"/>
                    <a:pt x="216" y="4548"/>
                    <a:pt x="169" y="4545"/>
                  </a:cubicBezTo>
                  <a:cubicBezTo>
                    <a:pt x="33" y="4545"/>
                    <a:pt x="0" y="4749"/>
                    <a:pt x="136" y="4784"/>
                  </a:cubicBezTo>
                  <a:cubicBezTo>
                    <a:pt x="254" y="4804"/>
                    <a:pt x="366" y="4813"/>
                    <a:pt x="472" y="4813"/>
                  </a:cubicBezTo>
                  <a:cubicBezTo>
                    <a:pt x="1275" y="4813"/>
                    <a:pt x="1714" y="4262"/>
                    <a:pt x="1834" y="3391"/>
                  </a:cubicBezTo>
                  <a:cubicBezTo>
                    <a:pt x="1970" y="2440"/>
                    <a:pt x="1766" y="845"/>
                    <a:pt x="1119" y="63"/>
                  </a:cubicBezTo>
                  <a:cubicBezTo>
                    <a:pt x="1083" y="19"/>
                    <a:pt x="1040" y="0"/>
                    <a:pt x="997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43"/>
            <p:cNvSpPr/>
            <p:nvPr/>
          </p:nvSpPr>
          <p:spPr>
            <a:xfrm>
              <a:off x="1720370" y="1883419"/>
              <a:ext cx="121657" cy="100951"/>
            </a:xfrm>
            <a:custGeom>
              <a:rect b="b" l="l" r="r" t="t"/>
              <a:pathLst>
                <a:path extrusionOk="0" h="3681" w="4436">
                  <a:moveTo>
                    <a:pt x="244" y="1"/>
                  </a:moveTo>
                  <a:cubicBezTo>
                    <a:pt x="176" y="1"/>
                    <a:pt x="109" y="43"/>
                    <a:pt x="109" y="129"/>
                  </a:cubicBezTo>
                  <a:cubicBezTo>
                    <a:pt x="0" y="1808"/>
                    <a:pt x="1425" y="3681"/>
                    <a:pt x="3057" y="3681"/>
                  </a:cubicBezTo>
                  <a:cubicBezTo>
                    <a:pt x="3472" y="3681"/>
                    <a:pt x="3899" y="3560"/>
                    <a:pt x="4319" y="3285"/>
                  </a:cubicBezTo>
                  <a:cubicBezTo>
                    <a:pt x="4436" y="3199"/>
                    <a:pt x="4375" y="3035"/>
                    <a:pt x="4249" y="3035"/>
                  </a:cubicBezTo>
                  <a:cubicBezTo>
                    <a:pt x="4228" y="3035"/>
                    <a:pt x="4206" y="3040"/>
                    <a:pt x="4183" y="3049"/>
                  </a:cubicBezTo>
                  <a:cubicBezTo>
                    <a:pt x="3842" y="3190"/>
                    <a:pt x="3503" y="3255"/>
                    <a:pt x="3177" y="3255"/>
                  </a:cubicBezTo>
                  <a:cubicBezTo>
                    <a:pt x="1623" y="3255"/>
                    <a:pt x="351" y="1784"/>
                    <a:pt x="380" y="129"/>
                  </a:cubicBezTo>
                  <a:cubicBezTo>
                    <a:pt x="380" y="43"/>
                    <a:pt x="312" y="1"/>
                    <a:pt x="244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43"/>
            <p:cNvSpPr/>
            <p:nvPr/>
          </p:nvSpPr>
          <p:spPr>
            <a:xfrm>
              <a:off x="1877893" y="2278652"/>
              <a:ext cx="55234" cy="33788"/>
            </a:xfrm>
            <a:custGeom>
              <a:rect b="b" l="l" r="r" t="t"/>
              <a:pathLst>
                <a:path extrusionOk="0" h="1232" w="2014">
                  <a:moveTo>
                    <a:pt x="1799" y="0"/>
                  </a:moveTo>
                  <a:cubicBezTo>
                    <a:pt x="1765" y="0"/>
                    <a:pt x="1730" y="13"/>
                    <a:pt x="1698" y="45"/>
                  </a:cubicBezTo>
                  <a:cubicBezTo>
                    <a:pt x="1256" y="520"/>
                    <a:pt x="780" y="996"/>
                    <a:pt x="101" y="1028"/>
                  </a:cubicBezTo>
                  <a:cubicBezTo>
                    <a:pt x="1" y="1064"/>
                    <a:pt x="1" y="1232"/>
                    <a:pt x="101" y="1232"/>
                  </a:cubicBezTo>
                  <a:cubicBezTo>
                    <a:pt x="848" y="1232"/>
                    <a:pt x="1495" y="792"/>
                    <a:pt x="1935" y="249"/>
                  </a:cubicBezTo>
                  <a:cubicBezTo>
                    <a:pt x="2014" y="144"/>
                    <a:pt x="1912" y="0"/>
                    <a:pt x="1799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43"/>
            <p:cNvSpPr/>
            <p:nvPr/>
          </p:nvSpPr>
          <p:spPr>
            <a:xfrm>
              <a:off x="1851182" y="2210641"/>
              <a:ext cx="52162" cy="36722"/>
            </a:xfrm>
            <a:custGeom>
              <a:rect b="b" l="l" r="r" t="t"/>
              <a:pathLst>
                <a:path extrusionOk="0" h="1339" w="1902">
                  <a:moveTo>
                    <a:pt x="1715" y="0"/>
                  </a:moveTo>
                  <a:cubicBezTo>
                    <a:pt x="1683" y="0"/>
                    <a:pt x="1650" y="13"/>
                    <a:pt x="1618" y="45"/>
                  </a:cubicBezTo>
                  <a:cubicBezTo>
                    <a:pt x="1178" y="452"/>
                    <a:pt x="771" y="895"/>
                    <a:pt x="160" y="1064"/>
                  </a:cubicBezTo>
                  <a:cubicBezTo>
                    <a:pt x="0" y="1127"/>
                    <a:pt x="49" y="1339"/>
                    <a:pt x="194" y="1339"/>
                  </a:cubicBezTo>
                  <a:cubicBezTo>
                    <a:pt x="205" y="1339"/>
                    <a:pt x="216" y="1338"/>
                    <a:pt x="228" y="1335"/>
                  </a:cubicBezTo>
                  <a:cubicBezTo>
                    <a:pt x="872" y="1132"/>
                    <a:pt x="1347" y="692"/>
                    <a:pt x="1822" y="249"/>
                  </a:cubicBezTo>
                  <a:cubicBezTo>
                    <a:pt x="1901" y="145"/>
                    <a:pt x="1819" y="0"/>
                    <a:pt x="1715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43"/>
            <p:cNvSpPr/>
            <p:nvPr/>
          </p:nvSpPr>
          <p:spPr>
            <a:xfrm>
              <a:off x="1836209" y="1992155"/>
              <a:ext cx="129391" cy="155609"/>
            </a:xfrm>
            <a:custGeom>
              <a:rect b="b" l="l" r="r" t="t"/>
              <a:pathLst>
                <a:path extrusionOk="0" h="5674" w="4718">
                  <a:moveTo>
                    <a:pt x="4483" y="0"/>
                  </a:moveTo>
                  <a:cubicBezTo>
                    <a:pt x="4407" y="0"/>
                    <a:pt x="4332" y="41"/>
                    <a:pt x="4305" y="135"/>
                  </a:cubicBezTo>
                  <a:cubicBezTo>
                    <a:pt x="3694" y="2140"/>
                    <a:pt x="2607" y="5060"/>
                    <a:pt x="163" y="5364"/>
                  </a:cubicBezTo>
                  <a:cubicBezTo>
                    <a:pt x="0" y="5397"/>
                    <a:pt x="53" y="5673"/>
                    <a:pt x="233" y="5673"/>
                  </a:cubicBezTo>
                  <a:cubicBezTo>
                    <a:pt x="243" y="5673"/>
                    <a:pt x="253" y="5672"/>
                    <a:pt x="263" y="5671"/>
                  </a:cubicBezTo>
                  <a:cubicBezTo>
                    <a:pt x="2776" y="5364"/>
                    <a:pt x="4101" y="2376"/>
                    <a:pt x="4677" y="238"/>
                  </a:cubicBezTo>
                  <a:cubicBezTo>
                    <a:pt x="4718" y="94"/>
                    <a:pt x="4599" y="0"/>
                    <a:pt x="4483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55" name="Google Shape;3155;p43"/>
          <p:cNvGrpSpPr/>
          <p:nvPr/>
        </p:nvGrpSpPr>
        <p:grpSpPr>
          <a:xfrm>
            <a:off x="2702925" y="1262150"/>
            <a:ext cx="1811419" cy="1562767"/>
            <a:chOff x="2702925" y="1262150"/>
            <a:chExt cx="1811419" cy="1562767"/>
          </a:xfrm>
        </p:grpSpPr>
        <p:sp>
          <p:nvSpPr>
            <p:cNvPr id="3156" name="Google Shape;3156;p43"/>
            <p:cNvSpPr/>
            <p:nvPr/>
          </p:nvSpPr>
          <p:spPr>
            <a:xfrm>
              <a:off x="2702925" y="1563279"/>
              <a:ext cx="1811419" cy="1261638"/>
            </a:xfrm>
            <a:custGeom>
              <a:rect b="b" l="l" r="r" t="t"/>
              <a:pathLst>
                <a:path extrusionOk="0" h="24738" w="40447">
                  <a:moveTo>
                    <a:pt x="7557" y="1"/>
                  </a:moveTo>
                  <a:cubicBezTo>
                    <a:pt x="6856" y="1"/>
                    <a:pt x="6856" y="334"/>
                    <a:pt x="6155" y="334"/>
                  </a:cubicBezTo>
                  <a:cubicBezTo>
                    <a:pt x="5453" y="334"/>
                    <a:pt x="5453" y="264"/>
                    <a:pt x="4735" y="264"/>
                  </a:cubicBezTo>
                  <a:cubicBezTo>
                    <a:pt x="4033" y="264"/>
                    <a:pt x="4033" y="456"/>
                    <a:pt x="3332" y="456"/>
                  </a:cubicBezTo>
                  <a:cubicBezTo>
                    <a:pt x="3272" y="456"/>
                    <a:pt x="3212" y="456"/>
                    <a:pt x="3153" y="456"/>
                  </a:cubicBezTo>
                  <a:cubicBezTo>
                    <a:pt x="2680" y="456"/>
                    <a:pt x="2247" y="470"/>
                    <a:pt x="1842" y="719"/>
                  </a:cubicBezTo>
                  <a:cubicBezTo>
                    <a:pt x="1386" y="982"/>
                    <a:pt x="878" y="1298"/>
                    <a:pt x="632" y="1736"/>
                  </a:cubicBezTo>
                  <a:cubicBezTo>
                    <a:pt x="369" y="2192"/>
                    <a:pt x="334" y="2753"/>
                    <a:pt x="334" y="3297"/>
                  </a:cubicBezTo>
                  <a:cubicBezTo>
                    <a:pt x="334" y="3998"/>
                    <a:pt x="71" y="3998"/>
                    <a:pt x="71" y="4699"/>
                  </a:cubicBezTo>
                  <a:cubicBezTo>
                    <a:pt x="71" y="5400"/>
                    <a:pt x="18" y="5400"/>
                    <a:pt x="18" y="6084"/>
                  </a:cubicBezTo>
                  <a:cubicBezTo>
                    <a:pt x="18" y="6785"/>
                    <a:pt x="334" y="6785"/>
                    <a:pt x="334" y="7487"/>
                  </a:cubicBezTo>
                  <a:cubicBezTo>
                    <a:pt x="334" y="8170"/>
                    <a:pt x="281" y="8170"/>
                    <a:pt x="281" y="8872"/>
                  </a:cubicBezTo>
                  <a:cubicBezTo>
                    <a:pt x="281" y="9573"/>
                    <a:pt x="1" y="9573"/>
                    <a:pt x="1" y="10274"/>
                  </a:cubicBezTo>
                  <a:cubicBezTo>
                    <a:pt x="1" y="10958"/>
                    <a:pt x="211" y="10958"/>
                    <a:pt x="211" y="11659"/>
                  </a:cubicBezTo>
                  <a:cubicBezTo>
                    <a:pt x="211" y="12360"/>
                    <a:pt x="124" y="12360"/>
                    <a:pt x="124" y="13044"/>
                  </a:cubicBezTo>
                  <a:cubicBezTo>
                    <a:pt x="124" y="13745"/>
                    <a:pt x="352" y="13745"/>
                    <a:pt x="352" y="14447"/>
                  </a:cubicBezTo>
                  <a:cubicBezTo>
                    <a:pt x="352" y="15130"/>
                    <a:pt x="439" y="15130"/>
                    <a:pt x="439" y="15832"/>
                  </a:cubicBezTo>
                  <a:cubicBezTo>
                    <a:pt x="439" y="16533"/>
                    <a:pt x="89" y="16533"/>
                    <a:pt x="89" y="17234"/>
                  </a:cubicBezTo>
                  <a:cubicBezTo>
                    <a:pt x="89" y="17918"/>
                    <a:pt x="334" y="17918"/>
                    <a:pt x="334" y="18619"/>
                  </a:cubicBezTo>
                  <a:cubicBezTo>
                    <a:pt x="334" y="19321"/>
                    <a:pt x="106" y="19321"/>
                    <a:pt x="106" y="20004"/>
                  </a:cubicBezTo>
                  <a:cubicBezTo>
                    <a:pt x="106" y="20706"/>
                    <a:pt x="422" y="20706"/>
                    <a:pt x="422" y="21407"/>
                  </a:cubicBezTo>
                  <a:cubicBezTo>
                    <a:pt x="422" y="21915"/>
                    <a:pt x="562" y="22406"/>
                    <a:pt x="842" y="22844"/>
                  </a:cubicBezTo>
                  <a:cubicBezTo>
                    <a:pt x="1105" y="23300"/>
                    <a:pt x="1351" y="23791"/>
                    <a:pt x="1807" y="24054"/>
                  </a:cubicBezTo>
                  <a:cubicBezTo>
                    <a:pt x="2263" y="24317"/>
                    <a:pt x="2789" y="24738"/>
                    <a:pt x="3350" y="24738"/>
                  </a:cubicBezTo>
                  <a:cubicBezTo>
                    <a:pt x="4051" y="24738"/>
                    <a:pt x="4051" y="24247"/>
                    <a:pt x="4752" y="24247"/>
                  </a:cubicBezTo>
                  <a:cubicBezTo>
                    <a:pt x="5453" y="24247"/>
                    <a:pt x="5453" y="24475"/>
                    <a:pt x="6172" y="24475"/>
                  </a:cubicBezTo>
                  <a:cubicBezTo>
                    <a:pt x="6873" y="24475"/>
                    <a:pt x="6873" y="24527"/>
                    <a:pt x="7575" y="24527"/>
                  </a:cubicBezTo>
                  <a:cubicBezTo>
                    <a:pt x="8276" y="24527"/>
                    <a:pt x="8276" y="24387"/>
                    <a:pt x="8977" y="24387"/>
                  </a:cubicBezTo>
                  <a:cubicBezTo>
                    <a:pt x="9678" y="24387"/>
                    <a:pt x="9678" y="24633"/>
                    <a:pt x="10397" y="24633"/>
                  </a:cubicBezTo>
                  <a:cubicBezTo>
                    <a:pt x="11099" y="24633"/>
                    <a:pt x="11099" y="24229"/>
                    <a:pt x="11800" y="24229"/>
                  </a:cubicBezTo>
                  <a:cubicBezTo>
                    <a:pt x="12501" y="24229"/>
                    <a:pt x="12501" y="24300"/>
                    <a:pt x="13202" y="24300"/>
                  </a:cubicBezTo>
                  <a:cubicBezTo>
                    <a:pt x="13904" y="24300"/>
                    <a:pt x="13904" y="24370"/>
                    <a:pt x="14622" y="24370"/>
                  </a:cubicBezTo>
                  <a:cubicBezTo>
                    <a:pt x="15324" y="24370"/>
                    <a:pt x="15324" y="24650"/>
                    <a:pt x="16025" y="24650"/>
                  </a:cubicBezTo>
                  <a:cubicBezTo>
                    <a:pt x="16726" y="24650"/>
                    <a:pt x="16726" y="24685"/>
                    <a:pt x="17428" y="24685"/>
                  </a:cubicBezTo>
                  <a:cubicBezTo>
                    <a:pt x="18129" y="24685"/>
                    <a:pt x="18129" y="24668"/>
                    <a:pt x="18848" y="24668"/>
                  </a:cubicBezTo>
                  <a:cubicBezTo>
                    <a:pt x="19549" y="24668"/>
                    <a:pt x="19549" y="24545"/>
                    <a:pt x="20250" y="24545"/>
                  </a:cubicBezTo>
                  <a:cubicBezTo>
                    <a:pt x="20951" y="24545"/>
                    <a:pt x="20951" y="24335"/>
                    <a:pt x="21653" y="24335"/>
                  </a:cubicBezTo>
                  <a:lnTo>
                    <a:pt x="23073" y="24335"/>
                  </a:lnTo>
                  <a:cubicBezTo>
                    <a:pt x="23774" y="24335"/>
                    <a:pt x="23774" y="24405"/>
                    <a:pt x="24475" y="24405"/>
                  </a:cubicBezTo>
                  <a:cubicBezTo>
                    <a:pt x="25177" y="24405"/>
                    <a:pt x="25177" y="24598"/>
                    <a:pt x="25878" y="24598"/>
                  </a:cubicBezTo>
                  <a:cubicBezTo>
                    <a:pt x="26579" y="24598"/>
                    <a:pt x="26579" y="24492"/>
                    <a:pt x="27280" y="24492"/>
                  </a:cubicBezTo>
                  <a:cubicBezTo>
                    <a:pt x="27999" y="24492"/>
                    <a:pt x="27982" y="24510"/>
                    <a:pt x="28700" y="24510"/>
                  </a:cubicBezTo>
                  <a:cubicBezTo>
                    <a:pt x="29402" y="24510"/>
                    <a:pt x="29402" y="24300"/>
                    <a:pt x="30103" y="24300"/>
                  </a:cubicBezTo>
                  <a:cubicBezTo>
                    <a:pt x="30804" y="24300"/>
                    <a:pt x="30804" y="24633"/>
                    <a:pt x="31506" y="24633"/>
                  </a:cubicBezTo>
                  <a:cubicBezTo>
                    <a:pt x="32207" y="24633"/>
                    <a:pt x="32224" y="24510"/>
                    <a:pt x="32926" y="24510"/>
                  </a:cubicBezTo>
                  <a:cubicBezTo>
                    <a:pt x="33627" y="24510"/>
                    <a:pt x="33627" y="24685"/>
                    <a:pt x="34328" y="24685"/>
                  </a:cubicBezTo>
                  <a:cubicBezTo>
                    <a:pt x="35029" y="24685"/>
                    <a:pt x="35029" y="24527"/>
                    <a:pt x="35731" y="24527"/>
                  </a:cubicBezTo>
                  <a:cubicBezTo>
                    <a:pt x="36432" y="24527"/>
                    <a:pt x="36432" y="24300"/>
                    <a:pt x="37133" y="24300"/>
                  </a:cubicBezTo>
                  <a:cubicBezTo>
                    <a:pt x="37499" y="24300"/>
                    <a:pt x="37895" y="24411"/>
                    <a:pt x="38257" y="24411"/>
                  </a:cubicBezTo>
                  <a:cubicBezTo>
                    <a:pt x="38450" y="24411"/>
                    <a:pt x="38634" y="24380"/>
                    <a:pt x="38799" y="24282"/>
                  </a:cubicBezTo>
                  <a:cubicBezTo>
                    <a:pt x="39255" y="24019"/>
                    <a:pt x="39605" y="23458"/>
                    <a:pt x="39868" y="22985"/>
                  </a:cubicBezTo>
                  <a:cubicBezTo>
                    <a:pt x="40114" y="22494"/>
                    <a:pt x="40219" y="21950"/>
                    <a:pt x="40201" y="21407"/>
                  </a:cubicBezTo>
                  <a:cubicBezTo>
                    <a:pt x="40201" y="20706"/>
                    <a:pt x="40166" y="20706"/>
                    <a:pt x="40166" y="20004"/>
                  </a:cubicBezTo>
                  <a:cubicBezTo>
                    <a:pt x="40166" y="19321"/>
                    <a:pt x="40289" y="19321"/>
                    <a:pt x="40289" y="18619"/>
                  </a:cubicBezTo>
                  <a:cubicBezTo>
                    <a:pt x="40289" y="17918"/>
                    <a:pt x="40254" y="17918"/>
                    <a:pt x="40254" y="17234"/>
                  </a:cubicBezTo>
                  <a:cubicBezTo>
                    <a:pt x="40254" y="16533"/>
                    <a:pt x="40149" y="16533"/>
                    <a:pt x="40149" y="15832"/>
                  </a:cubicBezTo>
                  <a:cubicBezTo>
                    <a:pt x="40149" y="15130"/>
                    <a:pt x="40447" y="15130"/>
                    <a:pt x="40447" y="14447"/>
                  </a:cubicBezTo>
                  <a:cubicBezTo>
                    <a:pt x="40447" y="13745"/>
                    <a:pt x="40254" y="13745"/>
                    <a:pt x="40254" y="13044"/>
                  </a:cubicBezTo>
                  <a:cubicBezTo>
                    <a:pt x="40254" y="12360"/>
                    <a:pt x="40412" y="12360"/>
                    <a:pt x="40412" y="11659"/>
                  </a:cubicBezTo>
                  <a:cubicBezTo>
                    <a:pt x="40412" y="10958"/>
                    <a:pt x="39956" y="10958"/>
                    <a:pt x="39956" y="10274"/>
                  </a:cubicBezTo>
                  <a:cubicBezTo>
                    <a:pt x="39956" y="9573"/>
                    <a:pt x="40342" y="9573"/>
                    <a:pt x="40342" y="8872"/>
                  </a:cubicBezTo>
                  <a:cubicBezTo>
                    <a:pt x="40342" y="8170"/>
                    <a:pt x="40149" y="8170"/>
                    <a:pt x="40149" y="7487"/>
                  </a:cubicBezTo>
                  <a:cubicBezTo>
                    <a:pt x="40149" y="6785"/>
                    <a:pt x="40324" y="6785"/>
                    <a:pt x="40324" y="6084"/>
                  </a:cubicBezTo>
                  <a:cubicBezTo>
                    <a:pt x="40324" y="5400"/>
                    <a:pt x="39938" y="5400"/>
                    <a:pt x="39938" y="4699"/>
                  </a:cubicBezTo>
                  <a:cubicBezTo>
                    <a:pt x="39938" y="3998"/>
                    <a:pt x="40061" y="3998"/>
                    <a:pt x="40061" y="3314"/>
                  </a:cubicBezTo>
                  <a:cubicBezTo>
                    <a:pt x="40061" y="2753"/>
                    <a:pt x="40236" y="2122"/>
                    <a:pt x="39973" y="1666"/>
                  </a:cubicBezTo>
                  <a:cubicBezTo>
                    <a:pt x="39693" y="1210"/>
                    <a:pt x="39132" y="912"/>
                    <a:pt x="38658" y="649"/>
                  </a:cubicBezTo>
                  <a:cubicBezTo>
                    <a:pt x="38203" y="351"/>
                    <a:pt x="37677" y="176"/>
                    <a:pt x="37133" y="158"/>
                  </a:cubicBezTo>
                  <a:cubicBezTo>
                    <a:pt x="36432" y="158"/>
                    <a:pt x="36432" y="386"/>
                    <a:pt x="35731" y="386"/>
                  </a:cubicBezTo>
                  <a:cubicBezTo>
                    <a:pt x="35012" y="386"/>
                    <a:pt x="35012" y="334"/>
                    <a:pt x="34311" y="334"/>
                  </a:cubicBezTo>
                  <a:cubicBezTo>
                    <a:pt x="33609" y="334"/>
                    <a:pt x="33609" y="88"/>
                    <a:pt x="32908" y="88"/>
                  </a:cubicBezTo>
                  <a:cubicBezTo>
                    <a:pt x="32207" y="88"/>
                    <a:pt x="32207" y="211"/>
                    <a:pt x="31488" y="211"/>
                  </a:cubicBezTo>
                  <a:cubicBezTo>
                    <a:pt x="30787" y="211"/>
                    <a:pt x="30787" y="106"/>
                    <a:pt x="30085" y="106"/>
                  </a:cubicBezTo>
                  <a:cubicBezTo>
                    <a:pt x="29384" y="106"/>
                    <a:pt x="29384" y="316"/>
                    <a:pt x="28683" y="316"/>
                  </a:cubicBezTo>
                  <a:cubicBezTo>
                    <a:pt x="27982" y="316"/>
                    <a:pt x="27982" y="106"/>
                    <a:pt x="27263" y="106"/>
                  </a:cubicBezTo>
                  <a:cubicBezTo>
                    <a:pt x="26562" y="106"/>
                    <a:pt x="26562" y="229"/>
                    <a:pt x="25860" y="229"/>
                  </a:cubicBezTo>
                  <a:cubicBezTo>
                    <a:pt x="25159" y="229"/>
                    <a:pt x="25159" y="369"/>
                    <a:pt x="24458" y="369"/>
                  </a:cubicBezTo>
                  <a:cubicBezTo>
                    <a:pt x="23756" y="369"/>
                    <a:pt x="23756" y="246"/>
                    <a:pt x="23038" y="246"/>
                  </a:cubicBezTo>
                  <a:cubicBezTo>
                    <a:pt x="22336" y="246"/>
                    <a:pt x="22336" y="158"/>
                    <a:pt x="21635" y="158"/>
                  </a:cubicBezTo>
                  <a:cubicBezTo>
                    <a:pt x="20934" y="158"/>
                    <a:pt x="20934" y="299"/>
                    <a:pt x="20233" y="299"/>
                  </a:cubicBezTo>
                  <a:cubicBezTo>
                    <a:pt x="19531" y="299"/>
                    <a:pt x="19531" y="53"/>
                    <a:pt x="18830" y="53"/>
                  </a:cubicBezTo>
                  <a:cubicBezTo>
                    <a:pt x="18111" y="53"/>
                    <a:pt x="18111" y="421"/>
                    <a:pt x="17410" y="421"/>
                  </a:cubicBezTo>
                  <a:cubicBezTo>
                    <a:pt x="16709" y="421"/>
                    <a:pt x="16709" y="386"/>
                    <a:pt x="16007" y="386"/>
                  </a:cubicBezTo>
                  <a:cubicBezTo>
                    <a:pt x="15306" y="386"/>
                    <a:pt x="15306" y="334"/>
                    <a:pt x="14605" y="334"/>
                  </a:cubicBezTo>
                  <a:cubicBezTo>
                    <a:pt x="13886" y="334"/>
                    <a:pt x="13886" y="211"/>
                    <a:pt x="13185" y="211"/>
                  </a:cubicBezTo>
                  <a:cubicBezTo>
                    <a:pt x="12484" y="211"/>
                    <a:pt x="12484" y="492"/>
                    <a:pt x="11782" y="492"/>
                  </a:cubicBezTo>
                  <a:cubicBezTo>
                    <a:pt x="11081" y="492"/>
                    <a:pt x="11081" y="264"/>
                    <a:pt x="10380" y="264"/>
                  </a:cubicBezTo>
                  <a:cubicBezTo>
                    <a:pt x="9678" y="264"/>
                    <a:pt x="9661" y="123"/>
                    <a:pt x="8960" y="123"/>
                  </a:cubicBezTo>
                  <a:cubicBezTo>
                    <a:pt x="8258" y="123"/>
                    <a:pt x="8258" y="1"/>
                    <a:pt x="7557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43"/>
            <p:cNvSpPr/>
            <p:nvPr/>
          </p:nvSpPr>
          <p:spPr>
            <a:xfrm rot="385653">
              <a:off x="2983508" y="1330795"/>
              <a:ext cx="1250266" cy="425038"/>
            </a:xfrm>
            <a:custGeom>
              <a:rect b="b" l="l" r="r" t="t"/>
              <a:pathLst>
                <a:path extrusionOk="0" h="6601" w="15517">
                  <a:moveTo>
                    <a:pt x="14011" y="0"/>
                  </a:moveTo>
                  <a:cubicBezTo>
                    <a:pt x="13784" y="0"/>
                    <a:pt x="13532" y="91"/>
                    <a:pt x="13290" y="116"/>
                  </a:cubicBezTo>
                  <a:cubicBezTo>
                    <a:pt x="13244" y="122"/>
                    <a:pt x="13203" y="125"/>
                    <a:pt x="13166" y="125"/>
                  </a:cubicBezTo>
                  <a:cubicBezTo>
                    <a:pt x="12911" y="125"/>
                    <a:pt x="12827" y="2"/>
                    <a:pt x="12572" y="2"/>
                  </a:cubicBezTo>
                  <a:cubicBezTo>
                    <a:pt x="12534" y="2"/>
                    <a:pt x="12494" y="5"/>
                    <a:pt x="12448" y="11"/>
                  </a:cubicBezTo>
                  <a:cubicBezTo>
                    <a:pt x="12027" y="64"/>
                    <a:pt x="12027" y="64"/>
                    <a:pt x="11624" y="116"/>
                  </a:cubicBezTo>
                  <a:cubicBezTo>
                    <a:pt x="11203" y="169"/>
                    <a:pt x="11221" y="186"/>
                    <a:pt x="10800" y="221"/>
                  </a:cubicBezTo>
                  <a:cubicBezTo>
                    <a:pt x="10379" y="256"/>
                    <a:pt x="10414" y="449"/>
                    <a:pt x="9994" y="484"/>
                  </a:cubicBezTo>
                  <a:cubicBezTo>
                    <a:pt x="9967" y="487"/>
                    <a:pt x="9942" y="488"/>
                    <a:pt x="9919" y="488"/>
                  </a:cubicBezTo>
                  <a:cubicBezTo>
                    <a:pt x="9593" y="488"/>
                    <a:pt x="9536" y="288"/>
                    <a:pt x="9209" y="288"/>
                  </a:cubicBezTo>
                  <a:cubicBezTo>
                    <a:pt x="9186" y="288"/>
                    <a:pt x="9161" y="289"/>
                    <a:pt x="9135" y="292"/>
                  </a:cubicBezTo>
                  <a:cubicBezTo>
                    <a:pt x="8731" y="344"/>
                    <a:pt x="8731" y="379"/>
                    <a:pt x="8311" y="432"/>
                  </a:cubicBezTo>
                  <a:cubicBezTo>
                    <a:pt x="7907" y="484"/>
                    <a:pt x="7925" y="695"/>
                    <a:pt x="7522" y="747"/>
                  </a:cubicBezTo>
                  <a:cubicBezTo>
                    <a:pt x="7101" y="782"/>
                    <a:pt x="7118" y="817"/>
                    <a:pt x="6698" y="870"/>
                  </a:cubicBezTo>
                  <a:cubicBezTo>
                    <a:pt x="6614" y="881"/>
                    <a:pt x="6547" y="885"/>
                    <a:pt x="6490" y="885"/>
                  </a:cubicBezTo>
                  <a:cubicBezTo>
                    <a:pt x="6311" y="885"/>
                    <a:pt x="6225" y="845"/>
                    <a:pt x="6019" y="845"/>
                  </a:cubicBezTo>
                  <a:cubicBezTo>
                    <a:pt x="5972" y="845"/>
                    <a:pt x="5919" y="847"/>
                    <a:pt x="5856" y="853"/>
                  </a:cubicBezTo>
                  <a:cubicBezTo>
                    <a:pt x="5453" y="905"/>
                    <a:pt x="5453" y="958"/>
                    <a:pt x="5050" y="1010"/>
                  </a:cubicBezTo>
                  <a:cubicBezTo>
                    <a:pt x="4629" y="1045"/>
                    <a:pt x="4629" y="1133"/>
                    <a:pt x="4226" y="1168"/>
                  </a:cubicBezTo>
                  <a:cubicBezTo>
                    <a:pt x="4167" y="1176"/>
                    <a:pt x="4116" y="1179"/>
                    <a:pt x="4071" y="1179"/>
                  </a:cubicBezTo>
                  <a:cubicBezTo>
                    <a:pt x="3854" y="1179"/>
                    <a:pt x="3772" y="1105"/>
                    <a:pt x="3546" y="1105"/>
                  </a:cubicBezTo>
                  <a:cubicBezTo>
                    <a:pt x="3499" y="1105"/>
                    <a:pt x="3446" y="1108"/>
                    <a:pt x="3384" y="1116"/>
                  </a:cubicBezTo>
                  <a:cubicBezTo>
                    <a:pt x="2981" y="1151"/>
                    <a:pt x="2981" y="1221"/>
                    <a:pt x="2560" y="1256"/>
                  </a:cubicBezTo>
                  <a:cubicBezTo>
                    <a:pt x="2359" y="1282"/>
                    <a:pt x="2258" y="1282"/>
                    <a:pt x="2155" y="1282"/>
                  </a:cubicBezTo>
                  <a:cubicBezTo>
                    <a:pt x="2052" y="1282"/>
                    <a:pt x="1947" y="1282"/>
                    <a:pt x="1736" y="1308"/>
                  </a:cubicBezTo>
                  <a:cubicBezTo>
                    <a:pt x="1403" y="1326"/>
                    <a:pt x="1088" y="1431"/>
                    <a:pt x="825" y="1624"/>
                  </a:cubicBezTo>
                  <a:cubicBezTo>
                    <a:pt x="527" y="1799"/>
                    <a:pt x="299" y="2062"/>
                    <a:pt x="123" y="2360"/>
                  </a:cubicBezTo>
                  <a:cubicBezTo>
                    <a:pt x="18" y="2676"/>
                    <a:pt x="1" y="3026"/>
                    <a:pt x="53" y="3360"/>
                  </a:cubicBezTo>
                  <a:cubicBezTo>
                    <a:pt x="106" y="3763"/>
                    <a:pt x="36" y="3763"/>
                    <a:pt x="71" y="4166"/>
                  </a:cubicBezTo>
                  <a:cubicBezTo>
                    <a:pt x="123" y="4569"/>
                    <a:pt x="123" y="4569"/>
                    <a:pt x="176" y="4972"/>
                  </a:cubicBezTo>
                  <a:cubicBezTo>
                    <a:pt x="229" y="5306"/>
                    <a:pt x="369" y="5621"/>
                    <a:pt x="579" y="5884"/>
                  </a:cubicBezTo>
                  <a:cubicBezTo>
                    <a:pt x="772" y="6165"/>
                    <a:pt x="1035" y="6410"/>
                    <a:pt x="1333" y="6568"/>
                  </a:cubicBezTo>
                  <a:cubicBezTo>
                    <a:pt x="1385" y="6591"/>
                    <a:pt x="1441" y="6600"/>
                    <a:pt x="1499" y="6600"/>
                  </a:cubicBezTo>
                  <a:cubicBezTo>
                    <a:pt x="1750" y="6600"/>
                    <a:pt x="2044" y="6421"/>
                    <a:pt x="2315" y="6393"/>
                  </a:cubicBezTo>
                  <a:cubicBezTo>
                    <a:pt x="2736" y="6340"/>
                    <a:pt x="2736" y="6375"/>
                    <a:pt x="3156" y="6322"/>
                  </a:cubicBezTo>
                  <a:cubicBezTo>
                    <a:pt x="3205" y="6316"/>
                    <a:pt x="3248" y="6313"/>
                    <a:pt x="3287" y="6313"/>
                  </a:cubicBezTo>
                  <a:cubicBezTo>
                    <a:pt x="3543" y="6313"/>
                    <a:pt x="3615" y="6432"/>
                    <a:pt x="3900" y="6432"/>
                  </a:cubicBezTo>
                  <a:cubicBezTo>
                    <a:pt x="3930" y="6432"/>
                    <a:pt x="3962" y="6431"/>
                    <a:pt x="3998" y="6428"/>
                  </a:cubicBezTo>
                  <a:cubicBezTo>
                    <a:pt x="4401" y="6375"/>
                    <a:pt x="4384" y="6165"/>
                    <a:pt x="4804" y="6130"/>
                  </a:cubicBezTo>
                  <a:cubicBezTo>
                    <a:pt x="4875" y="6123"/>
                    <a:pt x="4934" y="6121"/>
                    <a:pt x="4986" y="6121"/>
                  </a:cubicBezTo>
                  <a:cubicBezTo>
                    <a:pt x="5155" y="6121"/>
                    <a:pt x="5240" y="6147"/>
                    <a:pt x="5392" y="6147"/>
                  </a:cubicBezTo>
                  <a:cubicBezTo>
                    <a:pt x="5455" y="6147"/>
                    <a:pt x="5530" y="6142"/>
                    <a:pt x="5628" y="6130"/>
                  </a:cubicBezTo>
                  <a:cubicBezTo>
                    <a:pt x="5839" y="6103"/>
                    <a:pt x="5944" y="6103"/>
                    <a:pt x="6049" y="6103"/>
                  </a:cubicBezTo>
                  <a:cubicBezTo>
                    <a:pt x="6154" y="6103"/>
                    <a:pt x="6259" y="6103"/>
                    <a:pt x="6470" y="6077"/>
                  </a:cubicBezTo>
                  <a:cubicBezTo>
                    <a:pt x="6671" y="6051"/>
                    <a:pt x="6772" y="6051"/>
                    <a:pt x="6875" y="6051"/>
                  </a:cubicBezTo>
                  <a:cubicBezTo>
                    <a:pt x="6978" y="6051"/>
                    <a:pt x="7083" y="6051"/>
                    <a:pt x="7294" y="6024"/>
                  </a:cubicBezTo>
                  <a:cubicBezTo>
                    <a:pt x="7697" y="5989"/>
                    <a:pt x="7697" y="5972"/>
                    <a:pt x="8118" y="5919"/>
                  </a:cubicBezTo>
                  <a:cubicBezTo>
                    <a:pt x="8521" y="5884"/>
                    <a:pt x="8539" y="5902"/>
                    <a:pt x="8942" y="5849"/>
                  </a:cubicBezTo>
                  <a:cubicBezTo>
                    <a:pt x="9010" y="5840"/>
                    <a:pt x="9068" y="5837"/>
                    <a:pt x="9118" y="5837"/>
                  </a:cubicBezTo>
                  <a:cubicBezTo>
                    <a:pt x="9324" y="5837"/>
                    <a:pt x="9401" y="5896"/>
                    <a:pt x="9608" y="5896"/>
                  </a:cubicBezTo>
                  <a:cubicBezTo>
                    <a:pt x="9657" y="5896"/>
                    <a:pt x="9715" y="5893"/>
                    <a:pt x="9783" y="5884"/>
                  </a:cubicBezTo>
                  <a:cubicBezTo>
                    <a:pt x="10187" y="5832"/>
                    <a:pt x="10187" y="5761"/>
                    <a:pt x="10590" y="5709"/>
                  </a:cubicBezTo>
                  <a:cubicBezTo>
                    <a:pt x="11011" y="5656"/>
                    <a:pt x="10993" y="5551"/>
                    <a:pt x="11414" y="5498"/>
                  </a:cubicBezTo>
                  <a:cubicBezTo>
                    <a:pt x="11817" y="5463"/>
                    <a:pt x="11817" y="5358"/>
                    <a:pt x="12220" y="5323"/>
                  </a:cubicBezTo>
                  <a:cubicBezTo>
                    <a:pt x="12641" y="5271"/>
                    <a:pt x="12641" y="5235"/>
                    <a:pt x="13044" y="5200"/>
                  </a:cubicBezTo>
                  <a:cubicBezTo>
                    <a:pt x="13175" y="5184"/>
                    <a:pt x="13265" y="5180"/>
                    <a:pt x="13340" y="5180"/>
                  </a:cubicBezTo>
                  <a:cubicBezTo>
                    <a:pt x="13430" y="5180"/>
                    <a:pt x="13496" y="5186"/>
                    <a:pt x="13584" y="5186"/>
                  </a:cubicBezTo>
                  <a:cubicBezTo>
                    <a:pt x="13656" y="5186"/>
                    <a:pt x="13743" y="5182"/>
                    <a:pt x="13868" y="5165"/>
                  </a:cubicBezTo>
                  <a:cubicBezTo>
                    <a:pt x="14815" y="5025"/>
                    <a:pt x="15464" y="4166"/>
                    <a:pt x="15358" y="3219"/>
                  </a:cubicBezTo>
                  <a:cubicBezTo>
                    <a:pt x="15306" y="2834"/>
                    <a:pt x="15516" y="2799"/>
                    <a:pt x="15464" y="2413"/>
                  </a:cubicBezTo>
                  <a:cubicBezTo>
                    <a:pt x="15411" y="2010"/>
                    <a:pt x="15236" y="2027"/>
                    <a:pt x="15201" y="1624"/>
                  </a:cubicBezTo>
                  <a:cubicBezTo>
                    <a:pt x="15148" y="1291"/>
                    <a:pt x="15253" y="905"/>
                    <a:pt x="15060" y="660"/>
                  </a:cubicBezTo>
                  <a:cubicBezTo>
                    <a:pt x="14850" y="397"/>
                    <a:pt x="14569" y="186"/>
                    <a:pt x="14254" y="46"/>
                  </a:cubicBezTo>
                  <a:cubicBezTo>
                    <a:pt x="14178" y="13"/>
                    <a:pt x="14096" y="0"/>
                    <a:pt x="14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43"/>
            <p:cNvSpPr txBox="1"/>
            <p:nvPr/>
          </p:nvSpPr>
          <p:spPr>
            <a:xfrm>
              <a:off x="3006691" y="1390475"/>
              <a:ext cx="12039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Interests</a:t>
              </a:r>
              <a:endParaRPr sz="1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3159" name="Google Shape;3159;p43"/>
            <p:cNvGrpSpPr/>
            <p:nvPr/>
          </p:nvGrpSpPr>
          <p:grpSpPr>
            <a:xfrm>
              <a:off x="2869150" y="1806402"/>
              <a:ext cx="183121" cy="272923"/>
              <a:chOff x="7030175" y="3657427"/>
              <a:chExt cx="183121" cy="272923"/>
            </a:xfrm>
          </p:grpSpPr>
          <p:sp>
            <p:nvSpPr>
              <p:cNvPr id="3160" name="Google Shape;3160;p43"/>
              <p:cNvSpPr/>
              <p:nvPr/>
            </p:nvSpPr>
            <p:spPr>
              <a:xfrm>
                <a:off x="7030175" y="3657427"/>
                <a:ext cx="183121" cy="272923"/>
              </a:xfrm>
              <a:custGeom>
                <a:rect b="b" l="l" r="r" t="t"/>
                <a:pathLst>
                  <a:path extrusionOk="0" h="10941" w="7341">
                    <a:moveTo>
                      <a:pt x="3726" y="582"/>
                    </a:moveTo>
                    <a:lnTo>
                      <a:pt x="4150" y="614"/>
                    </a:lnTo>
                    <a:lnTo>
                      <a:pt x="4905" y="849"/>
                    </a:lnTo>
                    <a:lnTo>
                      <a:pt x="5533" y="1290"/>
                    </a:lnTo>
                    <a:lnTo>
                      <a:pt x="6021" y="1871"/>
                    </a:lnTo>
                    <a:lnTo>
                      <a:pt x="6382" y="2563"/>
                    </a:lnTo>
                    <a:lnTo>
                      <a:pt x="6618" y="3317"/>
                    </a:lnTo>
                    <a:lnTo>
                      <a:pt x="6728" y="4119"/>
                    </a:lnTo>
                    <a:lnTo>
                      <a:pt x="6712" y="4905"/>
                    </a:lnTo>
                    <a:lnTo>
                      <a:pt x="6649" y="5266"/>
                    </a:lnTo>
                    <a:lnTo>
                      <a:pt x="6571" y="5628"/>
                    </a:lnTo>
                    <a:lnTo>
                      <a:pt x="6351" y="6335"/>
                    </a:lnTo>
                    <a:lnTo>
                      <a:pt x="5895" y="7325"/>
                    </a:lnTo>
                    <a:lnTo>
                      <a:pt x="5093" y="8551"/>
                    </a:lnTo>
                    <a:lnTo>
                      <a:pt x="4197" y="9714"/>
                    </a:lnTo>
                    <a:lnTo>
                      <a:pt x="3762" y="10236"/>
                    </a:lnTo>
                    <a:lnTo>
                      <a:pt x="3459" y="9903"/>
                    </a:lnTo>
                    <a:lnTo>
                      <a:pt x="2516" y="8787"/>
                    </a:lnTo>
                    <a:lnTo>
                      <a:pt x="1667" y="7608"/>
                    </a:lnTo>
                    <a:lnTo>
                      <a:pt x="1164" y="6649"/>
                    </a:lnTo>
                    <a:lnTo>
                      <a:pt x="897" y="5958"/>
                    </a:lnTo>
                    <a:lnTo>
                      <a:pt x="802" y="5612"/>
                    </a:lnTo>
                    <a:lnTo>
                      <a:pt x="708" y="5219"/>
                    </a:lnTo>
                    <a:lnTo>
                      <a:pt x="645" y="4386"/>
                    </a:lnTo>
                    <a:lnTo>
                      <a:pt x="708" y="3537"/>
                    </a:lnTo>
                    <a:lnTo>
                      <a:pt x="928" y="2704"/>
                    </a:lnTo>
                    <a:lnTo>
                      <a:pt x="1274" y="1950"/>
                    </a:lnTo>
                    <a:lnTo>
                      <a:pt x="1777" y="1321"/>
                    </a:lnTo>
                    <a:lnTo>
                      <a:pt x="2437" y="849"/>
                    </a:lnTo>
                    <a:lnTo>
                      <a:pt x="3239" y="598"/>
                    </a:lnTo>
                    <a:lnTo>
                      <a:pt x="3726" y="582"/>
                    </a:lnTo>
                    <a:close/>
                    <a:moveTo>
                      <a:pt x="3349" y="1"/>
                    </a:moveTo>
                    <a:lnTo>
                      <a:pt x="2641" y="174"/>
                    </a:lnTo>
                    <a:lnTo>
                      <a:pt x="1997" y="472"/>
                    </a:lnTo>
                    <a:lnTo>
                      <a:pt x="1431" y="897"/>
                    </a:lnTo>
                    <a:lnTo>
                      <a:pt x="959" y="1415"/>
                    </a:lnTo>
                    <a:lnTo>
                      <a:pt x="567" y="2013"/>
                    </a:lnTo>
                    <a:lnTo>
                      <a:pt x="268" y="2673"/>
                    </a:lnTo>
                    <a:lnTo>
                      <a:pt x="79" y="3364"/>
                    </a:lnTo>
                    <a:lnTo>
                      <a:pt x="32" y="3726"/>
                    </a:lnTo>
                    <a:lnTo>
                      <a:pt x="1" y="4260"/>
                    </a:lnTo>
                    <a:lnTo>
                      <a:pt x="95" y="5282"/>
                    </a:lnTo>
                    <a:lnTo>
                      <a:pt x="362" y="6241"/>
                    </a:lnTo>
                    <a:lnTo>
                      <a:pt x="771" y="7184"/>
                    </a:lnTo>
                    <a:lnTo>
                      <a:pt x="1290" y="8064"/>
                    </a:lnTo>
                    <a:lnTo>
                      <a:pt x="1887" y="8913"/>
                    </a:lnTo>
                    <a:lnTo>
                      <a:pt x="2861" y="10107"/>
                    </a:lnTo>
                    <a:lnTo>
                      <a:pt x="3537" y="10862"/>
                    </a:lnTo>
                    <a:lnTo>
                      <a:pt x="3631" y="10940"/>
                    </a:lnTo>
                    <a:lnTo>
                      <a:pt x="3852" y="10925"/>
                    </a:lnTo>
                    <a:lnTo>
                      <a:pt x="4009" y="10783"/>
                    </a:lnTo>
                    <a:lnTo>
                      <a:pt x="4056" y="10783"/>
                    </a:lnTo>
                    <a:lnTo>
                      <a:pt x="4150" y="10705"/>
                    </a:lnTo>
                    <a:lnTo>
                      <a:pt x="4747" y="9966"/>
                    </a:lnTo>
                    <a:lnTo>
                      <a:pt x="5926" y="8394"/>
                    </a:lnTo>
                    <a:lnTo>
                      <a:pt x="6634" y="7121"/>
                    </a:lnTo>
                    <a:lnTo>
                      <a:pt x="6995" y="6241"/>
                    </a:lnTo>
                    <a:lnTo>
                      <a:pt x="7247" y="5329"/>
                    </a:lnTo>
                    <a:lnTo>
                      <a:pt x="7341" y="4355"/>
                    </a:lnTo>
                    <a:lnTo>
                      <a:pt x="7325" y="3867"/>
                    </a:lnTo>
                    <a:lnTo>
                      <a:pt x="7294" y="3506"/>
                    </a:lnTo>
                    <a:lnTo>
                      <a:pt x="7121" y="2798"/>
                    </a:lnTo>
                    <a:lnTo>
                      <a:pt x="6854" y="2123"/>
                    </a:lnTo>
                    <a:lnTo>
                      <a:pt x="6476" y="1510"/>
                    </a:lnTo>
                    <a:lnTo>
                      <a:pt x="6005" y="959"/>
                    </a:lnTo>
                    <a:lnTo>
                      <a:pt x="5439" y="504"/>
                    </a:lnTo>
                    <a:lnTo>
                      <a:pt x="4810" y="189"/>
                    </a:lnTo>
                    <a:lnTo>
                      <a:pt x="4103" y="16"/>
                    </a:lnTo>
                    <a:lnTo>
                      <a:pt x="3726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61" name="Google Shape;3161;p43"/>
              <p:cNvSpPr/>
              <p:nvPr/>
            </p:nvSpPr>
            <p:spPr>
              <a:xfrm>
                <a:off x="7065471" y="3703701"/>
                <a:ext cx="109808" cy="109808"/>
              </a:xfrm>
              <a:custGeom>
                <a:rect b="b" l="l" r="r" t="t"/>
                <a:pathLst>
                  <a:path extrusionOk="0" h="4402" w="4402">
                    <a:moveTo>
                      <a:pt x="2551" y="439"/>
                    </a:moveTo>
                    <a:lnTo>
                      <a:pt x="2625" y="613"/>
                    </a:lnTo>
                    <a:lnTo>
                      <a:pt x="2735" y="676"/>
                    </a:lnTo>
                    <a:lnTo>
                      <a:pt x="3050" y="833"/>
                    </a:lnTo>
                    <a:lnTo>
                      <a:pt x="3490" y="1258"/>
                    </a:lnTo>
                    <a:lnTo>
                      <a:pt x="3710" y="1792"/>
                    </a:lnTo>
                    <a:lnTo>
                      <a:pt x="3757" y="2374"/>
                    </a:lnTo>
                    <a:lnTo>
                      <a:pt x="3600" y="2924"/>
                    </a:lnTo>
                    <a:lnTo>
                      <a:pt x="3301" y="3395"/>
                    </a:lnTo>
                    <a:lnTo>
                      <a:pt x="2829" y="3710"/>
                    </a:lnTo>
                    <a:lnTo>
                      <a:pt x="2232" y="3836"/>
                    </a:lnTo>
                    <a:lnTo>
                      <a:pt x="1886" y="3773"/>
                    </a:lnTo>
                    <a:lnTo>
                      <a:pt x="1541" y="3678"/>
                    </a:lnTo>
                    <a:lnTo>
                      <a:pt x="1038" y="3333"/>
                    </a:lnTo>
                    <a:lnTo>
                      <a:pt x="739" y="2861"/>
                    </a:lnTo>
                    <a:lnTo>
                      <a:pt x="645" y="2311"/>
                    </a:lnTo>
                    <a:lnTo>
                      <a:pt x="723" y="1761"/>
                    </a:lnTo>
                    <a:lnTo>
                      <a:pt x="975" y="1242"/>
                    </a:lnTo>
                    <a:lnTo>
                      <a:pt x="1399" y="849"/>
                    </a:lnTo>
                    <a:lnTo>
                      <a:pt x="1965" y="613"/>
                    </a:lnTo>
                    <a:lnTo>
                      <a:pt x="2311" y="598"/>
                    </a:lnTo>
                    <a:lnTo>
                      <a:pt x="2437" y="566"/>
                    </a:lnTo>
                    <a:lnTo>
                      <a:pt x="2551" y="439"/>
                    </a:lnTo>
                    <a:close/>
                    <a:moveTo>
                      <a:pt x="2311" y="0"/>
                    </a:moveTo>
                    <a:lnTo>
                      <a:pt x="1902" y="32"/>
                    </a:lnTo>
                    <a:lnTo>
                      <a:pt x="1116" y="315"/>
                    </a:lnTo>
                    <a:lnTo>
                      <a:pt x="629" y="692"/>
                    </a:lnTo>
                    <a:lnTo>
                      <a:pt x="378" y="1006"/>
                    </a:lnTo>
                    <a:lnTo>
                      <a:pt x="173" y="1352"/>
                    </a:lnTo>
                    <a:lnTo>
                      <a:pt x="47" y="1761"/>
                    </a:lnTo>
                    <a:lnTo>
                      <a:pt x="16" y="1965"/>
                    </a:lnTo>
                    <a:lnTo>
                      <a:pt x="0" y="2169"/>
                    </a:lnTo>
                    <a:lnTo>
                      <a:pt x="47" y="2578"/>
                    </a:lnTo>
                    <a:lnTo>
                      <a:pt x="236" y="3160"/>
                    </a:lnTo>
                    <a:lnTo>
                      <a:pt x="723" y="3820"/>
                    </a:lnTo>
                    <a:lnTo>
                      <a:pt x="1226" y="4166"/>
                    </a:lnTo>
                    <a:lnTo>
                      <a:pt x="1603" y="4323"/>
                    </a:lnTo>
                    <a:lnTo>
                      <a:pt x="1808" y="4370"/>
                    </a:lnTo>
                    <a:lnTo>
                      <a:pt x="2012" y="4401"/>
                    </a:lnTo>
                    <a:lnTo>
                      <a:pt x="2421" y="4386"/>
                    </a:lnTo>
                    <a:lnTo>
                      <a:pt x="3018" y="4244"/>
                    </a:lnTo>
                    <a:lnTo>
                      <a:pt x="3710" y="3804"/>
                    </a:lnTo>
                    <a:lnTo>
                      <a:pt x="4103" y="3333"/>
                    </a:lnTo>
                    <a:lnTo>
                      <a:pt x="4276" y="2971"/>
                    </a:lnTo>
                    <a:lnTo>
                      <a:pt x="4338" y="2767"/>
                    </a:lnTo>
                    <a:lnTo>
                      <a:pt x="4386" y="2562"/>
                    </a:lnTo>
                    <a:lnTo>
                      <a:pt x="4401" y="2138"/>
                    </a:lnTo>
                    <a:lnTo>
                      <a:pt x="4354" y="1729"/>
                    </a:lnTo>
                    <a:lnTo>
                      <a:pt x="4213" y="1352"/>
                    </a:lnTo>
                    <a:lnTo>
                      <a:pt x="3898" y="833"/>
                    </a:lnTo>
                    <a:lnTo>
                      <a:pt x="3270" y="283"/>
                    </a:lnTo>
                    <a:lnTo>
                      <a:pt x="2892" y="110"/>
                    </a:lnTo>
                    <a:lnTo>
                      <a:pt x="2767" y="79"/>
                    </a:lnTo>
                    <a:lnTo>
                      <a:pt x="2594" y="189"/>
                    </a:lnTo>
                    <a:lnTo>
                      <a:pt x="2578" y="240"/>
                    </a:lnTo>
                    <a:lnTo>
                      <a:pt x="2578" y="189"/>
                    </a:lnTo>
                    <a:lnTo>
                      <a:pt x="2437" y="16"/>
                    </a:lnTo>
                    <a:lnTo>
                      <a:pt x="231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162" name="Google Shape;3162;p43"/>
            <p:cNvGrpSpPr/>
            <p:nvPr/>
          </p:nvGrpSpPr>
          <p:grpSpPr>
            <a:xfrm>
              <a:off x="2857787" y="2180946"/>
              <a:ext cx="205869" cy="196461"/>
              <a:chOff x="4553821" y="310909"/>
              <a:chExt cx="164524" cy="157006"/>
            </a:xfrm>
          </p:grpSpPr>
          <p:sp>
            <p:nvSpPr>
              <p:cNvPr id="3163" name="Google Shape;3163;p43"/>
              <p:cNvSpPr/>
              <p:nvPr/>
            </p:nvSpPr>
            <p:spPr>
              <a:xfrm>
                <a:off x="4553821" y="408668"/>
                <a:ext cx="76172" cy="59247"/>
              </a:xfrm>
              <a:custGeom>
                <a:rect b="b" l="l" r="r" t="t"/>
                <a:pathLst>
                  <a:path extrusionOk="0" h="2972" w="3821">
                    <a:moveTo>
                      <a:pt x="2736" y="582"/>
                    </a:moveTo>
                    <a:lnTo>
                      <a:pt x="3160" y="645"/>
                    </a:lnTo>
                    <a:lnTo>
                      <a:pt x="3286" y="645"/>
                    </a:lnTo>
                    <a:lnTo>
                      <a:pt x="3333" y="613"/>
                    </a:lnTo>
                    <a:lnTo>
                      <a:pt x="3333" y="613"/>
                    </a:lnTo>
                    <a:lnTo>
                      <a:pt x="3239" y="708"/>
                    </a:lnTo>
                    <a:lnTo>
                      <a:pt x="3223" y="834"/>
                    </a:lnTo>
                    <a:lnTo>
                      <a:pt x="3223" y="1054"/>
                    </a:lnTo>
                    <a:lnTo>
                      <a:pt x="3129" y="1447"/>
                    </a:lnTo>
                    <a:lnTo>
                      <a:pt x="2909" y="1792"/>
                    </a:lnTo>
                    <a:lnTo>
                      <a:pt x="2610" y="2075"/>
                    </a:lnTo>
                    <a:lnTo>
                      <a:pt x="2264" y="2295"/>
                    </a:lnTo>
                    <a:lnTo>
                      <a:pt x="1871" y="2405"/>
                    </a:lnTo>
                    <a:lnTo>
                      <a:pt x="1463" y="2421"/>
                    </a:lnTo>
                    <a:lnTo>
                      <a:pt x="1054" y="2311"/>
                    </a:lnTo>
                    <a:lnTo>
                      <a:pt x="865" y="2201"/>
                    </a:lnTo>
                    <a:lnTo>
                      <a:pt x="740" y="2107"/>
                    </a:lnTo>
                    <a:lnTo>
                      <a:pt x="614" y="1902"/>
                    </a:lnTo>
                    <a:lnTo>
                      <a:pt x="598" y="1698"/>
                    </a:lnTo>
                    <a:lnTo>
                      <a:pt x="693" y="1509"/>
                    </a:lnTo>
                    <a:lnTo>
                      <a:pt x="928" y="1226"/>
                    </a:lnTo>
                    <a:lnTo>
                      <a:pt x="1337" y="912"/>
                    </a:lnTo>
                    <a:lnTo>
                      <a:pt x="1510" y="834"/>
                    </a:lnTo>
                    <a:lnTo>
                      <a:pt x="1903" y="661"/>
                    </a:lnTo>
                    <a:lnTo>
                      <a:pt x="2736" y="582"/>
                    </a:lnTo>
                    <a:close/>
                    <a:moveTo>
                      <a:pt x="2296" y="0"/>
                    </a:moveTo>
                    <a:lnTo>
                      <a:pt x="1620" y="142"/>
                    </a:lnTo>
                    <a:lnTo>
                      <a:pt x="1007" y="425"/>
                    </a:lnTo>
                    <a:lnTo>
                      <a:pt x="724" y="629"/>
                    </a:lnTo>
                    <a:lnTo>
                      <a:pt x="520" y="802"/>
                    </a:lnTo>
                    <a:lnTo>
                      <a:pt x="174" y="1242"/>
                    </a:lnTo>
                    <a:lnTo>
                      <a:pt x="1" y="1729"/>
                    </a:lnTo>
                    <a:lnTo>
                      <a:pt x="48" y="2107"/>
                    </a:lnTo>
                    <a:lnTo>
                      <a:pt x="158" y="2342"/>
                    </a:lnTo>
                    <a:lnTo>
                      <a:pt x="252" y="2468"/>
                    </a:lnTo>
                    <a:lnTo>
                      <a:pt x="472" y="2673"/>
                    </a:lnTo>
                    <a:lnTo>
                      <a:pt x="1038" y="2908"/>
                    </a:lnTo>
                    <a:lnTo>
                      <a:pt x="1683" y="2971"/>
                    </a:lnTo>
                    <a:lnTo>
                      <a:pt x="2311" y="2877"/>
                    </a:lnTo>
                    <a:lnTo>
                      <a:pt x="2579" y="2783"/>
                    </a:lnTo>
                    <a:lnTo>
                      <a:pt x="2862" y="2641"/>
                    </a:lnTo>
                    <a:lnTo>
                      <a:pt x="3333" y="2264"/>
                    </a:lnTo>
                    <a:lnTo>
                      <a:pt x="3663" y="1745"/>
                    </a:lnTo>
                    <a:lnTo>
                      <a:pt x="3820" y="1164"/>
                    </a:lnTo>
                    <a:lnTo>
                      <a:pt x="3805" y="834"/>
                    </a:lnTo>
                    <a:lnTo>
                      <a:pt x="3789" y="708"/>
                    </a:lnTo>
                    <a:lnTo>
                      <a:pt x="3600" y="566"/>
                    </a:lnTo>
                    <a:lnTo>
                      <a:pt x="3404" y="566"/>
                    </a:lnTo>
                    <a:lnTo>
                      <a:pt x="3475" y="519"/>
                    </a:lnTo>
                    <a:lnTo>
                      <a:pt x="3537" y="299"/>
                    </a:lnTo>
                    <a:lnTo>
                      <a:pt x="3443" y="111"/>
                    </a:lnTo>
                    <a:lnTo>
                      <a:pt x="3317" y="79"/>
                    </a:lnTo>
                    <a:lnTo>
                      <a:pt x="2972" y="16"/>
                    </a:lnTo>
                    <a:lnTo>
                      <a:pt x="2296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64" name="Google Shape;3164;p43"/>
              <p:cNvSpPr/>
              <p:nvPr/>
            </p:nvSpPr>
            <p:spPr>
              <a:xfrm>
                <a:off x="4618072" y="315294"/>
                <a:ext cx="11921" cy="116899"/>
              </a:xfrm>
              <a:custGeom>
                <a:rect b="b" l="l" r="r" t="t"/>
                <a:pathLst>
                  <a:path extrusionOk="0" h="5864" w="598">
                    <a:moveTo>
                      <a:pt x="204" y="1"/>
                    </a:moveTo>
                    <a:lnTo>
                      <a:pt x="32" y="142"/>
                    </a:lnTo>
                    <a:lnTo>
                      <a:pt x="16" y="268"/>
                    </a:lnTo>
                    <a:lnTo>
                      <a:pt x="16" y="2924"/>
                    </a:lnTo>
                    <a:lnTo>
                      <a:pt x="0" y="5596"/>
                    </a:lnTo>
                    <a:lnTo>
                      <a:pt x="32" y="5722"/>
                    </a:lnTo>
                    <a:lnTo>
                      <a:pt x="189" y="5863"/>
                    </a:lnTo>
                    <a:lnTo>
                      <a:pt x="409" y="5863"/>
                    </a:lnTo>
                    <a:lnTo>
                      <a:pt x="582" y="5722"/>
                    </a:lnTo>
                    <a:lnTo>
                      <a:pt x="597" y="5596"/>
                    </a:lnTo>
                    <a:lnTo>
                      <a:pt x="597" y="2924"/>
                    </a:lnTo>
                    <a:lnTo>
                      <a:pt x="597" y="268"/>
                    </a:lnTo>
                    <a:lnTo>
                      <a:pt x="582" y="142"/>
                    </a:lnTo>
                    <a:lnTo>
                      <a:pt x="42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65" name="Google Shape;3165;p43"/>
              <p:cNvSpPr/>
              <p:nvPr/>
            </p:nvSpPr>
            <p:spPr>
              <a:xfrm>
                <a:off x="4642193" y="404601"/>
                <a:ext cx="75853" cy="58928"/>
              </a:xfrm>
              <a:custGeom>
                <a:rect b="b" l="l" r="r" t="t"/>
                <a:pathLst>
                  <a:path extrusionOk="0" h="2956" w="3805">
                    <a:moveTo>
                      <a:pt x="2735" y="566"/>
                    </a:moveTo>
                    <a:lnTo>
                      <a:pt x="3160" y="629"/>
                    </a:lnTo>
                    <a:lnTo>
                      <a:pt x="3285" y="629"/>
                    </a:lnTo>
                    <a:lnTo>
                      <a:pt x="3312" y="611"/>
                    </a:lnTo>
                    <a:lnTo>
                      <a:pt x="3223" y="692"/>
                    </a:lnTo>
                    <a:lnTo>
                      <a:pt x="3223" y="833"/>
                    </a:lnTo>
                    <a:lnTo>
                      <a:pt x="3223" y="1038"/>
                    </a:lnTo>
                    <a:lnTo>
                      <a:pt x="3113" y="1430"/>
                    </a:lnTo>
                    <a:lnTo>
                      <a:pt x="2908" y="1776"/>
                    </a:lnTo>
                    <a:lnTo>
                      <a:pt x="2610" y="2059"/>
                    </a:lnTo>
                    <a:lnTo>
                      <a:pt x="2248" y="2279"/>
                    </a:lnTo>
                    <a:lnTo>
                      <a:pt x="1855" y="2389"/>
                    </a:lnTo>
                    <a:lnTo>
                      <a:pt x="1446" y="2405"/>
                    </a:lnTo>
                    <a:lnTo>
                      <a:pt x="1053" y="2295"/>
                    </a:lnTo>
                    <a:lnTo>
                      <a:pt x="865" y="2185"/>
                    </a:lnTo>
                    <a:lnTo>
                      <a:pt x="739" y="2091"/>
                    </a:lnTo>
                    <a:lnTo>
                      <a:pt x="613" y="1902"/>
                    </a:lnTo>
                    <a:lnTo>
                      <a:pt x="598" y="1698"/>
                    </a:lnTo>
                    <a:lnTo>
                      <a:pt x="676" y="1493"/>
                    </a:lnTo>
                    <a:lnTo>
                      <a:pt x="912" y="1210"/>
                    </a:lnTo>
                    <a:lnTo>
                      <a:pt x="1321" y="912"/>
                    </a:lnTo>
                    <a:lnTo>
                      <a:pt x="1494" y="817"/>
                    </a:lnTo>
                    <a:lnTo>
                      <a:pt x="1902" y="645"/>
                    </a:lnTo>
                    <a:lnTo>
                      <a:pt x="2735" y="566"/>
                    </a:lnTo>
                    <a:close/>
                    <a:moveTo>
                      <a:pt x="2279" y="0"/>
                    </a:moveTo>
                    <a:lnTo>
                      <a:pt x="1619" y="126"/>
                    </a:lnTo>
                    <a:lnTo>
                      <a:pt x="991" y="409"/>
                    </a:lnTo>
                    <a:lnTo>
                      <a:pt x="708" y="613"/>
                    </a:lnTo>
                    <a:lnTo>
                      <a:pt x="503" y="786"/>
                    </a:lnTo>
                    <a:lnTo>
                      <a:pt x="173" y="1226"/>
                    </a:lnTo>
                    <a:lnTo>
                      <a:pt x="0" y="1713"/>
                    </a:lnTo>
                    <a:lnTo>
                      <a:pt x="48" y="2091"/>
                    </a:lnTo>
                    <a:lnTo>
                      <a:pt x="158" y="2342"/>
                    </a:lnTo>
                    <a:lnTo>
                      <a:pt x="252" y="2452"/>
                    </a:lnTo>
                    <a:lnTo>
                      <a:pt x="472" y="2656"/>
                    </a:lnTo>
                    <a:lnTo>
                      <a:pt x="1038" y="2908"/>
                    </a:lnTo>
                    <a:lnTo>
                      <a:pt x="1682" y="2955"/>
                    </a:lnTo>
                    <a:lnTo>
                      <a:pt x="2295" y="2861"/>
                    </a:lnTo>
                    <a:lnTo>
                      <a:pt x="2578" y="2766"/>
                    </a:lnTo>
                    <a:lnTo>
                      <a:pt x="2861" y="2641"/>
                    </a:lnTo>
                    <a:lnTo>
                      <a:pt x="3333" y="2248"/>
                    </a:lnTo>
                    <a:lnTo>
                      <a:pt x="3663" y="1729"/>
                    </a:lnTo>
                    <a:lnTo>
                      <a:pt x="3804" y="1148"/>
                    </a:lnTo>
                    <a:lnTo>
                      <a:pt x="3804" y="833"/>
                    </a:lnTo>
                    <a:lnTo>
                      <a:pt x="3773" y="692"/>
                    </a:lnTo>
                    <a:lnTo>
                      <a:pt x="3600" y="550"/>
                    </a:lnTo>
                    <a:lnTo>
                      <a:pt x="3403" y="550"/>
                    </a:lnTo>
                    <a:lnTo>
                      <a:pt x="3474" y="503"/>
                    </a:lnTo>
                    <a:lnTo>
                      <a:pt x="3521" y="299"/>
                    </a:lnTo>
                    <a:lnTo>
                      <a:pt x="3427" y="110"/>
                    </a:lnTo>
                    <a:lnTo>
                      <a:pt x="3317" y="63"/>
                    </a:lnTo>
                    <a:lnTo>
                      <a:pt x="297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66" name="Google Shape;3166;p43"/>
              <p:cNvSpPr/>
              <p:nvPr/>
            </p:nvSpPr>
            <p:spPr>
              <a:xfrm>
                <a:off x="4706424" y="310909"/>
                <a:ext cx="11921" cy="116899"/>
              </a:xfrm>
              <a:custGeom>
                <a:rect b="b" l="l" r="r" t="t"/>
                <a:pathLst>
                  <a:path extrusionOk="0" h="5864" w="598">
                    <a:moveTo>
                      <a:pt x="189" y="1"/>
                    </a:moveTo>
                    <a:lnTo>
                      <a:pt x="32" y="142"/>
                    </a:lnTo>
                    <a:lnTo>
                      <a:pt x="16" y="268"/>
                    </a:lnTo>
                    <a:lnTo>
                      <a:pt x="1" y="2940"/>
                    </a:lnTo>
                    <a:lnTo>
                      <a:pt x="1" y="5596"/>
                    </a:lnTo>
                    <a:lnTo>
                      <a:pt x="16" y="5722"/>
                    </a:lnTo>
                    <a:lnTo>
                      <a:pt x="189" y="5863"/>
                    </a:lnTo>
                    <a:lnTo>
                      <a:pt x="409" y="5863"/>
                    </a:lnTo>
                    <a:lnTo>
                      <a:pt x="566" y="5722"/>
                    </a:lnTo>
                    <a:lnTo>
                      <a:pt x="598" y="5596"/>
                    </a:lnTo>
                    <a:lnTo>
                      <a:pt x="598" y="2940"/>
                    </a:lnTo>
                    <a:lnTo>
                      <a:pt x="598" y="268"/>
                    </a:lnTo>
                    <a:lnTo>
                      <a:pt x="582" y="142"/>
                    </a:ln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67" name="Google Shape;3167;p43"/>
              <p:cNvSpPr/>
              <p:nvPr/>
            </p:nvSpPr>
            <p:spPr>
              <a:xfrm>
                <a:off x="4619627" y="313102"/>
                <a:ext cx="93714" cy="17264"/>
              </a:xfrm>
              <a:custGeom>
                <a:rect b="b" l="l" r="r" t="t"/>
                <a:pathLst>
                  <a:path extrusionOk="0" h="866" w="4701">
                    <a:moveTo>
                      <a:pt x="4449" y="1"/>
                    </a:moveTo>
                    <a:lnTo>
                      <a:pt x="4323" y="16"/>
                    </a:lnTo>
                    <a:lnTo>
                      <a:pt x="3836" y="126"/>
                    </a:lnTo>
                    <a:lnTo>
                      <a:pt x="2846" y="268"/>
                    </a:lnTo>
                    <a:lnTo>
                      <a:pt x="1855" y="268"/>
                    </a:lnTo>
                    <a:lnTo>
                      <a:pt x="865" y="158"/>
                    </a:lnTo>
                    <a:lnTo>
                      <a:pt x="378" y="48"/>
                    </a:lnTo>
                    <a:lnTo>
                      <a:pt x="236" y="48"/>
                    </a:lnTo>
                    <a:lnTo>
                      <a:pt x="64" y="173"/>
                    </a:lnTo>
                    <a:lnTo>
                      <a:pt x="1" y="378"/>
                    </a:lnTo>
                    <a:lnTo>
                      <a:pt x="95" y="582"/>
                    </a:lnTo>
                    <a:lnTo>
                      <a:pt x="221" y="629"/>
                    </a:lnTo>
                    <a:lnTo>
                      <a:pt x="755" y="739"/>
                    </a:lnTo>
                    <a:lnTo>
                      <a:pt x="1808" y="865"/>
                    </a:lnTo>
                    <a:lnTo>
                      <a:pt x="2877" y="849"/>
                    </a:lnTo>
                    <a:lnTo>
                      <a:pt x="3946" y="708"/>
                    </a:lnTo>
                    <a:lnTo>
                      <a:pt x="4480" y="582"/>
                    </a:lnTo>
                    <a:lnTo>
                      <a:pt x="4606" y="535"/>
                    </a:lnTo>
                    <a:lnTo>
                      <a:pt x="4700" y="331"/>
                    </a:lnTo>
                    <a:lnTo>
                      <a:pt x="4637" y="126"/>
                    </a:lnTo>
                    <a:lnTo>
                      <a:pt x="4449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68" name="Google Shape;3168;p43"/>
              <p:cNvSpPr/>
              <p:nvPr/>
            </p:nvSpPr>
            <p:spPr>
              <a:xfrm>
                <a:off x="4627142" y="344439"/>
                <a:ext cx="85880" cy="22267"/>
              </a:xfrm>
              <a:custGeom>
                <a:rect b="b" l="l" r="r" t="t"/>
                <a:pathLst>
                  <a:path extrusionOk="0" h="1117" w="4308">
                    <a:moveTo>
                      <a:pt x="3993" y="0"/>
                    </a:moveTo>
                    <a:lnTo>
                      <a:pt x="3868" y="32"/>
                    </a:lnTo>
                    <a:lnTo>
                      <a:pt x="3443" y="220"/>
                    </a:lnTo>
                    <a:lnTo>
                      <a:pt x="2579" y="456"/>
                    </a:lnTo>
                    <a:lnTo>
                      <a:pt x="1698" y="535"/>
                    </a:lnTo>
                    <a:lnTo>
                      <a:pt x="818" y="456"/>
                    </a:lnTo>
                    <a:lnTo>
                      <a:pt x="378" y="362"/>
                    </a:lnTo>
                    <a:lnTo>
                      <a:pt x="237" y="346"/>
                    </a:lnTo>
                    <a:lnTo>
                      <a:pt x="64" y="472"/>
                    </a:lnTo>
                    <a:lnTo>
                      <a:pt x="1" y="676"/>
                    </a:lnTo>
                    <a:lnTo>
                      <a:pt x="95" y="881"/>
                    </a:lnTo>
                    <a:lnTo>
                      <a:pt x="221" y="928"/>
                    </a:lnTo>
                    <a:lnTo>
                      <a:pt x="724" y="1038"/>
                    </a:lnTo>
                    <a:lnTo>
                      <a:pt x="1730" y="1116"/>
                    </a:lnTo>
                    <a:lnTo>
                      <a:pt x="2720" y="1022"/>
                    </a:lnTo>
                    <a:lnTo>
                      <a:pt x="3679" y="755"/>
                    </a:lnTo>
                    <a:lnTo>
                      <a:pt x="4150" y="550"/>
                    </a:lnTo>
                    <a:lnTo>
                      <a:pt x="4260" y="472"/>
                    </a:lnTo>
                    <a:lnTo>
                      <a:pt x="4308" y="268"/>
                    </a:lnTo>
                    <a:lnTo>
                      <a:pt x="4198" y="79"/>
                    </a:lnTo>
                    <a:lnTo>
                      <a:pt x="399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169" name="Google Shape;3169;p43"/>
            <p:cNvGrpSpPr/>
            <p:nvPr/>
          </p:nvGrpSpPr>
          <p:grpSpPr>
            <a:xfrm>
              <a:off x="2869150" y="2479025"/>
              <a:ext cx="242353" cy="228193"/>
              <a:chOff x="696209" y="1569989"/>
              <a:chExt cx="255270" cy="240330"/>
            </a:xfrm>
          </p:grpSpPr>
          <p:sp>
            <p:nvSpPr>
              <p:cNvPr id="3170" name="Google Shape;3170;p43"/>
              <p:cNvSpPr/>
              <p:nvPr/>
            </p:nvSpPr>
            <p:spPr>
              <a:xfrm>
                <a:off x="696775" y="1569989"/>
                <a:ext cx="11801" cy="231742"/>
              </a:xfrm>
              <a:custGeom>
                <a:rect b="b" l="l" r="r" t="t"/>
                <a:pathLst>
                  <a:path extrusionOk="0" h="12686" w="646">
                    <a:moveTo>
                      <a:pt x="189" y="1"/>
                    </a:moveTo>
                    <a:lnTo>
                      <a:pt x="17" y="142"/>
                    </a:lnTo>
                    <a:lnTo>
                      <a:pt x="1" y="268"/>
                    </a:lnTo>
                    <a:lnTo>
                      <a:pt x="32" y="6335"/>
                    </a:lnTo>
                    <a:lnTo>
                      <a:pt x="48" y="12402"/>
                    </a:lnTo>
                    <a:lnTo>
                      <a:pt x="79" y="12544"/>
                    </a:lnTo>
                    <a:lnTo>
                      <a:pt x="237" y="12685"/>
                    </a:lnTo>
                    <a:lnTo>
                      <a:pt x="457" y="12685"/>
                    </a:lnTo>
                    <a:lnTo>
                      <a:pt x="630" y="12544"/>
                    </a:lnTo>
                    <a:lnTo>
                      <a:pt x="645" y="12402"/>
                    </a:lnTo>
                    <a:lnTo>
                      <a:pt x="614" y="6335"/>
                    </a:lnTo>
                    <a:lnTo>
                      <a:pt x="598" y="268"/>
                    </a:lnTo>
                    <a:lnTo>
                      <a:pt x="567" y="142"/>
                    </a:lnTo>
                    <a:lnTo>
                      <a:pt x="410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71" name="Google Shape;3171;p43"/>
              <p:cNvSpPr/>
              <p:nvPr/>
            </p:nvSpPr>
            <p:spPr>
              <a:xfrm>
                <a:off x="696209" y="1796527"/>
                <a:ext cx="255270" cy="13792"/>
              </a:xfrm>
              <a:custGeom>
                <a:rect b="b" l="l" r="r" t="t"/>
                <a:pathLst>
                  <a:path extrusionOk="0" h="755" w="13974">
                    <a:moveTo>
                      <a:pt x="268" y="0"/>
                    </a:moveTo>
                    <a:lnTo>
                      <a:pt x="142" y="16"/>
                    </a:lnTo>
                    <a:lnTo>
                      <a:pt x="0" y="173"/>
                    </a:lnTo>
                    <a:lnTo>
                      <a:pt x="0" y="393"/>
                    </a:lnTo>
                    <a:lnTo>
                      <a:pt x="142" y="566"/>
                    </a:lnTo>
                    <a:lnTo>
                      <a:pt x="268" y="598"/>
                    </a:lnTo>
                    <a:lnTo>
                      <a:pt x="1949" y="676"/>
                    </a:lnTo>
                    <a:lnTo>
                      <a:pt x="5297" y="755"/>
                    </a:lnTo>
                    <a:lnTo>
                      <a:pt x="10358" y="723"/>
                    </a:lnTo>
                    <a:lnTo>
                      <a:pt x="13706" y="629"/>
                    </a:lnTo>
                    <a:lnTo>
                      <a:pt x="13832" y="613"/>
                    </a:lnTo>
                    <a:lnTo>
                      <a:pt x="13974" y="440"/>
                    </a:lnTo>
                    <a:lnTo>
                      <a:pt x="13974" y="220"/>
                    </a:lnTo>
                    <a:lnTo>
                      <a:pt x="13832" y="63"/>
                    </a:lnTo>
                    <a:lnTo>
                      <a:pt x="13706" y="47"/>
                    </a:lnTo>
                    <a:lnTo>
                      <a:pt x="10358" y="126"/>
                    </a:lnTo>
                    <a:lnTo>
                      <a:pt x="5297" y="157"/>
                    </a:lnTo>
                    <a:lnTo>
                      <a:pt x="1949" y="95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72" name="Google Shape;3172;p43"/>
              <p:cNvSpPr/>
              <p:nvPr/>
            </p:nvSpPr>
            <p:spPr>
              <a:xfrm>
                <a:off x="698510" y="1685706"/>
                <a:ext cx="60593" cy="122611"/>
              </a:xfrm>
              <a:custGeom>
                <a:rect b="b" l="l" r="r" t="t"/>
                <a:pathLst>
                  <a:path extrusionOk="0" h="6712" w="3317">
                    <a:moveTo>
                      <a:pt x="3049" y="0"/>
                    </a:moveTo>
                    <a:lnTo>
                      <a:pt x="2845" y="47"/>
                    </a:lnTo>
                    <a:lnTo>
                      <a:pt x="2782" y="157"/>
                    </a:lnTo>
                    <a:lnTo>
                      <a:pt x="1399" y="3207"/>
                    </a:lnTo>
                    <a:lnTo>
                      <a:pt x="32" y="6256"/>
                    </a:lnTo>
                    <a:lnTo>
                      <a:pt x="0" y="6382"/>
                    </a:lnTo>
                    <a:lnTo>
                      <a:pt x="79" y="6602"/>
                    </a:lnTo>
                    <a:lnTo>
                      <a:pt x="267" y="6712"/>
                    </a:lnTo>
                    <a:lnTo>
                      <a:pt x="472" y="6665"/>
                    </a:lnTo>
                    <a:lnTo>
                      <a:pt x="535" y="6555"/>
                    </a:lnTo>
                    <a:lnTo>
                      <a:pt x="1918" y="3505"/>
                    </a:lnTo>
                    <a:lnTo>
                      <a:pt x="3285" y="456"/>
                    </a:lnTo>
                    <a:lnTo>
                      <a:pt x="3317" y="330"/>
                    </a:lnTo>
                    <a:lnTo>
                      <a:pt x="3238" y="110"/>
                    </a:lnTo>
                    <a:lnTo>
                      <a:pt x="304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73" name="Google Shape;3173;p43"/>
              <p:cNvSpPr/>
              <p:nvPr/>
            </p:nvSpPr>
            <p:spPr>
              <a:xfrm>
                <a:off x="749038" y="1690291"/>
                <a:ext cx="30452" cy="56008"/>
              </a:xfrm>
              <a:custGeom>
                <a:rect b="b" l="l" r="r" t="t"/>
                <a:pathLst>
                  <a:path extrusionOk="0" h="3066" w="1667">
                    <a:moveTo>
                      <a:pt x="268" y="1"/>
                    </a:moveTo>
                    <a:lnTo>
                      <a:pt x="79" y="111"/>
                    </a:lnTo>
                    <a:lnTo>
                      <a:pt x="1" y="331"/>
                    </a:lnTo>
                    <a:lnTo>
                      <a:pt x="32" y="457"/>
                    </a:lnTo>
                    <a:lnTo>
                      <a:pt x="582" y="1683"/>
                    </a:lnTo>
                    <a:lnTo>
                      <a:pt x="1132" y="2924"/>
                    </a:lnTo>
                    <a:lnTo>
                      <a:pt x="1195" y="3034"/>
                    </a:lnTo>
                    <a:lnTo>
                      <a:pt x="1399" y="3066"/>
                    </a:lnTo>
                    <a:lnTo>
                      <a:pt x="1588" y="2956"/>
                    </a:lnTo>
                    <a:lnTo>
                      <a:pt x="1667" y="2751"/>
                    </a:lnTo>
                    <a:lnTo>
                      <a:pt x="1635" y="2626"/>
                    </a:lnTo>
                    <a:lnTo>
                      <a:pt x="1085" y="1384"/>
                    </a:lnTo>
                    <a:lnTo>
                      <a:pt x="535" y="158"/>
                    </a:lnTo>
                    <a:lnTo>
                      <a:pt x="472" y="4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74" name="Google Shape;3174;p43"/>
              <p:cNvSpPr/>
              <p:nvPr/>
            </p:nvSpPr>
            <p:spPr>
              <a:xfrm>
                <a:off x="772584" y="1633446"/>
                <a:ext cx="51131" cy="113715"/>
              </a:xfrm>
              <a:custGeom>
                <a:rect b="b" l="l" r="r" t="t"/>
                <a:pathLst>
                  <a:path extrusionOk="0" h="6225" w="2799">
                    <a:moveTo>
                      <a:pt x="2484" y="1"/>
                    </a:moveTo>
                    <a:lnTo>
                      <a:pt x="2264" y="79"/>
                    </a:lnTo>
                    <a:lnTo>
                      <a:pt x="2201" y="205"/>
                    </a:lnTo>
                    <a:lnTo>
                      <a:pt x="1116" y="3034"/>
                    </a:lnTo>
                    <a:lnTo>
                      <a:pt x="32" y="5863"/>
                    </a:lnTo>
                    <a:lnTo>
                      <a:pt x="0" y="5989"/>
                    </a:lnTo>
                    <a:lnTo>
                      <a:pt x="110" y="6178"/>
                    </a:lnTo>
                    <a:lnTo>
                      <a:pt x="330" y="6225"/>
                    </a:lnTo>
                    <a:lnTo>
                      <a:pt x="535" y="6146"/>
                    </a:lnTo>
                    <a:lnTo>
                      <a:pt x="598" y="6021"/>
                    </a:lnTo>
                    <a:lnTo>
                      <a:pt x="1682" y="3191"/>
                    </a:lnTo>
                    <a:lnTo>
                      <a:pt x="2782" y="362"/>
                    </a:lnTo>
                    <a:lnTo>
                      <a:pt x="2798" y="236"/>
                    </a:lnTo>
                    <a:lnTo>
                      <a:pt x="2688" y="48"/>
                    </a:lnTo>
                    <a:lnTo>
                      <a:pt x="24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75" name="Google Shape;3175;p43"/>
              <p:cNvSpPr/>
              <p:nvPr/>
            </p:nvSpPr>
            <p:spPr>
              <a:xfrm>
                <a:off x="812206" y="1633446"/>
                <a:ext cx="43659" cy="87300"/>
              </a:xfrm>
              <a:custGeom>
                <a:rect b="b" l="l" r="r" t="t"/>
                <a:pathLst>
                  <a:path extrusionOk="0" h="4779" w="2390">
                    <a:moveTo>
                      <a:pt x="331" y="1"/>
                    </a:moveTo>
                    <a:lnTo>
                      <a:pt x="110" y="63"/>
                    </a:lnTo>
                    <a:lnTo>
                      <a:pt x="0" y="236"/>
                    </a:lnTo>
                    <a:lnTo>
                      <a:pt x="32" y="362"/>
                    </a:lnTo>
                    <a:lnTo>
                      <a:pt x="912" y="2468"/>
                    </a:lnTo>
                    <a:lnTo>
                      <a:pt x="1792" y="4574"/>
                    </a:lnTo>
                    <a:lnTo>
                      <a:pt x="1855" y="4684"/>
                    </a:lnTo>
                    <a:lnTo>
                      <a:pt x="2075" y="4779"/>
                    </a:lnTo>
                    <a:lnTo>
                      <a:pt x="2280" y="4716"/>
                    </a:lnTo>
                    <a:lnTo>
                      <a:pt x="2390" y="4543"/>
                    </a:lnTo>
                    <a:lnTo>
                      <a:pt x="2358" y="4417"/>
                    </a:lnTo>
                    <a:lnTo>
                      <a:pt x="1478" y="2311"/>
                    </a:lnTo>
                    <a:lnTo>
                      <a:pt x="613" y="205"/>
                    </a:lnTo>
                    <a:lnTo>
                      <a:pt x="535" y="79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76" name="Google Shape;3176;p43"/>
              <p:cNvSpPr/>
              <p:nvPr/>
            </p:nvSpPr>
            <p:spPr>
              <a:xfrm>
                <a:off x="850111" y="1601298"/>
                <a:ext cx="79555" cy="125479"/>
              </a:xfrm>
              <a:custGeom>
                <a:rect b="b" l="l" r="r" t="t"/>
                <a:pathLst>
                  <a:path extrusionOk="0" h="6869" w="4355">
                    <a:moveTo>
                      <a:pt x="4103" y="0"/>
                    </a:moveTo>
                    <a:lnTo>
                      <a:pt x="3882" y="47"/>
                    </a:lnTo>
                    <a:lnTo>
                      <a:pt x="3804" y="142"/>
                    </a:lnTo>
                    <a:lnTo>
                      <a:pt x="1933" y="3285"/>
                    </a:lnTo>
                    <a:lnTo>
                      <a:pt x="47" y="6429"/>
                    </a:lnTo>
                    <a:lnTo>
                      <a:pt x="0" y="6555"/>
                    </a:lnTo>
                    <a:lnTo>
                      <a:pt x="63" y="6759"/>
                    </a:lnTo>
                    <a:lnTo>
                      <a:pt x="267" y="6869"/>
                    </a:lnTo>
                    <a:lnTo>
                      <a:pt x="472" y="6837"/>
                    </a:lnTo>
                    <a:lnTo>
                      <a:pt x="566" y="6727"/>
                    </a:lnTo>
                    <a:lnTo>
                      <a:pt x="2436" y="3584"/>
                    </a:lnTo>
                    <a:lnTo>
                      <a:pt x="4307" y="440"/>
                    </a:lnTo>
                    <a:lnTo>
                      <a:pt x="4354" y="315"/>
                    </a:lnTo>
                    <a:lnTo>
                      <a:pt x="4291" y="110"/>
                    </a:lnTo>
                    <a:lnTo>
                      <a:pt x="410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77" name="Google Shape;3177;p43"/>
              <p:cNvSpPr/>
              <p:nvPr/>
            </p:nvSpPr>
            <p:spPr>
              <a:xfrm>
                <a:off x="895176" y="1588091"/>
                <a:ext cx="43659" cy="35329"/>
              </a:xfrm>
              <a:custGeom>
                <a:rect b="b" l="l" r="r" t="t"/>
                <a:pathLst>
                  <a:path extrusionOk="0" h="1934" w="2390">
                    <a:moveTo>
                      <a:pt x="2091" y="0"/>
                    </a:moveTo>
                    <a:lnTo>
                      <a:pt x="1966" y="63"/>
                    </a:lnTo>
                    <a:lnTo>
                      <a:pt x="1054" y="707"/>
                    </a:lnTo>
                    <a:lnTo>
                      <a:pt x="142" y="1368"/>
                    </a:lnTo>
                    <a:lnTo>
                      <a:pt x="32" y="1462"/>
                    </a:lnTo>
                    <a:lnTo>
                      <a:pt x="1" y="1682"/>
                    </a:lnTo>
                    <a:lnTo>
                      <a:pt x="111" y="1871"/>
                    </a:lnTo>
                    <a:lnTo>
                      <a:pt x="315" y="1933"/>
                    </a:lnTo>
                    <a:lnTo>
                      <a:pt x="425" y="1871"/>
                    </a:lnTo>
                    <a:lnTo>
                      <a:pt x="1353" y="1226"/>
                    </a:lnTo>
                    <a:lnTo>
                      <a:pt x="2264" y="566"/>
                    </a:lnTo>
                    <a:lnTo>
                      <a:pt x="2359" y="472"/>
                    </a:lnTo>
                    <a:lnTo>
                      <a:pt x="2390" y="252"/>
                    </a:lnTo>
                    <a:lnTo>
                      <a:pt x="2280" y="63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78" name="Google Shape;3178;p43"/>
              <p:cNvSpPr/>
              <p:nvPr/>
            </p:nvSpPr>
            <p:spPr>
              <a:xfrm>
                <a:off x="922468" y="1594978"/>
                <a:ext cx="15509" cy="45961"/>
              </a:xfrm>
              <a:custGeom>
                <a:rect b="b" l="l" r="r" t="t"/>
                <a:pathLst>
                  <a:path extrusionOk="0" h="2516" w="849">
                    <a:moveTo>
                      <a:pt x="487" y="0"/>
                    </a:moveTo>
                    <a:lnTo>
                      <a:pt x="314" y="95"/>
                    </a:lnTo>
                    <a:lnTo>
                      <a:pt x="283" y="220"/>
                    </a:lnTo>
                    <a:lnTo>
                      <a:pt x="142" y="1179"/>
                    </a:lnTo>
                    <a:lnTo>
                      <a:pt x="0" y="2138"/>
                    </a:lnTo>
                    <a:lnTo>
                      <a:pt x="0" y="2279"/>
                    </a:lnTo>
                    <a:lnTo>
                      <a:pt x="142" y="2452"/>
                    </a:lnTo>
                    <a:lnTo>
                      <a:pt x="362" y="2515"/>
                    </a:lnTo>
                    <a:lnTo>
                      <a:pt x="534" y="2421"/>
                    </a:lnTo>
                    <a:lnTo>
                      <a:pt x="566" y="2295"/>
                    </a:lnTo>
                    <a:lnTo>
                      <a:pt x="707" y="1336"/>
                    </a:lnTo>
                    <a:lnTo>
                      <a:pt x="849" y="378"/>
                    </a:lnTo>
                    <a:lnTo>
                      <a:pt x="849" y="252"/>
                    </a:lnTo>
                    <a:lnTo>
                      <a:pt x="707" y="63"/>
                    </a:ln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79" name="Google Shape;3179;p43"/>
              <p:cNvSpPr/>
              <p:nvPr/>
            </p:nvSpPr>
            <p:spPr>
              <a:xfrm>
                <a:off x="898337" y="1614212"/>
                <a:ext cx="33338" cy="27876"/>
              </a:xfrm>
              <a:custGeom>
                <a:rect b="b" l="l" r="r" t="t"/>
                <a:pathLst>
                  <a:path extrusionOk="0" h="1526" w="1825">
                    <a:moveTo>
                      <a:pt x="394" y="0"/>
                    </a:moveTo>
                    <a:lnTo>
                      <a:pt x="174" y="32"/>
                    </a:lnTo>
                    <a:lnTo>
                      <a:pt x="17" y="189"/>
                    </a:lnTo>
                    <a:lnTo>
                      <a:pt x="1" y="393"/>
                    </a:lnTo>
                    <a:lnTo>
                      <a:pt x="95" y="488"/>
                    </a:lnTo>
                    <a:lnTo>
                      <a:pt x="708" y="975"/>
                    </a:lnTo>
                    <a:lnTo>
                      <a:pt x="1321" y="1447"/>
                    </a:lnTo>
                    <a:lnTo>
                      <a:pt x="1431" y="1525"/>
                    </a:lnTo>
                    <a:lnTo>
                      <a:pt x="1667" y="1494"/>
                    </a:lnTo>
                    <a:lnTo>
                      <a:pt x="1808" y="1336"/>
                    </a:lnTo>
                    <a:lnTo>
                      <a:pt x="1824" y="1132"/>
                    </a:lnTo>
                    <a:lnTo>
                      <a:pt x="1730" y="1038"/>
                    </a:lnTo>
                    <a:lnTo>
                      <a:pt x="1117" y="551"/>
                    </a:lnTo>
                    <a:lnTo>
                      <a:pt x="504" y="79"/>
                    </a:lnTo>
                    <a:lnTo>
                      <a:pt x="3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180" name="Google Shape;3180;p43"/>
            <p:cNvSpPr txBox="1"/>
            <p:nvPr/>
          </p:nvSpPr>
          <p:spPr>
            <a:xfrm>
              <a:off x="3111500" y="1843575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 is the biggest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81" name="Google Shape;3181;p43"/>
            <p:cNvSpPr txBox="1"/>
            <p:nvPr/>
          </p:nvSpPr>
          <p:spPr>
            <a:xfrm>
              <a:off x="3111500" y="2151988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 is the third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82" name="Google Shape;3182;p43"/>
            <p:cNvSpPr txBox="1"/>
            <p:nvPr/>
          </p:nvSpPr>
          <p:spPr>
            <a:xfrm>
              <a:off x="3111500" y="2460413"/>
              <a:ext cx="12759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 is the fourth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83" name="Google Shape;3183;p43"/>
          <p:cNvGrpSpPr/>
          <p:nvPr/>
        </p:nvGrpSpPr>
        <p:grpSpPr>
          <a:xfrm>
            <a:off x="6873331" y="3020375"/>
            <a:ext cx="1811419" cy="1560101"/>
            <a:chOff x="6873331" y="3020375"/>
            <a:chExt cx="1811419" cy="1560101"/>
          </a:xfrm>
        </p:grpSpPr>
        <p:sp>
          <p:nvSpPr>
            <p:cNvPr id="3184" name="Google Shape;3184;p43"/>
            <p:cNvSpPr/>
            <p:nvPr/>
          </p:nvSpPr>
          <p:spPr>
            <a:xfrm flipH="1">
              <a:off x="6873331" y="3321498"/>
              <a:ext cx="1811419" cy="1258979"/>
            </a:xfrm>
            <a:custGeom>
              <a:rect b="b" l="l" r="r" t="t"/>
              <a:pathLst>
                <a:path extrusionOk="0" h="24738" w="40447">
                  <a:moveTo>
                    <a:pt x="7557" y="1"/>
                  </a:moveTo>
                  <a:cubicBezTo>
                    <a:pt x="6856" y="1"/>
                    <a:pt x="6856" y="334"/>
                    <a:pt x="6155" y="334"/>
                  </a:cubicBezTo>
                  <a:cubicBezTo>
                    <a:pt x="5453" y="334"/>
                    <a:pt x="5453" y="264"/>
                    <a:pt x="4735" y="264"/>
                  </a:cubicBezTo>
                  <a:cubicBezTo>
                    <a:pt x="4033" y="264"/>
                    <a:pt x="4033" y="456"/>
                    <a:pt x="3332" y="456"/>
                  </a:cubicBezTo>
                  <a:cubicBezTo>
                    <a:pt x="3272" y="456"/>
                    <a:pt x="3212" y="456"/>
                    <a:pt x="3153" y="456"/>
                  </a:cubicBezTo>
                  <a:cubicBezTo>
                    <a:pt x="2680" y="456"/>
                    <a:pt x="2247" y="470"/>
                    <a:pt x="1842" y="719"/>
                  </a:cubicBezTo>
                  <a:cubicBezTo>
                    <a:pt x="1386" y="982"/>
                    <a:pt x="878" y="1298"/>
                    <a:pt x="632" y="1736"/>
                  </a:cubicBezTo>
                  <a:cubicBezTo>
                    <a:pt x="369" y="2192"/>
                    <a:pt x="334" y="2753"/>
                    <a:pt x="334" y="3297"/>
                  </a:cubicBezTo>
                  <a:cubicBezTo>
                    <a:pt x="334" y="3998"/>
                    <a:pt x="71" y="3998"/>
                    <a:pt x="71" y="4699"/>
                  </a:cubicBezTo>
                  <a:cubicBezTo>
                    <a:pt x="71" y="5400"/>
                    <a:pt x="18" y="5400"/>
                    <a:pt x="18" y="6084"/>
                  </a:cubicBezTo>
                  <a:cubicBezTo>
                    <a:pt x="18" y="6785"/>
                    <a:pt x="334" y="6785"/>
                    <a:pt x="334" y="7487"/>
                  </a:cubicBezTo>
                  <a:cubicBezTo>
                    <a:pt x="334" y="8170"/>
                    <a:pt x="281" y="8170"/>
                    <a:pt x="281" y="8872"/>
                  </a:cubicBezTo>
                  <a:cubicBezTo>
                    <a:pt x="281" y="9573"/>
                    <a:pt x="1" y="9573"/>
                    <a:pt x="1" y="10274"/>
                  </a:cubicBezTo>
                  <a:cubicBezTo>
                    <a:pt x="1" y="10958"/>
                    <a:pt x="211" y="10958"/>
                    <a:pt x="211" y="11659"/>
                  </a:cubicBezTo>
                  <a:cubicBezTo>
                    <a:pt x="211" y="12360"/>
                    <a:pt x="124" y="12360"/>
                    <a:pt x="124" y="13044"/>
                  </a:cubicBezTo>
                  <a:cubicBezTo>
                    <a:pt x="124" y="13745"/>
                    <a:pt x="352" y="13745"/>
                    <a:pt x="352" y="14447"/>
                  </a:cubicBezTo>
                  <a:cubicBezTo>
                    <a:pt x="352" y="15130"/>
                    <a:pt x="439" y="15130"/>
                    <a:pt x="439" y="15832"/>
                  </a:cubicBezTo>
                  <a:cubicBezTo>
                    <a:pt x="439" y="16533"/>
                    <a:pt x="89" y="16533"/>
                    <a:pt x="89" y="17234"/>
                  </a:cubicBezTo>
                  <a:cubicBezTo>
                    <a:pt x="89" y="17918"/>
                    <a:pt x="334" y="17918"/>
                    <a:pt x="334" y="18619"/>
                  </a:cubicBezTo>
                  <a:cubicBezTo>
                    <a:pt x="334" y="19321"/>
                    <a:pt x="106" y="19321"/>
                    <a:pt x="106" y="20004"/>
                  </a:cubicBezTo>
                  <a:cubicBezTo>
                    <a:pt x="106" y="20706"/>
                    <a:pt x="422" y="20706"/>
                    <a:pt x="422" y="21407"/>
                  </a:cubicBezTo>
                  <a:cubicBezTo>
                    <a:pt x="422" y="21915"/>
                    <a:pt x="562" y="22406"/>
                    <a:pt x="842" y="22844"/>
                  </a:cubicBezTo>
                  <a:cubicBezTo>
                    <a:pt x="1105" y="23300"/>
                    <a:pt x="1351" y="23791"/>
                    <a:pt x="1807" y="24054"/>
                  </a:cubicBezTo>
                  <a:cubicBezTo>
                    <a:pt x="2263" y="24317"/>
                    <a:pt x="2789" y="24738"/>
                    <a:pt x="3350" y="24738"/>
                  </a:cubicBezTo>
                  <a:cubicBezTo>
                    <a:pt x="4051" y="24738"/>
                    <a:pt x="4051" y="24247"/>
                    <a:pt x="4752" y="24247"/>
                  </a:cubicBezTo>
                  <a:cubicBezTo>
                    <a:pt x="5453" y="24247"/>
                    <a:pt x="5453" y="24475"/>
                    <a:pt x="6172" y="24475"/>
                  </a:cubicBezTo>
                  <a:cubicBezTo>
                    <a:pt x="6873" y="24475"/>
                    <a:pt x="6873" y="24527"/>
                    <a:pt x="7575" y="24527"/>
                  </a:cubicBezTo>
                  <a:cubicBezTo>
                    <a:pt x="8276" y="24527"/>
                    <a:pt x="8276" y="24387"/>
                    <a:pt x="8977" y="24387"/>
                  </a:cubicBezTo>
                  <a:cubicBezTo>
                    <a:pt x="9678" y="24387"/>
                    <a:pt x="9678" y="24633"/>
                    <a:pt x="10397" y="24633"/>
                  </a:cubicBezTo>
                  <a:cubicBezTo>
                    <a:pt x="11099" y="24633"/>
                    <a:pt x="11099" y="24229"/>
                    <a:pt x="11800" y="24229"/>
                  </a:cubicBezTo>
                  <a:cubicBezTo>
                    <a:pt x="12501" y="24229"/>
                    <a:pt x="12501" y="24300"/>
                    <a:pt x="13202" y="24300"/>
                  </a:cubicBezTo>
                  <a:cubicBezTo>
                    <a:pt x="13904" y="24300"/>
                    <a:pt x="13904" y="24370"/>
                    <a:pt x="14622" y="24370"/>
                  </a:cubicBezTo>
                  <a:cubicBezTo>
                    <a:pt x="15324" y="24370"/>
                    <a:pt x="15324" y="24650"/>
                    <a:pt x="16025" y="24650"/>
                  </a:cubicBezTo>
                  <a:cubicBezTo>
                    <a:pt x="16726" y="24650"/>
                    <a:pt x="16726" y="24685"/>
                    <a:pt x="17428" y="24685"/>
                  </a:cubicBezTo>
                  <a:cubicBezTo>
                    <a:pt x="18129" y="24685"/>
                    <a:pt x="18129" y="24668"/>
                    <a:pt x="18848" y="24668"/>
                  </a:cubicBezTo>
                  <a:cubicBezTo>
                    <a:pt x="19549" y="24668"/>
                    <a:pt x="19549" y="24545"/>
                    <a:pt x="20250" y="24545"/>
                  </a:cubicBezTo>
                  <a:cubicBezTo>
                    <a:pt x="20951" y="24545"/>
                    <a:pt x="20951" y="24335"/>
                    <a:pt x="21653" y="24335"/>
                  </a:cubicBezTo>
                  <a:lnTo>
                    <a:pt x="23073" y="24335"/>
                  </a:lnTo>
                  <a:cubicBezTo>
                    <a:pt x="23774" y="24335"/>
                    <a:pt x="23774" y="24405"/>
                    <a:pt x="24475" y="24405"/>
                  </a:cubicBezTo>
                  <a:cubicBezTo>
                    <a:pt x="25177" y="24405"/>
                    <a:pt x="25177" y="24598"/>
                    <a:pt x="25878" y="24598"/>
                  </a:cubicBezTo>
                  <a:cubicBezTo>
                    <a:pt x="26579" y="24598"/>
                    <a:pt x="26579" y="24492"/>
                    <a:pt x="27280" y="24492"/>
                  </a:cubicBezTo>
                  <a:cubicBezTo>
                    <a:pt x="27999" y="24492"/>
                    <a:pt x="27982" y="24510"/>
                    <a:pt x="28700" y="24510"/>
                  </a:cubicBezTo>
                  <a:cubicBezTo>
                    <a:pt x="29402" y="24510"/>
                    <a:pt x="29402" y="24300"/>
                    <a:pt x="30103" y="24300"/>
                  </a:cubicBezTo>
                  <a:cubicBezTo>
                    <a:pt x="30804" y="24300"/>
                    <a:pt x="30804" y="24633"/>
                    <a:pt x="31506" y="24633"/>
                  </a:cubicBezTo>
                  <a:cubicBezTo>
                    <a:pt x="32207" y="24633"/>
                    <a:pt x="32224" y="24510"/>
                    <a:pt x="32926" y="24510"/>
                  </a:cubicBezTo>
                  <a:cubicBezTo>
                    <a:pt x="33627" y="24510"/>
                    <a:pt x="33627" y="24685"/>
                    <a:pt x="34328" y="24685"/>
                  </a:cubicBezTo>
                  <a:cubicBezTo>
                    <a:pt x="35029" y="24685"/>
                    <a:pt x="35029" y="24527"/>
                    <a:pt x="35731" y="24527"/>
                  </a:cubicBezTo>
                  <a:cubicBezTo>
                    <a:pt x="36432" y="24527"/>
                    <a:pt x="36432" y="24300"/>
                    <a:pt x="37133" y="24300"/>
                  </a:cubicBezTo>
                  <a:cubicBezTo>
                    <a:pt x="37499" y="24300"/>
                    <a:pt x="37895" y="24411"/>
                    <a:pt x="38257" y="24411"/>
                  </a:cubicBezTo>
                  <a:cubicBezTo>
                    <a:pt x="38450" y="24411"/>
                    <a:pt x="38634" y="24380"/>
                    <a:pt x="38799" y="24282"/>
                  </a:cubicBezTo>
                  <a:cubicBezTo>
                    <a:pt x="39255" y="24019"/>
                    <a:pt x="39605" y="23458"/>
                    <a:pt x="39868" y="22985"/>
                  </a:cubicBezTo>
                  <a:cubicBezTo>
                    <a:pt x="40114" y="22494"/>
                    <a:pt x="40219" y="21950"/>
                    <a:pt x="40201" y="21407"/>
                  </a:cubicBezTo>
                  <a:cubicBezTo>
                    <a:pt x="40201" y="20706"/>
                    <a:pt x="40166" y="20706"/>
                    <a:pt x="40166" y="20004"/>
                  </a:cubicBezTo>
                  <a:cubicBezTo>
                    <a:pt x="40166" y="19321"/>
                    <a:pt x="40289" y="19321"/>
                    <a:pt x="40289" y="18619"/>
                  </a:cubicBezTo>
                  <a:cubicBezTo>
                    <a:pt x="40289" y="17918"/>
                    <a:pt x="40254" y="17918"/>
                    <a:pt x="40254" y="17234"/>
                  </a:cubicBezTo>
                  <a:cubicBezTo>
                    <a:pt x="40254" y="16533"/>
                    <a:pt x="40149" y="16533"/>
                    <a:pt x="40149" y="15832"/>
                  </a:cubicBezTo>
                  <a:cubicBezTo>
                    <a:pt x="40149" y="15130"/>
                    <a:pt x="40447" y="15130"/>
                    <a:pt x="40447" y="14447"/>
                  </a:cubicBezTo>
                  <a:cubicBezTo>
                    <a:pt x="40447" y="13745"/>
                    <a:pt x="40254" y="13745"/>
                    <a:pt x="40254" y="13044"/>
                  </a:cubicBezTo>
                  <a:cubicBezTo>
                    <a:pt x="40254" y="12360"/>
                    <a:pt x="40412" y="12360"/>
                    <a:pt x="40412" y="11659"/>
                  </a:cubicBezTo>
                  <a:cubicBezTo>
                    <a:pt x="40412" y="10958"/>
                    <a:pt x="39956" y="10958"/>
                    <a:pt x="39956" y="10274"/>
                  </a:cubicBezTo>
                  <a:cubicBezTo>
                    <a:pt x="39956" y="9573"/>
                    <a:pt x="40342" y="9573"/>
                    <a:pt x="40342" y="8872"/>
                  </a:cubicBezTo>
                  <a:cubicBezTo>
                    <a:pt x="40342" y="8170"/>
                    <a:pt x="40149" y="8170"/>
                    <a:pt x="40149" y="7487"/>
                  </a:cubicBezTo>
                  <a:cubicBezTo>
                    <a:pt x="40149" y="6785"/>
                    <a:pt x="40324" y="6785"/>
                    <a:pt x="40324" y="6084"/>
                  </a:cubicBezTo>
                  <a:cubicBezTo>
                    <a:pt x="40324" y="5400"/>
                    <a:pt x="39938" y="5400"/>
                    <a:pt x="39938" y="4699"/>
                  </a:cubicBezTo>
                  <a:cubicBezTo>
                    <a:pt x="39938" y="3998"/>
                    <a:pt x="40061" y="3998"/>
                    <a:pt x="40061" y="3314"/>
                  </a:cubicBezTo>
                  <a:cubicBezTo>
                    <a:pt x="40061" y="2753"/>
                    <a:pt x="40236" y="2122"/>
                    <a:pt x="39973" y="1666"/>
                  </a:cubicBezTo>
                  <a:cubicBezTo>
                    <a:pt x="39693" y="1210"/>
                    <a:pt x="39132" y="912"/>
                    <a:pt x="38658" y="649"/>
                  </a:cubicBezTo>
                  <a:cubicBezTo>
                    <a:pt x="38203" y="351"/>
                    <a:pt x="37677" y="176"/>
                    <a:pt x="37133" y="158"/>
                  </a:cubicBezTo>
                  <a:cubicBezTo>
                    <a:pt x="36432" y="158"/>
                    <a:pt x="36432" y="386"/>
                    <a:pt x="35731" y="386"/>
                  </a:cubicBezTo>
                  <a:cubicBezTo>
                    <a:pt x="35012" y="386"/>
                    <a:pt x="35012" y="334"/>
                    <a:pt x="34311" y="334"/>
                  </a:cubicBezTo>
                  <a:cubicBezTo>
                    <a:pt x="33609" y="334"/>
                    <a:pt x="33609" y="88"/>
                    <a:pt x="32908" y="88"/>
                  </a:cubicBezTo>
                  <a:cubicBezTo>
                    <a:pt x="32207" y="88"/>
                    <a:pt x="32207" y="211"/>
                    <a:pt x="31488" y="211"/>
                  </a:cubicBezTo>
                  <a:cubicBezTo>
                    <a:pt x="30787" y="211"/>
                    <a:pt x="30787" y="106"/>
                    <a:pt x="30085" y="106"/>
                  </a:cubicBezTo>
                  <a:cubicBezTo>
                    <a:pt x="29384" y="106"/>
                    <a:pt x="29384" y="316"/>
                    <a:pt x="28683" y="316"/>
                  </a:cubicBezTo>
                  <a:cubicBezTo>
                    <a:pt x="27982" y="316"/>
                    <a:pt x="27982" y="106"/>
                    <a:pt x="27263" y="106"/>
                  </a:cubicBezTo>
                  <a:cubicBezTo>
                    <a:pt x="26562" y="106"/>
                    <a:pt x="26562" y="229"/>
                    <a:pt x="25860" y="229"/>
                  </a:cubicBezTo>
                  <a:cubicBezTo>
                    <a:pt x="25159" y="229"/>
                    <a:pt x="25159" y="369"/>
                    <a:pt x="24458" y="369"/>
                  </a:cubicBezTo>
                  <a:cubicBezTo>
                    <a:pt x="23756" y="369"/>
                    <a:pt x="23756" y="246"/>
                    <a:pt x="23038" y="246"/>
                  </a:cubicBezTo>
                  <a:cubicBezTo>
                    <a:pt x="22336" y="246"/>
                    <a:pt x="22336" y="158"/>
                    <a:pt x="21635" y="158"/>
                  </a:cubicBezTo>
                  <a:cubicBezTo>
                    <a:pt x="20934" y="158"/>
                    <a:pt x="20934" y="299"/>
                    <a:pt x="20233" y="299"/>
                  </a:cubicBezTo>
                  <a:cubicBezTo>
                    <a:pt x="19531" y="299"/>
                    <a:pt x="19531" y="53"/>
                    <a:pt x="18830" y="53"/>
                  </a:cubicBezTo>
                  <a:cubicBezTo>
                    <a:pt x="18111" y="53"/>
                    <a:pt x="18111" y="421"/>
                    <a:pt x="17410" y="421"/>
                  </a:cubicBezTo>
                  <a:cubicBezTo>
                    <a:pt x="16709" y="421"/>
                    <a:pt x="16709" y="386"/>
                    <a:pt x="16007" y="386"/>
                  </a:cubicBezTo>
                  <a:cubicBezTo>
                    <a:pt x="15306" y="386"/>
                    <a:pt x="15306" y="334"/>
                    <a:pt x="14605" y="334"/>
                  </a:cubicBezTo>
                  <a:cubicBezTo>
                    <a:pt x="13886" y="334"/>
                    <a:pt x="13886" y="211"/>
                    <a:pt x="13185" y="211"/>
                  </a:cubicBezTo>
                  <a:cubicBezTo>
                    <a:pt x="12484" y="211"/>
                    <a:pt x="12484" y="492"/>
                    <a:pt x="11782" y="492"/>
                  </a:cubicBezTo>
                  <a:cubicBezTo>
                    <a:pt x="11081" y="492"/>
                    <a:pt x="11081" y="264"/>
                    <a:pt x="10380" y="264"/>
                  </a:cubicBezTo>
                  <a:cubicBezTo>
                    <a:pt x="9678" y="264"/>
                    <a:pt x="9661" y="123"/>
                    <a:pt x="8960" y="123"/>
                  </a:cubicBezTo>
                  <a:cubicBezTo>
                    <a:pt x="8258" y="123"/>
                    <a:pt x="8258" y="1"/>
                    <a:pt x="7557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43"/>
            <p:cNvSpPr/>
            <p:nvPr/>
          </p:nvSpPr>
          <p:spPr>
            <a:xfrm flipH="1" rot="-385653">
              <a:off x="7153905" y="3089020"/>
              <a:ext cx="1250266" cy="425038"/>
            </a:xfrm>
            <a:custGeom>
              <a:rect b="b" l="l" r="r" t="t"/>
              <a:pathLst>
                <a:path extrusionOk="0" h="6601" w="15517">
                  <a:moveTo>
                    <a:pt x="14011" y="0"/>
                  </a:moveTo>
                  <a:cubicBezTo>
                    <a:pt x="13784" y="0"/>
                    <a:pt x="13532" y="91"/>
                    <a:pt x="13290" y="116"/>
                  </a:cubicBezTo>
                  <a:cubicBezTo>
                    <a:pt x="13244" y="122"/>
                    <a:pt x="13203" y="125"/>
                    <a:pt x="13166" y="125"/>
                  </a:cubicBezTo>
                  <a:cubicBezTo>
                    <a:pt x="12911" y="125"/>
                    <a:pt x="12827" y="2"/>
                    <a:pt x="12572" y="2"/>
                  </a:cubicBezTo>
                  <a:cubicBezTo>
                    <a:pt x="12534" y="2"/>
                    <a:pt x="12494" y="5"/>
                    <a:pt x="12448" y="11"/>
                  </a:cubicBezTo>
                  <a:cubicBezTo>
                    <a:pt x="12027" y="64"/>
                    <a:pt x="12027" y="64"/>
                    <a:pt x="11624" y="116"/>
                  </a:cubicBezTo>
                  <a:cubicBezTo>
                    <a:pt x="11203" y="169"/>
                    <a:pt x="11221" y="186"/>
                    <a:pt x="10800" y="221"/>
                  </a:cubicBezTo>
                  <a:cubicBezTo>
                    <a:pt x="10379" y="256"/>
                    <a:pt x="10414" y="449"/>
                    <a:pt x="9994" y="484"/>
                  </a:cubicBezTo>
                  <a:cubicBezTo>
                    <a:pt x="9967" y="487"/>
                    <a:pt x="9942" y="488"/>
                    <a:pt x="9919" y="488"/>
                  </a:cubicBezTo>
                  <a:cubicBezTo>
                    <a:pt x="9593" y="488"/>
                    <a:pt x="9536" y="288"/>
                    <a:pt x="9209" y="288"/>
                  </a:cubicBezTo>
                  <a:cubicBezTo>
                    <a:pt x="9186" y="288"/>
                    <a:pt x="9161" y="289"/>
                    <a:pt x="9135" y="292"/>
                  </a:cubicBezTo>
                  <a:cubicBezTo>
                    <a:pt x="8731" y="344"/>
                    <a:pt x="8731" y="379"/>
                    <a:pt x="8311" y="432"/>
                  </a:cubicBezTo>
                  <a:cubicBezTo>
                    <a:pt x="7907" y="484"/>
                    <a:pt x="7925" y="695"/>
                    <a:pt x="7522" y="747"/>
                  </a:cubicBezTo>
                  <a:cubicBezTo>
                    <a:pt x="7101" y="782"/>
                    <a:pt x="7118" y="817"/>
                    <a:pt x="6698" y="870"/>
                  </a:cubicBezTo>
                  <a:cubicBezTo>
                    <a:pt x="6614" y="881"/>
                    <a:pt x="6547" y="885"/>
                    <a:pt x="6490" y="885"/>
                  </a:cubicBezTo>
                  <a:cubicBezTo>
                    <a:pt x="6311" y="885"/>
                    <a:pt x="6225" y="845"/>
                    <a:pt x="6019" y="845"/>
                  </a:cubicBezTo>
                  <a:cubicBezTo>
                    <a:pt x="5972" y="845"/>
                    <a:pt x="5919" y="847"/>
                    <a:pt x="5856" y="853"/>
                  </a:cubicBezTo>
                  <a:cubicBezTo>
                    <a:pt x="5453" y="905"/>
                    <a:pt x="5453" y="958"/>
                    <a:pt x="5050" y="1010"/>
                  </a:cubicBezTo>
                  <a:cubicBezTo>
                    <a:pt x="4629" y="1045"/>
                    <a:pt x="4629" y="1133"/>
                    <a:pt x="4226" y="1168"/>
                  </a:cubicBezTo>
                  <a:cubicBezTo>
                    <a:pt x="4167" y="1176"/>
                    <a:pt x="4116" y="1179"/>
                    <a:pt x="4071" y="1179"/>
                  </a:cubicBezTo>
                  <a:cubicBezTo>
                    <a:pt x="3854" y="1179"/>
                    <a:pt x="3772" y="1105"/>
                    <a:pt x="3546" y="1105"/>
                  </a:cubicBezTo>
                  <a:cubicBezTo>
                    <a:pt x="3499" y="1105"/>
                    <a:pt x="3446" y="1108"/>
                    <a:pt x="3384" y="1116"/>
                  </a:cubicBezTo>
                  <a:cubicBezTo>
                    <a:pt x="2981" y="1151"/>
                    <a:pt x="2981" y="1221"/>
                    <a:pt x="2560" y="1256"/>
                  </a:cubicBezTo>
                  <a:cubicBezTo>
                    <a:pt x="2359" y="1282"/>
                    <a:pt x="2258" y="1282"/>
                    <a:pt x="2155" y="1282"/>
                  </a:cubicBezTo>
                  <a:cubicBezTo>
                    <a:pt x="2052" y="1282"/>
                    <a:pt x="1947" y="1282"/>
                    <a:pt x="1736" y="1308"/>
                  </a:cubicBezTo>
                  <a:cubicBezTo>
                    <a:pt x="1403" y="1326"/>
                    <a:pt x="1088" y="1431"/>
                    <a:pt x="825" y="1624"/>
                  </a:cubicBezTo>
                  <a:cubicBezTo>
                    <a:pt x="527" y="1799"/>
                    <a:pt x="299" y="2062"/>
                    <a:pt x="123" y="2360"/>
                  </a:cubicBezTo>
                  <a:cubicBezTo>
                    <a:pt x="18" y="2676"/>
                    <a:pt x="1" y="3026"/>
                    <a:pt x="53" y="3360"/>
                  </a:cubicBezTo>
                  <a:cubicBezTo>
                    <a:pt x="106" y="3763"/>
                    <a:pt x="36" y="3763"/>
                    <a:pt x="71" y="4166"/>
                  </a:cubicBezTo>
                  <a:cubicBezTo>
                    <a:pt x="123" y="4569"/>
                    <a:pt x="123" y="4569"/>
                    <a:pt x="176" y="4972"/>
                  </a:cubicBezTo>
                  <a:cubicBezTo>
                    <a:pt x="229" y="5306"/>
                    <a:pt x="369" y="5621"/>
                    <a:pt x="579" y="5884"/>
                  </a:cubicBezTo>
                  <a:cubicBezTo>
                    <a:pt x="772" y="6165"/>
                    <a:pt x="1035" y="6410"/>
                    <a:pt x="1333" y="6568"/>
                  </a:cubicBezTo>
                  <a:cubicBezTo>
                    <a:pt x="1385" y="6591"/>
                    <a:pt x="1441" y="6600"/>
                    <a:pt x="1499" y="6600"/>
                  </a:cubicBezTo>
                  <a:cubicBezTo>
                    <a:pt x="1750" y="6600"/>
                    <a:pt x="2044" y="6421"/>
                    <a:pt x="2315" y="6393"/>
                  </a:cubicBezTo>
                  <a:cubicBezTo>
                    <a:pt x="2736" y="6340"/>
                    <a:pt x="2736" y="6375"/>
                    <a:pt x="3156" y="6322"/>
                  </a:cubicBezTo>
                  <a:cubicBezTo>
                    <a:pt x="3205" y="6316"/>
                    <a:pt x="3248" y="6313"/>
                    <a:pt x="3287" y="6313"/>
                  </a:cubicBezTo>
                  <a:cubicBezTo>
                    <a:pt x="3543" y="6313"/>
                    <a:pt x="3615" y="6432"/>
                    <a:pt x="3900" y="6432"/>
                  </a:cubicBezTo>
                  <a:cubicBezTo>
                    <a:pt x="3930" y="6432"/>
                    <a:pt x="3962" y="6431"/>
                    <a:pt x="3998" y="6428"/>
                  </a:cubicBezTo>
                  <a:cubicBezTo>
                    <a:pt x="4401" y="6375"/>
                    <a:pt x="4384" y="6165"/>
                    <a:pt x="4804" y="6130"/>
                  </a:cubicBezTo>
                  <a:cubicBezTo>
                    <a:pt x="4875" y="6123"/>
                    <a:pt x="4934" y="6121"/>
                    <a:pt x="4986" y="6121"/>
                  </a:cubicBezTo>
                  <a:cubicBezTo>
                    <a:pt x="5155" y="6121"/>
                    <a:pt x="5240" y="6147"/>
                    <a:pt x="5392" y="6147"/>
                  </a:cubicBezTo>
                  <a:cubicBezTo>
                    <a:pt x="5455" y="6147"/>
                    <a:pt x="5530" y="6142"/>
                    <a:pt x="5628" y="6130"/>
                  </a:cubicBezTo>
                  <a:cubicBezTo>
                    <a:pt x="5839" y="6103"/>
                    <a:pt x="5944" y="6103"/>
                    <a:pt x="6049" y="6103"/>
                  </a:cubicBezTo>
                  <a:cubicBezTo>
                    <a:pt x="6154" y="6103"/>
                    <a:pt x="6259" y="6103"/>
                    <a:pt x="6470" y="6077"/>
                  </a:cubicBezTo>
                  <a:cubicBezTo>
                    <a:pt x="6671" y="6051"/>
                    <a:pt x="6772" y="6051"/>
                    <a:pt x="6875" y="6051"/>
                  </a:cubicBezTo>
                  <a:cubicBezTo>
                    <a:pt x="6978" y="6051"/>
                    <a:pt x="7083" y="6051"/>
                    <a:pt x="7294" y="6024"/>
                  </a:cubicBezTo>
                  <a:cubicBezTo>
                    <a:pt x="7697" y="5989"/>
                    <a:pt x="7697" y="5972"/>
                    <a:pt x="8118" y="5919"/>
                  </a:cubicBezTo>
                  <a:cubicBezTo>
                    <a:pt x="8521" y="5884"/>
                    <a:pt x="8539" y="5902"/>
                    <a:pt x="8942" y="5849"/>
                  </a:cubicBezTo>
                  <a:cubicBezTo>
                    <a:pt x="9010" y="5840"/>
                    <a:pt x="9068" y="5837"/>
                    <a:pt x="9118" y="5837"/>
                  </a:cubicBezTo>
                  <a:cubicBezTo>
                    <a:pt x="9324" y="5837"/>
                    <a:pt x="9401" y="5896"/>
                    <a:pt x="9608" y="5896"/>
                  </a:cubicBezTo>
                  <a:cubicBezTo>
                    <a:pt x="9657" y="5896"/>
                    <a:pt x="9715" y="5893"/>
                    <a:pt x="9783" y="5884"/>
                  </a:cubicBezTo>
                  <a:cubicBezTo>
                    <a:pt x="10187" y="5832"/>
                    <a:pt x="10187" y="5761"/>
                    <a:pt x="10590" y="5709"/>
                  </a:cubicBezTo>
                  <a:cubicBezTo>
                    <a:pt x="11011" y="5656"/>
                    <a:pt x="10993" y="5551"/>
                    <a:pt x="11414" y="5498"/>
                  </a:cubicBezTo>
                  <a:cubicBezTo>
                    <a:pt x="11817" y="5463"/>
                    <a:pt x="11817" y="5358"/>
                    <a:pt x="12220" y="5323"/>
                  </a:cubicBezTo>
                  <a:cubicBezTo>
                    <a:pt x="12641" y="5271"/>
                    <a:pt x="12641" y="5235"/>
                    <a:pt x="13044" y="5200"/>
                  </a:cubicBezTo>
                  <a:cubicBezTo>
                    <a:pt x="13175" y="5184"/>
                    <a:pt x="13265" y="5180"/>
                    <a:pt x="13340" y="5180"/>
                  </a:cubicBezTo>
                  <a:cubicBezTo>
                    <a:pt x="13430" y="5180"/>
                    <a:pt x="13496" y="5186"/>
                    <a:pt x="13584" y="5186"/>
                  </a:cubicBezTo>
                  <a:cubicBezTo>
                    <a:pt x="13656" y="5186"/>
                    <a:pt x="13743" y="5182"/>
                    <a:pt x="13868" y="5165"/>
                  </a:cubicBezTo>
                  <a:cubicBezTo>
                    <a:pt x="14815" y="5025"/>
                    <a:pt x="15464" y="4166"/>
                    <a:pt x="15358" y="3219"/>
                  </a:cubicBezTo>
                  <a:cubicBezTo>
                    <a:pt x="15306" y="2834"/>
                    <a:pt x="15516" y="2799"/>
                    <a:pt x="15464" y="2413"/>
                  </a:cubicBezTo>
                  <a:cubicBezTo>
                    <a:pt x="15411" y="2010"/>
                    <a:pt x="15236" y="2027"/>
                    <a:pt x="15201" y="1624"/>
                  </a:cubicBezTo>
                  <a:cubicBezTo>
                    <a:pt x="15148" y="1291"/>
                    <a:pt x="15253" y="905"/>
                    <a:pt x="15060" y="660"/>
                  </a:cubicBezTo>
                  <a:cubicBezTo>
                    <a:pt x="14850" y="397"/>
                    <a:pt x="14569" y="186"/>
                    <a:pt x="14254" y="46"/>
                  </a:cubicBezTo>
                  <a:cubicBezTo>
                    <a:pt x="14178" y="13"/>
                    <a:pt x="14096" y="0"/>
                    <a:pt x="140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43"/>
            <p:cNvSpPr txBox="1"/>
            <p:nvPr/>
          </p:nvSpPr>
          <p:spPr>
            <a:xfrm flipH="1">
              <a:off x="7177088" y="3141114"/>
              <a:ext cx="12039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Social Media</a:t>
              </a:r>
              <a:endParaRPr sz="1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87" name="Google Shape;3187;p43"/>
            <p:cNvSpPr/>
            <p:nvPr/>
          </p:nvSpPr>
          <p:spPr>
            <a:xfrm>
              <a:off x="7263130" y="3612437"/>
              <a:ext cx="11814" cy="37380"/>
            </a:xfrm>
            <a:custGeom>
              <a:rect b="b" l="l" r="r" t="t"/>
              <a:pathLst>
                <a:path extrusionOk="0" h="3354" w="1060">
                  <a:moveTo>
                    <a:pt x="331" y="1"/>
                  </a:moveTo>
                  <a:cubicBezTo>
                    <a:pt x="165" y="1"/>
                    <a:pt x="1" y="175"/>
                    <a:pt x="115" y="360"/>
                  </a:cubicBezTo>
                  <a:cubicBezTo>
                    <a:pt x="579" y="1103"/>
                    <a:pt x="117" y="2305"/>
                    <a:pt x="82" y="3119"/>
                  </a:cubicBezTo>
                  <a:cubicBezTo>
                    <a:pt x="76" y="3276"/>
                    <a:pt x="191" y="3354"/>
                    <a:pt x="309" y="3354"/>
                  </a:cubicBezTo>
                  <a:cubicBezTo>
                    <a:pt x="428" y="3354"/>
                    <a:pt x="551" y="3275"/>
                    <a:pt x="558" y="3119"/>
                  </a:cubicBezTo>
                  <a:cubicBezTo>
                    <a:pt x="597" y="2190"/>
                    <a:pt x="1059" y="970"/>
                    <a:pt x="526" y="114"/>
                  </a:cubicBezTo>
                  <a:cubicBezTo>
                    <a:pt x="476" y="34"/>
                    <a:pt x="403" y="1"/>
                    <a:pt x="331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43"/>
            <p:cNvSpPr/>
            <p:nvPr/>
          </p:nvSpPr>
          <p:spPr>
            <a:xfrm>
              <a:off x="7224001" y="3645514"/>
              <a:ext cx="46118" cy="44435"/>
            </a:xfrm>
            <a:custGeom>
              <a:rect b="b" l="l" r="r" t="t"/>
              <a:pathLst>
                <a:path extrusionOk="0" h="3987" w="4138">
                  <a:moveTo>
                    <a:pt x="2043" y="0"/>
                  </a:moveTo>
                  <a:cubicBezTo>
                    <a:pt x="1469" y="0"/>
                    <a:pt x="933" y="151"/>
                    <a:pt x="568" y="718"/>
                  </a:cubicBezTo>
                  <a:cubicBezTo>
                    <a:pt x="1" y="1598"/>
                    <a:pt x="429" y="2774"/>
                    <a:pt x="357" y="3753"/>
                  </a:cubicBezTo>
                  <a:cubicBezTo>
                    <a:pt x="346" y="3909"/>
                    <a:pt x="458" y="3987"/>
                    <a:pt x="577" y="3987"/>
                  </a:cubicBezTo>
                  <a:cubicBezTo>
                    <a:pt x="696" y="3987"/>
                    <a:pt x="821" y="3909"/>
                    <a:pt x="832" y="3753"/>
                  </a:cubicBezTo>
                  <a:cubicBezTo>
                    <a:pt x="892" y="2929"/>
                    <a:pt x="616" y="2053"/>
                    <a:pt x="832" y="1248"/>
                  </a:cubicBezTo>
                  <a:cubicBezTo>
                    <a:pt x="997" y="634"/>
                    <a:pt x="1504" y="470"/>
                    <a:pt x="2080" y="470"/>
                  </a:cubicBezTo>
                  <a:cubicBezTo>
                    <a:pt x="2698" y="470"/>
                    <a:pt x="3395" y="659"/>
                    <a:pt x="3831" y="682"/>
                  </a:cubicBezTo>
                  <a:cubicBezTo>
                    <a:pt x="3836" y="682"/>
                    <a:pt x="3841" y="683"/>
                    <a:pt x="3845" y="683"/>
                  </a:cubicBezTo>
                  <a:cubicBezTo>
                    <a:pt x="4137" y="683"/>
                    <a:pt x="4132" y="211"/>
                    <a:pt x="3831" y="195"/>
                  </a:cubicBezTo>
                  <a:cubicBezTo>
                    <a:pt x="3295" y="168"/>
                    <a:pt x="2647" y="0"/>
                    <a:pt x="204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43"/>
            <p:cNvSpPr/>
            <p:nvPr/>
          </p:nvSpPr>
          <p:spPr>
            <a:xfrm>
              <a:off x="7228771" y="3684765"/>
              <a:ext cx="40100" cy="8571"/>
            </a:xfrm>
            <a:custGeom>
              <a:rect b="b" l="l" r="r" t="t"/>
              <a:pathLst>
                <a:path extrusionOk="0" h="769" w="3598">
                  <a:moveTo>
                    <a:pt x="2113" y="0"/>
                  </a:moveTo>
                  <a:cubicBezTo>
                    <a:pt x="1497" y="0"/>
                    <a:pt x="848" y="124"/>
                    <a:pt x="307" y="132"/>
                  </a:cubicBezTo>
                  <a:cubicBezTo>
                    <a:pt x="3" y="136"/>
                    <a:pt x="1" y="618"/>
                    <a:pt x="302" y="618"/>
                  </a:cubicBezTo>
                  <a:cubicBezTo>
                    <a:pt x="304" y="618"/>
                    <a:pt x="306" y="618"/>
                    <a:pt x="307" y="618"/>
                  </a:cubicBezTo>
                  <a:cubicBezTo>
                    <a:pt x="810" y="611"/>
                    <a:pt x="1465" y="475"/>
                    <a:pt x="2069" y="475"/>
                  </a:cubicBezTo>
                  <a:cubicBezTo>
                    <a:pt x="2468" y="475"/>
                    <a:pt x="2845" y="534"/>
                    <a:pt x="3142" y="729"/>
                  </a:cubicBezTo>
                  <a:cubicBezTo>
                    <a:pt x="3185" y="756"/>
                    <a:pt x="3226" y="768"/>
                    <a:pt x="3265" y="768"/>
                  </a:cubicBezTo>
                  <a:cubicBezTo>
                    <a:pt x="3465" y="768"/>
                    <a:pt x="3597" y="450"/>
                    <a:pt x="3382" y="309"/>
                  </a:cubicBezTo>
                  <a:cubicBezTo>
                    <a:pt x="3017" y="70"/>
                    <a:pt x="2574" y="0"/>
                    <a:pt x="211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43"/>
            <p:cNvSpPr/>
            <p:nvPr/>
          </p:nvSpPr>
          <p:spPr>
            <a:xfrm>
              <a:off x="7259263" y="3689568"/>
              <a:ext cx="9808" cy="34126"/>
            </a:xfrm>
            <a:custGeom>
              <a:rect b="b" l="l" r="r" t="t"/>
              <a:pathLst>
                <a:path extrusionOk="0" h="3062" w="880">
                  <a:moveTo>
                    <a:pt x="496" y="1"/>
                  </a:moveTo>
                  <a:cubicBezTo>
                    <a:pt x="378" y="1"/>
                    <a:pt x="270" y="78"/>
                    <a:pt x="289" y="232"/>
                  </a:cubicBezTo>
                  <a:cubicBezTo>
                    <a:pt x="403" y="1127"/>
                    <a:pt x="45" y="1948"/>
                    <a:pt x="8" y="2826"/>
                  </a:cubicBezTo>
                  <a:cubicBezTo>
                    <a:pt x="1" y="2983"/>
                    <a:pt x="116" y="3061"/>
                    <a:pt x="235" y="3061"/>
                  </a:cubicBezTo>
                  <a:cubicBezTo>
                    <a:pt x="353" y="3061"/>
                    <a:pt x="476" y="2983"/>
                    <a:pt x="482" y="2826"/>
                  </a:cubicBezTo>
                  <a:cubicBezTo>
                    <a:pt x="520" y="1947"/>
                    <a:pt x="879" y="1131"/>
                    <a:pt x="764" y="232"/>
                  </a:cubicBezTo>
                  <a:cubicBezTo>
                    <a:pt x="744" y="79"/>
                    <a:pt x="615" y="1"/>
                    <a:pt x="496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43"/>
            <p:cNvSpPr/>
            <p:nvPr/>
          </p:nvSpPr>
          <p:spPr>
            <a:xfrm>
              <a:off x="7181562" y="3610966"/>
              <a:ext cx="90130" cy="75797"/>
            </a:xfrm>
            <a:custGeom>
              <a:rect b="b" l="l" r="r" t="t"/>
              <a:pathLst>
                <a:path extrusionOk="0" h="6801" w="8087">
                  <a:moveTo>
                    <a:pt x="4825" y="1"/>
                  </a:moveTo>
                  <a:cubicBezTo>
                    <a:pt x="4527" y="1"/>
                    <a:pt x="4228" y="17"/>
                    <a:pt x="3928" y="61"/>
                  </a:cubicBezTo>
                  <a:cubicBezTo>
                    <a:pt x="2821" y="221"/>
                    <a:pt x="1689" y="1003"/>
                    <a:pt x="1000" y="1877"/>
                  </a:cubicBezTo>
                  <a:cubicBezTo>
                    <a:pt x="456" y="2568"/>
                    <a:pt x="245" y="3440"/>
                    <a:pt x="218" y="4309"/>
                  </a:cubicBezTo>
                  <a:cubicBezTo>
                    <a:pt x="196" y="5011"/>
                    <a:pt x="0" y="6060"/>
                    <a:pt x="399" y="6688"/>
                  </a:cubicBezTo>
                  <a:cubicBezTo>
                    <a:pt x="450" y="6767"/>
                    <a:pt x="522" y="6800"/>
                    <a:pt x="595" y="6800"/>
                  </a:cubicBezTo>
                  <a:cubicBezTo>
                    <a:pt x="761" y="6800"/>
                    <a:pt x="925" y="6626"/>
                    <a:pt x="809" y="6442"/>
                  </a:cubicBezTo>
                  <a:cubicBezTo>
                    <a:pt x="509" y="5970"/>
                    <a:pt x="666" y="5059"/>
                    <a:pt x="685" y="4522"/>
                  </a:cubicBezTo>
                  <a:cubicBezTo>
                    <a:pt x="722" y="3457"/>
                    <a:pt x="976" y="2581"/>
                    <a:pt x="1705" y="1788"/>
                  </a:cubicBezTo>
                  <a:cubicBezTo>
                    <a:pt x="2662" y="745"/>
                    <a:pt x="3814" y="544"/>
                    <a:pt x="5019" y="544"/>
                  </a:cubicBezTo>
                  <a:cubicBezTo>
                    <a:pt x="5774" y="544"/>
                    <a:pt x="6549" y="623"/>
                    <a:pt x="7311" y="623"/>
                  </a:cubicBezTo>
                  <a:cubicBezTo>
                    <a:pt x="7468" y="623"/>
                    <a:pt x="7625" y="620"/>
                    <a:pt x="7780" y="611"/>
                  </a:cubicBezTo>
                  <a:cubicBezTo>
                    <a:pt x="8080" y="596"/>
                    <a:pt x="8087" y="125"/>
                    <a:pt x="7795" y="125"/>
                  </a:cubicBezTo>
                  <a:cubicBezTo>
                    <a:pt x="7790" y="125"/>
                    <a:pt x="7785" y="125"/>
                    <a:pt x="7780" y="126"/>
                  </a:cubicBezTo>
                  <a:lnTo>
                    <a:pt x="7779" y="126"/>
                  </a:lnTo>
                  <a:cubicBezTo>
                    <a:pt x="7654" y="132"/>
                    <a:pt x="7529" y="135"/>
                    <a:pt x="7404" y="135"/>
                  </a:cubicBezTo>
                  <a:cubicBezTo>
                    <a:pt x="6541" y="135"/>
                    <a:pt x="5685" y="1"/>
                    <a:pt x="4825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43"/>
            <p:cNvSpPr/>
            <p:nvPr/>
          </p:nvSpPr>
          <p:spPr>
            <a:xfrm>
              <a:off x="7163942" y="3679772"/>
              <a:ext cx="27762" cy="7077"/>
            </a:xfrm>
            <a:custGeom>
              <a:rect b="b" l="l" r="r" t="t"/>
              <a:pathLst>
                <a:path extrusionOk="0" h="635" w="2491">
                  <a:moveTo>
                    <a:pt x="900" y="0"/>
                  </a:moveTo>
                  <a:cubicBezTo>
                    <a:pt x="635" y="0"/>
                    <a:pt x="386" y="53"/>
                    <a:pt x="187" y="219"/>
                  </a:cubicBezTo>
                  <a:cubicBezTo>
                    <a:pt x="0" y="376"/>
                    <a:pt x="171" y="622"/>
                    <a:pt x="367" y="622"/>
                  </a:cubicBezTo>
                  <a:cubicBezTo>
                    <a:pt x="419" y="622"/>
                    <a:pt x="473" y="604"/>
                    <a:pt x="523" y="563"/>
                  </a:cubicBezTo>
                  <a:cubicBezTo>
                    <a:pt x="590" y="506"/>
                    <a:pt x="696" y="488"/>
                    <a:pt x="810" y="488"/>
                  </a:cubicBezTo>
                  <a:cubicBezTo>
                    <a:pt x="972" y="488"/>
                    <a:pt x="1151" y="524"/>
                    <a:pt x="1261" y="537"/>
                  </a:cubicBezTo>
                  <a:cubicBezTo>
                    <a:pt x="1569" y="570"/>
                    <a:pt x="1874" y="627"/>
                    <a:pt x="2184" y="634"/>
                  </a:cubicBezTo>
                  <a:cubicBezTo>
                    <a:pt x="2186" y="634"/>
                    <a:pt x="2188" y="634"/>
                    <a:pt x="2190" y="634"/>
                  </a:cubicBezTo>
                  <a:cubicBezTo>
                    <a:pt x="2491" y="634"/>
                    <a:pt x="2489" y="154"/>
                    <a:pt x="2184" y="148"/>
                  </a:cubicBezTo>
                  <a:cubicBezTo>
                    <a:pt x="1810" y="139"/>
                    <a:pt x="1333" y="0"/>
                    <a:pt x="90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43"/>
            <p:cNvSpPr/>
            <p:nvPr/>
          </p:nvSpPr>
          <p:spPr>
            <a:xfrm>
              <a:off x="7162193" y="3681500"/>
              <a:ext cx="9607" cy="40657"/>
            </a:xfrm>
            <a:custGeom>
              <a:rect b="b" l="l" r="r" t="t"/>
              <a:pathLst>
                <a:path extrusionOk="0" h="3648" w="862">
                  <a:moveTo>
                    <a:pt x="374" y="0"/>
                  </a:moveTo>
                  <a:cubicBezTo>
                    <a:pt x="255" y="0"/>
                    <a:pt x="136" y="79"/>
                    <a:pt x="133" y="236"/>
                  </a:cubicBezTo>
                  <a:cubicBezTo>
                    <a:pt x="125" y="932"/>
                    <a:pt x="46" y="1627"/>
                    <a:pt x="42" y="2324"/>
                  </a:cubicBezTo>
                  <a:cubicBezTo>
                    <a:pt x="39" y="2704"/>
                    <a:pt x="1" y="3399"/>
                    <a:pt x="392" y="3615"/>
                  </a:cubicBezTo>
                  <a:cubicBezTo>
                    <a:pt x="432" y="3637"/>
                    <a:pt x="471" y="3647"/>
                    <a:pt x="508" y="3647"/>
                  </a:cubicBezTo>
                  <a:cubicBezTo>
                    <a:pt x="721" y="3647"/>
                    <a:pt x="862" y="3323"/>
                    <a:pt x="631" y="3196"/>
                  </a:cubicBezTo>
                  <a:cubicBezTo>
                    <a:pt x="383" y="3059"/>
                    <a:pt x="521" y="1976"/>
                    <a:pt x="531" y="1741"/>
                  </a:cubicBezTo>
                  <a:cubicBezTo>
                    <a:pt x="551" y="1238"/>
                    <a:pt x="603" y="738"/>
                    <a:pt x="608" y="236"/>
                  </a:cubicBezTo>
                  <a:cubicBezTo>
                    <a:pt x="610" y="79"/>
                    <a:pt x="493" y="0"/>
                    <a:pt x="374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43"/>
            <p:cNvSpPr/>
            <p:nvPr/>
          </p:nvSpPr>
          <p:spPr>
            <a:xfrm>
              <a:off x="7162516" y="3716170"/>
              <a:ext cx="27662" cy="10967"/>
            </a:xfrm>
            <a:custGeom>
              <a:rect b="b" l="l" r="r" t="t"/>
              <a:pathLst>
                <a:path extrusionOk="0" h="984" w="2482">
                  <a:moveTo>
                    <a:pt x="348" y="53"/>
                  </a:moveTo>
                  <a:cubicBezTo>
                    <a:pt x="92" y="53"/>
                    <a:pt x="0" y="466"/>
                    <a:pt x="279" y="529"/>
                  </a:cubicBezTo>
                  <a:cubicBezTo>
                    <a:pt x="572" y="596"/>
                    <a:pt x="870" y="609"/>
                    <a:pt x="1168" y="629"/>
                  </a:cubicBezTo>
                  <a:cubicBezTo>
                    <a:pt x="1447" y="649"/>
                    <a:pt x="1816" y="654"/>
                    <a:pt x="2004" y="899"/>
                  </a:cubicBezTo>
                  <a:cubicBezTo>
                    <a:pt x="2049" y="958"/>
                    <a:pt x="2103" y="983"/>
                    <a:pt x="2157" y="983"/>
                  </a:cubicBezTo>
                  <a:cubicBezTo>
                    <a:pt x="2323" y="983"/>
                    <a:pt x="2481" y="740"/>
                    <a:pt x="2340" y="555"/>
                  </a:cubicBezTo>
                  <a:cubicBezTo>
                    <a:pt x="1913" y="0"/>
                    <a:pt x="1000" y="195"/>
                    <a:pt x="405" y="60"/>
                  </a:cubicBezTo>
                  <a:cubicBezTo>
                    <a:pt x="385" y="55"/>
                    <a:pt x="366" y="53"/>
                    <a:pt x="348" y="53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43"/>
            <p:cNvSpPr/>
            <p:nvPr/>
          </p:nvSpPr>
          <p:spPr>
            <a:xfrm>
              <a:off x="7184560" y="3721988"/>
              <a:ext cx="11947" cy="108853"/>
            </a:xfrm>
            <a:custGeom>
              <a:rect b="b" l="l" r="r" t="t"/>
              <a:pathLst>
                <a:path extrusionOk="0" h="9767" w="1072">
                  <a:moveTo>
                    <a:pt x="329" y="1"/>
                  </a:moveTo>
                  <a:cubicBezTo>
                    <a:pt x="155" y="1"/>
                    <a:pt x="8" y="209"/>
                    <a:pt x="167" y="377"/>
                  </a:cubicBezTo>
                  <a:lnTo>
                    <a:pt x="166" y="377"/>
                  </a:lnTo>
                  <a:cubicBezTo>
                    <a:pt x="350" y="571"/>
                    <a:pt x="218" y="1436"/>
                    <a:pt x="211" y="1687"/>
                  </a:cubicBezTo>
                  <a:cubicBezTo>
                    <a:pt x="193" y="2323"/>
                    <a:pt x="145" y="3055"/>
                    <a:pt x="111" y="3690"/>
                  </a:cubicBezTo>
                  <a:cubicBezTo>
                    <a:pt x="1" y="5672"/>
                    <a:pt x="98" y="7223"/>
                    <a:pt x="98" y="9766"/>
                  </a:cubicBezTo>
                  <a:lnTo>
                    <a:pt x="572" y="9766"/>
                  </a:lnTo>
                  <a:cubicBezTo>
                    <a:pt x="572" y="7223"/>
                    <a:pt x="482" y="5439"/>
                    <a:pt x="606" y="3339"/>
                  </a:cubicBezTo>
                  <a:cubicBezTo>
                    <a:pt x="650" y="2602"/>
                    <a:pt x="1071" y="683"/>
                    <a:pt x="503" y="81"/>
                  </a:cubicBezTo>
                  <a:cubicBezTo>
                    <a:pt x="449" y="24"/>
                    <a:pt x="388" y="1"/>
                    <a:pt x="329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43"/>
            <p:cNvSpPr/>
            <p:nvPr/>
          </p:nvSpPr>
          <p:spPr>
            <a:xfrm>
              <a:off x="7225873" y="3719870"/>
              <a:ext cx="10131" cy="110971"/>
            </a:xfrm>
            <a:custGeom>
              <a:rect b="b" l="l" r="r" t="t"/>
              <a:pathLst>
                <a:path extrusionOk="0" h="9957" w="909">
                  <a:moveTo>
                    <a:pt x="657" y="1"/>
                  </a:moveTo>
                  <a:cubicBezTo>
                    <a:pt x="600" y="1"/>
                    <a:pt x="542" y="38"/>
                    <a:pt x="503" y="128"/>
                  </a:cubicBezTo>
                  <a:cubicBezTo>
                    <a:pt x="0" y="1303"/>
                    <a:pt x="22" y="2704"/>
                    <a:pt x="38" y="3964"/>
                  </a:cubicBezTo>
                  <a:cubicBezTo>
                    <a:pt x="63" y="5928"/>
                    <a:pt x="49" y="7668"/>
                    <a:pt x="49" y="9956"/>
                  </a:cubicBezTo>
                  <a:lnTo>
                    <a:pt x="346" y="9956"/>
                  </a:lnTo>
                  <a:lnTo>
                    <a:pt x="346" y="4718"/>
                  </a:lnTo>
                  <a:cubicBezTo>
                    <a:pt x="346" y="3290"/>
                    <a:pt x="249" y="1716"/>
                    <a:pt x="825" y="373"/>
                  </a:cubicBezTo>
                  <a:cubicBezTo>
                    <a:pt x="908" y="179"/>
                    <a:pt x="784" y="1"/>
                    <a:pt x="657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43"/>
            <p:cNvSpPr/>
            <p:nvPr/>
          </p:nvSpPr>
          <p:spPr>
            <a:xfrm>
              <a:off x="7229730" y="3720305"/>
              <a:ext cx="39687" cy="5684"/>
            </a:xfrm>
            <a:custGeom>
              <a:rect b="b" l="l" r="r" t="t"/>
              <a:pathLst>
                <a:path extrusionOk="0" h="510" w="3561">
                  <a:moveTo>
                    <a:pt x="255" y="1"/>
                  </a:moveTo>
                  <a:cubicBezTo>
                    <a:pt x="1" y="1"/>
                    <a:pt x="1" y="509"/>
                    <a:pt x="255" y="509"/>
                  </a:cubicBezTo>
                  <a:lnTo>
                    <a:pt x="2798" y="509"/>
                  </a:lnTo>
                  <a:cubicBezTo>
                    <a:pt x="3561" y="509"/>
                    <a:pt x="3561" y="1"/>
                    <a:pt x="2798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43"/>
            <p:cNvSpPr/>
            <p:nvPr/>
          </p:nvSpPr>
          <p:spPr>
            <a:xfrm>
              <a:off x="7061065" y="3563725"/>
              <a:ext cx="268182" cy="273677"/>
            </a:xfrm>
            <a:custGeom>
              <a:rect b="b" l="l" r="r" t="t"/>
              <a:pathLst>
                <a:path extrusionOk="0" h="24556" w="24063">
                  <a:moveTo>
                    <a:pt x="3076" y="480"/>
                  </a:moveTo>
                  <a:cubicBezTo>
                    <a:pt x="3868" y="480"/>
                    <a:pt x="4666" y="635"/>
                    <a:pt x="5447" y="705"/>
                  </a:cubicBezTo>
                  <a:cubicBezTo>
                    <a:pt x="6695" y="818"/>
                    <a:pt x="7936" y="985"/>
                    <a:pt x="9187" y="1069"/>
                  </a:cubicBezTo>
                  <a:cubicBezTo>
                    <a:pt x="9692" y="1103"/>
                    <a:pt x="10243" y="1165"/>
                    <a:pt x="10786" y="1165"/>
                  </a:cubicBezTo>
                  <a:cubicBezTo>
                    <a:pt x="11272" y="1165"/>
                    <a:pt x="11750" y="1115"/>
                    <a:pt x="12181" y="952"/>
                  </a:cubicBezTo>
                  <a:cubicBezTo>
                    <a:pt x="12231" y="933"/>
                    <a:pt x="12268" y="904"/>
                    <a:pt x="12294" y="868"/>
                  </a:cubicBezTo>
                  <a:lnTo>
                    <a:pt x="12294" y="868"/>
                  </a:lnTo>
                  <a:cubicBezTo>
                    <a:pt x="13128" y="613"/>
                    <a:pt x="13990" y="544"/>
                    <a:pt x="14856" y="544"/>
                  </a:cubicBezTo>
                  <a:cubicBezTo>
                    <a:pt x="15288" y="544"/>
                    <a:pt x="15721" y="562"/>
                    <a:pt x="16152" y="581"/>
                  </a:cubicBezTo>
                  <a:cubicBezTo>
                    <a:pt x="16880" y="614"/>
                    <a:pt x="17601" y="627"/>
                    <a:pt x="18321" y="627"/>
                  </a:cubicBezTo>
                  <a:cubicBezTo>
                    <a:pt x="18957" y="627"/>
                    <a:pt x="19593" y="617"/>
                    <a:pt x="20236" y="601"/>
                  </a:cubicBezTo>
                  <a:cubicBezTo>
                    <a:pt x="20350" y="598"/>
                    <a:pt x="20470" y="596"/>
                    <a:pt x="20593" y="596"/>
                  </a:cubicBezTo>
                  <a:cubicBezTo>
                    <a:pt x="21336" y="596"/>
                    <a:pt x="22211" y="683"/>
                    <a:pt x="22665" y="1302"/>
                  </a:cubicBezTo>
                  <a:cubicBezTo>
                    <a:pt x="23042" y="1816"/>
                    <a:pt x="23088" y="2633"/>
                    <a:pt x="23127" y="3243"/>
                  </a:cubicBezTo>
                  <a:cubicBezTo>
                    <a:pt x="23233" y="4905"/>
                    <a:pt x="22962" y="6643"/>
                    <a:pt x="22836" y="8300"/>
                  </a:cubicBezTo>
                  <a:cubicBezTo>
                    <a:pt x="22578" y="11682"/>
                    <a:pt x="22503" y="15063"/>
                    <a:pt x="22648" y="18454"/>
                  </a:cubicBezTo>
                  <a:cubicBezTo>
                    <a:pt x="22713" y="19956"/>
                    <a:pt x="23086" y="21481"/>
                    <a:pt x="22815" y="22981"/>
                  </a:cubicBezTo>
                  <a:cubicBezTo>
                    <a:pt x="22678" y="23738"/>
                    <a:pt x="21743" y="23937"/>
                    <a:pt x="20713" y="23937"/>
                  </a:cubicBezTo>
                  <a:cubicBezTo>
                    <a:pt x="19693" y="23937"/>
                    <a:pt x="18580" y="23743"/>
                    <a:pt x="18053" y="23702"/>
                  </a:cubicBezTo>
                  <a:cubicBezTo>
                    <a:pt x="16652" y="23594"/>
                    <a:pt x="15257" y="23467"/>
                    <a:pt x="13854" y="23467"/>
                  </a:cubicBezTo>
                  <a:cubicBezTo>
                    <a:pt x="13639" y="23467"/>
                    <a:pt x="13424" y="23469"/>
                    <a:pt x="13208" y="23476"/>
                  </a:cubicBezTo>
                  <a:cubicBezTo>
                    <a:pt x="11515" y="23526"/>
                    <a:pt x="9828" y="23835"/>
                    <a:pt x="8140" y="23976"/>
                  </a:cubicBezTo>
                  <a:cubicBezTo>
                    <a:pt x="7613" y="24020"/>
                    <a:pt x="7087" y="24045"/>
                    <a:pt x="6562" y="24045"/>
                  </a:cubicBezTo>
                  <a:cubicBezTo>
                    <a:pt x="5454" y="24045"/>
                    <a:pt x="4353" y="23933"/>
                    <a:pt x="3267" y="23650"/>
                  </a:cubicBezTo>
                  <a:cubicBezTo>
                    <a:pt x="1917" y="23300"/>
                    <a:pt x="1073" y="22826"/>
                    <a:pt x="898" y="21348"/>
                  </a:cubicBezTo>
                  <a:cubicBezTo>
                    <a:pt x="738" y="19991"/>
                    <a:pt x="749" y="18621"/>
                    <a:pt x="747" y="17257"/>
                  </a:cubicBezTo>
                  <a:cubicBezTo>
                    <a:pt x="744" y="15587"/>
                    <a:pt x="616" y="13951"/>
                    <a:pt x="719" y="12280"/>
                  </a:cubicBezTo>
                  <a:cubicBezTo>
                    <a:pt x="901" y="9318"/>
                    <a:pt x="796" y="6301"/>
                    <a:pt x="610" y="3340"/>
                  </a:cubicBezTo>
                  <a:cubicBezTo>
                    <a:pt x="577" y="2813"/>
                    <a:pt x="574" y="2293"/>
                    <a:pt x="665" y="1771"/>
                  </a:cubicBezTo>
                  <a:cubicBezTo>
                    <a:pt x="822" y="859"/>
                    <a:pt x="1638" y="626"/>
                    <a:pt x="2414" y="521"/>
                  </a:cubicBezTo>
                  <a:cubicBezTo>
                    <a:pt x="2634" y="492"/>
                    <a:pt x="2855" y="480"/>
                    <a:pt x="3076" y="480"/>
                  </a:cubicBezTo>
                  <a:close/>
                  <a:moveTo>
                    <a:pt x="2964" y="1"/>
                  </a:moveTo>
                  <a:cubicBezTo>
                    <a:pt x="2153" y="1"/>
                    <a:pt x="1280" y="149"/>
                    <a:pt x="666" y="695"/>
                  </a:cubicBezTo>
                  <a:cubicBezTo>
                    <a:pt x="1" y="1286"/>
                    <a:pt x="95" y="2550"/>
                    <a:pt x="134" y="3340"/>
                  </a:cubicBezTo>
                  <a:cubicBezTo>
                    <a:pt x="281" y="6311"/>
                    <a:pt x="430" y="9309"/>
                    <a:pt x="243" y="12280"/>
                  </a:cubicBezTo>
                  <a:cubicBezTo>
                    <a:pt x="146" y="13820"/>
                    <a:pt x="242" y="15323"/>
                    <a:pt x="269" y="16863"/>
                  </a:cubicBezTo>
                  <a:cubicBezTo>
                    <a:pt x="295" y="18364"/>
                    <a:pt x="282" y="19851"/>
                    <a:pt x="423" y="21347"/>
                  </a:cubicBezTo>
                  <a:cubicBezTo>
                    <a:pt x="619" y="23413"/>
                    <a:pt x="2078" y="23902"/>
                    <a:pt x="3888" y="24299"/>
                  </a:cubicBezTo>
                  <a:cubicBezTo>
                    <a:pt x="4741" y="24486"/>
                    <a:pt x="5600" y="24556"/>
                    <a:pt x="6463" y="24556"/>
                  </a:cubicBezTo>
                  <a:cubicBezTo>
                    <a:pt x="8712" y="24556"/>
                    <a:pt x="10983" y="24080"/>
                    <a:pt x="13207" y="23962"/>
                  </a:cubicBezTo>
                  <a:cubicBezTo>
                    <a:pt x="13496" y="23946"/>
                    <a:pt x="13786" y="23940"/>
                    <a:pt x="14076" y="23940"/>
                  </a:cubicBezTo>
                  <a:cubicBezTo>
                    <a:pt x="15403" y="23940"/>
                    <a:pt x="16734" y="24082"/>
                    <a:pt x="18053" y="24188"/>
                  </a:cubicBezTo>
                  <a:cubicBezTo>
                    <a:pt x="18910" y="24257"/>
                    <a:pt x="19867" y="24387"/>
                    <a:pt x="20793" y="24387"/>
                  </a:cubicBezTo>
                  <a:cubicBezTo>
                    <a:pt x="21349" y="24387"/>
                    <a:pt x="21894" y="24340"/>
                    <a:pt x="22400" y="24205"/>
                  </a:cubicBezTo>
                  <a:cubicBezTo>
                    <a:pt x="23015" y="24041"/>
                    <a:pt x="23269" y="23340"/>
                    <a:pt x="23332" y="22763"/>
                  </a:cubicBezTo>
                  <a:cubicBezTo>
                    <a:pt x="23503" y="21202"/>
                    <a:pt x="23172" y="19628"/>
                    <a:pt x="23106" y="18067"/>
                  </a:cubicBezTo>
                  <a:cubicBezTo>
                    <a:pt x="22979" y="15088"/>
                    <a:pt x="23038" y="12101"/>
                    <a:pt x="23248" y="9128"/>
                  </a:cubicBezTo>
                  <a:cubicBezTo>
                    <a:pt x="23419" y="6729"/>
                    <a:pt x="24062" y="3912"/>
                    <a:pt x="23314" y="1565"/>
                  </a:cubicBezTo>
                  <a:cubicBezTo>
                    <a:pt x="22920" y="330"/>
                    <a:pt x="21689" y="91"/>
                    <a:pt x="20466" y="91"/>
                  </a:cubicBezTo>
                  <a:cubicBezTo>
                    <a:pt x="19799" y="91"/>
                    <a:pt x="19135" y="162"/>
                    <a:pt x="18610" y="181"/>
                  </a:cubicBezTo>
                  <a:cubicBezTo>
                    <a:pt x="18444" y="187"/>
                    <a:pt x="18279" y="190"/>
                    <a:pt x="18113" y="190"/>
                  </a:cubicBezTo>
                  <a:cubicBezTo>
                    <a:pt x="16987" y="190"/>
                    <a:pt x="15852" y="66"/>
                    <a:pt x="14729" y="66"/>
                  </a:cubicBezTo>
                  <a:cubicBezTo>
                    <a:pt x="13780" y="66"/>
                    <a:pt x="12838" y="155"/>
                    <a:pt x="11915" y="482"/>
                  </a:cubicBezTo>
                  <a:cubicBezTo>
                    <a:pt x="11864" y="500"/>
                    <a:pt x="11826" y="530"/>
                    <a:pt x="11800" y="566"/>
                  </a:cubicBezTo>
                  <a:lnTo>
                    <a:pt x="11800" y="566"/>
                  </a:lnTo>
                  <a:cubicBezTo>
                    <a:pt x="11404" y="676"/>
                    <a:pt x="10962" y="716"/>
                    <a:pt x="10506" y="716"/>
                  </a:cubicBezTo>
                  <a:cubicBezTo>
                    <a:pt x="9542" y="716"/>
                    <a:pt x="8510" y="537"/>
                    <a:pt x="7686" y="455"/>
                  </a:cubicBezTo>
                  <a:cubicBezTo>
                    <a:pt x="6246" y="313"/>
                    <a:pt x="4804" y="89"/>
                    <a:pt x="3359" y="12"/>
                  </a:cubicBezTo>
                  <a:cubicBezTo>
                    <a:pt x="3230" y="5"/>
                    <a:pt x="3098" y="1"/>
                    <a:pt x="2964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43"/>
            <p:cNvSpPr/>
            <p:nvPr/>
          </p:nvSpPr>
          <p:spPr>
            <a:xfrm>
              <a:off x="7126219" y="4282969"/>
              <a:ext cx="67940" cy="38428"/>
            </a:xfrm>
            <a:custGeom>
              <a:rect b="b" l="l" r="r" t="t"/>
              <a:pathLst>
                <a:path extrusionOk="0" h="3448" w="6096">
                  <a:moveTo>
                    <a:pt x="359" y="0"/>
                  </a:moveTo>
                  <a:cubicBezTo>
                    <a:pt x="168" y="0"/>
                    <a:pt x="1" y="246"/>
                    <a:pt x="181" y="409"/>
                  </a:cubicBezTo>
                  <a:cubicBezTo>
                    <a:pt x="675" y="860"/>
                    <a:pt x="1036" y="1410"/>
                    <a:pt x="1556" y="1840"/>
                  </a:cubicBezTo>
                  <a:cubicBezTo>
                    <a:pt x="2009" y="2216"/>
                    <a:pt x="2539" y="2497"/>
                    <a:pt x="3055" y="2770"/>
                  </a:cubicBezTo>
                  <a:cubicBezTo>
                    <a:pt x="3702" y="3111"/>
                    <a:pt x="4443" y="3447"/>
                    <a:pt x="5182" y="3447"/>
                  </a:cubicBezTo>
                  <a:cubicBezTo>
                    <a:pt x="5399" y="3447"/>
                    <a:pt x="5615" y="3418"/>
                    <a:pt x="5829" y="3352"/>
                  </a:cubicBezTo>
                  <a:cubicBezTo>
                    <a:pt x="6096" y="3270"/>
                    <a:pt x="6016" y="2872"/>
                    <a:pt x="5776" y="2872"/>
                  </a:cubicBezTo>
                  <a:cubicBezTo>
                    <a:pt x="5753" y="2872"/>
                    <a:pt x="5729" y="2876"/>
                    <a:pt x="5703" y="2884"/>
                  </a:cubicBezTo>
                  <a:cubicBezTo>
                    <a:pt x="5525" y="2939"/>
                    <a:pt x="5345" y="2963"/>
                    <a:pt x="5164" y="2963"/>
                  </a:cubicBezTo>
                  <a:cubicBezTo>
                    <a:pt x="4358" y="2963"/>
                    <a:pt x="3537" y="2488"/>
                    <a:pt x="2860" y="2116"/>
                  </a:cubicBezTo>
                  <a:cubicBezTo>
                    <a:pt x="1889" y="1581"/>
                    <a:pt x="1314" y="792"/>
                    <a:pt x="516" y="64"/>
                  </a:cubicBezTo>
                  <a:cubicBezTo>
                    <a:pt x="467" y="19"/>
                    <a:pt x="412" y="0"/>
                    <a:pt x="359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43"/>
            <p:cNvSpPr/>
            <p:nvPr/>
          </p:nvSpPr>
          <p:spPr>
            <a:xfrm>
              <a:off x="7120546" y="4282178"/>
              <a:ext cx="19582" cy="46352"/>
            </a:xfrm>
            <a:custGeom>
              <a:rect b="b" l="l" r="r" t="t"/>
              <a:pathLst>
                <a:path extrusionOk="0" h="4159" w="1757">
                  <a:moveTo>
                    <a:pt x="869" y="1"/>
                  </a:moveTo>
                  <a:cubicBezTo>
                    <a:pt x="750" y="1"/>
                    <a:pt x="627" y="79"/>
                    <a:pt x="620" y="235"/>
                  </a:cubicBezTo>
                  <a:cubicBezTo>
                    <a:pt x="560" y="1473"/>
                    <a:pt x="1" y="3280"/>
                    <a:pt x="1300" y="4120"/>
                  </a:cubicBezTo>
                  <a:cubicBezTo>
                    <a:pt x="1342" y="4147"/>
                    <a:pt x="1384" y="4159"/>
                    <a:pt x="1422" y="4159"/>
                  </a:cubicBezTo>
                  <a:cubicBezTo>
                    <a:pt x="1624" y="4159"/>
                    <a:pt x="1756" y="3840"/>
                    <a:pt x="1539" y="3700"/>
                  </a:cubicBezTo>
                  <a:cubicBezTo>
                    <a:pt x="450" y="2995"/>
                    <a:pt x="1046" y="1250"/>
                    <a:pt x="1095" y="235"/>
                  </a:cubicBezTo>
                  <a:cubicBezTo>
                    <a:pt x="1102" y="79"/>
                    <a:pt x="987" y="1"/>
                    <a:pt x="869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43"/>
            <p:cNvSpPr/>
            <p:nvPr/>
          </p:nvSpPr>
          <p:spPr>
            <a:xfrm>
              <a:off x="7123488" y="4321295"/>
              <a:ext cx="17553" cy="9707"/>
            </a:xfrm>
            <a:custGeom>
              <a:rect b="b" l="l" r="r" t="t"/>
              <a:pathLst>
                <a:path extrusionOk="0" h="871" w="1575">
                  <a:moveTo>
                    <a:pt x="326" y="0"/>
                  </a:moveTo>
                  <a:cubicBezTo>
                    <a:pt x="158" y="0"/>
                    <a:pt x="1" y="244"/>
                    <a:pt x="144" y="427"/>
                  </a:cubicBezTo>
                  <a:cubicBezTo>
                    <a:pt x="375" y="724"/>
                    <a:pt x="707" y="870"/>
                    <a:pt x="1060" y="870"/>
                  </a:cubicBezTo>
                  <a:cubicBezTo>
                    <a:pt x="1136" y="870"/>
                    <a:pt x="1212" y="863"/>
                    <a:pt x="1290" y="850"/>
                  </a:cubicBezTo>
                  <a:cubicBezTo>
                    <a:pt x="1575" y="801"/>
                    <a:pt x="1475" y="378"/>
                    <a:pt x="1209" y="378"/>
                  </a:cubicBezTo>
                  <a:cubicBezTo>
                    <a:pt x="1194" y="378"/>
                    <a:pt x="1179" y="379"/>
                    <a:pt x="1164" y="382"/>
                  </a:cubicBezTo>
                  <a:cubicBezTo>
                    <a:pt x="1125" y="388"/>
                    <a:pt x="1087" y="392"/>
                    <a:pt x="1050" y="392"/>
                  </a:cubicBezTo>
                  <a:cubicBezTo>
                    <a:pt x="822" y="392"/>
                    <a:pt x="625" y="270"/>
                    <a:pt x="480" y="84"/>
                  </a:cubicBezTo>
                  <a:cubicBezTo>
                    <a:pt x="434" y="25"/>
                    <a:pt x="379" y="0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43"/>
            <p:cNvSpPr/>
            <p:nvPr/>
          </p:nvSpPr>
          <p:spPr>
            <a:xfrm>
              <a:off x="7124291" y="4323123"/>
              <a:ext cx="26258" cy="34494"/>
            </a:xfrm>
            <a:custGeom>
              <a:rect b="b" l="l" r="r" t="t"/>
              <a:pathLst>
                <a:path extrusionOk="0" h="3095" w="2356">
                  <a:moveTo>
                    <a:pt x="237" y="1"/>
                  </a:moveTo>
                  <a:cubicBezTo>
                    <a:pt x="118" y="1"/>
                    <a:pt x="0" y="79"/>
                    <a:pt x="2" y="236"/>
                  </a:cubicBezTo>
                  <a:lnTo>
                    <a:pt x="3" y="236"/>
                  </a:lnTo>
                  <a:cubicBezTo>
                    <a:pt x="14" y="1094"/>
                    <a:pt x="247" y="1734"/>
                    <a:pt x="823" y="2346"/>
                  </a:cubicBezTo>
                  <a:cubicBezTo>
                    <a:pt x="1070" y="2610"/>
                    <a:pt x="1480" y="3095"/>
                    <a:pt x="1890" y="3095"/>
                  </a:cubicBezTo>
                  <a:cubicBezTo>
                    <a:pt x="1966" y="3095"/>
                    <a:pt x="2043" y="3078"/>
                    <a:pt x="2118" y="3040"/>
                  </a:cubicBezTo>
                  <a:cubicBezTo>
                    <a:pt x="2355" y="2920"/>
                    <a:pt x="2210" y="2592"/>
                    <a:pt x="1990" y="2592"/>
                  </a:cubicBezTo>
                  <a:cubicBezTo>
                    <a:pt x="1955" y="2592"/>
                    <a:pt x="1917" y="2601"/>
                    <a:pt x="1879" y="2620"/>
                  </a:cubicBezTo>
                  <a:cubicBezTo>
                    <a:pt x="1874" y="2623"/>
                    <a:pt x="1868" y="2624"/>
                    <a:pt x="1862" y="2624"/>
                  </a:cubicBezTo>
                  <a:cubicBezTo>
                    <a:pt x="1717" y="2624"/>
                    <a:pt x="1206" y="2054"/>
                    <a:pt x="1088" y="1928"/>
                  </a:cubicBezTo>
                  <a:cubicBezTo>
                    <a:pt x="632" y="1442"/>
                    <a:pt x="486" y="907"/>
                    <a:pt x="478" y="236"/>
                  </a:cubicBezTo>
                  <a:cubicBezTo>
                    <a:pt x="475" y="79"/>
                    <a:pt x="356" y="1"/>
                    <a:pt x="237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43"/>
            <p:cNvSpPr/>
            <p:nvPr/>
          </p:nvSpPr>
          <p:spPr>
            <a:xfrm>
              <a:off x="7131279" y="4352645"/>
              <a:ext cx="18868" cy="7144"/>
            </a:xfrm>
            <a:custGeom>
              <a:rect b="b" l="l" r="r" t="t"/>
              <a:pathLst>
                <a:path extrusionOk="0" h="641" w="1693">
                  <a:moveTo>
                    <a:pt x="294" y="1"/>
                  </a:moveTo>
                  <a:cubicBezTo>
                    <a:pt x="71" y="1"/>
                    <a:pt x="0" y="387"/>
                    <a:pt x="254" y="487"/>
                  </a:cubicBezTo>
                  <a:cubicBezTo>
                    <a:pt x="489" y="580"/>
                    <a:pt x="729" y="640"/>
                    <a:pt x="972" y="640"/>
                  </a:cubicBezTo>
                  <a:cubicBezTo>
                    <a:pt x="1126" y="640"/>
                    <a:pt x="1281" y="616"/>
                    <a:pt x="1435" y="559"/>
                  </a:cubicBezTo>
                  <a:cubicBezTo>
                    <a:pt x="1692" y="464"/>
                    <a:pt x="1618" y="74"/>
                    <a:pt x="1390" y="74"/>
                  </a:cubicBezTo>
                  <a:cubicBezTo>
                    <a:pt x="1365" y="74"/>
                    <a:pt x="1338" y="79"/>
                    <a:pt x="1309" y="90"/>
                  </a:cubicBezTo>
                  <a:cubicBezTo>
                    <a:pt x="1191" y="133"/>
                    <a:pt x="1076" y="152"/>
                    <a:pt x="964" y="152"/>
                  </a:cubicBezTo>
                  <a:cubicBezTo>
                    <a:pt x="768" y="152"/>
                    <a:pt x="578" y="96"/>
                    <a:pt x="380" y="18"/>
                  </a:cubicBezTo>
                  <a:cubicBezTo>
                    <a:pt x="349" y="6"/>
                    <a:pt x="321" y="1"/>
                    <a:pt x="294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43"/>
            <p:cNvSpPr/>
            <p:nvPr/>
          </p:nvSpPr>
          <p:spPr>
            <a:xfrm>
              <a:off x="7133608" y="4355252"/>
              <a:ext cx="32020" cy="24630"/>
            </a:xfrm>
            <a:custGeom>
              <a:rect b="b" l="l" r="r" t="t"/>
              <a:pathLst>
                <a:path extrusionOk="0" h="2210" w="2873">
                  <a:moveTo>
                    <a:pt x="233" y="1"/>
                  </a:moveTo>
                  <a:cubicBezTo>
                    <a:pt x="115" y="1"/>
                    <a:pt x="1" y="79"/>
                    <a:pt x="10" y="235"/>
                  </a:cubicBezTo>
                  <a:cubicBezTo>
                    <a:pt x="81" y="1373"/>
                    <a:pt x="1615" y="2082"/>
                    <a:pt x="2570" y="2207"/>
                  </a:cubicBezTo>
                  <a:cubicBezTo>
                    <a:pt x="2582" y="2209"/>
                    <a:pt x="2593" y="2209"/>
                    <a:pt x="2604" y="2209"/>
                  </a:cubicBezTo>
                  <a:cubicBezTo>
                    <a:pt x="2872" y="2209"/>
                    <a:pt x="2857" y="1758"/>
                    <a:pt x="2570" y="1720"/>
                  </a:cubicBezTo>
                  <a:cubicBezTo>
                    <a:pt x="1902" y="1633"/>
                    <a:pt x="536" y="1049"/>
                    <a:pt x="486" y="235"/>
                  </a:cubicBezTo>
                  <a:cubicBezTo>
                    <a:pt x="476" y="79"/>
                    <a:pt x="352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43"/>
            <p:cNvSpPr/>
            <p:nvPr/>
          </p:nvSpPr>
          <p:spPr>
            <a:xfrm>
              <a:off x="7120401" y="4373797"/>
              <a:ext cx="47132" cy="19704"/>
            </a:xfrm>
            <a:custGeom>
              <a:rect b="b" l="l" r="r" t="t"/>
              <a:pathLst>
                <a:path extrusionOk="0" h="1768" w="4229">
                  <a:moveTo>
                    <a:pt x="3891" y="0"/>
                  </a:moveTo>
                  <a:cubicBezTo>
                    <a:pt x="3818" y="0"/>
                    <a:pt x="3744" y="31"/>
                    <a:pt x="3691" y="105"/>
                  </a:cubicBezTo>
                  <a:cubicBezTo>
                    <a:pt x="2949" y="1135"/>
                    <a:pt x="1459" y="1271"/>
                    <a:pt x="307" y="1281"/>
                  </a:cubicBezTo>
                  <a:cubicBezTo>
                    <a:pt x="1" y="1284"/>
                    <a:pt x="1" y="1768"/>
                    <a:pt x="305" y="1768"/>
                  </a:cubicBezTo>
                  <a:cubicBezTo>
                    <a:pt x="306" y="1768"/>
                    <a:pt x="307" y="1768"/>
                    <a:pt x="307" y="1768"/>
                  </a:cubicBezTo>
                  <a:cubicBezTo>
                    <a:pt x="1658" y="1756"/>
                    <a:pt x="3242" y="1542"/>
                    <a:pt x="4101" y="351"/>
                  </a:cubicBezTo>
                  <a:cubicBezTo>
                    <a:pt x="4229" y="173"/>
                    <a:pt x="4063" y="0"/>
                    <a:pt x="389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43"/>
            <p:cNvSpPr/>
            <p:nvPr/>
          </p:nvSpPr>
          <p:spPr>
            <a:xfrm>
              <a:off x="7189365" y="4277821"/>
              <a:ext cx="58545" cy="41738"/>
            </a:xfrm>
            <a:custGeom>
              <a:rect b="b" l="l" r="r" t="t"/>
              <a:pathLst>
                <a:path extrusionOk="0" h="3745" w="5253">
                  <a:moveTo>
                    <a:pt x="3320" y="0"/>
                  </a:moveTo>
                  <a:cubicBezTo>
                    <a:pt x="2777" y="0"/>
                    <a:pt x="2233" y="112"/>
                    <a:pt x="1850" y="266"/>
                  </a:cubicBezTo>
                  <a:cubicBezTo>
                    <a:pt x="495" y="809"/>
                    <a:pt x="26" y="2133"/>
                    <a:pt x="3" y="3509"/>
                  </a:cubicBezTo>
                  <a:cubicBezTo>
                    <a:pt x="0" y="3666"/>
                    <a:pt x="118" y="3744"/>
                    <a:pt x="236" y="3744"/>
                  </a:cubicBezTo>
                  <a:cubicBezTo>
                    <a:pt x="355" y="3744"/>
                    <a:pt x="476" y="3666"/>
                    <a:pt x="479" y="3509"/>
                  </a:cubicBezTo>
                  <a:lnTo>
                    <a:pt x="478" y="3508"/>
                  </a:lnTo>
                  <a:cubicBezTo>
                    <a:pt x="498" y="2356"/>
                    <a:pt x="794" y="1458"/>
                    <a:pt x="1794" y="833"/>
                  </a:cubicBezTo>
                  <a:cubicBezTo>
                    <a:pt x="2122" y="627"/>
                    <a:pt x="2728" y="471"/>
                    <a:pt x="3315" y="471"/>
                  </a:cubicBezTo>
                  <a:cubicBezTo>
                    <a:pt x="3930" y="471"/>
                    <a:pt x="4523" y="643"/>
                    <a:pt x="4749" y="1110"/>
                  </a:cubicBezTo>
                  <a:cubicBezTo>
                    <a:pt x="4792" y="1198"/>
                    <a:pt x="4861" y="1234"/>
                    <a:pt x="4932" y="1234"/>
                  </a:cubicBezTo>
                  <a:cubicBezTo>
                    <a:pt x="5088" y="1234"/>
                    <a:pt x="5253" y="1057"/>
                    <a:pt x="5159" y="864"/>
                  </a:cubicBezTo>
                  <a:cubicBezTo>
                    <a:pt x="4848" y="222"/>
                    <a:pt x="4085" y="0"/>
                    <a:pt x="332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43"/>
            <p:cNvSpPr/>
            <p:nvPr/>
          </p:nvSpPr>
          <p:spPr>
            <a:xfrm>
              <a:off x="7241366" y="4279827"/>
              <a:ext cx="26804" cy="13998"/>
            </a:xfrm>
            <a:custGeom>
              <a:rect b="b" l="l" r="r" t="t"/>
              <a:pathLst>
                <a:path extrusionOk="0" h="1256" w="2405">
                  <a:moveTo>
                    <a:pt x="2035" y="1"/>
                  </a:moveTo>
                  <a:cubicBezTo>
                    <a:pt x="1983" y="1"/>
                    <a:pt x="1929" y="18"/>
                    <a:pt x="1880" y="58"/>
                  </a:cubicBezTo>
                  <a:cubicBezTo>
                    <a:pt x="1616" y="275"/>
                    <a:pt x="1086" y="783"/>
                    <a:pt x="669" y="783"/>
                  </a:cubicBezTo>
                  <a:cubicBezTo>
                    <a:pt x="602" y="783"/>
                    <a:pt x="538" y="770"/>
                    <a:pt x="479" y="741"/>
                  </a:cubicBezTo>
                  <a:cubicBezTo>
                    <a:pt x="442" y="722"/>
                    <a:pt x="405" y="714"/>
                    <a:pt x="370" y="714"/>
                  </a:cubicBezTo>
                  <a:cubicBezTo>
                    <a:pt x="148" y="714"/>
                    <a:pt x="0" y="1044"/>
                    <a:pt x="239" y="1160"/>
                  </a:cubicBezTo>
                  <a:cubicBezTo>
                    <a:pt x="374" y="1227"/>
                    <a:pt x="512" y="1255"/>
                    <a:pt x="649" y="1255"/>
                  </a:cubicBezTo>
                  <a:cubicBezTo>
                    <a:pt x="1225" y="1255"/>
                    <a:pt x="1797" y="746"/>
                    <a:pt x="2215" y="402"/>
                  </a:cubicBezTo>
                  <a:cubicBezTo>
                    <a:pt x="2404" y="247"/>
                    <a:pt x="2232" y="1"/>
                    <a:pt x="2035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43"/>
            <p:cNvSpPr/>
            <p:nvPr/>
          </p:nvSpPr>
          <p:spPr>
            <a:xfrm>
              <a:off x="7253759" y="4279771"/>
              <a:ext cx="12360" cy="20618"/>
            </a:xfrm>
            <a:custGeom>
              <a:rect b="b" l="l" r="r" t="t"/>
              <a:pathLst>
                <a:path extrusionOk="0" h="1850" w="1109">
                  <a:moveTo>
                    <a:pt x="875" y="1"/>
                  </a:moveTo>
                  <a:cubicBezTo>
                    <a:pt x="756" y="1"/>
                    <a:pt x="634" y="79"/>
                    <a:pt x="627" y="235"/>
                  </a:cubicBezTo>
                  <a:cubicBezTo>
                    <a:pt x="609" y="700"/>
                    <a:pt x="298" y="1083"/>
                    <a:pt x="97" y="1481"/>
                  </a:cubicBezTo>
                  <a:cubicBezTo>
                    <a:pt x="1" y="1673"/>
                    <a:pt x="165" y="1849"/>
                    <a:pt x="323" y="1849"/>
                  </a:cubicBezTo>
                  <a:cubicBezTo>
                    <a:pt x="394" y="1849"/>
                    <a:pt x="463" y="1813"/>
                    <a:pt x="507" y="1727"/>
                  </a:cubicBezTo>
                  <a:cubicBezTo>
                    <a:pt x="753" y="1240"/>
                    <a:pt x="1079" y="803"/>
                    <a:pt x="1102" y="235"/>
                  </a:cubicBezTo>
                  <a:cubicBezTo>
                    <a:pt x="1109" y="79"/>
                    <a:pt x="994" y="1"/>
                    <a:pt x="875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43"/>
            <p:cNvSpPr/>
            <p:nvPr/>
          </p:nvSpPr>
          <p:spPr>
            <a:xfrm>
              <a:off x="7252400" y="4292409"/>
              <a:ext cx="19983" cy="8058"/>
            </a:xfrm>
            <a:custGeom>
              <a:rect b="b" l="l" r="r" t="t"/>
              <a:pathLst>
                <a:path extrusionOk="0" h="723" w="1793">
                  <a:moveTo>
                    <a:pt x="1504" y="1"/>
                  </a:moveTo>
                  <a:cubicBezTo>
                    <a:pt x="1477" y="1"/>
                    <a:pt x="1448" y="6"/>
                    <a:pt x="1417" y="19"/>
                  </a:cubicBezTo>
                  <a:cubicBezTo>
                    <a:pt x="1208" y="106"/>
                    <a:pt x="954" y="245"/>
                    <a:pt x="714" y="245"/>
                  </a:cubicBezTo>
                  <a:cubicBezTo>
                    <a:pt x="631" y="245"/>
                    <a:pt x="550" y="229"/>
                    <a:pt x="473" y="188"/>
                  </a:cubicBezTo>
                  <a:cubicBezTo>
                    <a:pt x="435" y="167"/>
                    <a:pt x="396" y="158"/>
                    <a:pt x="360" y="158"/>
                  </a:cubicBezTo>
                  <a:cubicBezTo>
                    <a:pt x="144" y="158"/>
                    <a:pt x="1" y="484"/>
                    <a:pt x="234" y="608"/>
                  </a:cubicBezTo>
                  <a:cubicBezTo>
                    <a:pt x="388" y="690"/>
                    <a:pt x="540" y="722"/>
                    <a:pt x="692" y="722"/>
                  </a:cubicBezTo>
                  <a:cubicBezTo>
                    <a:pt x="978" y="722"/>
                    <a:pt x="1260" y="606"/>
                    <a:pt x="1543" y="489"/>
                  </a:cubicBezTo>
                  <a:cubicBezTo>
                    <a:pt x="1792" y="385"/>
                    <a:pt x="1722" y="1"/>
                    <a:pt x="1504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43"/>
            <p:cNvSpPr/>
            <p:nvPr/>
          </p:nvSpPr>
          <p:spPr>
            <a:xfrm>
              <a:off x="7250995" y="4292620"/>
              <a:ext cx="19860" cy="21376"/>
            </a:xfrm>
            <a:custGeom>
              <a:rect b="b" l="l" r="r" t="t"/>
              <a:pathLst>
                <a:path extrusionOk="0" h="1918" w="1782">
                  <a:moveTo>
                    <a:pt x="1548" y="0"/>
                  </a:moveTo>
                  <a:cubicBezTo>
                    <a:pt x="1429" y="0"/>
                    <a:pt x="1306" y="79"/>
                    <a:pt x="1298" y="235"/>
                  </a:cubicBezTo>
                  <a:cubicBezTo>
                    <a:pt x="1284" y="519"/>
                    <a:pt x="1036" y="738"/>
                    <a:pt x="846" y="916"/>
                  </a:cubicBezTo>
                  <a:cubicBezTo>
                    <a:pt x="629" y="1121"/>
                    <a:pt x="384" y="1293"/>
                    <a:pt x="171" y="1504"/>
                  </a:cubicBezTo>
                  <a:cubicBezTo>
                    <a:pt x="0" y="1673"/>
                    <a:pt x="164" y="1917"/>
                    <a:pt x="348" y="1917"/>
                  </a:cubicBezTo>
                  <a:cubicBezTo>
                    <a:pt x="402" y="1917"/>
                    <a:pt x="458" y="1897"/>
                    <a:pt x="507" y="1847"/>
                  </a:cubicBezTo>
                  <a:cubicBezTo>
                    <a:pt x="980" y="1380"/>
                    <a:pt x="1734" y="989"/>
                    <a:pt x="1773" y="235"/>
                  </a:cubicBezTo>
                  <a:cubicBezTo>
                    <a:pt x="1781" y="78"/>
                    <a:pt x="1667" y="0"/>
                    <a:pt x="154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43"/>
            <p:cNvSpPr/>
            <p:nvPr/>
          </p:nvSpPr>
          <p:spPr>
            <a:xfrm>
              <a:off x="7121761" y="4309549"/>
              <a:ext cx="142199" cy="93596"/>
            </a:xfrm>
            <a:custGeom>
              <a:rect b="b" l="l" r="r" t="t"/>
              <a:pathLst>
                <a:path extrusionOk="0" h="8398" w="12759">
                  <a:moveTo>
                    <a:pt x="12068" y="1"/>
                  </a:moveTo>
                  <a:cubicBezTo>
                    <a:pt x="11922" y="1"/>
                    <a:pt x="11780" y="116"/>
                    <a:pt x="11847" y="294"/>
                  </a:cubicBezTo>
                  <a:cubicBezTo>
                    <a:pt x="12301" y="1497"/>
                    <a:pt x="11555" y="2915"/>
                    <a:pt x="10921" y="3914"/>
                  </a:cubicBezTo>
                  <a:cubicBezTo>
                    <a:pt x="10135" y="5150"/>
                    <a:pt x="9145" y="6212"/>
                    <a:pt x="7888" y="6943"/>
                  </a:cubicBezTo>
                  <a:cubicBezTo>
                    <a:pt x="6654" y="7661"/>
                    <a:pt x="5172" y="7888"/>
                    <a:pt x="3773" y="7911"/>
                  </a:cubicBezTo>
                  <a:cubicBezTo>
                    <a:pt x="3661" y="7913"/>
                    <a:pt x="3547" y="7914"/>
                    <a:pt x="3431" y="7914"/>
                  </a:cubicBezTo>
                  <a:cubicBezTo>
                    <a:pt x="2414" y="7914"/>
                    <a:pt x="1274" y="7822"/>
                    <a:pt x="446" y="7223"/>
                  </a:cubicBezTo>
                  <a:cubicBezTo>
                    <a:pt x="403" y="7192"/>
                    <a:pt x="361" y="7179"/>
                    <a:pt x="321" y="7179"/>
                  </a:cubicBezTo>
                  <a:cubicBezTo>
                    <a:pt x="128" y="7179"/>
                    <a:pt x="0" y="7495"/>
                    <a:pt x="206" y="7643"/>
                  </a:cubicBezTo>
                  <a:cubicBezTo>
                    <a:pt x="1206" y="8366"/>
                    <a:pt x="2594" y="8391"/>
                    <a:pt x="3773" y="8398"/>
                  </a:cubicBezTo>
                  <a:cubicBezTo>
                    <a:pt x="3793" y="8398"/>
                    <a:pt x="3813" y="8398"/>
                    <a:pt x="3833" y="8398"/>
                  </a:cubicBezTo>
                  <a:cubicBezTo>
                    <a:pt x="5429" y="8398"/>
                    <a:pt x="7013" y="8012"/>
                    <a:pt x="8402" y="7205"/>
                  </a:cubicBezTo>
                  <a:cubicBezTo>
                    <a:pt x="9719" y="6437"/>
                    <a:pt x="10695" y="5161"/>
                    <a:pt x="11508" y="3882"/>
                  </a:cubicBezTo>
                  <a:cubicBezTo>
                    <a:pt x="12156" y="2859"/>
                    <a:pt x="12758" y="1367"/>
                    <a:pt x="12305" y="164"/>
                  </a:cubicBezTo>
                  <a:cubicBezTo>
                    <a:pt x="12262" y="50"/>
                    <a:pt x="12164" y="1"/>
                    <a:pt x="12068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43"/>
            <p:cNvSpPr/>
            <p:nvPr/>
          </p:nvSpPr>
          <p:spPr>
            <a:xfrm>
              <a:off x="7051850" y="4199464"/>
              <a:ext cx="283428" cy="260682"/>
            </a:xfrm>
            <a:custGeom>
              <a:rect b="b" l="l" r="r" t="t"/>
              <a:pathLst>
                <a:path extrusionOk="0" h="23390" w="25431">
                  <a:moveTo>
                    <a:pt x="13559" y="463"/>
                  </a:moveTo>
                  <a:cubicBezTo>
                    <a:pt x="14496" y="463"/>
                    <a:pt x="15761" y="978"/>
                    <a:pt x="16375" y="1208"/>
                  </a:cubicBezTo>
                  <a:cubicBezTo>
                    <a:pt x="17750" y="1724"/>
                    <a:pt x="18994" y="2598"/>
                    <a:pt x="20081" y="3588"/>
                  </a:cubicBezTo>
                  <a:cubicBezTo>
                    <a:pt x="22458" y="5755"/>
                    <a:pt x="23832" y="8732"/>
                    <a:pt x="23398" y="12009"/>
                  </a:cubicBezTo>
                  <a:cubicBezTo>
                    <a:pt x="22987" y="15114"/>
                    <a:pt x="21713" y="17852"/>
                    <a:pt x="19402" y="19915"/>
                  </a:cubicBezTo>
                  <a:cubicBezTo>
                    <a:pt x="17208" y="21874"/>
                    <a:pt x="14649" y="22893"/>
                    <a:pt x="11811" y="22893"/>
                  </a:cubicBezTo>
                  <a:cubicBezTo>
                    <a:pt x="11468" y="22893"/>
                    <a:pt x="11120" y="22878"/>
                    <a:pt x="10768" y="22848"/>
                  </a:cubicBezTo>
                  <a:cubicBezTo>
                    <a:pt x="5457" y="22396"/>
                    <a:pt x="1450" y="17950"/>
                    <a:pt x="1257" y="12552"/>
                  </a:cubicBezTo>
                  <a:cubicBezTo>
                    <a:pt x="1158" y="9758"/>
                    <a:pt x="2062" y="6854"/>
                    <a:pt x="3873" y="4748"/>
                  </a:cubicBezTo>
                  <a:cubicBezTo>
                    <a:pt x="4873" y="3585"/>
                    <a:pt x="6221" y="2670"/>
                    <a:pt x="7512" y="1882"/>
                  </a:cubicBezTo>
                  <a:cubicBezTo>
                    <a:pt x="9104" y="911"/>
                    <a:pt x="10645" y="585"/>
                    <a:pt x="12446" y="554"/>
                  </a:cubicBezTo>
                  <a:lnTo>
                    <a:pt x="12446" y="554"/>
                  </a:lnTo>
                  <a:cubicBezTo>
                    <a:pt x="12481" y="640"/>
                    <a:pt x="12556" y="706"/>
                    <a:pt x="12645" y="706"/>
                  </a:cubicBezTo>
                  <a:cubicBezTo>
                    <a:pt x="12684" y="706"/>
                    <a:pt x="12727" y="693"/>
                    <a:pt x="12769" y="663"/>
                  </a:cubicBezTo>
                  <a:cubicBezTo>
                    <a:pt x="12972" y="520"/>
                    <a:pt x="13248" y="463"/>
                    <a:pt x="13559" y="463"/>
                  </a:cubicBezTo>
                  <a:close/>
                  <a:moveTo>
                    <a:pt x="13369" y="0"/>
                  </a:moveTo>
                  <a:cubicBezTo>
                    <a:pt x="13183" y="0"/>
                    <a:pt x="13000" y="25"/>
                    <a:pt x="12826" y="89"/>
                  </a:cubicBezTo>
                  <a:lnTo>
                    <a:pt x="12826" y="89"/>
                  </a:lnTo>
                  <a:cubicBezTo>
                    <a:pt x="12796" y="74"/>
                    <a:pt x="12761" y="65"/>
                    <a:pt x="12720" y="65"/>
                  </a:cubicBezTo>
                  <a:cubicBezTo>
                    <a:pt x="11451" y="67"/>
                    <a:pt x="10125" y="69"/>
                    <a:pt x="8942" y="603"/>
                  </a:cubicBezTo>
                  <a:cubicBezTo>
                    <a:pt x="7552" y="1229"/>
                    <a:pt x="6253" y="2035"/>
                    <a:pt x="5075" y="3001"/>
                  </a:cubicBezTo>
                  <a:cubicBezTo>
                    <a:pt x="3032" y="4676"/>
                    <a:pt x="1736" y="6708"/>
                    <a:pt x="1110" y="9319"/>
                  </a:cubicBezTo>
                  <a:cubicBezTo>
                    <a:pt x="1" y="13943"/>
                    <a:pt x="1664" y="18729"/>
                    <a:pt x="5487" y="21448"/>
                  </a:cubicBezTo>
                  <a:cubicBezTo>
                    <a:pt x="7410" y="22817"/>
                    <a:pt x="9765" y="23389"/>
                    <a:pt x="12081" y="23389"/>
                  </a:cubicBezTo>
                  <a:cubicBezTo>
                    <a:pt x="12103" y="23389"/>
                    <a:pt x="12125" y="23389"/>
                    <a:pt x="12147" y="23389"/>
                  </a:cubicBezTo>
                  <a:cubicBezTo>
                    <a:pt x="14921" y="23375"/>
                    <a:pt x="17322" y="22261"/>
                    <a:pt x="19452" y="20504"/>
                  </a:cubicBezTo>
                  <a:cubicBezTo>
                    <a:pt x="23566" y="17113"/>
                    <a:pt x="25430" y="10545"/>
                    <a:pt x="22524" y="5786"/>
                  </a:cubicBezTo>
                  <a:cubicBezTo>
                    <a:pt x="21364" y="3887"/>
                    <a:pt x="19638" y="2360"/>
                    <a:pt x="17724" y="1304"/>
                  </a:cubicBezTo>
                  <a:cubicBezTo>
                    <a:pt x="16774" y="780"/>
                    <a:pt x="15739" y="428"/>
                    <a:pt x="14683" y="218"/>
                  </a:cubicBezTo>
                  <a:cubicBezTo>
                    <a:pt x="14267" y="136"/>
                    <a:pt x="13807" y="0"/>
                    <a:pt x="13369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43"/>
            <p:cNvSpPr/>
            <p:nvPr/>
          </p:nvSpPr>
          <p:spPr>
            <a:xfrm>
              <a:off x="7109335" y="3926430"/>
              <a:ext cx="49729" cy="44023"/>
            </a:xfrm>
            <a:custGeom>
              <a:rect b="b" l="l" r="r" t="t"/>
              <a:pathLst>
                <a:path extrusionOk="0" h="3950" w="4462">
                  <a:moveTo>
                    <a:pt x="2575" y="473"/>
                  </a:moveTo>
                  <a:cubicBezTo>
                    <a:pt x="3152" y="473"/>
                    <a:pt x="3619" y="1102"/>
                    <a:pt x="3789" y="1662"/>
                  </a:cubicBezTo>
                  <a:cubicBezTo>
                    <a:pt x="4032" y="2462"/>
                    <a:pt x="3373" y="3137"/>
                    <a:pt x="2702" y="3379"/>
                  </a:cubicBezTo>
                  <a:cubicBezTo>
                    <a:pt x="2507" y="3450"/>
                    <a:pt x="2292" y="3487"/>
                    <a:pt x="2078" y="3487"/>
                  </a:cubicBezTo>
                  <a:cubicBezTo>
                    <a:pt x="1509" y="3487"/>
                    <a:pt x="940" y="3227"/>
                    <a:pt x="741" y="2648"/>
                  </a:cubicBezTo>
                  <a:cubicBezTo>
                    <a:pt x="389" y="1624"/>
                    <a:pt x="1367" y="927"/>
                    <a:pt x="2156" y="617"/>
                  </a:cubicBezTo>
                  <a:cubicBezTo>
                    <a:pt x="2205" y="598"/>
                    <a:pt x="2242" y="568"/>
                    <a:pt x="2268" y="533"/>
                  </a:cubicBezTo>
                  <a:lnTo>
                    <a:pt x="2268" y="533"/>
                  </a:lnTo>
                  <a:cubicBezTo>
                    <a:pt x="2373" y="492"/>
                    <a:pt x="2475" y="473"/>
                    <a:pt x="2575" y="473"/>
                  </a:cubicBezTo>
                  <a:close/>
                  <a:moveTo>
                    <a:pt x="2554" y="1"/>
                  </a:moveTo>
                  <a:cubicBezTo>
                    <a:pt x="2337" y="1"/>
                    <a:pt x="2117" y="54"/>
                    <a:pt x="1903" y="173"/>
                  </a:cubicBezTo>
                  <a:cubicBezTo>
                    <a:pt x="1873" y="189"/>
                    <a:pt x="1849" y="210"/>
                    <a:pt x="1831" y="232"/>
                  </a:cubicBezTo>
                  <a:lnTo>
                    <a:pt x="1831" y="232"/>
                  </a:lnTo>
                  <a:cubicBezTo>
                    <a:pt x="794" y="693"/>
                    <a:pt x="1" y="1507"/>
                    <a:pt x="283" y="2777"/>
                  </a:cubicBezTo>
                  <a:cubicBezTo>
                    <a:pt x="472" y="3625"/>
                    <a:pt x="1296" y="3949"/>
                    <a:pt x="2081" y="3949"/>
                  </a:cubicBezTo>
                  <a:cubicBezTo>
                    <a:pt x="2343" y="3949"/>
                    <a:pt x="2600" y="3913"/>
                    <a:pt x="2828" y="3849"/>
                  </a:cubicBezTo>
                  <a:cubicBezTo>
                    <a:pt x="3827" y="3564"/>
                    <a:pt x="4462" y="2573"/>
                    <a:pt x="4248" y="1533"/>
                  </a:cubicBezTo>
                  <a:cubicBezTo>
                    <a:pt x="4077" y="705"/>
                    <a:pt x="3341" y="1"/>
                    <a:pt x="2554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43"/>
            <p:cNvSpPr/>
            <p:nvPr/>
          </p:nvSpPr>
          <p:spPr>
            <a:xfrm>
              <a:off x="7113091" y="3980001"/>
              <a:ext cx="43755" cy="6386"/>
            </a:xfrm>
            <a:custGeom>
              <a:rect b="b" l="l" r="r" t="t"/>
              <a:pathLst>
                <a:path extrusionOk="0" h="573" w="3926">
                  <a:moveTo>
                    <a:pt x="2756" y="1"/>
                  </a:moveTo>
                  <a:cubicBezTo>
                    <a:pt x="2209" y="1"/>
                    <a:pt x="1661" y="80"/>
                    <a:pt x="1114" y="80"/>
                  </a:cubicBezTo>
                  <a:cubicBezTo>
                    <a:pt x="880" y="80"/>
                    <a:pt x="646" y="65"/>
                    <a:pt x="412" y="24"/>
                  </a:cubicBezTo>
                  <a:cubicBezTo>
                    <a:pt x="396" y="21"/>
                    <a:pt x="381" y="20"/>
                    <a:pt x="366" y="20"/>
                  </a:cubicBezTo>
                  <a:cubicBezTo>
                    <a:pt x="101" y="20"/>
                    <a:pt x="1" y="443"/>
                    <a:pt x="286" y="493"/>
                  </a:cubicBezTo>
                  <a:cubicBezTo>
                    <a:pt x="519" y="535"/>
                    <a:pt x="754" y="549"/>
                    <a:pt x="989" y="549"/>
                  </a:cubicBezTo>
                  <a:cubicBezTo>
                    <a:pt x="1538" y="549"/>
                    <a:pt x="2089" y="470"/>
                    <a:pt x="2636" y="470"/>
                  </a:cubicBezTo>
                  <a:cubicBezTo>
                    <a:pt x="2933" y="470"/>
                    <a:pt x="3229" y="493"/>
                    <a:pt x="3522" y="565"/>
                  </a:cubicBezTo>
                  <a:cubicBezTo>
                    <a:pt x="3543" y="570"/>
                    <a:pt x="3564" y="573"/>
                    <a:pt x="3583" y="573"/>
                  </a:cubicBezTo>
                  <a:cubicBezTo>
                    <a:pt x="3836" y="573"/>
                    <a:pt x="3925" y="163"/>
                    <a:pt x="3648" y="97"/>
                  </a:cubicBezTo>
                  <a:cubicBezTo>
                    <a:pt x="3351" y="24"/>
                    <a:pt x="3054" y="1"/>
                    <a:pt x="2756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43"/>
            <p:cNvSpPr/>
            <p:nvPr/>
          </p:nvSpPr>
          <p:spPr>
            <a:xfrm>
              <a:off x="7113537" y="3981862"/>
              <a:ext cx="6576" cy="111417"/>
            </a:xfrm>
            <a:custGeom>
              <a:rect b="b" l="l" r="r" t="t"/>
              <a:pathLst>
                <a:path extrusionOk="0" h="9997" w="590">
                  <a:moveTo>
                    <a:pt x="199" y="0"/>
                  </a:moveTo>
                  <a:cubicBezTo>
                    <a:pt x="99" y="0"/>
                    <a:pt x="0" y="79"/>
                    <a:pt x="2" y="236"/>
                  </a:cubicBezTo>
                  <a:cubicBezTo>
                    <a:pt x="15" y="2133"/>
                    <a:pt x="142" y="4025"/>
                    <a:pt x="142" y="5923"/>
                  </a:cubicBezTo>
                  <a:cubicBezTo>
                    <a:pt x="142" y="6825"/>
                    <a:pt x="181" y="7726"/>
                    <a:pt x="62" y="8622"/>
                  </a:cubicBezTo>
                  <a:cubicBezTo>
                    <a:pt x="2" y="9076"/>
                    <a:pt x="0" y="9449"/>
                    <a:pt x="174" y="9869"/>
                  </a:cubicBezTo>
                  <a:cubicBezTo>
                    <a:pt x="212" y="9959"/>
                    <a:pt x="270" y="9997"/>
                    <a:pt x="329" y="9997"/>
                  </a:cubicBezTo>
                  <a:cubicBezTo>
                    <a:pt x="458" y="9997"/>
                    <a:pt x="589" y="9819"/>
                    <a:pt x="508" y="9623"/>
                  </a:cubicBezTo>
                  <a:cubicBezTo>
                    <a:pt x="263" y="9033"/>
                    <a:pt x="463" y="8115"/>
                    <a:pt x="463" y="7475"/>
                  </a:cubicBezTo>
                  <a:lnTo>
                    <a:pt x="463" y="5135"/>
                  </a:lnTo>
                  <a:cubicBezTo>
                    <a:pt x="463" y="3501"/>
                    <a:pt x="410" y="1869"/>
                    <a:pt x="399" y="235"/>
                  </a:cubicBezTo>
                  <a:cubicBezTo>
                    <a:pt x="398" y="79"/>
                    <a:pt x="298" y="0"/>
                    <a:pt x="199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43"/>
            <p:cNvSpPr/>
            <p:nvPr/>
          </p:nvSpPr>
          <p:spPr>
            <a:xfrm>
              <a:off x="7148041" y="3982676"/>
              <a:ext cx="7668" cy="108040"/>
            </a:xfrm>
            <a:custGeom>
              <a:rect b="b" l="l" r="r" t="t"/>
              <a:pathLst>
                <a:path extrusionOk="0" h="9694" w="688">
                  <a:moveTo>
                    <a:pt x="450" y="0"/>
                  </a:moveTo>
                  <a:cubicBezTo>
                    <a:pt x="332" y="0"/>
                    <a:pt x="213" y="79"/>
                    <a:pt x="212" y="236"/>
                  </a:cubicBezTo>
                  <a:cubicBezTo>
                    <a:pt x="202" y="3311"/>
                    <a:pt x="10" y="6382"/>
                    <a:pt x="1" y="9458"/>
                  </a:cubicBezTo>
                  <a:cubicBezTo>
                    <a:pt x="1" y="9615"/>
                    <a:pt x="119" y="9694"/>
                    <a:pt x="238" y="9694"/>
                  </a:cubicBezTo>
                  <a:cubicBezTo>
                    <a:pt x="357" y="9694"/>
                    <a:pt x="476" y="9615"/>
                    <a:pt x="476" y="9458"/>
                  </a:cubicBezTo>
                  <a:cubicBezTo>
                    <a:pt x="486" y="6383"/>
                    <a:pt x="678" y="3311"/>
                    <a:pt x="688" y="236"/>
                  </a:cubicBezTo>
                  <a:cubicBezTo>
                    <a:pt x="688" y="79"/>
                    <a:pt x="569" y="0"/>
                    <a:pt x="45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43"/>
            <p:cNvSpPr/>
            <p:nvPr/>
          </p:nvSpPr>
          <p:spPr>
            <a:xfrm>
              <a:off x="7114640" y="4087757"/>
              <a:ext cx="39119" cy="7556"/>
            </a:xfrm>
            <a:custGeom>
              <a:rect b="b" l="l" r="r" t="t"/>
              <a:pathLst>
                <a:path extrusionOk="0" h="678" w="3510">
                  <a:moveTo>
                    <a:pt x="3163" y="0"/>
                  </a:moveTo>
                  <a:cubicBezTo>
                    <a:pt x="3126" y="0"/>
                    <a:pt x="3086" y="11"/>
                    <a:pt x="3045" y="34"/>
                  </a:cubicBezTo>
                  <a:cubicBezTo>
                    <a:pt x="2831" y="161"/>
                    <a:pt x="2607" y="203"/>
                    <a:pt x="2378" y="203"/>
                  </a:cubicBezTo>
                  <a:cubicBezTo>
                    <a:pt x="1898" y="203"/>
                    <a:pt x="1396" y="15"/>
                    <a:pt x="906" y="15"/>
                  </a:cubicBezTo>
                  <a:cubicBezTo>
                    <a:pt x="677" y="15"/>
                    <a:pt x="450" y="57"/>
                    <a:pt x="231" y="178"/>
                  </a:cubicBezTo>
                  <a:cubicBezTo>
                    <a:pt x="1" y="306"/>
                    <a:pt x="142" y="630"/>
                    <a:pt x="355" y="630"/>
                  </a:cubicBezTo>
                  <a:cubicBezTo>
                    <a:pt x="392" y="630"/>
                    <a:pt x="431" y="620"/>
                    <a:pt x="471" y="598"/>
                  </a:cubicBezTo>
                  <a:cubicBezTo>
                    <a:pt x="636" y="507"/>
                    <a:pt x="814" y="474"/>
                    <a:pt x="997" y="474"/>
                  </a:cubicBezTo>
                  <a:cubicBezTo>
                    <a:pt x="1341" y="474"/>
                    <a:pt x="1701" y="589"/>
                    <a:pt x="2027" y="642"/>
                  </a:cubicBezTo>
                  <a:cubicBezTo>
                    <a:pt x="2165" y="664"/>
                    <a:pt x="2301" y="677"/>
                    <a:pt x="2434" y="677"/>
                  </a:cubicBezTo>
                  <a:cubicBezTo>
                    <a:pt x="2730" y="677"/>
                    <a:pt x="3013" y="614"/>
                    <a:pt x="3285" y="454"/>
                  </a:cubicBezTo>
                  <a:cubicBezTo>
                    <a:pt x="3510" y="321"/>
                    <a:pt x="3372" y="0"/>
                    <a:pt x="316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43"/>
            <p:cNvSpPr/>
            <p:nvPr/>
          </p:nvSpPr>
          <p:spPr>
            <a:xfrm>
              <a:off x="7164892" y="3981751"/>
              <a:ext cx="9941" cy="106947"/>
            </a:xfrm>
            <a:custGeom>
              <a:rect b="b" l="l" r="r" t="t"/>
              <a:pathLst>
                <a:path extrusionOk="0" h="9596" w="892">
                  <a:moveTo>
                    <a:pt x="369" y="1"/>
                  </a:moveTo>
                  <a:cubicBezTo>
                    <a:pt x="227" y="1"/>
                    <a:pt x="74" y="125"/>
                    <a:pt x="116" y="310"/>
                  </a:cubicBezTo>
                  <a:cubicBezTo>
                    <a:pt x="283" y="1054"/>
                    <a:pt x="133" y="1802"/>
                    <a:pt x="107" y="2552"/>
                  </a:cubicBezTo>
                  <a:cubicBezTo>
                    <a:pt x="82" y="3273"/>
                    <a:pt x="70" y="3978"/>
                    <a:pt x="47" y="4700"/>
                  </a:cubicBezTo>
                  <a:cubicBezTo>
                    <a:pt x="1" y="6209"/>
                    <a:pt x="37" y="7688"/>
                    <a:pt x="37" y="9214"/>
                  </a:cubicBezTo>
                  <a:cubicBezTo>
                    <a:pt x="37" y="9468"/>
                    <a:pt x="155" y="9595"/>
                    <a:pt x="274" y="9595"/>
                  </a:cubicBezTo>
                  <a:cubicBezTo>
                    <a:pt x="393" y="9595"/>
                    <a:pt x="511" y="9468"/>
                    <a:pt x="511" y="9214"/>
                  </a:cubicBezTo>
                  <a:cubicBezTo>
                    <a:pt x="511" y="7688"/>
                    <a:pt x="490" y="6211"/>
                    <a:pt x="522" y="4700"/>
                  </a:cubicBezTo>
                  <a:cubicBezTo>
                    <a:pt x="555" y="3259"/>
                    <a:pt x="892" y="1579"/>
                    <a:pt x="573" y="171"/>
                  </a:cubicBezTo>
                  <a:cubicBezTo>
                    <a:pt x="547" y="52"/>
                    <a:pt x="460" y="1"/>
                    <a:pt x="369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43"/>
            <p:cNvSpPr/>
            <p:nvPr/>
          </p:nvSpPr>
          <p:spPr>
            <a:xfrm>
              <a:off x="7165794" y="3980904"/>
              <a:ext cx="40869" cy="10008"/>
            </a:xfrm>
            <a:custGeom>
              <a:rect b="b" l="l" r="r" t="t"/>
              <a:pathLst>
                <a:path extrusionOk="0" h="898" w="3667">
                  <a:moveTo>
                    <a:pt x="331" y="0"/>
                  </a:moveTo>
                  <a:cubicBezTo>
                    <a:pt x="131" y="0"/>
                    <a:pt x="1" y="318"/>
                    <a:pt x="215" y="460"/>
                  </a:cubicBezTo>
                  <a:cubicBezTo>
                    <a:pt x="757" y="820"/>
                    <a:pt x="1384" y="897"/>
                    <a:pt x="2020" y="897"/>
                  </a:cubicBezTo>
                  <a:cubicBezTo>
                    <a:pt x="2471" y="897"/>
                    <a:pt x="2927" y="858"/>
                    <a:pt x="3360" y="854"/>
                  </a:cubicBezTo>
                  <a:cubicBezTo>
                    <a:pt x="3665" y="850"/>
                    <a:pt x="3666" y="368"/>
                    <a:pt x="3363" y="368"/>
                  </a:cubicBezTo>
                  <a:cubicBezTo>
                    <a:pt x="3362" y="368"/>
                    <a:pt x="3361" y="368"/>
                    <a:pt x="3360" y="368"/>
                  </a:cubicBezTo>
                  <a:cubicBezTo>
                    <a:pt x="2933" y="373"/>
                    <a:pt x="2473" y="420"/>
                    <a:pt x="2020" y="420"/>
                  </a:cubicBezTo>
                  <a:cubicBezTo>
                    <a:pt x="1465" y="420"/>
                    <a:pt x="919" y="349"/>
                    <a:pt x="454" y="41"/>
                  </a:cubicBezTo>
                  <a:cubicBezTo>
                    <a:pt x="412" y="13"/>
                    <a:pt x="370" y="0"/>
                    <a:pt x="33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43"/>
            <p:cNvSpPr/>
            <p:nvPr/>
          </p:nvSpPr>
          <p:spPr>
            <a:xfrm>
              <a:off x="7199217" y="3984113"/>
              <a:ext cx="7311" cy="16651"/>
            </a:xfrm>
            <a:custGeom>
              <a:rect b="b" l="l" r="r" t="t"/>
              <a:pathLst>
                <a:path extrusionOk="0" h="1494" w="656">
                  <a:moveTo>
                    <a:pt x="319" y="1"/>
                  </a:moveTo>
                  <a:cubicBezTo>
                    <a:pt x="166" y="1"/>
                    <a:pt x="1" y="178"/>
                    <a:pt x="85" y="373"/>
                  </a:cubicBezTo>
                  <a:cubicBezTo>
                    <a:pt x="200" y="638"/>
                    <a:pt x="127" y="978"/>
                    <a:pt x="123" y="1259"/>
                  </a:cubicBezTo>
                  <a:cubicBezTo>
                    <a:pt x="121" y="1416"/>
                    <a:pt x="238" y="1494"/>
                    <a:pt x="357" y="1494"/>
                  </a:cubicBezTo>
                  <a:cubicBezTo>
                    <a:pt x="476" y="1494"/>
                    <a:pt x="596" y="1415"/>
                    <a:pt x="599" y="1259"/>
                  </a:cubicBezTo>
                  <a:cubicBezTo>
                    <a:pt x="603" y="870"/>
                    <a:pt x="655" y="494"/>
                    <a:pt x="496" y="128"/>
                  </a:cubicBezTo>
                  <a:cubicBezTo>
                    <a:pt x="456" y="38"/>
                    <a:pt x="389" y="1"/>
                    <a:pt x="319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43"/>
            <p:cNvSpPr/>
            <p:nvPr/>
          </p:nvSpPr>
          <p:spPr>
            <a:xfrm>
              <a:off x="7200298" y="3982041"/>
              <a:ext cx="90029" cy="111862"/>
            </a:xfrm>
            <a:custGeom>
              <a:rect b="b" l="l" r="r" t="t"/>
              <a:pathLst>
                <a:path extrusionOk="0" h="10037" w="8078">
                  <a:moveTo>
                    <a:pt x="3866" y="0"/>
                  </a:moveTo>
                  <a:cubicBezTo>
                    <a:pt x="2602" y="0"/>
                    <a:pt x="1258" y="669"/>
                    <a:pt x="214" y="1344"/>
                  </a:cubicBezTo>
                  <a:cubicBezTo>
                    <a:pt x="1" y="1481"/>
                    <a:pt x="127" y="1768"/>
                    <a:pt x="324" y="1768"/>
                  </a:cubicBezTo>
                  <a:cubicBezTo>
                    <a:pt x="365" y="1768"/>
                    <a:pt x="409" y="1755"/>
                    <a:pt x="454" y="1726"/>
                  </a:cubicBezTo>
                  <a:lnTo>
                    <a:pt x="453" y="1726"/>
                  </a:lnTo>
                  <a:cubicBezTo>
                    <a:pt x="1507" y="1045"/>
                    <a:pt x="2693" y="479"/>
                    <a:pt x="3797" y="479"/>
                  </a:cubicBezTo>
                  <a:cubicBezTo>
                    <a:pt x="4755" y="479"/>
                    <a:pt x="5652" y="907"/>
                    <a:pt x="6345" y="2059"/>
                  </a:cubicBezTo>
                  <a:cubicBezTo>
                    <a:pt x="6994" y="3139"/>
                    <a:pt x="6906" y="4625"/>
                    <a:pt x="6851" y="5839"/>
                  </a:cubicBezTo>
                  <a:cubicBezTo>
                    <a:pt x="6790" y="7162"/>
                    <a:pt x="6653" y="8476"/>
                    <a:pt x="6640" y="9802"/>
                  </a:cubicBezTo>
                  <a:cubicBezTo>
                    <a:pt x="6640" y="9825"/>
                    <a:pt x="6642" y="9847"/>
                    <a:pt x="6646" y="9866"/>
                  </a:cubicBezTo>
                  <a:lnTo>
                    <a:pt x="6646" y="9866"/>
                  </a:lnTo>
                  <a:cubicBezTo>
                    <a:pt x="6643" y="9891"/>
                    <a:pt x="6641" y="9919"/>
                    <a:pt x="6639" y="9950"/>
                  </a:cubicBezTo>
                  <a:lnTo>
                    <a:pt x="6681" y="9950"/>
                  </a:lnTo>
                  <a:cubicBezTo>
                    <a:pt x="6722" y="10008"/>
                    <a:pt x="6788" y="10036"/>
                    <a:pt x="6857" y="10036"/>
                  </a:cubicBezTo>
                  <a:cubicBezTo>
                    <a:pt x="6927" y="10036"/>
                    <a:pt x="7000" y="10007"/>
                    <a:pt x="7050" y="9950"/>
                  </a:cubicBezTo>
                  <a:lnTo>
                    <a:pt x="7115" y="9950"/>
                  </a:lnTo>
                  <a:cubicBezTo>
                    <a:pt x="7115" y="9909"/>
                    <a:pt x="7116" y="9868"/>
                    <a:pt x="7117" y="9827"/>
                  </a:cubicBezTo>
                  <a:lnTo>
                    <a:pt x="7117" y="9827"/>
                  </a:lnTo>
                  <a:cubicBezTo>
                    <a:pt x="7204" y="9724"/>
                    <a:pt x="7188" y="9614"/>
                    <a:pt x="7125" y="9543"/>
                  </a:cubicBezTo>
                  <a:lnTo>
                    <a:pt x="7125" y="9543"/>
                  </a:lnTo>
                  <a:cubicBezTo>
                    <a:pt x="7234" y="6798"/>
                    <a:pt x="8077" y="3286"/>
                    <a:pt x="6135" y="1039"/>
                  </a:cubicBezTo>
                  <a:cubicBezTo>
                    <a:pt x="5483" y="285"/>
                    <a:pt x="4691" y="0"/>
                    <a:pt x="3866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43"/>
            <p:cNvSpPr/>
            <p:nvPr/>
          </p:nvSpPr>
          <p:spPr>
            <a:xfrm>
              <a:off x="7164602" y="4083868"/>
              <a:ext cx="41270" cy="10699"/>
            </a:xfrm>
            <a:custGeom>
              <a:rect b="b" l="l" r="r" t="t"/>
              <a:pathLst>
                <a:path extrusionOk="0" h="960" w="3703">
                  <a:moveTo>
                    <a:pt x="326" y="1"/>
                  </a:moveTo>
                  <a:cubicBezTo>
                    <a:pt x="207" y="1"/>
                    <a:pt x="79" y="78"/>
                    <a:pt x="64" y="232"/>
                  </a:cubicBezTo>
                  <a:cubicBezTo>
                    <a:pt x="0" y="839"/>
                    <a:pt x="1047" y="959"/>
                    <a:pt x="1999" y="959"/>
                  </a:cubicBezTo>
                  <a:cubicBezTo>
                    <a:pt x="2612" y="959"/>
                    <a:pt x="3186" y="910"/>
                    <a:pt x="3396" y="908"/>
                  </a:cubicBezTo>
                  <a:cubicBezTo>
                    <a:pt x="3702" y="906"/>
                    <a:pt x="3703" y="421"/>
                    <a:pt x="3398" y="421"/>
                  </a:cubicBezTo>
                  <a:cubicBezTo>
                    <a:pt x="3398" y="421"/>
                    <a:pt x="3397" y="421"/>
                    <a:pt x="3396" y="421"/>
                  </a:cubicBezTo>
                  <a:cubicBezTo>
                    <a:pt x="3291" y="423"/>
                    <a:pt x="2931" y="430"/>
                    <a:pt x="2500" y="430"/>
                  </a:cubicBezTo>
                  <a:cubicBezTo>
                    <a:pt x="1649" y="430"/>
                    <a:pt x="521" y="400"/>
                    <a:pt x="538" y="232"/>
                  </a:cubicBezTo>
                  <a:cubicBezTo>
                    <a:pt x="555" y="77"/>
                    <a:pt x="445" y="1"/>
                    <a:pt x="326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43"/>
            <p:cNvSpPr/>
            <p:nvPr/>
          </p:nvSpPr>
          <p:spPr>
            <a:xfrm>
              <a:off x="7197312" y="4011139"/>
              <a:ext cx="47099" cy="81169"/>
            </a:xfrm>
            <a:custGeom>
              <a:rect b="b" l="l" r="r" t="t"/>
              <a:pathLst>
                <a:path extrusionOk="0" h="7283" w="4226">
                  <a:moveTo>
                    <a:pt x="2454" y="0"/>
                  </a:moveTo>
                  <a:cubicBezTo>
                    <a:pt x="1652" y="0"/>
                    <a:pt x="808" y="547"/>
                    <a:pt x="408" y="1205"/>
                  </a:cubicBezTo>
                  <a:cubicBezTo>
                    <a:pt x="1" y="1875"/>
                    <a:pt x="80" y="2849"/>
                    <a:pt x="87" y="3594"/>
                  </a:cubicBezTo>
                  <a:cubicBezTo>
                    <a:pt x="94" y="4177"/>
                    <a:pt x="145" y="4759"/>
                    <a:pt x="194" y="5338"/>
                  </a:cubicBezTo>
                  <a:cubicBezTo>
                    <a:pt x="230" y="5762"/>
                    <a:pt x="451" y="6555"/>
                    <a:pt x="186" y="6925"/>
                  </a:cubicBezTo>
                  <a:cubicBezTo>
                    <a:pt x="59" y="7102"/>
                    <a:pt x="224" y="7274"/>
                    <a:pt x="396" y="7274"/>
                  </a:cubicBezTo>
                  <a:cubicBezTo>
                    <a:pt x="469" y="7274"/>
                    <a:pt x="543" y="7244"/>
                    <a:pt x="596" y="7169"/>
                  </a:cubicBezTo>
                  <a:cubicBezTo>
                    <a:pt x="874" y="6782"/>
                    <a:pt x="763" y="6280"/>
                    <a:pt x="709" y="5834"/>
                  </a:cubicBezTo>
                  <a:cubicBezTo>
                    <a:pt x="596" y="4883"/>
                    <a:pt x="555" y="3911"/>
                    <a:pt x="560" y="2955"/>
                  </a:cubicBezTo>
                  <a:cubicBezTo>
                    <a:pt x="564" y="2015"/>
                    <a:pt x="720" y="1230"/>
                    <a:pt x="1580" y="744"/>
                  </a:cubicBezTo>
                  <a:cubicBezTo>
                    <a:pt x="1851" y="591"/>
                    <a:pt x="2151" y="496"/>
                    <a:pt x="2435" y="496"/>
                  </a:cubicBezTo>
                  <a:cubicBezTo>
                    <a:pt x="2778" y="496"/>
                    <a:pt x="3099" y="634"/>
                    <a:pt x="3322" y="977"/>
                  </a:cubicBezTo>
                  <a:cubicBezTo>
                    <a:pt x="3898" y="1860"/>
                    <a:pt x="3768" y="3263"/>
                    <a:pt x="3724" y="4268"/>
                  </a:cubicBezTo>
                  <a:cubicBezTo>
                    <a:pt x="3684" y="5195"/>
                    <a:pt x="3544" y="6119"/>
                    <a:pt x="3531" y="7047"/>
                  </a:cubicBezTo>
                  <a:cubicBezTo>
                    <a:pt x="3529" y="7204"/>
                    <a:pt x="3646" y="7282"/>
                    <a:pt x="3765" y="7282"/>
                  </a:cubicBezTo>
                  <a:cubicBezTo>
                    <a:pt x="3884" y="7282"/>
                    <a:pt x="4004" y="7204"/>
                    <a:pt x="4006" y="7047"/>
                  </a:cubicBezTo>
                  <a:cubicBezTo>
                    <a:pt x="4023" y="5778"/>
                    <a:pt x="4225" y="4521"/>
                    <a:pt x="4221" y="3249"/>
                  </a:cubicBezTo>
                  <a:cubicBezTo>
                    <a:pt x="4218" y="2321"/>
                    <a:pt x="4173" y="821"/>
                    <a:pt x="3303" y="247"/>
                  </a:cubicBezTo>
                  <a:cubicBezTo>
                    <a:pt x="3042" y="75"/>
                    <a:pt x="2751" y="0"/>
                    <a:pt x="2454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43"/>
            <p:cNvSpPr/>
            <p:nvPr/>
          </p:nvSpPr>
          <p:spPr>
            <a:xfrm>
              <a:off x="7235382" y="4087657"/>
              <a:ext cx="44190" cy="7189"/>
            </a:xfrm>
            <a:custGeom>
              <a:rect b="b" l="l" r="r" t="t"/>
              <a:pathLst>
                <a:path extrusionOk="0" h="645" w="3965">
                  <a:moveTo>
                    <a:pt x="2270" y="1"/>
                  </a:moveTo>
                  <a:cubicBezTo>
                    <a:pt x="2262" y="1"/>
                    <a:pt x="2254" y="1"/>
                    <a:pt x="2246" y="1"/>
                  </a:cubicBezTo>
                  <a:cubicBezTo>
                    <a:pt x="1760" y="8"/>
                    <a:pt x="1285" y="117"/>
                    <a:pt x="802" y="117"/>
                  </a:cubicBezTo>
                  <a:cubicBezTo>
                    <a:pt x="673" y="117"/>
                    <a:pt x="545" y="110"/>
                    <a:pt x="415" y="90"/>
                  </a:cubicBezTo>
                  <a:cubicBezTo>
                    <a:pt x="401" y="88"/>
                    <a:pt x="388" y="87"/>
                    <a:pt x="375" y="87"/>
                  </a:cubicBezTo>
                  <a:cubicBezTo>
                    <a:pt x="105" y="87"/>
                    <a:pt x="0" y="516"/>
                    <a:pt x="289" y="560"/>
                  </a:cubicBezTo>
                  <a:cubicBezTo>
                    <a:pt x="468" y="586"/>
                    <a:pt x="645" y="597"/>
                    <a:pt x="821" y="597"/>
                  </a:cubicBezTo>
                  <a:cubicBezTo>
                    <a:pt x="1150" y="597"/>
                    <a:pt x="1477" y="560"/>
                    <a:pt x="1811" y="523"/>
                  </a:cubicBezTo>
                  <a:cubicBezTo>
                    <a:pt x="1901" y="512"/>
                    <a:pt x="1989" y="508"/>
                    <a:pt x="2076" y="508"/>
                  </a:cubicBezTo>
                  <a:cubicBezTo>
                    <a:pt x="2568" y="508"/>
                    <a:pt x="3029" y="644"/>
                    <a:pt x="3513" y="644"/>
                  </a:cubicBezTo>
                  <a:cubicBezTo>
                    <a:pt x="3561" y="644"/>
                    <a:pt x="3610" y="643"/>
                    <a:pt x="3658" y="640"/>
                  </a:cubicBezTo>
                  <a:cubicBezTo>
                    <a:pt x="3957" y="622"/>
                    <a:pt x="3965" y="154"/>
                    <a:pt x="3675" y="154"/>
                  </a:cubicBezTo>
                  <a:cubicBezTo>
                    <a:pt x="3670" y="154"/>
                    <a:pt x="3664" y="154"/>
                    <a:pt x="3658" y="154"/>
                  </a:cubicBezTo>
                  <a:cubicBezTo>
                    <a:pt x="3625" y="156"/>
                    <a:pt x="3593" y="157"/>
                    <a:pt x="3560" y="157"/>
                  </a:cubicBezTo>
                  <a:cubicBezTo>
                    <a:pt x="3131" y="157"/>
                    <a:pt x="2708" y="1"/>
                    <a:pt x="2270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43"/>
            <p:cNvSpPr/>
            <p:nvPr/>
          </p:nvSpPr>
          <p:spPr>
            <a:xfrm>
              <a:off x="7057869" y="3882899"/>
              <a:ext cx="271370" cy="271080"/>
            </a:xfrm>
            <a:custGeom>
              <a:rect b="b" l="l" r="r" t="t"/>
              <a:pathLst>
                <a:path extrusionOk="0" h="24323" w="24349">
                  <a:moveTo>
                    <a:pt x="16512" y="463"/>
                  </a:moveTo>
                  <a:cubicBezTo>
                    <a:pt x="17240" y="463"/>
                    <a:pt x="17981" y="545"/>
                    <a:pt x="18666" y="566"/>
                  </a:cubicBezTo>
                  <a:cubicBezTo>
                    <a:pt x="18816" y="570"/>
                    <a:pt x="18966" y="572"/>
                    <a:pt x="19116" y="572"/>
                  </a:cubicBezTo>
                  <a:cubicBezTo>
                    <a:pt x="19701" y="572"/>
                    <a:pt x="20287" y="545"/>
                    <a:pt x="20872" y="538"/>
                  </a:cubicBezTo>
                  <a:cubicBezTo>
                    <a:pt x="20956" y="537"/>
                    <a:pt x="21041" y="537"/>
                    <a:pt x="21125" y="537"/>
                  </a:cubicBezTo>
                  <a:cubicBezTo>
                    <a:pt x="21483" y="537"/>
                    <a:pt x="21845" y="550"/>
                    <a:pt x="22199" y="606"/>
                  </a:cubicBezTo>
                  <a:cubicBezTo>
                    <a:pt x="22991" y="732"/>
                    <a:pt x="23003" y="1738"/>
                    <a:pt x="23021" y="2326"/>
                  </a:cubicBezTo>
                  <a:cubicBezTo>
                    <a:pt x="23134" y="5792"/>
                    <a:pt x="22815" y="9262"/>
                    <a:pt x="22983" y="12733"/>
                  </a:cubicBezTo>
                  <a:cubicBezTo>
                    <a:pt x="23060" y="14324"/>
                    <a:pt x="23068" y="15909"/>
                    <a:pt x="23085" y="17502"/>
                  </a:cubicBezTo>
                  <a:cubicBezTo>
                    <a:pt x="23106" y="19169"/>
                    <a:pt x="23338" y="20842"/>
                    <a:pt x="23040" y="22499"/>
                  </a:cubicBezTo>
                  <a:cubicBezTo>
                    <a:pt x="22865" y="23473"/>
                    <a:pt x="21824" y="23671"/>
                    <a:pt x="20756" y="23671"/>
                  </a:cubicBezTo>
                  <a:cubicBezTo>
                    <a:pt x="20026" y="23671"/>
                    <a:pt x="19284" y="23579"/>
                    <a:pt x="18798" y="23579"/>
                  </a:cubicBezTo>
                  <a:cubicBezTo>
                    <a:pt x="18789" y="23579"/>
                    <a:pt x="18780" y="23579"/>
                    <a:pt x="18771" y="23579"/>
                  </a:cubicBezTo>
                  <a:cubicBezTo>
                    <a:pt x="17014" y="23590"/>
                    <a:pt x="15262" y="23685"/>
                    <a:pt x="13505" y="23710"/>
                  </a:cubicBezTo>
                  <a:cubicBezTo>
                    <a:pt x="11933" y="23732"/>
                    <a:pt x="10366" y="23742"/>
                    <a:pt x="8800" y="23742"/>
                  </a:cubicBezTo>
                  <a:cubicBezTo>
                    <a:pt x="7120" y="23742"/>
                    <a:pt x="5441" y="23731"/>
                    <a:pt x="3757" y="23715"/>
                  </a:cubicBezTo>
                  <a:cubicBezTo>
                    <a:pt x="3723" y="23714"/>
                    <a:pt x="3689" y="23714"/>
                    <a:pt x="3655" y="23714"/>
                  </a:cubicBezTo>
                  <a:cubicBezTo>
                    <a:pt x="3336" y="23714"/>
                    <a:pt x="3018" y="23726"/>
                    <a:pt x="2700" y="23726"/>
                  </a:cubicBezTo>
                  <a:cubicBezTo>
                    <a:pt x="2543" y="23726"/>
                    <a:pt x="2386" y="23723"/>
                    <a:pt x="2229" y="23715"/>
                  </a:cubicBezTo>
                  <a:cubicBezTo>
                    <a:pt x="1109" y="23655"/>
                    <a:pt x="810" y="22863"/>
                    <a:pt x="817" y="21845"/>
                  </a:cubicBezTo>
                  <a:cubicBezTo>
                    <a:pt x="832" y="20129"/>
                    <a:pt x="775" y="18416"/>
                    <a:pt x="703" y="16702"/>
                  </a:cubicBezTo>
                  <a:cubicBezTo>
                    <a:pt x="560" y="13235"/>
                    <a:pt x="642" y="9827"/>
                    <a:pt x="744" y="6364"/>
                  </a:cubicBezTo>
                  <a:cubicBezTo>
                    <a:pt x="784" y="4954"/>
                    <a:pt x="796" y="3543"/>
                    <a:pt x="829" y="2134"/>
                  </a:cubicBezTo>
                  <a:cubicBezTo>
                    <a:pt x="864" y="720"/>
                    <a:pt x="1993" y="553"/>
                    <a:pt x="3112" y="553"/>
                  </a:cubicBezTo>
                  <a:cubicBezTo>
                    <a:pt x="3461" y="553"/>
                    <a:pt x="3808" y="569"/>
                    <a:pt x="4122" y="569"/>
                  </a:cubicBezTo>
                  <a:cubicBezTo>
                    <a:pt x="4129" y="569"/>
                    <a:pt x="4136" y="569"/>
                    <a:pt x="4144" y="569"/>
                  </a:cubicBezTo>
                  <a:cubicBezTo>
                    <a:pt x="5096" y="567"/>
                    <a:pt x="6048" y="556"/>
                    <a:pt x="7000" y="556"/>
                  </a:cubicBezTo>
                  <a:cubicBezTo>
                    <a:pt x="8018" y="556"/>
                    <a:pt x="9035" y="569"/>
                    <a:pt x="10054" y="619"/>
                  </a:cubicBezTo>
                  <a:cubicBezTo>
                    <a:pt x="10933" y="661"/>
                    <a:pt x="11810" y="742"/>
                    <a:pt x="12686" y="804"/>
                  </a:cubicBezTo>
                  <a:cubicBezTo>
                    <a:pt x="13074" y="831"/>
                    <a:pt x="13482" y="882"/>
                    <a:pt x="13884" y="882"/>
                  </a:cubicBezTo>
                  <a:cubicBezTo>
                    <a:pt x="14246" y="882"/>
                    <a:pt x="14603" y="841"/>
                    <a:pt x="14936" y="705"/>
                  </a:cubicBezTo>
                  <a:cubicBezTo>
                    <a:pt x="14979" y="687"/>
                    <a:pt x="15013" y="661"/>
                    <a:pt x="15038" y="630"/>
                  </a:cubicBezTo>
                  <a:lnTo>
                    <a:pt x="15038" y="630"/>
                  </a:lnTo>
                  <a:cubicBezTo>
                    <a:pt x="15508" y="502"/>
                    <a:pt x="16007" y="463"/>
                    <a:pt x="16512" y="463"/>
                  </a:cubicBezTo>
                  <a:close/>
                  <a:moveTo>
                    <a:pt x="16368" y="0"/>
                  </a:moveTo>
                  <a:cubicBezTo>
                    <a:pt x="15790" y="0"/>
                    <a:pt x="15210" y="47"/>
                    <a:pt x="14669" y="235"/>
                  </a:cubicBezTo>
                  <a:cubicBezTo>
                    <a:pt x="14615" y="254"/>
                    <a:pt x="14576" y="286"/>
                    <a:pt x="14549" y="324"/>
                  </a:cubicBezTo>
                  <a:lnTo>
                    <a:pt x="14549" y="324"/>
                  </a:lnTo>
                  <a:cubicBezTo>
                    <a:pt x="14210" y="420"/>
                    <a:pt x="13832" y="456"/>
                    <a:pt x="13438" y="456"/>
                  </a:cubicBezTo>
                  <a:cubicBezTo>
                    <a:pt x="12424" y="456"/>
                    <a:pt x="11301" y="218"/>
                    <a:pt x="10440" y="155"/>
                  </a:cubicBezTo>
                  <a:cubicBezTo>
                    <a:pt x="9409" y="80"/>
                    <a:pt x="8374" y="61"/>
                    <a:pt x="7340" y="61"/>
                  </a:cubicBezTo>
                  <a:cubicBezTo>
                    <a:pt x="6665" y="61"/>
                    <a:pt x="5990" y="69"/>
                    <a:pt x="5316" y="74"/>
                  </a:cubicBezTo>
                  <a:cubicBezTo>
                    <a:pt x="5301" y="75"/>
                    <a:pt x="5285" y="75"/>
                    <a:pt x="5270" y="75"/>
                  </a:cubicBezTo>
                  <a:cubicBezTo>
                    <a:pt x="4749" y="75"/>
                    <a:pt x="4038" y="7"/>
                    <a:pt x="3319" y="7"/>
                  </a:cubicBezTo>
                  <a:cubicBezTo>
                    <a:pt x="2009" y="7"/>
                    <a:pt x="672" y="233"/>
                    <a:pt x="413" y="1513"/>
                  </a:cubicBezTo>
                  <a:cubicBezTo>
                    <a:pt x="181" y="2656"/>
                    <a:pt x="325" y="3992"/>
                    <a:pt x="298" y="5153"/>
                  </a:cubicBezTo>
                  <a:cubicBezTo>
                    <a:pt x="257" y="6917"/>
                    <a:pt x="144" y="8677"/>
                    <a:pt x="96" y="10440"/>
                  </a:cubicBezTo>
                  <a:cubicBezTo>
                    <a:pt x="0" y="13919"/>
                    <a:pt x="315" y="17396"/>
                    <a:pt x="351" y="20874"/>
                  </a:cubicBezTo>
                  <a:cubicBezTo>
                    <a:pt x="359" y="21651"/>
                    <a:pt x="112" y="22957"/>
                    <a:pt x="732" y="23583"/>
                  </a:cubicBezTo>
                  <a:cubicBezTo>
                    <a:pt x="1278" y="24136"/>
                    <a:pt x="1999" y="24221"/>
                    <a:pt x="2728" y="24221"/>
                  </a:cubicBezTo>
                  <a:cubicBezTo>
                    <a:pt x="2924" y="24221"/>
                    <a:pt x="3119" y="24215"/>
                    <a:pt x="3312" y="24210"/>
                  </a:cubicBezTo>
                  <a:cubicBezTo>
                    <a:pt x="3470" y="24206"/>
                    <a:pt x="3628" y="24204"/>
                    <a:pt x="3785" y="24204"/>
                  </a:cubicBezTo>
                  <a:cubicBezTo>
                    <a:pt x="5031" y="24204"/>
                    <a:pt x="6276" y="24316"/>
                    <a:pt x="7523" y="24322"/>
                  </a:cubicBezTo>
                  <a:cubicBezTo>
                    <a:pt x="7572" y="24322"/>
                    <a:pt x="7622" y="24322"/>
                    <a:pt x="7672" y="24322"/>
                  </a:cubicBezTo>
                  <a:cubicBezTo>
                    <a:pt x="9345" y="24322"/>
                    <a:pt x="11023" y="24201"/>
                    <a:pt x="12698" y="24199"/>
                  </a:cubicBezTo>
                  <a:cubicBezTo>
                    <a:pt x="14316" y="24198"/>
                    <a:pt x="15930" y="24105"/>
                    <a:pt x="17547" y="24078"/>
                  </a:cubicBezTo>
                  <a:cubicBezTo>
                    <a:pt x="17658" y="24076"/>
                    <a:pt x="17770" y="24075"/>
                    <a:pt x="17882" y="24075"/>
                  </a:cubicBezTo>
                  <a:cubicBezTo>
                    <a:pt x="18682" y="24075"/>
                    <a:pt x="19502" y="24117"/>
                    <a:pt x="20316" y="24117"/>
                  </a:cubicBezTo>
                  <a:cubicBezTo>
                    <a:pt x="20957" y="24117"/>
                    <a:pt x="21593" y="24091"/>
                    <a:pt x="22212" y="23997"/>
                  </a:cubicBezTo>
                  <a:cubicBezTo>
                    <a:pt x="24349" y="23673"/>
                    <a:pt x="23646" y="19674"/>
                    <a:pt x="23581" y="18280"/>
                  </a:cubicBezTo>
                  <a:cubicBezTo>
                    <a:pt x="23334" y="12959"/>
                    <a:pt x="23571" y="7644"/>
                    <a:pt x="23496" y="2325"/>
                  </a:cubicBezTo>
                  <a:cubicBezTo>
                    <a:pt x="23488" y="1774"/>
                    <a:pt x="23460" y="972"/>
                    <a:pt x="23028" y="559"/>
                  </a:cubicBezTo>
                  <a:cubicBezTo>
                    <a:pt x="22535" y="88"/>
                    <a:pt x="21917" y="50"/>
                    <a:pt x="21281" y="50"/>
                  </a:cubicBezTo>
                  <a:cubicBezTo>
                    <a:pt x="21158" y="50"/>
                    <a:pt x="21035" y="52"/>
                    <a:pt x="20911" y="52"/>
                  </a:cubicBezTo>
                  <a:cubicBezTo>
                    <a:pt x="20898" y="52"/>
                    <a:pt x="20884" y="52"/>
                    <a:pt x="20871" y="52"/>
                  </a:cubicBezTo>
                  <a:cubicBezTo>
                    <a:pt x="20775" y="51"/>
                    <a:pt x="20679" y="51"/>
                    <a:pt x="20583" y="51"/>
                  </a:cubicBezTo>
                  <a:cubicBezTo>
                    <a:pt x="20071" y="51"/>
                    <a:pt x="19560" y="55"/>
                    <a:pt x="19049" y="55"/>
                  </a:cubicBezTo>
                  <a:cubicBezTo>
                    <a:pt x="18457" y="55"/>
                    <a:pt x="17865" y="50"/>
                    <a:pt x="17271" y="26"/>
                  </a:cubicBezTo>
                  <a:cubicBezTo>
                    <a:pt x="16975" y="13"/>
                    <a:pt x="16672" y="0"/>
                    <a:pt x="1636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43"/>
            <p:cNvSpPr txBox="1"/>
            <p:nvPr/>
          </p:nvSpPr>
          <p:spPr>
            <a:xfrm>
              <a:off x="7333775" y="3610725"/>
              <a:ext cx="11673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Facebook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27" name="Google Shape;3227;p43"/>
            <p:cNvSpPr txBox="1"/>
            <p:nvPr/>
          </p:nvSpPr>
          <p:spPr>
            <a:xfrm>
              <a:off x="7333775" y="3919133"/>
              <a:ext cx="11673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LinkedIn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28" name="Google Shape;3228;p43"/>
            <p:cNvSpPr txBox="1"/>
            <p:nvPr/>
          </p:nvSpPr>
          <p:spPr>
            <a:xfrm>
              <a:off x="7333775" y="4227553"/>
              <a:ext cx="1167300" cy="1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Twitter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2" name="Shape 3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3" name="Google Shape;3233;p44"/>
          <p:cNvSpPr/>
          <p:nvPr/>
        </p:nvSpPr>
        <p:spPr>
          <a:xfrm rot="-5400000">
            <a:off x="5390032" y="1675770"/>
            <a:ext cx="3641305" cy="2485934"/>
          </a:xfrm>
          <a:custGeom>
            <a:rect b="b" l="l" r="r" t="t"/>
            <a:pathLst>
              <a:path extrusionOk="0" h="61419" w="46389">
                <a:moveTo>
                  <a:pt x="6060" y="1"/>
                </a:moveTo>
                <a:cubicBezTo>
                  <a:pt x="3572" y="1"/>
                  <a:pt x="1750" y="110"/>
                  <a:pt x="1357" y="461"/>
                </a:cubicBezTo>
                <a:cubicBezTo>
                  <a:pt x="281" y="1279"/>
                  <a:pt x="539" y="8813"/>
                  <a:pt x="453" y="16347"/>
                </a:cubicBezTo>
                <a:cubicBezTo>
                  <a:pt x="367" y="23880"/>
                  <a:pt x="367" y="41897"/>
                  <a:pt x="453" y="45406"/>
                </a:cubicBezTo>
                <a:cubicBezTo>
                  <a:pt x="539" y="49001"/>
                  <a:pt x="1" y="59118"/>
                  <a:pt x="819" y="60388"/>
                </a:cubicBezTo>
                <a:cubicBezTo>
                  <a:pt x="1516" y="61284"/>
                  <a:pt x="7543" y="61387"/>
                  <a:pt x="11368" y="61387"/>
                </a:cubicBezTo>
                <a:cubicBezTo>
                  <a:pt x="12501" y="61387"/>
                  <a:pt x="13441" y="61378"/>
                  <a:pt x="13992" y="61378"/>
                </a:cubicBezTo>
                <a:cubicBezTo>
                  <a:pt x="15172" y="61378"/>
                  <a:pt x="17864" y="61418"/>
                  <a:pt x="20632" y="61418"/>
                </a:cubicBezTo>
                <a:cubicBezTo>
                  <a:pt x="23572" y="61418"/>
                  <a:pt x="26598" y="61373"/>
                  <a:pt x="27984" y="61184"/>
                </a:cubicBezTo>
                <a:cubicBezTo>
                  <a:pt x="28436" y="61141"/>
                  <a:pt x="29222" y="61119"/>
                  <a:pt x="30220" y="61119"/>
                </a:cubicBezTo>
                <a:cubicBezTo>
                  <a:pt x="31218" y="61119"/>
                  <a:pt x="32429" y="61141"/>
                  <a:pt x="33731" y="61184"/>
                </a:cubicBezTo>
                <a:cubicBezTo>
                  <a:pt x="38661" y="61184"/>
                  <a:pt x="44860" y="61184"/>
                  <a:pt x="45312" y="60474"/>
                </a:cubicBezTo>
                <a:cubicBezTo>
                  <a:pt x="46022" y="59311"/>
                  <a:pt x="45936" y="48635"/>
                  <a:pt x="45936" y="42629"/>
                </a:cubicBezTo>
                <a:cubicBezTo>
                  <a:pt x="45850" y="34643"/>
                  <a:pt x="46194" y="23601"/>
                  <a:pt x="46281" y="18047"/>
                </a:cubicBezTo>
                <a:cubicBezTo>
                  <a:pt x="46388" y="12407"/>
                  <a:pt x="46108" y="1193"/>
                  <a:pt x="45570" y="461"/>
                </a:cubicBezTo>
                <a:cubicBezTo>
                  <a:pt x="45314" y="134"/>
                  <a:pt x="42472" y="17"/>
                  <a:pt x="38906" y="17"/>
                </a:cubicBezTo>
                <a:cubicBezTo>
                  <a:pt x="33785" y="17"/>
                  <a:pt x="27172" y="258"/>
                  <a:pt x="24583" y="461"/>
                </a:cubicBezTo>
                <a:cubicBezTo>
                  <a:pt x="24243" y="482"/>
                  <a:pt x="23817" y="492"/>
                  <a:pt x="23320" y="492"/>
                </a:cubicBezTo>
                <a:cubicBezTo>
                  <a:pt x="21333" y="492"/>
                  <a:pt x="18220" y="340"/>
                  <a:pt x="14983" y="203"/>
                </a:cubicBezTo>
                <a:cubicBezTo>
                  <a:pt x="11856" y="115"/>
                  <a:pt x="8609" y="1"/>
                  <a:pt x="6060" y="1"/>
                </a:cubicBez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4" name="Google Shape;3234;p44"/>
          <p:cNvSpPr/>
          <p:nvPr/>
        </p:nvSpPr>
        <p:spPr>
          <a:xfrm rot="5400000">
            <a:off x="105157" y="1675770"/>
            <a:ext cx="3641305" cy="2485934"/>
          </a:xfrm>
          <a:custGeom>
            <a:rect b="b" l="l" r="r" t="t"/>
            <a:pathLst>
              <a:path extrusionOk="0" h="61419" w="46389">
                <a:moveTo>
                  <a:pt x="6060" y="1"/>
                </a:moveTo>
                <a:cubicBezTo>
                  <a:pt x="3572" y="1"/>
                  <a:pt x="1750" y="110"/>
                  <a:pt x="1357" y="461"/>
                </a:cubicBezTo>
                <a:cubicBezTo>
                  <a:pt x="281" y="1279"/>
                  <a:pt x="539" y="8813"/>
                  <a:pt x="453" y="16347"/>
                </a:cubicBezTo>
                <a:cubicBezTo>
                  <a:pt x="367" y="23880"/>
                  <a:pt x="367" y="41897"/>
                  <a:pt x="453" y="45406"/>
                </a:cubicBezTo>
                <a:cubicBezTo>
                  <a:pt x="539" y="49001"/>
                  <a:pt x="1" y="59118"/>
                  <a:pt x="819" y="60388"/>
                </a:cubicBezTo>
                <a:cubicBezTo>
                  <a:pt x="1516" y="61284"/>
                  <a:pt x="7543" y="61387"/>
                  <a:pt x="11368" y="61387"/>
                </a:cubicBezTo>
                <a:cubicBezTo>
                  <a:pt x="12501" y="61387"/>
                  <a:pt x="13441" y="61378"/>
                  <a:pt x="13992" y="61378"/>
                </a:cubicBezTo>
                <a:cubicBezTo>
                  <a:pt x="15172" y="61378"/>
                  <a:pt x="17864" y="61418"/>
                  <a:pt x="20632" y="61418"/>
                </a:cubicBezTo>
                <a:cubicBezTo>
                  <a:pt x="23572" y="61418"/>
                  <a:pt x="26598" y="61373"/>
                  <a:pt x="27984" y="61184"/>
                </a:cubicBezTo>
                <a:cubicBezTo>
                  <a:pt x="28436" y="61141"/>
                  <a:pt x="29222" y="61119"/>
                  <a:pt x="30220" y="61119"/>
                </a:cubicBezTo>
                <a:cubicBezTo>
                  <a:pt x="31218" y="61119"/>
                  <a:pt x="32429" y="61141"/>
                  <a:pt x="33731" y="61184"/>
                </a:cubicBezTo>
                <a:cubicBezTo>
                  <a:pt x="38661" y="61184"/>
                  <a:pt x="44860" y="61184"/>
                  <a:pt x="45312" y="60474"/>
                </a:cubicBezTo>
                <a:cubicBezTo>
                  <a:pt x="46022" y="59311"/>
                  <a:pt x="45936" y="48635"/>
                  <a:pt x="45936" y="42629"/>
                </a:cubicBezTo>
                <a:cubicBezTo>
                  <a:pt x="45850" y="34643"/>
                  <a:pt x="46194" y="23601"/>
                  <a:pt x="46281" y="18047"/>
                </a:cubicBezTo>
                <a:cubicBezTo>
                  <a:pt x="46388" y="12407"/>
                  <a:pt x="46108" y="1193"/>
                  <a:pt x="45570" y="461"/>
                </a:cubicBezTo>
                <a:cubicBezTo>
                  <a:pt x="45314" y="134"/>
                  <a:pt x="42472" y="17"/>
                  <a:pt x="38906" y="17"/>
                </a:cubicBezTo>
                <a:cubicBezTo>
                  <a:pt x="33785" y="17"/>
                  <a:pt x="27172" y="258"/>
                  <a:pt x="24583" y="461"/>
                </a:cubicBezTo>
                <a:cubicBezTo>
                  <a:pt x="24243" y="482"/>
                  <a:pt x="23817" y="492"/>
                  <a:pt x="23320" y="492"/>
                </a:cubicBezTo>
                <a:cubicBezTo>
                  <a:pt x="21333" y="492"/>
                  <a:pt x="18220" y="340"/>
                  <a:pt x="14983" y="203"/>
                </a:cubicBezTo>
                <a:cubicBezTo>
                  <a:pt x="11856" y="115"/>
                  <a:pt x="8609" y="1"/>
                  <a:pt x="6060" y="1"/>
                </a:cubicBez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5" name="Google Shape;3235;p44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grpSp>
        <p:nvGrpSpPr>
          <p:cNvPr id="3236" name="Google Shape;3236;p44"/>
          <p:cNvGrpSpPr/>
          <p:nvPr/>
        </p:nvGrpSpPr>
        <p:grpSpPr>
          <a:xfrm>
            <a:off x="6051724" y="1284325"/>
            <a:ext cx="2187601" cy="1567346"/>
            <a:chOff x="6051724" y="1284325"/>
            <a:chExt cx="2187601" cy="1567346"/>
          </a:xfrm>
        </p:grpSpPr>
        <p:sp>
          <p:nvSpPr>
            <p:cNvPr id="3237" name="Google Shape;3237;p44"/>
            <p:cNvSpPr txBox="1"/>
            <p:nvPr/>
          </p:nvSpPr>
          <p:spPr>
            <a:xfrm>
              <a:off x="6051724" y="1284325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Personality</a:t>
              </a:r>
              <a:endParaRPr b="1" sz="15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238" name="Google Shape;3238;p44"/>
            <p:cNvSpPr txBox="1"/>
            <p:nvPr/>
          </p:nvSpPr>
          <p:spPr>
            <a:xfrm>
              <a:off x="6051725" y="1545025"/>
              <a:ext cx="21876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actually a really cold place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39" name="Google Shape;3239;p44"/>
            <p:cNvSpPr/>
            <p:nvPr/>
          </p:nvSpPr>
          <p:spPr>
            <a:xfrm>
              <a:off x="6883101" y="2158888"/>
              <a:ext cx="1356215" cy="24750"/>
            </a:xfrm>
            <a:custGeom>
              <a:rect b="b" l="l" r="r" t="t"/>
              <a:pathLst>
                <a:path extrusionOk="0" h="65" w="7766">
                  <a:moveTo>
                    <a:pt x="7765" y="64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4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0" name="Google Shape;3240;p44"/>
            <p:cNvSpPr/>
            <p:nvPr/>
          </p:nvSpPr>
          <p:spPr>
            <a:xfrm>
              <a:off x="7523007" y="2129191"/>
              <a:ext cx="91440" cy="91440"/>
            </a:xfrm>
            <a:custGeom>
              <a:rect b="b" l="l" r="r" t="t"/>
              <a:pathLst>
                <a:path extrusionOk="0" h="231" w="232">
                  <a:moveTo>
                    <a:pt x="231" y="114"/>
                  </a:moveTo>
                  <a:lnTo>
                    <a:pt x="231" y="114"/>
                  </a:lnTo>
                  <a:cubicBezTo>
                    <a:pt x="231" y="178"/>
                    <a:pt x="179" y="230"/>
                    <a:pt x="116" y="230"/>
                  </a:cubicBezTo>
                  <a:lnTo>
                    <a:pt x="116" y="230"/>
                  </a:lnTo>
                  <a:cubicBezTo>
                    <a:pt x="52" y="230"/>
                    <a:pt x="0" y="178"/>
                    <a:pt x="0" y="114"/>
                  </a:cubicBezTo>
                  <a:lnTo>
                    <a:pt x="0" y="114"/>
                  </a:lnTo>
                  <a:cubicBezTo>
                    <a:pt x="0" y="51"/>
                    <a:pt x="52" y="0"/>
                    <a:pt x="116" y="0"/>
                  </a:cubicBezTo>
                  <a:lnTo>
                    <a:pt x="116" y="0"/>
                  </a:lnTo>
                  <a:cubicBezTo>
                    <a:pt x="179" y="0"/>
                    <a:pt x="231" y="51"/>
                    <a:pt x="231" y="114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1" name="Google Shape;3241;p44"/>
            <p:cNvSpPr txBox="1"/>
            <p:nvPr/>
          </p:nvSpPr>
          <p:spPr>
            <a:xfrm>
              <a:off x="6063850" y="2042200"/>
              <a:ext cx="768900" cy="2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42" name="Google Shape;3242;p44"/>
            <p:cNvSpPr/>
            <p:nvPr/>
          </p:nvSpPr>
          <p:spPr>
            <a:xfrm>
              <a:off x="6883101" y="2446925"/>
              <a:ext cx="1356215" cy="24750"/>
            </a:xfrm>
            <a:custGeom>
              <a:rect b="b" l="l" r="r" t="t"/>
              <a:pathLst>
                <a:path extrusionOk="0" h="65" w="7766">
                  <a:moveTo>
                    <a:pt x="7765" y="64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4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3" name="Google Shape;3243;p44"/>
            <p:cNvSpPr/>
            <p:nvPr/>
          </p:nvSpPr>
          <p:spPr>
            <a:xfrm>
              <a:off x="7523007" y="2417229"/>
              <a:ext cx="91440" cy="91440"/>
            </a:xfrm>
            <a:custGeom>
              <a:rect b="b" l="l" r="r" t="t"/>
              <a:pathLst>
                <a:path extrusionOk="0" h="231" w="232">
                  <a:moveTo>
                    <a:pt x="231" y="114"/>
                  </a:moveTo>
                  <a:lnTo>
                    <a:pt x="231" y="114"/>
                  </a:lnTo>
                  <a:cubicBezTo>
                    <a:pt x="231" y="178"/>
                    <a:pt x="179" y="230"/>
                    <a:pt x="116" y="230"/>
                  </a:cubicBezTo>
                  <a:lnTo>
                    <a:pt x="116" y="230"/>
                  </a:lnTo>
                  <a:cubicBezTo>
                    <a:pt x="52" y="230"/>
                    <a:pt x="0" y="178"/>
                    <a:pt x="0" y="114"/>
                  </a:cubicBezTo>
                  <a:lnTo>
                    <a:pt x="0" y="114"/>
                  </a:lnTo>
                  <a:cubicBezTo>
                    <a:pt x="0" y="51"/>
                    <a:pt x="52" y="0"/>
                    <a:pt x="116" y="0"/>
                  </a:cubicBezTo>
                  <a:lnTo>
                    <a:pt x="116" y="0"/>
                  </a:lnTo>
                  <a:cubicBezTo>
                    <a:pt x="179" y="0"/>
                    <a:pt x="231" y="51"/>
                    <a:pt x="231" y="114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4" name="Google Shape;3244;p44"/>
            <p:cNvSpPr txBox="1"/>
            <p:nvPr/>
          </p:nvSpPr>
          <p:spPr>
            <a:xfrm>
              <a:off x="6063850" y="2330242"/>
              <a:ext cx="768900" cy="2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45" name="Google Shape;3245;p44"/>
            <p:cNvSpPr/>
            <p:nvPr/>
          </p:nvSpPr>
          <p:spPr>
            <a:xfrm>
              <a:off x="6883101" y="2734950"/>
              <a:ext cx="1356215" cy="24750"/>
            </a:xfrm>
            <a:custGeom>
              <a:rect b="b" l="l" r="r" t="t"/>
              <a:pathLst>
                <a:path extrusionOk="0" h="65" w="7766">
                  <a:moveTo>
                    <a:pt x="7765" y="64"/>
                  </a:moveTo>
                  <a:lnTo>
                    <a:pt x="0" y="64"/>
                  </a:lnTo>
                  <a:lnTo>
                    <a:pt x="0" y="0"/>
                  </a:lnTo>
                  <a:lnTo>
                    <a:pt x="7765" y="0"/>
                  </a:lnTo>
                  <a:lnTo>
                    <a:pt x="7765" y="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6" name="Google Shape;3246;p44"/>
            <p:cNvSpPr/>
            <p:nvPr/>
          </p:nvSpPr>
          <p:spPr>
            <a:xfrm>
              <a:off x="7523007" y="2705254"/>
              <a:ext cx="91440" cy="91440"/>
            </a:xfrm>
            <a:custGeom>
              <a:rect b="b" l="l" r="r" t="t"/>
              <a:pathLst>
                <a:path extrusionOk="0" h="231" w="232">
                  <a:moveTo>
                    <a:pt x="231" y="114"/>
                  </a:moveTo>
                  <a:lnTo>
                    <a:pt x="231" y="114"/>
                  </a:lnTo>
                  <a:cubicBezTo>
                    <a:pt x="231" y="178"/>
                    <a:pt x="179" y="230"/>
                    <a:pt x="116" y="230"/>
                  </a:cubicBezTo>
                  <a:lnTo>
                    <a:pt x="116" y="230"/>
                  </a:lnTo>
                  <a:cubicBezTo>
                    <a:pt x="52" y="230"/>
                    <a:pt x="0" y="178"/>
                    <a:pt x="0" y="114"/>
                  </a:cubicBezTo>
                  <a:lnTo>
                    <a:pt x="0" y="114"/>
                  </a:lnTo>
                  <a:cubicBezTo>
                    <a:pt x="0" y="51"/>
                    <a:pt x="52" y="0"/>
                    <a:pt x="116" y="0"/>
                  </a:cubicBezTo>
                  <a:lnTo>
                    <a:pt x="116" y="0"/>
                  </a:lnTo>
                  <a:cubicBezTo>
                    <a:pt x="179" y="0"/>
                    <a:pt x="231" y="51"/>
                    <a:pt x="231" y="114"/>
                  </a:cubicBezTo>
                </a:path>
              </a:pathLst>
            </a:custGeom>
            <a:solidFill>
              <a:schemeClr val="lt1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74799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7" name="Google Shape;3247;p44"/>
            <p:cNvSpPr txBox="1"/>
            <p:nvPr/>
          </p:nvSpPr>
          <p:spPr>
            <a:xfrm>
              <a:off x="6063850" y="2618271"/>
              <a:ext cx="768900" cy="2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48" name="Google Shape;3248;p44"/>
          <p:cNvGrpSpPr/>
          <p:nvPr/>
        </p:nvGrpSpPr>
        <p:grpSpPr>
          <a:xfrm>
            <a:off x="850199" y="3031913"/>
            <a:ext cx="2107337" cy="1579613"/>
            <a:chOff x="850199" y="3031913"/>
            <a:chExt cx="2107337" cy="1579613"/>
          </a:xfrm>
        </p:grpSpPr>
        <p:sp>
          <p:nvSpPr>
            <p:cNvPr id="3249" name="Google Shape;3249;p44"/>
            <p:cNvSpPr/>
            <p:nvPr/>
          </p:nvSpPr>
          <p:spPr>
            <a:xfrm>
              <a:off x="850200" y="3364825"/>
              <a:ext cx="2107336" cy="367439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44"/>
            <p:cNvSpPr/>
            <p:nvPr/>
          </p:nvSpPr>
          <p:spPr>
            <a:xfrm>
              <a:off x="850200" y="3804456"/>
              <a:ext cx="2107336" cy="367439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44"/>
            <p:cNvSpPr/>
            <p:nvPr/>
          </p:nvSpPr>
          <p:spPr>
            <a:xfrm>
              <a:off x="850200" y="4244086"/>
              <a:ext cx="2107336" cy="367439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52" name="Google Shape;3252;p44"/>
            <p:cNvGrpSpPr/>
            <p:nvPr/>
          </p:nvGrpSpPr>
          <p:grpSpPr>
            <a:xfrm>
              <a:off x="976433" y="3434576"/>
              <a:ext cx="172392" cy="227915"/>
              <a:chOff x="-5596489" y="1297421"/>
              <a:chExt cx="342456" cy="452751"/>
            </a:xfrm>
          </p:grpSpPr>
          <p:sp>
            <p:nvSpPr>
              <p:cNvPr id="3253" name="Google Shape;3253;p44"/>
              <p:cNvSpPr/>
              <p:nvPr/>
            </p:nvSpPr>
            <p:spPr>
              <a:xfrm>
                <a:off x="-5596489" y="1297421"/>
                <a:ext cx="342456" cy="452751"/>
              </a:xfrm>
              <a:custGeom>
                <a:rect b="b" l="l" r="r" t="t"/>
                <a:pathLst>
                  <a:path extrusionOk="0" h="13148" w="9945">
                    <a:moveTo>
                      <a:pt x="7446" y="448"/>
                    </a:moveTo>
                    <a:cubicBezTo>
                      <a:pt x="8097" y="448"/>
                      <a:pt x="8970" y="758"/>
                      <a:pt x="9506" y="900"/>
                    </a:cubicBezTo>
                    <a:cubicBezTo>
                      <a:pt x="7922" y="4072"/>
                      <a:pt x="6804" y="7570"/>
                      <a:pt x="5877" y="10980"/>
                    </a:cubicBezTo>
                    <a:cubicBezTo>
                      <a:pt x="5785" y="11321"/>
                      <a:pt x="5759" y="11862"/>
                      <a:pt x="5567" y="12163"/>
                    </a:cubicBezTo>
                    <a:cubicBezTo>
                      <a:pt x="5215" y="12719"/>
                      <a:pt x="4734" y="12648"/>
                      <a:pt x="4180" y="12718"/>
                    </a:cubicBezTo>
                    <a:cubicBezTo>
                      <a:pt x="3913" y="12753"/>
                      <a:pt x="3646" y="12823"/>
                      <a:pt x="3391" y="12823"/>
                    </a:cubicBezTo>
                    <a:cubicBezTo>
                      <a:pt x="3138" y="12823"/>
                      <a:pt x="2899" y="12753"/>
                      <a:pt x="2688" y="12507"/>
                    </a:cubicBezTo>
                    <a:cubicBezTo>
                      <a:pt x="2652" y="12463"/>
                      <a:pt x="2617" y="12398"/>
                      <a:pt x="2582" y="12326"/>
                    </a:cubicBezTo>
                    <a:lnTo>
                      <a:pt x="2582" y="12326"/>
                    </a:lnTo>
                    <a:cubicBezTo>
                      <a:pt x="2978" y="12397"/>
                      <a:pt x="3380" y="12456"/>
                      <a:pt x="3780" y="12510"/>
                    </a:cubicBezTo>
                    <a:cubicBezTo>
                      <a:pt x="3782" y="12510"/>
                      <a:pt x="3783" y="12510"/>
                      <a:pt x="3784" y="12510"/>
                    </a:cubicBezTo>
                    <a:cubicBezTo>
                      <a:pt x="3824" y="12510"/>
                      <a:pt x="3832" y="12441"/>
                      <a:pt x="3791" y="12434"/>
                    </a:cubicBezTo>
                    <a:cubicBezTo>
                      <a:pt x="3379" y="12365"/>
                      <a:pt x="2964" y="12302"/>
                      <a:pt x="2549" y="12252"/>
                    </a:cubicBezTo>
                    <a:cubicBezTo>
                      <a:pt x="2479" y="12085"/>
                      <a:pt x="2416" y="11874"/>
                      <a:pt x="2359" y="11672"/>
                    </a:cubicBezTo>
                    <a:lnTo>
                      <a:pt x="2359" y="11672"/>
                    </a:lnTo>
                    <a:cubicBezTo>
                      <a:pt x="2771" y="11729"/>
                      <a:pt x="3189" y="11774"/>
                      <a:pt x="3603" y="11810"/>
                    </a:cubicBezTo>
                    <a:cubicBezTo>
                      <a:pt x="3605" y="11810"/>
                      <a:pt x="3607" y="11810"/>
                      <a:pt x="3608" y="11810"/>
                    </a:cubicBezTo>
                    <a:cubicBezTo>
                      <a:pt x="3665" y="11810"/>
                      <a:pt x="3661" y="11722"/>
                      <a:pt x="3603" y="11715"/>
                    </a:cubicBezTo>
                    <a:cubicBezTo>
                      <a:pt x="3183" y="11662"/>
                      <a:pt x="2757" y="11614"/>
                      <a:pt x="2334" y="11583"/>
                    </a:cubicBezTo>
                    <a:cubicBezTo>
                      <a:pt x="2277" y="11380"/>
                      <a:pt x="2229" y="11192"/>
                      <a:pt x="2188" y="11078"/>
                    </a:cubicBezTo>
                    <a:lnTo>
                      <a:pt x="2095" y="10812"/>
                    </a:lnTo>
                    <a:lnTo>
                      <a:pt x="2095" y="10812"/>
                    </a:lnTo>
                    <a:cubicBezTo>
                      <a:pt x="2435" y="10847"/>
                      <a:pt x="2776" y="10892"/>
                      <a:pt x="3117" y="10909"/>
                    </a:cubicBezTo>
                    <a:cubicBezTo>
                      <a:pt x="3118" y="10909"/>
                      <a:pt x="3118" y="10909"/>
                      <a:pt x="3119" y="10909"/>
                    </a:cubicBezTo>
                    <a:cubicBezTo>
                      <a:pt x="3162" y="10909"/>
                      <a:pt x="3160" y="10845"/>
                      <a:pt x="3117" y="10840"/>
                    </a:cubicBezTo>
                    <a:cubicBezTo>
                      <a:pt x="2772" y="10798"/>
                      <a:pt x="2423" y="10783"/>
                      <a:pt x="2076" y="10759"/>
                    </a:cubicBezTo>
                    <a:lnTo>
                      <a:pt x="1799" y="9965"/>
                    </a:lnTo>
                    <a:lnTo>
                      <a:pt x="1799" y="9965"/>
                    </a:lnTo>
                    <a:cubicBezTo>
                      <a:pt x="2059" y="9978"/>
                      <a:pt x="2318" y="10015"/>
                      <a:pt x="2573" y="10074"/>
                    </a:cubicBezTo>
                    <a:cubicBezTo>
                      <a:pt x="2577" y="10075"/>
                      <a:pt x="2580" y="10075"/>
                      <a:pt x="2584" y="10075"/>
                    </a:cubicBezTo>
                    <a:cubicBezTo>
                      <a:pt x="2627" y="10075"/>
                      <a:pt x="2642" y="10009"/>
                      <a:pt x="2595" y="9996"/>
                    </a:cubicBezTo>
                    <a:cubicBezTo>
                      <a:pt x="2325" y="9926"/>
                      <a:pt x="2047" y="9887"/>
                      <a:pt x="1767" y="9881"/>
                    </a:cubicBezTo>
                    <a:cubicBezTo>
                      <a:pt x="1685" y="9646"/>
                      <a:pt x="1601" y="9412"/>
                      <a:pt x="1519" y="9179"/>
                    </a:cubicBezTo>
                    <a:lnTo>
                      <a:pt x="1519" y="9179"/>
                    </a:lnTo>
                    <a:cubicBezTo>
                      <a:pt x="1860" y="9232"/>
                      <a:pt x="2199" y="9291"/>
                      <a:pt x="2542" y="9322"/>
                    </a:cubicBezTo>
                    <a:cubicBezTo>
                      <a:pt x="2543" y="9322"/>
                      <a:pt x="2544" y="9323"/>
                      <a:pt x="2545" y="9323"/>
                    </a:cubicBezTo>
                    <a:cubicBezTo>
                      <a:pt x="2590" y="9323"/>
                      <a:pt x="2599" y="9248"/>
                      <a:pt x="2552" y="9238"/>
                    </a:cubicBezTo>
                    <a:cubicBezTo>
                      <a:pt x="2199" y="9165"/>
                      <a:pt x="1838" y="9120"/>
                      <a:pt x="1481" y="9071"/>
                    </a:cubicBezTo>
                    <a:cubicBezTo>
                      <a:pt x="1387" y="8804"/>
                      <a:pt x="1292" y="8539"/>
                      <a:pt x="1197" y="8272"/>
                    </a:cubicBezTo>
                    <a:lnTo>
                      <a:pt x="1197" y="8272"/>
                    </a:lnTo>
                    <a:cubicBezTo>
                      <a:pt x="1542" y="8301"/>
                      <a:pt x="1886" y="8330"/>
                      <a:pt x="2232" y="8344"/>
                    </a:cubicBezTo>
                    <a:cubicBezTo>
                      <a:pt x="2232" y="8344"/>
                      <a:pt x="2233" y="8344"/>
                      <a:pt x="2234" y="8344"/>
                    </a:cubicBezTo>
                    <a:cubicBezTo>
                      <a:pt x="2285" y="8344"/>
                      <a:pt x="2282" y="8269"/>
                      <a:pt x="2232" y="8264"/>
                    </a:cubicBezTo>
                    <a:cubicBezTo>
                      <a:pt x="1875" y="8222"/>
                      <a:pt x="1518" y="8197"/>
                      <a:pt x="1160" y="8171"/>
                    </a:cubicBezTo>
                    <a:cubicBezTo>
                      <a:pt x="1066" y="7905"/>
                      <a:pt x="971" y="7641"/>
                      <a:pt x="876" y="7376"/>
                    </a:cubicBezTo>
                    <a:lnTo>
                      <a:pt x="876" y="7376"/>
                    </a:lnTo>
                    <a:cubicBezTo>
                      <a:pt x="1145" y="7431"/>
                      <a:pt x="1428" y="7453"/>
                      <a:pt x="1701" y="7472"/>
                    </a:cubicBezTo>
                    <a:cubicBezTo>
                      <a:pt x="1702" y="7472"/>
                      <a:pt x="1703" y="7472"/>
                      <a:pt x="1704" y="7472"/>
                    </a:cubicBezTo>
                    <a:cubicBezTo>
                      <a:pt x="1761" y="7472"/>
                      <a:pt x="1774" y="7375"/>
                      <a:pt x="1715" y="7367"/>
                    </a:cubicBezTo>
                    <a:cubicBezTo>
                      <a:pt x="1438" y="7328"/>
                      <a:pt x="1150" y="7288"/>
                      <a:pt x="870" y="7288"/>
                    </a:cubicBezTo>
                    <a:cubicBezTo>
                      <a:pt x="866" y="7288"/>
                      <a:pt x="863" y="7288"/>
                      <a:pt x="859" y="7288"/>
                    </a:cubicBezTo>
                    <a:cubicBezTo>
                      <a:pt x="854" y="7288"/>
                      <a:pt x="851" y="7292"/>
                      <a:pt x="846" y="7293"/>
                    </a:cubicBezTo>
                    <a:cubicBezTo>
                      <a:pt x="767" y="7073"/>
                      <a:pt x="685" y="6854"/>
                      <a:pt x="605" y="6635"/>
                    </a:cubicBezTo>
                    <a:lnTo>
                      <a:pt x="605" y="6635"/>
                    </a:lnTo>
                    <a:cubicBezTo>
                      <a:pt x="956" y="6646"/>
                      <a:pt x="1306" y="6679"/>
                      <a:pt x="1656" y="6715"/>
                    </a:cubicBezTo>
                    <a:cubicBezTo>
                      <a:pt x="1658" y="6716"/>
                      <a:pt x="1659" y="6716"/>
                      <a:pt x="1661" y="6716"/>
                    </a:cubicBezTo>
                    <a:cubicBezTo>
                      <a:pt x="1712" y="6716"/>
                      <a:pt x="1723" y="6628"/>
                      <a:pt x="1669" y="6617"/>
                    </a:cubicBezTo>
                    <a:cubicBezTo>
                      <a:pt x="1321" y="6546"/>
                      <a:pt x="970" y="6525"/>
                      <a:pt x="615" y="6525"/>
                    </a:cubicBezTo>
                    <a:cubicBezTo>
                      <a:pt x="598" y="6525"/>
                      <a:pt x="581" y="6525"/>
                      <a:pt x="564" y="6525"/>
                    </a:cubicBezTo>
                    <a:cubicBezTo>
                      <a:pt x="491" y="6324"/>
                      <a:pt x="417" y="6123"/>
                      <a:pt x="343" y="5922"/>
                    </a:cubicBezTo>
                    <a:lnTo>
                      <a:pt x="343" y="5922"/>
                    </a:lnTo>
                    <a:cubicBezTo>
                      <a:pt x="713" y="6022"/>
                      <a:pt x="1097" y="6091"/>
                      <a:pt x="1471" y="6156"/>
                    </a:cubicBezTo>
                    <a:cubicBezTo>
                      <a:pt x="1475" y="6157"/>
                      <a:pt x="1479" y="6157"/>
                      <a:pt x="1482" y="6157"/>
                    </a:cubicBezTo>
                    <a:cubicBezTo>
                      <a:pt x="1537" y="6157"/>
                      <a:pt x="1559" y="6075"/>
                      <a:pt x="1498" y="6059"/>
                    </a:cubicBezTo>
                    <a:cubicBezTo>
                      <a:pt x="1107" y="5961"/>
                      <a:pt x="703" y="5865"/>
                      <a:pt x="301" y="5808"/>
                    </a:cubicBezTo>
                    <a:cubicBezTo>
                      <a:pt x="270" y="5725"/>
                      <a:pt x="241" y="5642"/>
                      <a:pt x="210" y="5559"/>
                    </a:cubicBezTo>
                    <a:lnTo>
                      <a:pt x="210" y="5559"/>
                    </a:lnTo>
                    <a:cubicBezTo>
                      <a:pt x="225" y="5568"/>
                      <a:pt x="242" y="5572"/>
                      <a:pt x="259" y="5572"/>
                    </a:cubicBezTo>
                    <a:cubicBezTo>
                      <a:pt x="261" y="5572"/>
                      <a:pt x="263" y="5572"/>
                      <a:pt x="265" y="5572"/>
                    </a:cubicBezTo>
                    <a:cubicBezTo>
                      <a:pt x="552" y="5557"/>
                      <a:pt x="824" y="5540"/>
                      <a:pt x="1080" y="5540"/>
                    </a:cubicBezTo>
                    <a:cubicBezTo>
                      <a:pt x="1929" y="5540"/>
                      <a:pt x="2590" y="5725"/>
                      <a:pt x="2964" y="6775"/>
                    </a:cubicBezTo>
                    <a:cubicBezTo>
                      <a:pt x="3266" y="7625"/>
                      <a:pt x="3570" y="8474"/>
                      <a:pt x="3873" y="9323"/>
                    </a:cubicBezTo>
                    <a:cubicBezTo>
                      <a:pt x="3897" y="9390"/>
                      <a:pt x="3961" y="9427"/>
                      <a:pt x="4023" y="9427"/>
                    </a:cubicBezTo>
                    <a:cubicBezTo>
                      <a:pt x="4080" y="9427"/>
                      <a:pt x="4136" y="9395"/>
                      <a:pt x="4154" y="9323"/>
                    </a:cubicBezTo>
                    <a:cubicBezTo>
                      <a:pt x="4193" y="9173"/>
                      <a:pt x="4234" y="9024"/>
                      <a:pt x="4273" y="8874"/>
                    </a:cubicBezTo>
                    <a:cubicBezTo>
                      <a:pt x="4370" y="8874"/>
                      <a:pt x="4467" y="8875"/>
                      <a:pt x="4564" y="8875"/>
                    </a:cubicBezTo>
                    <a:cubicBezTo>
                      <a:pt x="4613" y="8875"/>
                      <a:pt x="4662" y="8875"/>
                      <a:pt x="4711" y="8874"/>
                    </a:cubicBezTo>
                    <a:cubicBezTo>
                      <a:pt x="4760" y="8874"/>
                      <a:pt x="4760" y="8798"/>
                      <a:pt x="4711" y="8797"/>
                    </a:cubicBezTo>
                    <a:cubicBezTo>
                      <a:pt x="4652" y="8796"/>
                      <a:pt x="4593" y="8795"/>
                      <a:pt x="4534" y="8795"/>
                    </a:cubicBezTo>
                    <a:cubicBezTo>
                      <a:pt x="4454" y="8795"/>
                      <a:pt x="4374" y="8796"/>
                      <a:pt x="4294" y="8797"/>
                    </a:cubicBezTo>
                    <a:cubicBezTo>
                      <a:pt x="4354" y="8566"/>
                      <a:pt x="4417" y="8336"/>
                      <a:pt x="4479" y="8105"/>
                    </a:cubicBezTo>
                    <a:cubicBezTo>
                      <a:pt x="4689" y="8107"/>
                      <a:pt x="4898" y="8117"/>
                      <a:pt x="5108" y="8124"/>
                    </a:cubicBezTo>
                    <a:cubicBezTo>
                      <a:pt x="5109" y="8124"/>
                      <a:pt x="5110" y="8124"/>
                      <a:pt x="5110" y="8124"/>
                    </a:cubicBezTo>
                    <a:cubicBezTo>
                      <a:pt x="5147" y="8124"/>
                      <a:pt x="5155" y="8063"/>
                      <a:pt x="5118" y="8057"/>
                    </a:cubicBezTo>
                    <a:cubicBezTo>
                      <a:pt x="4955" y="8034"/>
                      <a:pt x="4792" y="8026"/>
                      <a:pt x="4628" y="8026"/>
                    </a:cubicBezTo>
                    <a:cubicBezTo>
                      <a:pt x="4586" y="8026"/>
                      <a:pt x="4543" y="8027"/>
                      <a:pt x="4500" y="8028"/>
                    </a:cubicBezTo>
                    <a:cubicBezTo>
                      <a:pt x="4566" y="7779"/>
                      <a:pt x="4639" y="7533"/>
                      <a:pt x="4708" y="7284"/>
                    </a:cubicBezTo>
                    <a:cubicBezTo>
                      <a:pt x="4852" y="7293"/>
                      <a:pt x="4997" y="7298"/>
                      <a:pt x="5143" y="7298"/>
                    </a:cubicBezTo>
                    <a:cubicBezTo>
                      <a:pt x="5220" y="7298"/>
                      <a:pt x="5298" y="7297"/>
                      <a:pt x="5375" y="7294"/>
                    </a:cubicBezTo>
                    <a:cubicBezTo>
                      <a:pt x="5440" y="7291"/>
                      <a:pt x="5440" y="7194"/>
                      <a:pt x="5375" y="7191"/>
                    </a:cubicBezTo>
                    <a:cubicBezTo>
                      <a:pt x="5303" y="7188"/>
                      <a:pt x="5230" y="7187"/>
                      <a:pt x="5157" y="7187"/>
                    </a:cubicBezTo>
                    <a:cubicBezTo>
                      <a:pt x="5015" y="7187"/>
                      <a:pt x="4872" y="7192"/>
                      <a:pt x="4731" y="7200"/>
                    </a:cubicBezTo>
                    <a:cubicBezTo>
                      <a:pt x="4803" y="6940"/>
                      <a:pt x="4879" y="6680"/>
                      <a:pt x="4952" y="6420"/>
                    </a:cubicBezTo>
                    <a:cubicBezTo>
                      <a:pt x="5240" y="6466"/>
                      <a:pt x="5528" y="6508"/>
                      <a:pt x="5818" y="6531"/>
                    </a:cubicBezTo>
                    <a:cubicBezTo>
                      <a:pt x="5819" y="6531"/>
                      <a:pt x="5821" y="6531"/>
                      <a:pt x="5822" y="6531"/>
                    </a:cubicBezTo>
                    <a:cubicBezTo>
                      <a:pt x="5874" y="6531"/>
                      <a:pt x="5885" y="6444"/>
                      <a:pt x="5832" y="6435"/>
                    </a:cubicBezTo>
                    <a:cubicBezTo>
                      <a:pt x="5549" y="6385"/>
                      <a:pt x="5264" y="6355"/>
                      <a:pt x="4979" y="6326"/>
                    </a:cubicBezTo>
                    <a:cubicBezTo>
                      <a:pt x="5071" y="5997"/>
                      <a:pt x="5168" y="5670"/>
                      <a:pt x="5263" y="5343"/>
                    </a:cubicBezTo>
                    <a:cubicBezTo>
                      <a:pt x="5588" y="5360"/>
                      <a:pt x="5912" y="5383"/>
                      <a:pt x="6238" y="5383"/>
                    </a:cubicBezTo>
                    <a:cubicBezTo>
                      <a:pt x="6245" y="5383"/>
                      <a:pt x="6253" y="5383"/>
                      <a:pt x="6260" y="5383"/>
                    </a:cubicBezTo>
                    <a:cubicBezTo>
                      <a:pt x="6316" y="5383"/>
                      <a:pt x="6314" y="5301"/>
                      <a:pt x="6260" y="5296"/>
                    </a:cubicBezTo>
                    <a:cubicBezTo>
                      <a:pt x="5938" y="5269"/>
                      <a:pt x="5612" y="5262"/>
                      <a:pt x="5288" y="5254"/>
                    </a:cubicBezTo>
                    <a:cubicBezTo>
                      <a:pt x="5365" y="4990"/>
                      <a:pt x="5448" y="4729"/>
                      <a:pt x="5526" y="4466"/>
                    </a:cubicBezTo>
                    <a:cubicBezTo>
                      <a:pt x="5785" y="4486"/>
                      <a:pt x="6044" y="4502"/>
                      <a:pt x="6301" y="4502"/>
                    </a:cubicBezTo>
                    <a:cubicBezTo>
                      <a:pt x="6317" y="4502"/>
                      <a:pt x="6332" y="4502"/>
                      <a:pt x="6348" y="4502"/>
                    </a:cubicBezTo>
                    <a:cubicBezTo>
                      <a:pt x="6407" y="4502"/>
                      <a:pt x="6406" y="4415"/>
                      <a:pt x="6348" y="4412"/>
                    </a:cubicBezTo>
                    <a:cubicBezTo>
                      <a:pt x="6159" y="4398"/>
                      <a:pt x="5970" y="4395"/>
                      <a:pt x="5780" y="4395"/>
                    </a:cubicBezTo>
                    <a:cubicBezTo>
                      <a:pt x="5702" y="4395"/>
                      <a:pt x="5625" y="4395"/>
                      <a:pt x="5547" y="4396"/>
                    </a:cubicBezTo>
                    <a:cubicBezTo>
                      <a:pt x="5620" y="4155"/>
                      <a:pt x="5692" y="3914"/>
                      <a:pt x="5766" y="3674"/>
                    </a:cubicBezTo>
                    <a:cubicBezTo>
                      <a:pt x="6116" y="3700"/>
                      <a:pt x="6468" y="3732"/>
                      <a:pt x="6818" y="3732"/>
                    </a:cubicBezTo>
                    <a:cubicBezTo>
                      <a:pt x="6823" y="3732"/>
                      <a:pt x="6829" y="3732"/>
                      <a:pt x="6834" y="3732"/>
                    </a:cubicBezTo>
                    <a:cubicBezTo>
                      <a:pt x="6908" y="3732"/>
                      <a:pt x="6905" y="3626"/>
                      <a:pt x="6834" y="3619"/>
                    </a:cubicBezTo>
                    <a:cubicBezTo>
                      <a:pt x="6492" y="3581"/>
                      <a:pt x="6145" y="3573"/>
                      <a:pt x="5800" y="3562"/>
                    </a:cubicBezTo>
                    <a:cubicBezTo>
                      <a:pt x="5803" y="3550"/>
                      <a:pt x="5806" y="3538"/>
                      <a:pt x="5811" y="3527"/>
                    </a:cubicBezTo>
                    <a:cubicBezTo>
                      <a:pt x="5874" y="3327"/>
                      <a:pt x="5940" y="3042"/>
                      <a:pt x="6013" y="2727"/>
                    </a:cubicBezTo>
                    <a:cubicBezTo>
                      <a:pt x="6184" y="2755"/>
                      <a:pt x="6355" y="2784"/>
                      <a:pt x="6527" y="2804"/>
                    </a:cubicBezTo>
                    <a:cubicBezTo>
                      <a:pt x="6528" y="2805"/>
                      <a:pt x="6530" y="2805"/>
                      <a:pt x="6531" y="2805"/>
                    </a:cubicBezTo>
                    <a:cubicBezTo>
                      <a:pt x="6576" y="2805"/>
                      <a:pt x="6584" y="2728"/>
                      <a:pt x="6538" y="2720"/>
                    </a:cubicBezTo>
                    <a:cubicBezTo>
                      <a:pt x="6370" y="2690"/>
                      <a:pt x="6201" y="2667"/>
                      <a:pt x="6032" y="2645"/>
                    </a:cubicBezTo>
                    <a:cubicBezTo>
                      <a:pt x="6181" y="2005"/>
                      <a:pt x="6365" y="1263"/>
                      <a:pt x="6630" y="845"/>
                    </a:cubicBezTo>
                    <a:cubicBezTo>
                      <a:pt x="6919" y="879"/>
                      <a:pt x="7203" y="938"/>
                      <a:pt x="7482" y="1020"/>
                    </a:cubicBezTo>
                    <a:cubicBezTo>
                      <a:pt x="7488" y="1022"/>
                      <a:pt x="7495" y="1023"/>
                      <a:pt x="7501" y="1023"/>
                    </a:cubicBezTo>
                    <a:cubicBezTo>
                      <a:pt x="7565" y="1023"/>
                      <a:pt x="7585" y="922"/>
                      <a:pt x="7515" y="899"/>
                    </a:cubicBezTo>
                    <a:cubicBezTo>
                      <a:pt x="7253" y="814"/>
                      <a:pt x="6981" y="761"/>
                      <a:pt x="6706" y="740"/>
                    </a:cubicBezTo>
                    <a:cubicBezTo>
                      <a:pt x="6727" y="716"/>
                      <a:pt x="6744" y="687"/>
                      <a:pt x="6765" y="666"/>
                    </a:cubicBezTo>
                    <a:cubicBezTo>
                      <a:pt x="6918" y="507"/>
                      <a:pt x="7161" y="448"/>
                      <a:pt x="7446" y="448"/>
                    </a:cubicBezTo>
                    <a:close/>
                    <a:moveTo>
                      <a:pt x="6789" y="1"/>
                    </a:moveTo>
                    <a:cubicBezTo>
                      <a:pt x="6722" y="1"/>
                      <a:pt x="6666" y="43"/>
                      <a:pt x="6642" y="110"/>
                    </a:cubicBezTo>
                    <a:cubicBezTo>
                      <a:pt x="5637" y="2967"/>
                      <a:pt x="4754" y="5862"/>
                      <a:pt x="3994" y="8794"/>
                    </a:cubicBezTo>
                    <a:cubicBezTo>
                      <a:pt x="3798" y="8250"/>
                      <a:pt x="3602" y="7705"/>
                      <a:pt x="3408" y="7161"/>
                    </a:cubicBezTo>
                    <a:cubicBezTo>
                      <a:pt x="3250" y="6721"/>
                      <a:pt x="3093" y="5740"/>
                      <a:pt x="2740" y="5393"/>
                    </a:cubicBezTo>
                    <a:cubicBezTo>
                      <a:pt x="2540" y="5196"/>
                      <a:pt x="2241" y="5131"/>
                      <a:pt x="1909" y="5131"/>
                    </a:cubicBezTo>
                    <a:cubicBezTo>
                      <a:pt x="1352" y="5131"/>
                      <a:pt x="702" y="5312"/>
                      <a:pt x="265" y="5353"/>
                    </a:cubicBezTo>
                    <a:cubicBezTo>
                      <a:pt x="217" y="5357"/>
                      <a:pt x="177" y="5392"/>
                      <a:pt x="165" y="5439"/>
                    </a:cubicBezTo>
                    <a:cubicBezTo>
                      <a:pt x="158" y="5418"/>
                      <a:pt x="150" y="5397"/>
                      <a:pt x="142" y="5376"/>
                    </a:cubicBezTo>
                    <a:cubicBezTo>
                      <a:pt x="130" y="5345"/>
                      <a:pt x="104" y="5332"/>
                      <a:pt x="78" y="5332"/>
                    </a:cubicBezTo>
                    <a:cubicBezTo>
                      <a:pt x="39" y="5332"/>
                      <a:pt x="1" y="5362"/>
                      <a:pt x="16" y="5411"/>
                    </a:cubicBezTo>
                    <a:cubicBezTo>
                      <a:pt x="56" y="5538"/>
                      <a:pt x="98" y="5666"/>
                      <a:pt x="138" y="5793"/>
                    </a:cubicBezTo>
                    <a:cubicBezTo>
                      <a:pt x="113" y="5810"/>
                      <a:pt x="114" y="5858"/>
                      <a:pt x="149" y="5868"/>
                    </a:cubicBezTo>
                    <a:lnTo>
                      <a:pt x="163" y="5872"/>
                    </a:lnTo>
                    <a:cubicBezTo>
                      <a:pt x="848" y="8037"/>
                      <a:pt x="1552" y="10217"/>
                      <a:pt x="2356" y="12336"/>
                    </a:cubicBezTo>
                    <a:cubicBezTo>
                      <a:pt x="2593" y="12964"/>
                      <a:pt x="3034" y="13148"/>
                      <a:pt x="3559" y="13148"/>
                    </a:cubicBezTo>
                    <a:cubicBezTo>
                      <a:pt x="4180" y="13148"/>
                      <a:pt x="4918" y="12891"/>
                      <a:pt x="5578" y="12808"/>
                    </a:cubicBezTo>
                    <a:cubicBezTo>
                      <a:pt x="5636" y="12801"/>
                      <a:pt x="5692" y="12771"/>
                      <a:pt x="5708" y="12710"/>
                    </a:cubicBezTo>
                    <a:cubicBezTo>
                      <a:pt x="6727" y="8643"/>
                      <a:pt x="8225" y="4838"/>
                      <a:pt x="9748" y="950"/>
                    </a:cubicBezTo>
                    <a:cubicBezTo>
                      <a:pt x="9752" y="951"/>
                      <a:pt x="9755" y="951"/>
                      <a:pt x="9759" y="951"/>
                    </a:cubicBezTo>
                    <a:cubicBezTo>
                      <a:pt x="9889" y="951"/>
                      <a:pt x="9944" y="781"/>
                      <a:pt x="9841" y="715"/>
                    </a:cubicBezTo>
                    <a:cubicBezTo>
                      <a:pt x="9843" y="709"/>
                      <a:pt x="9845" y="704"/>
                      <a:pt x="9847" y="698"/>
                    </a:cubicBezTo>
                    <a:cubicBezTo>
                      <a:pt x="9878" y="621"/>
                      <a:pt x="9804" y="560"/>
                      <a:pt x="9734" y="560"/>
                    </a:cubicBezTo>
                    <a:cubicBezTo>
                      <a:pt x="9698" y="560"/>
                      <a:pt x="9664" y="576"/>
                      <a:pt x="9644" y="613"/>
                    </a:cubicBezTo>
                    <a:cubicBezTo>
                      <a:pt x="9638" y="626"/>
                      <a:pt x="9633" y="640"/>
                      <a:pt x="9626" y="651"/>
                    </a:cubicBezTo>
                    <a:cubicBezTo>
                      <a:pt x="8700" y="411"/>
                      <a:pt x="7761" y="215"/>
                      <a:pt x="6827" y="5"/>
                    </a:cubicBezTo>
                    <a:cubicBezTo>
                      <a:pt x="6814" y="2"/>
                      <a:pt x="6801" y="1"/>
                      <a:pt x="67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4" name="Google Shape;3254;p44"/>
              <p:cNvSpPr/>
              <p:nvPr/>
            </p:nvSpPr>
            <p:spPr>
              <a:xfrm>
                <a:off x="-5381924" y="1355478"/>
                <a:ext cx="38188" cy="5682"/>
              </a:xfrm>
              <a:custGeom>
                <a:rect b="b" l="l" r="r" t="t"/>
                <a:pathLst>
                  <a:path extrusionOk="0" h="165" w="1109">
                    <a:moveTo>
                      <a:pt x="781" y="1"/>
                    </a:moveTo>
                    <a:cubicBezTo>
                      <a:pt x="540" y="1"/>
                      <a:pt x="301" y="27"/>
                      <a:pt x="61" y="68"/>
                    </a:cubicBezTo>
                    <a:cubicBezTo>
                      <a:pt x="0" y="78"/>
                      <a:pt x="23" y="165"/>
                      <a:pt x="79" y="165"/>
                    </a:cubicBezTo>
                    <a:cubicBezTo>
                      <a:pt x="82" y="165"/>
                      <a:pt x="85" y="165"/>
                      <a:pt x="87" y="164"/>
                    </a:cubicBezTo>
                    <a:cubicBezTo>
                      <a:pt x="406" y="121"/>
                      <a:pt x="726" y="112"/>
                      <a:pt x="1048" y="106"/>
                    </a:cubicBezTo>
                    <a:cubicBezTo>
                      <a:pt x="1109" y="105"/>
                      <a:pt x="1107" y="16"/>
                      <a:pt x="1048" y="12"/>
                    </a:cubicBezTo>
                    <a:cubicBezTo>
                      <a:pt x="958" y="4"/>
                      <a:pt x="869" y="1"/>
                      <a:pt x="7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5" name="Google Shape;3255;p44"/>
            <p:cNvGrpSpPr/>
            <p:nvPr/>
          </p:nvGrpSpPr>
          <p:grpSpPr>
            <a:xfrm>
              <a:off x="976433" y="3874201"/>
              <a:ext cx="172392" cy="227915"/>
              <a:chOff x="-5596489" y="1297421"/>
              <a:chExt cx="342456" cy="452751"/>
            </a:xfrm>
          </p:grpSpPr>
          <p:sp>
            <p:nvSpPr>
              <p:cNvPr id="3256" name="Google Shape;3256;p44"/>
              <p:cNvSpPr/>
              <p:nvPr/>
            </p:nvSpPr>
            <p:spPr>
              <a:xfrm>
                <a:off x="-5596489" y="1297421"/>
                <a:ext cx="342456" cy="452751"/>
              </a:xfrm>
              <a:custGeom>
                <a:rect b="b" l="l" r="r" t="t"/>
                <a:pathLst>
                  <a:path extrusionOk="0" h="13148" w="9945">
                    <a:moveTo>
                      <a:pt x="7446" y="448"/>
                    </a:moveTo>
                    <a:cubicBezTo>
                      <a:pt x="8097" y="448"/>
                      <a:pt x="8970" y="758"/>
                      <a:pt x="9506" y="900"/>
                    </a:cubicBezTo>
                    <a:cubicBezTo>
                      <a:pt x="7922" y="4072"/>
                      <a:pt x="6804" y="7570"/>
                      <a:pt x="5877" y="10980"/>
                    </a:cubicBezTo>
                    <a:cubicBezTo>
                      <a:pt x="5785" y="11321"/>
                      <a:pt x="5759" y="11862"/>
                      <a:pt x="5567" y="12163"/>
                    </a:cubicBezTo>
                    <a:cubicBezTo>
                      <a:pt x="5215" y="12719"/>
                      <a:pt x="4734" y="12648"/>
                      <a:pt x="4180" y="12718"/>
                    </a:cubicBezTo>
                    <a:cubicBezTo>
                      <a:pt x="3913" y="12753"/>
                      <a:pt x="3646" y="12823"/>
                      <a:pt x="3391" y="12823"/>
                    </a:cubicBezTo>
                    <a:cubicBezTo>
                      <a:pt x="3138" y="12823"/>
                      <a:pt x="2899" y="12753"/>
                      <a:pt x="2688" y="12507"/>
                    </a:cubicBezTo>
                    <a:cubicBezTo>
                      <a:pt x="2652" y="12463"/>
                      <a:pt x="2617" y="12398"/>
                      <a:pt x="2582" y="12326"/>
                    </a:cubicBezTo>
                    <a:lnTo>
                      <a:pt x="2582" y="12326"/>
                    </a:lnTo>
                    <a:cubicBezTo>
                      <a:pt x="2978" y="12397"/>
                      <a:pt x="3380" y="12456"/>
                      <a:pt x="3780" y="12510"/>
                    </a:cubicBezTo>
                    <a:cubicBezTo>
                      <a:pt x="3782" y="12510"/>
                      <a:pt x="3783" y="12510"/>
                      <a:pt x="3784" y="12510"/>
                    </a:cubicBezTo>
                    <a:cubicBezTo>
                      <a:pt x="3824" y="12510"/>
                      <a:pt x="3832" y="12441"/>
                      <a:pt x="3791" y="12434"/>
                    </a:cubicBezTo>
                    <a:cubicBezTo>
                      <a:pt x="3379" y="12365"/>
                      <a:pt x="2964" y="12302"/>
                      <a:pt x="2549" y="12252"/>
                    </a:cubicBezTo>
                    <a:cubicBezTo>
                      <a:pt x="2479" y="12085"/>
                      <a:pt x="2416" y="11874"/>
                      <a:pt x="2359" y="11672"/>
                    </a:cubicBezTo>
                    <a:lnTo>
                      <a:pt x="2359" y="11672"/>
                    </a:lnTo>
                    <a:cubicBezTo>
                      <a:pt x="2771" y="11729"/>
                      <a:pt x="3189" y="11774"/>
                      <a:pt x="3603" y="11810"/>
                    </a:cubicBezTo>
                    <a:cubicBezTo>
                      <a:pt x="3605" y="11810"/>
                      <a:pt x="3607" y="11810"/>
                      <a:pt x="3608" y="11810"/>
                    </a:cubicBezTo>
                    <a:cubicBezTo>
                      <a:pt x="3665" y="11810"/>
                      <a:pt x="3661" y="11722"/>
                      <a:pt x="3603" y="11715"/>
                    </a:cubicBezTo>
                    <a:cubicBezTo>
                      <a:pt x="3183" y="11662"/>
                      <a:pt x="2757" y="11614"/>
                      <a:pt x="2334" y="11583"/>
                    </a:cubicBezTo>
                    <a:cubicBezTo>
                      <a:pt x="2277" y="11380"/>
                      <a:pt x="2229" y="11192"/>
                      <a:pt x="2188" y="11078"/>
                    </a:cubicBezTo>
                    <a:lnTo>
                      <a:pt x="2095" y="10812"/>
                    </a:lnTo>
                    <a:lnTo>
                      <a:pt x="2095" y="10812"/>
                    </a:lnTo>
                    <a:cubicBezTo>
                      <a:pt x="2435" y="10847"/>
                      <a:pt x="2776" y="10892"/>
                      <a:pt x="3117" y="10909"/>
                    </a:cubicBezTo>
                    <a:cubicBezTo>
                      <a:pt x="3118" y="10909"/>
                      <a:pt x="3118" y="10909"/>
                      <a:pt x="3119" y="10909"/>
                    </a:cubicBezTo>
                    <a:cubicBezTo>
                      <a:pt x="3162" y="10909"/>
                      <a:pt x="3160" y="10845"/>
                      <a:pt x="3117" y="10840"/>
                    </a:cubicBezTo>
                    <a:cubicBezTo>
                      <a:pt x="2772" y="10798"/>
                      <a:pt x="2423" y="10783"/>
                      <a:pt x="2076" y="10759"/>
                    </a:cubicBezTo>
                    <a:lnTo>
                      <a:pt x="1799" y="9965"/>
                    </a:lnTo>
                    <a:lnTo>
                      <a:pt x="1799" y="9965"/>
                    </a:lnTo>
                    <a:cubicBezTo>
                      <a:pt x="2059" y="9978"/>
                      <a:pt x="2318" y="10015"/>
                      <a:pt x="2573" y="10074"/>
                    </a:cubicBezTo>
                    <a:cubicBezTo>
                      <a:pt x="2577" y="10075"/>
                      <a:pt x="2580" y="10075"/>
                      <a:pt x="2584" y="10075"/>
                    </a:cubicBezTo>
                    <a:cubicBezTo>
                      <a:pt x="2627" y="10075"/>
                      <a:pt x="2642" y="10009"/>
                      <a:pt x="2595" y="9996"/>
                    </a:cubicBezTo>
                    <a:cubicBezTo>
                      <a:pt x="2325" y="9926"/>
                      <a:pt x="2047" y="9887"/>
                      <a:pt x="1767" y="9881"/>
                    </a:cubicBezTo>
                    <a:cubicBezTo>
                      <a:pt x="1685" y="9646"/>
                      <a:pt x="1601" y="9412"/>
                      <a:pt x="1519" y="9179"/>
                    </a:cubicBezTo>
                    <a:lnTo>
                      <a:pt x="1519" y="9179"/>
                    </a:lnTo>
                    <a:cubicBezTo>
                      <a:pt x="1860" y="9232"/>
                      <a:pt x="2199" y="9291"/>
                      <a:pt x="2542" y="9322"/>
                    </a:cubicBezTo>
                    <a:cubicBezTo>
                      <a:pt x="2543" y="9322"/>
                      <a:pt x="2544" y="9323"/>
                      <a:pt x="2545" y="9323"/>
                    </a:cubicBezTo>
                    <a:cubicBezTo>
                      <a:pt x="2590" y="9323"/>
                      <a:pt x="2599" y="9248"/>
                      <a:pt x="2552" y="9238"/>
                    </a:cubicBezTo>
                    <a:cubicBezTo>
                      <a:pt x="2199" y="9165"/>
                      <a:pt x="1838" y="9120"/>
                      <a:pt x="1481" y="9071"/>
                    </a:cubicBezTo>
                    <a:cubicBezTo>
                      <a:pt x="1387" y="8804"/>
                      <a:pt x="1292" y="8539"/>
                      <a:pt x="1197" y="8272"/>
                    </a:cubicBezTo>
                    <a:lnTo>
                      <a:pt x="1197" y="8272"/>
                    </a:lnTo>
                    <a:cubicBezTo>
                      <a:pt x="1542" y="8301"/>
                      <a:pt x="1886" y="8330"/>
                      <a:pt x="2232" y="8344"/>
                    </a:cubicBezTo>
                    <a:cubicBezTo>
                      <a:pt x="2232" y="8344"/>
                      <a:pt x="2233" y="8344"/>
                      <a:pt x="2234" y="8344"/>
                    </a:cubicBezTo>
                    <a:cubicBezTo>
                      <a:pt x="2285" y="8344"/>
                      <a:pt x="2282" y="8269"/>
                      <a:pt x="2232" y="8264"/>
                    </a:cubicBezTo>
                    <a:cubicBezTo>
                      <a:pt x="1875" y="8222"/>
                      <a:pt x="1518" y="8197"/>
                      <a:pt x="1160" y="8171"/>
                    </a:cubicBezTo>
                    <a:cubicBezTo>
                      <a:pt x="1066" y="7905"/>
                      <a:pt x="971" y="7641"/>
                      <a:pt x="876" y="7376"/>
                    </a:cubicBezTo>
                    <a:lnTo>
                      <a:pt x="876" y="7376"/>
                    </a:lnTo>
                    <a:cubicBezTo>
                      <a:pt x="1145" y="7431"/>
                      <a:pt x="1428" y="7453"/>
                      <a:pt x="1701" y="7472"/>
                    </a:cubicBezTo>
                    <a:cubicBezTo>
                      <a:pt x="1702" y="7472"/>
                      <a:pt x="1703" y="7472"/>
                      <a:pt x="1704" y="7472"/>
                    </a:cubicBezTo>
                    <a:cubicBezTo>
                      <a:pt x="1761" y="7472"/>
                      <a:pt x="1774" y="7375"/>
                      <a:pt x="1715" y="7367"/>
                    </a:cubicBezTo>
                    <a:cubicBezTo>
                      <a:pt x="1438" y="7328"/>
                      <a:pt x="1150" y="7288"/>
                      <a:pt x="870" y="7288"/>
                    </a:cubicBezTo>
                    <a:cubicBezTo>
                      <a:pt x="866" y="7288"/>
                      <a:pt x="863" y="7288"/>
                      <a:pt x="859" y="7288"/>
                    </a:cubicBezTo>
                    <a:cubicBezTo>
                      <a:pt x="854" y="7288"/>
                      <a:pt x="851" y="7292"/>
                      <a:pt x="846" y="7293"/>
                    </a:cubicBezTo>
                    <a:cubicBezTo>
                      <a:pt x="767" y="7073"/>
                      <a:pt x="685" y="6854"/>
                      <a:pt x="605" y="6635"/>
                    </a:cubicBezTo>
                    <a:lnTo>
                      <a:pt x="605" y="6635"/>
                    </a:lnTo>
                    <a:cubicBezTo>
                      <a:pt x="956" y="6646"/>
                      <a:pt x="1306" y="6679"/>
                      <a:pt x="1656" y="6715"/>
                    </a:cubicBezTo>
                    <a:cubicBezTo>
                      <a:pt x="1658" y="6716"/>
                      <a:pt x="1659" y="6716"/>
                      <a:pt x="1661" y="6716"/>
                    </a:cubicBezTo>
                    <a:cubicBezTo>
                      <a:pt x="1712" y="6716"/>
                      <a:pt x="1723" y="6628"/>
                      <a:pt x="1669" y="6617"/>
                    </a:cubicBezTo>
                    <a:cubicBezTo>
                      <a:pt x="1321" y="6546"/>
                      <a:pt x="970" y="6525"/>
                      <a:pt x="615" y="6525"/>
                    </a:cubicBezTo>
                    <a:cubicBezTo>
                      <a:pt x="598" y="6525"/>
                      <a:pt x="581" y="6525"/>
                      <a:pt x="564" y="6525"/>
                    </a:cubicBezTo>
                    <a:cubicBezTo>
                      <a:pt x="491" y="6324"/>
                      <a:pt x="417" y="6123"/>
                      <a:pt x="343" y="5922"/>
                    </a:cubicBezTo>
                    <a:lnTo>
                      <a:pt x="343" y="5922"/>
                    </a:lnTo>
                    <a:cubicBezTo>
                      <a:pt x="713" y="6022"/>
                      <a:pt x="1097" y="6091"/>
                      <a:pt x="1471" y="6156"/>
                    </a:cubicBezTo>
                    <a:cubicBezTo>
                      <a:pt x="1475" y="6157"/>
                      <a:pt x="1479" y="6157"/>
                      <a:pt x="1482" y="6157"/>
                    </a:cubicBezTo>
                    <a:cubicBezTo>
                      <a:pt x="1537" y="6157"/>
                      <a:pt x="1559" y="6075"/>
                      <a:pt x="1498" y="6059"/>
                    </a:cubicBezTo>
                    <a:cubicBezTo>
                      <a:pt x="1107" y="5961"/>
                      <a:pt x="703" y="5865"/>
                      <a:pt x="301" y="5808"/>
                    </a:cubicBezTo>
                    <a:cubicBezTo>
                      <a:pt x="270" y="5725"/>
                      <a:pt x="241" y="5642"/>
                      <a:pt x="210" y="5559"/>
                    </a:cubicBezTo>
                    <a:lnTo>
                      <a:pt x="210" y="5559"/>
                    </a:lnTo>
                    <a:cubicBezTo>
                      <a:pt x="225" y="5568"/>
                      <a:pt x="242" y="5572"/>
                      <a:pt x="259" y="5572"/>
                    </a:cubicBezTo>
                    <a:cubicBezTo>
                      <a:pt x="261" y="5572"/>
                      <a:pt x="263" y="5572"/>
                      <a:pt x="265" y="5572"/>
                    </a:cubicBezTo>
                    <a:cubicBezTo>
                      <a:pt x="552" y="5557"/>
                      <a:pt x="824" y="5540"/>
                      <a:pt x="1080" y="5540"/>
                    </a:cubicBezTo>
                    <a:cubicBezTo>
                      <a:pt x="1929" y="5540"/>
                      <a:pt x="2590" y="5725"/>
                      <a:pt x="2964" y="6775"/>
                    </a:cubicBezTo>
                    <a:cubicBezTo>
                      <a:pt x="3266" y="7625"/>
                      <a:pt x="3570" y="8474"/>
                      <a:pt x="3873" y="9323"/>
                    </a:cubicBezTo>
                    <a:cubicBezTo>
                      <a:pt x="3897" y="9390"/>
                      <a:pt x="3961" y="9427"/>
                      <a:pt x="4023" y="9427"/>
                    </a:cubicBezTo>
                    <a:cubicBezTo>
                      <a:pt x="4080" y="9427"/>
                      <a:pt x="4136" y="9395"/>
                      <a:pt x="4154" y="9323"/>
                    </a:cubicBezTo>
                    <a:cubicBezTo>
                      <a:pt x="4193" y="9173"/>
                      <a:pt x="4234" y="9024"/>
                      <a:pt x="4273" y="8874"/>
                    </a:cubicBezTo>
                    <a:cubicBezTo>
                      <a:pt x="4370" y="8874"/>
                      <a:pt x="4467" y="8875"/>
                      <a:pt x="4564" y="8875"/>
                    </a:cubicBezTo>
                    <a:cubicBezTo>
                      <a:pt x="4613" y="8875"/>
                      <a:pt x="4662" y="8875"/>
                      <a:pt x="4711" y="8874"/>
                    </a:cubicBezTo>
                    <a:cubicBezTo>
                      <a:pt x="4760" y="8874"/>
                      <a:pt x="4760" y="8798"/>
                      <a:pt x="4711" y="8797"/>
                    </a:cubicBezTo>
                    <a:cubicBezTo>
                      <a:pt x="4652" y="8796"/>
                      <a:pt x="4593" y="8795"/>
                      <a:pt x="4534" y="8795"/>
                    </a:cubicBezTo>
                    <a:cubicBezTo>
                      <a:pt x="4454" y="8795"/>
                      <a:pt x="4374" y="8796"/>
                      <a:pt x="4294" y="8797"/>
                    </a:cubicBezTo>
                    <a:cubicBezTo>
                      <a:pt x="4354" y="8566"/>
                      <a:pt x="4417" y="8336"/>
                      <a:pt x="4479" y="8105"/>
                    </a:cubicBezTo>
                    <a:cubicBezTo>
                      <a:pt x="4689" y="8107"/>
                      <a:pt x="4898" y="8117"/>
                      <a:pt x="5108" y="8124"/>
                    </a:cubicBezTo>
                    <a:cubicBezTo>
                      <a:pt x="5109" y="8124"/>
                      <a:pt x="5110" y="8124"/>
                      <a:pt x="5110" y="8124"/>
                    </a:cubicBezTo>
                    <a:cubicBezTo>
                      <a:pt x="5147" y="8124"/>
                      <a:pt x="5155" y="8063"/>
                      <a:pt x="5118" y="8057"/>
                    </a:cubicBezTo>
                    <a:cubicBezTo>
                      <a:pt x="4955" y="8034"/>
                      <a:pt x="4792" y="8026"/>
                      <a:pt x="4628" y="8026"/>
                    </a:cubicBezTo>
                    <a:cubicBezTo>
                      <a:pt x="4586" y="8026"/>
                      <a:pt x="4543" y="8027"/>
                      <a:pt x="4500" y="8028"/>
                    </a:cubicBezTo>
                    <a:cubicBezTo>
                      <a:pt x="4566" y="7779"/>
                      <a:pt x="4639" y="7533"/>
                      <a:pt x="4708" y="7284"/>
                    </a:cubicBezTo>
                    <a:cubicBezTo>
                      <a:pt x="4852" y="7293"/>
                      <a:pt x="4997" y="7298"/>
                      <a:pt x="5143" y="7298"/>
                    </a:cubicBezTo>
                    <a:cubicBezTo>
                      <a:pt x="5220" y="7298"/>
                      <a:pt x="5298" y="7297"/>
                      <a:pt x="5375" y="7294"/>
                    </a:cubicBezTo>
                    <a:cubicBezTo>
                      <a:pt x="5440" y="7291"/>
                      <a:pt x="5440" y="7194"/>
                      <a:pt x="5375" y="7191"/>
                    </a:cubicBezTo>
                    <a:cubicBezTo>
                      <a:pt x="5303" y="7188"/>
                      <a:pt x="5230" y="7187"/>
                      <a:pt x="5157" y="7187"/>
                    </a:cubicBezTo>
                    <a:cubicBezTo>
                      <a:pt x="5015" y="7187"/>
                      <a:pt x="4872" y="7192"/>
                      <a:pt x="4731" y="7200"/>
                    </a:cubicBezTo>
                    <a:cubicBezTo>
                      <a:pt x="4803" y="6940"/>
                      <a:pt x="4879" y="6680"/>
                      <a:pt x="4952" y="6420"/>
                    </a:cubicBezTo>
                    <a:cubicBezTo>
                      <a:pt x="5240" y="6466"/>
                      <a:pt x="5528" y="6508"/>
                      <a:pt x="5818" y="6531"/>
                    </a:cubicBezTo>
                    <a:cubicBezTo>
                      <a:pt x="5819" y="6531"/>
                      <a:pt x="5821" y="6531"/>
                      <a:pt x="5822" y="6531"/>
                    </a:cubicBezTo>
                    <a:cubicBezTo>
                      <a:pt x="5874" y="6531"/>
                      <a:pt x="5885" y="6444"/>
                      <a:pt x="5832" y="6435"/>
                    </a:cubicBezTo>
                    <a:cubicBezTo>
                      <a:pt x="5549" y="6385"/>
                      <a:pt x="5264" y="6355"/>
                      <a:pt x="4979" y="6326"/>
                    </a:cubicBezTo>
                    <a:cubicBezTo>
                      <a:pt x="5071" y="5997"/>
                      <a:pt x="5168" y="5670"/>
                      <a:pt x="5263" y="5343"/>
                    </a:cubicBezTo>
                    <a:cubicBezTo>
                      <a:pt x="5588" y="5360"/>
                      <a:pt x="5912" y="5383"/>
                      <a:pt x="6238" y="5383"/>
                    </a:cubicBezTo>
                    <a:cubicBezTo>
                      <a:pt x="6245" y="5383"/>
                      <a:pt x="6253" y="5383"/>
                      <a:pt x="6260" y="5383"/>
                    </a:cubicBezTo>
                    <a:cubicBezTo>
                      <a:pt x="6316" y="5383"/>
                      <a:pt x="6314" y="5301"/>
                      <a:pt x="6260" y="5296"/>
                    </a:cubicBezTo>
                    <a:cubicBezTo>
                      <a:pt x="5938" y="5269"/>
                      <a:pt x="5612" y="5262"/>
                      <a:pt x="5288" y="5254"/>
                    </a:cubicBezTo>
                    <a:cubicBezTo>
                      <a:pt x="5365" y="4990"/>
                      <a:pt x="5448" y="4729"/>
                      <a:pt x="5526" y="4466"/>
                    </a:cubicBezTo>
                    <a:cubicBezTo>
                      <a:pt x="5785" y="4486"/>
                      <a:pt x="6044" y="4502"/>
                      <a:pt x="6301" y="4502"/>
                    </a:cubicBezTo>
                    <a:cubicBezTo>
                      <a:pt x="6317" y="4502"/>
                      <a:pt x="6332" y="4502"/>
                      <a:pt x="6348" y="4502"/>
                    </a:cubicBezTo>
                    <a:cubicBezTo>
                      <a:pt x="6407" y="4502"/>
                      <a:pt x="6406" y="4415"/>
                      <a:pt x="6348" y="4412"/>
                    </a:cubicBezTo>
                    <a:cubicBezTo>
                      <a:pt x="6159" y="4398"/>
                      <a:pt x="5970" y="4395"/>
                      <a:pt x="5780" y="4395"/>
                    </a:cubicBezTo>
                    <a:cubicBezTo>
                      <a:pt x="5702" y="4395"/>
                      <a:pt x="5625" y="4395"/>
                      <a:pt x="5547" y="4396"/>
                    </a:cubicBezTo>
                    <a:cubicBezTo>
                      <a:pt x="5620" y="4155"/>
                      <a:pt x="5692" y="3914"/>
                      <a:pt x="5766" y="3674"/>
                    </a:cubicBezTo>
                    <a:cubicBezTo>
                      <a:pt x="6116" y="3700"/>
                      <a:pt x="6468" y="3732"/>
                      <a:pt x="6818" y="3732"/>
                    </a:cubicBezTo>
                    <a:cubicBezTo>
                      <a:pt x="6823" y="3732"/>
                      <a:pt x="6829" y="3732"/>
                      <a:pt x="6834" y="3732"/>
                    </a:cubicBezTo>
                    <a:cubicBezTo>
                      <a:pt x="6908" y="3732"/>
                      <a:pt x="6905" y="3626"/>
                      <a:pt x="6834" y="3619"/>
                    </a:cubicBezTo>
                    <a:cubicBezTo>
                      <a:pt x="6492" y="3581"/>
                      <a:pt x="6145" y="3573"/>
                      <a:pt x="5800" y="3562"/>
                    </a:cubicBezTo>
                    <a:cubicBezTo>
                      <a:pt x="5803" y="3550"/>
                      <a:pt x="5806" y="3538"/>
                      <a:pt x="5811" y="3527"/>
                    </a:cubicBezTo>
                    <a:cubicBezTo>
                      <a:pt x="5874" y="3327"/>
                      <a:pt x="5940" y="3042"/>
                      <a:pt x="6013" y="2727"/>
                    </a:cubicBezTo>
                    <a:cubicBezTo>
                      <a:pt x="6184" y="2755"/>
                      <a:pt x="6355" y="2784"/>
                      <a:pt x="6527" y="2804"/>
                    </a:cubicBezTo>
                    <a:cubicBezTo>
                      <a:pt x="6528" y="2805"/>
                      <a:pt x="6530" y="2805"/>
                      <a:pt x="6531" y="2805"/>
                    </a:cubicBezTo>
                    <a:cubicBezTo>
                      <a:pt x="6576" y="2805"/>
                      <a:pt x="6584" y="2728"/>
                      <a:pt x="6538" y="2720"/>
                    </a:cubicBezTo>
                    <a:cubicBezTo>
                      <a:pt x="6370" y="2690"/>
                      <a:pt x="6201" y="2667"/>
                      <a:pt x="6032" y="2645"/>
                    </a:cubicBezTo>
                    <a:cubicBezTo>
                      <a:pt x="6181" y="2005"/>
                      <a:pt x="6365" y="1263"/>
                      <a:pt x="6630" y="845"/>
                    </a:cubicBezTo>
                    <a:cubicBezTo>
                      <a:pt x="6919" y="879"/>
                      <a:pt x="7203" y="938"/>
                      <a:pt x="7482" y="1020"/>
                    </a:cubicBezTo>
                    <a:cubicBezTo>
                      <a:pt x="7488" y="1022"/>
                      <a:pt x="7495" y="1023"/>
                      <a:pt x="7501" y="1023"/>
                    </a:cubicBezTo>
                    <a:cubicBezTo>
                      <a:pt x="7565" y="1023"/>
                      <a:pt x="7585" y="922"/>
                      <a:pt x="7515" y="899"/>
                    </a:cubicBezTo>
                    <a:cubicBezTo>
                      <a:pt x="7253" y="814"/>
                      <a:pt x="6981" y="761"/>
                      <a:pt x="6706" y="740"/>
                    </a:cubicBezTo>
                    <a:cubicBezTo>
                      <a:pt x="6727" y="716"/>
                      <a:pt x="6744" y="687"/>
                      <a:pt x="6765" y="666"/>
                    </a:cubicBezTo>
                    <a:cubicBezTo>
                      <a:pt x="6918" y="507"/>
                      <a:pt x="7161" y="448"/>
                      <a:pt x="7446" y="448"/>
                    </a:cubicBezTo>
                    <a:close/>
                    <a:moveTo>
                      <a:pt x="6789" y="1"/>
                    </a:moveTo>
                    <a:cubicBezTo>
                      <a:pt x="6722" y="1"/>
                      <a:pt x="6666" y="43"/>
                      <a:pt x="6642" y="110"/>
                    </a:cubicBezTo>
                    <a:cubicBezTo>
                      <a:pt x="5637" y="2967"/>
                      <a:pt x="4754" y="5862"/>
                      <a:pt x="3994" y="8794"/>
                    </a:cubicBezTo>
                    <a:cubicBezTo>
                      <a:pt x="3798" y="8250"/>
                      <a:pt x="3602" y="7705"/>
                      <a:pt x="3408" y="7161"/>
                    </a:cubicBezTo>
                    <a:cubicBezTo>
                      <a:pt x="3250" y="6721"/>
                      <a:pt x="3093" y="5740"/>
                      <a:pt x="2740" y="5393"/>
                    </a:cubicBezTo>
                    <a:cubicBezTo>
                      <a:pt x="2540" y="5196"/>
                      <a:pt x="2241" y="5131"/>
                      <a:pt x="1909" y="5131"/>
                    </a:cubicBezTo>
                    <a:cubicBezTo>
                      <a:pt x="1352" y="5131"/>
                      <a:pt x="702" y="5312"/>
                      <a:pt x="265" y="5353"/>
                    </a:cubicBezTo>
                    <a:cubicBezTo>
                      <a:pt x="217" y="5357"/>
                      <a:pt x="177" y="5392"/>
                      <a:pt x="165" y="5439"/>
                    </a:cubicBezTo>
                    <a:cubicBezTo>
                      <a:pt x="158" y="5418"/>
                      <a:pt x="150" y="5397"/>
                      <a:pt x="142" y="5376"/>
                    </a:cubicBezTo>
                    <a:cubicBezTo>
                      <a:pt x="130" y="5345"/>
                      <a:pt x="104" y="5332"/>
                      <a:pt x="78" y="5332"/>
                    </a:cubicBezTo>
                    <a:cubicBezTo>
                      <a:pt x="39" y="5332"/>
                      <a:pt x="1" y="5362"/>
                      <a:pt x="16" y="5411"/>
                    </a:cubicBezTo>
                    <a:cubicBezTo>
                      <a:pt x="56" y="5538"/>
                      <a:pt x="98" y="5666"/>
                      <a:pt x="138" y="5793"/>
                    </a:cubicBezTo>
                    <a:cubicBezTo>
                      <a:pt x="113" y="5810"/>
                      <a:pt x="114" y="5858"/>
                      <a:pt x="149" y="5868"/>
                    </a:cubicBezTo>
                    <a:lnTo>
                      <a:pt x="163" y="5872"/>
                    </a:lnTo>
                    <a:cubicBezTo>
                      <a:pt x="848" y="8037"/>
                      <a:pt x="1552" y="10217"/>
                      <a:pt x="2356" y="12336"/>
                    </a:cubicBezTo>
                    <a:cubicBezTo>
                      <a:pt x="2593" y="12964"/>
                      <a:pt x="3034" y="13148"/>
                      <a:pt x="3559" y="13148"/>
                    </a:cubicBezTo>
                    <a:cubicBezTo>
                      <a:pt x="4180" y="13148"/>
                      <a:pt x="4918" y="12891"/>
                      <a:pt x="5578" y="12808"/>
                    </a:cubicBezTo>
                    <a:cubicBezTo>
                      <a:pt x="5636" y="12801"/>
                      <a:pt x="5692" y="12771"/>
                      <a:pt x="5708" y="12710"/>
                    </a:cubicBezTo>
                    <a:cubicBezTo>
                      <a:pt x="6727" y="8643"/>
                      <a:pt x="8225" y="4838"/>
                      <a:pt x="9748" y="950"/>
                    </a:cubicBezTo>
                    <a:cubicBezTo>
                      <a:pt x="9752" y="951"/>
                      <a:pt x="9755" y="951"/>
                      <a:pt x="9759" y="951"/>
                    </a:cubicBezTo>
                    <a:cubicBezTo>
                      <a:pt x="9889" y="951"/>
                      <a:pt x="9944" y="781"/>
                      <a:pt x="9841" y="715"/>
                    </a:cubicBezTo>
                    <a:cubicBezTo>
                      <a:pt x="9843" y="709"/>
                      <a:pt x="9845" y="704"/>
                      <a:pt x="9847" y="698"/>
                    </a:cubicBezTo>
                    <a:cubicBezTo>
                      <a:pt x="9878" y="621"/>
                      <a:pt x="9804" y="560"/>
                      <a:pt x="9734" y="560"/>
                    </a:cubicBezTo>
                    <a:cubicBezTo>
                      <a:pt x="9698" y="560"/>
                      <a:pt x="9664" y="576"/>
                      <a:pt x="9644" y="613"/>
                    </a:cubicBezTo>
                    <a:cubicBezTo>
                      <a:pt x="9638" y="626"/>
                      <a:pt x="9633" y="640"/>
                      <a:pt x="9626" y="651"/>
                    </a:cubicBezTo>
                    <a:cubicBezTo>
                      <a:pt x="8700" y="411"/>
                      <a:pt x="7761" y="215"/>
                      <a:pt x="6827" y="5"/>
                    </a:cubicBezTo>
                    <a:cubicBezTo>
                      <a:pt x="6814" y="2"/>
                      <a:pt x="6801" y="1"/>
                      <a:pt x="678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7" name="Google Shape;3257;p44"/>
              <p:cNvSpPr/>
              <p:nvPr/>
            </p:nvSpPr>
            <p:spPr>
              <a:xfrm>
                <a:off x="-5381924" y="1355478"/>
                <a:ext cx="38188" cy="5682"/>
              </a:xfrm>
              <a:custGeom>
                <a:rect b="b" l="l" r="r" t="t"/>
                <a:pathLst>
                  <a:path extrusionOk="0" h="165" w="1109">
                    <a:moveTo>
                      <a:pt x="781" y="1"/>
                    </a:moveTo>
                    <a:cubicBezTo>
                      <a:pt x="540" y="1"/>
                      <a:pt x="301" y="27"/>
                      <a:pt x="61" y="68"/>
                    </a:cubicBezTo>
                    <a:cubicBezTo>
                      <a:pt x="0" y="78"/>
                      <a:pt x="23" y="165"/>
                      <a:pt x="79" y="165"/>
                    </a:cubicBezTo>
                    <a:cubicBezTo>
                      <a:pt x="82" y="165"/>
                      <a:pt x="85" y="165"/>
                      <a:pt x="87" y="164"/>
                    </a:cubicBezTo>
                    <a:cubicBezTo>
                      <a:pt x="406" y="121"/>
                      <a:pt x="726" y="112"/>
                      <a:pt x="1048" y="106"/>
                    </a:cubicBezTo>
                    <a:cubicBezTo>
                      <a:pt x="1109" y="105"/>
                      <a:pt x="1107" y="16"/>
                      <a:pt x="1048" y="12"/>
                    </a:cubicBezTo>
                    <a:cubicBezTo>
                      <a:pt x="958" y="4"/>
                      <a:pt x="869" y="1"/>
                      <a:pt x="7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8" name="Google Shape;3258;p44"/>
            <p:cNvGrpSpPr/>
            <p:nvPr/>
          </p:nvGrpSpPr>
          <p:grpSpPr>
            <a:xfrm>
              <a:off x="976433" y="4313851"/>
              <a:ext cx="172392" cy="227915"/>
              <a:chOff x="-5596489" y="1297421"/>
              <a:chExt cx="342456" cy="452751"/>
            </a:xfrm>
          </p:grpSpPr>
          <p:sp>
            <p:nvSpPr>
              <p:cNvPr id="3259" name="Google Shape;3259;p44"/>
              <p:cNvSpPr/>
              <p:nvPr/>
            </p:nvSpPr>
            <p:spPr>
              <a:xfrm>
                <a:off x="-5596489" y="1297421"/>
                <a:ext cx="342456" cy="452751"/>
              </a:xfrm>
              <a:custGeom>
                <a:rect b="b" l="l" r="r" t="t"/>
                <a:pathLst>
                  <a:path extrusionOk="0" h="13148" w="9945">
                    <a:moveTo>
                      <a:pt x="7446" y="448"/>
                    </a:moveTo>
                    <a:cubicBezTo>
                      <a:pt x="8097" y="448"/>
                      <a:pt x="8970" y="758"/>
                      <a:pt x="9506" y="900"/>
                    </a:cubicBezTo>
                    <a:cubicBezTo>
                      <a:pt x="7922" y="4072"/>
                      <a:pt x="6804" y="7570"/>
                      <a:pt x="5877" y="10980"/>
                    </a:cubicBezTo>
                    <a:cubicBezTo>
                      <a:pt x="5785" y="11321"/>
                      <a:pt x="5759" y="11862"/>
                      <a:pt x="5567" y="12163"/>
                    </a:cubicBezTo>
                    <a:cubicBezTo>
                      <a:pt x="5215" y="12719"/>
                      <a:pt x="4734" y="12648"/>
                      <a:pt x="4180" y="12718"/>
                    </a:cubicBezTo>
                    <a:cubicBezTo>
                      <a:pt x="3913" y="12753"/>
                      <a:pt x="3646" y="12823"/>
                      <a:pt x="3391" y="12823"/>
                    </a:cubicBezTo>
                    <a:cubicBezTo>
                      <a:pt x="3138" y="12823"/>
                      <a:pt x="2899" y="12753"/>
                      <a:pt x="2688" y="12507"/>
                    </a:cubicBezTo>
                    <a:cubicBezTo>
                      <a:pt x="2652" y="12463"/>
                      <a:pt x="2617" y="12398"/>
                      <a:pt x="2582" y="12326"/>
                    </a:cubicBezTo>
                    <a:lnTo>
                      <a:pt x="2582" y="12326"/>
                    </a:lnTo>
                    <a:cubicBezTo>
                      <a:pt x="2978" y="12397"/>
                      <a:pt x="3380" y="12456"/>
                      <a:pt x="3780" y="12510"/>
                    </a:cubicBezTo>
                    <a:cubicBezTo>
                      <a:pt x="3782" y="12510"/>
                      <a:pt x="3783" y="12510"/>
                      <a:pt x="3784" y="12510"/>
                    </a:cubicBezTo>
                    <a:cubicBezTo>
                      <a:pt x="3824" y="12510"/>
                      <a:pt x="3832" y="12441"/>
                      <a:pt x="3791" y="12434"/>
                    </a:cubicBezTo>
                    <a:cubicBezTo>
                      <a:pt x="3379" y="12365"/>
                      <a:pt x="2964" y="12302"/>
                      <a:pt x="2549" y="12252"/>
                    </a:cubicBezTo>
                    <a:cubicBezTo>
                      <a:pt x="2479" y="12085"/>
                      <a:pt x="2416" y="11874"/>
                      <a:pt x="2359" y="11672"/>
                    </a:cubicBezTo>
                    <a:lnTo>
                      <a:pt x="2359" y="11672"/>
                    </a:lnTo>
                    <a:cubicBezTo>
                      <a:pt x="2771" y="11729"/>
                      <a:pt x="3189" y="11774"/>
                      <a:pt x="3603" y="11810"/>
                    </a:cubicBezTo>
                    <a:cubicBezTo>
                      <a:pt x="3605" y="11810"/>
                      <a:pt x="3607" y="11810"/>
                      <a:pt x="3608" y="11810"/>
                    </a:cubicBezTo>
                    <a:cubicBezTo>
                      <a:pt x="3665" y="11810"/>
                      <a:pt x="3661" y="11722"/>
                      <a:pt x="3603" y="11715"/>
                    </a:cubicBezTo>
                    <a:cubicBezTo>
                      <a:pt x="3183" y="11662"/>
                      <a:pt x="2757" y="11614"/>
                      <a:pt x="2334" y="11583"/>
                    </a:cubicBezTo>
                    <a:cubicBezTo>
                      <a:pt x="2277" y="11380"/>
                      <a:pt x="2229" y="11192"/>
                      <a:pt x="2188" y="11078"/>
                    </a:cubicBezTo>
                    <a:lnTo>
                      <a:pt x="2095" y="10812"/>
                    </a:lnTo>
                    <a:lnTo>
                      <a:pt x="2095" y="10812"/>
                    </a:lnTo>
                    <a:cubicBezTo>
                      <a:pt x="2435" y="10847"/>
                      <a:pt x="2776" y="10892"/>
                      <a:pt x="3117" y="10909"/>
                    </a:cubicBezTo>
                    <a:cubicBezTo>
                      <a:pt x="3118" y="10909"/>
                      <a:pt x="3118" y="10909"/>
                      <a:pt x="3119" y="10909"/>
                    </a:cubicBezTo>
                    <a:cubicBezTo>
                      <a:pt x="3162" y="10909"/>
                      <a:pt x="3160" y="10845"/>
                      <a:pt x="3117" y="10840"/>
                    </a:cubicBezTo>
                    <a:cubicBezTo>
                      <a:pt x="2772" y="10798"/>
                      <a:pt x="2423" y="10783"/>
                      <a:pt x="2076" y="10759"/>
                    </a:cubicBezTo>
                    <a:lnTo>
                      <a:pt x="1799" y="9965"/>
                    </a:lnTo>
                    <a:lnTo>
                      <a:pt x="1799" y="9965"/>
                    </a:lnTo>
                    <a:cubicBezTo>
                      <a:pt x="2059" y="9978"/>
                      <a:pt x="2318" y="10015"/>
                      <a:pt x="2573" y="10074"/>
                    </a:cubicBezTo>
                    <a:cubicBezTo>
                      <a:pt x="2577" y="10075"/>
                      <a:pt x="2580" y="10075"/>
                      <a:pt x="2584" y="10075"/>
                    </a:cubicBezTo>
                    <a:cubicBezTo>
                      <a:pt x="2627" y="10075"/>
                      <a:pt x="2642" y="10009"/>
                      <a:pt x="2595" y="9996"/>
                    </a:cubicBezTo>
                    <a:cubicBezTo>
                      <a:pt x="2325" y="9926"/>
                      <a:pt x="2047" y="9887"/>
                      <a:pt x="1767" y="9881"/>
                    </a:cubicBezTo>
                    <a:cubicBezTo>
                      <a:pt x="1685" y="9646"/>
                      <a:pt x="1601" y="9412"/>
                      <a:pt x="1519" y="9179"/>
                    </a:cubicBezTo>
                    <a:lnTo>
                      <a:pt x="1519" y="9179"/>
                    </a:lnTo>
                    <a:cubicBezTo>
                      <a:pt x="1860" y="9232"/>
                      <a:pt x="2199" y="9291"/>
                      <a:pt x="2542" y="9322"/>
                    </a:cubicBezTo>
                    <a:cubicBezTo>
                      <a:pt x="2543" y="9322"/>
                      <a:pt x="2544" y="9323"/>
                      <a:pt x="2545" y="9323"/>
                    </a:cubicBezTo>
                    <a:cubicBezTo>
                      <a:pt x="2590" y="9323"/>
                      <a:pt x="2599" y="9248"/>
                      <a:pt x="2552" y="9238"/>
                    </a:cubicBezTo>
                    <a:cubicBezTo>
                      <a:pt x="2199" y="9165"/>
                      <a:pt x="1838" y="9120"/>
                      <a:pt x="1481" y="9071"/>
                    </a:cubicBezTo>
                    <a:cubicBezTo>
                      <a:pt x="1387" y="8804"/>
                      <a:pt x="1292" y="8539"/>
                      <a:pt x="1197" y="8272"/>
                    </a:cubicBezTo>
                    <a:lnTo>
                      <a:pt x="1197" y="8272"/>
                    </a:lnTo>
                    <a:cubicBezTo>
                      <a:pt x="1542" y="8301"/>
                      <a:pt x="1886" y="8330"/>
                      <a:pt x="2232" y="8344"/>
                    </a:cubicBezTo>
                    <a:cubicBezTo>
                      <a:pt x="2232" y="8344"/>
                      <a:pt x="2233" y="8344"/>
                      <a:pt x="2234" y="8344"/>
                    </a:cubicBezTo>
                    <a:cubicBezTo>
                      <a:pt x="2285" y="8344"/>
                      <a:pt x="2282" y="8269"/>
                      <a:pt x="2232" y="8264"/>
                    </a:cubicBezTo>
                    <a:cubicBezTo>
                      <a:pt x="1875" y="8222"/>
                      <a:pt x="1518" y="8197"/>
                      <a:pt x="1160" y="8171"/>
                    </a:cubicBezTo>
                    <a:cubicBezTo>
                      <a:pt x="1066" y="7905"/>
                      <a:pt x="971" y="7641"/>
                      <a:pt x="876" y="7376"/>
                    </a:cubicBezTo>
                    <a:lnTo>
                      <a:pt x="876" y="7376"/>
                    </a:lnTo>
                    <a:cubicBezTo>
                      <a:pt x="1145" y="7431"/>
                      <a:pt x="1428" y="7453"/>
                      <a:pt x="1701" y="7472"/>
                    </a:cubicBezTo>
                    <a:cubicBezTo>
                      <a:pt x="1702" y="7472"/>
                      <a:pt x="1703" y="7472"/>
                      <a:pt x="1704" y="7472"/>
                    </a:cubicBezTo>
                    <a:cubicBezTo>
                      <a:pt x="1761" y="7472"/>
                      <a:pt x="1774" y="7375"/>
                      <a:pt x="1715" y="7367"/>
                    </a:cubicBezTo>
                    <a:cubicBezTo>
                      <a:pt x="1438" y="7328"/>
                      <a:pt x="1150" y="7288"/>
                      <a:pt x="870" y="7288"/>
                    </a:cubicBezTo>
                    <a:cubicBezTo>
                      <a:pt x="866" y="7288"/>
                      <a:pt x="863" y="7288"/>
                      <a:pt x="859" y="7288"/>
                    </a:cubicBezTo>
                    <a:cubicBezTo>
                      <a:pt x="854" y="7288"/>
                      <a:pt x="851" y="7292"/>
                      <a:pt x="846" y="7293"/>
                    </a:cubicBezTo>
                    <a:cubicBezTo>
                      <a:pt x="767" y="7073"/>
                      <a:pt x="685" y="6854"/>
                      <a:pt x="605" y="6635"/>
                    </a:cubicBezTo>
                    <a:lnTo>
                      <a:pt x="605" y="6635"/>
                    </a:lnTo>
                    <a:cubicBezTo>
                      <a:pt x="956" y="6646"/>
                      <a:pt x="1306" y="6679"/>
                      <a:pt x="1656" y="6715"/>
                    </a:cubicBezTo>
                    <a:cubicBezTo>
                      <a:pt x="1658" y="6716"/>
                      <a:pt x="1659" y="6716"/>
                      <a:pt x="1661" y="6716"/>
                    </a:cubicBezTo>
                    <a:cubicBezTo>
                      <a:pt x="1712" y="6716"/>
                      <a:pt x="1723" y="6628"/>
                      <a:pt x="1669" y="6617"/>
                    </a:cubicBezTo>
                    <a:cubicBezTo>
                      <a:pt x="1321" y="6546"/>
                      <a:pt x="970" y="6525"/>
                      <a:pt x="615" y="6525"/>
                    </a:cubicBezTo>
                    <a:cubicBezTo>
                      <a:pt x="598" y="6525"/>
                      <a:pt x="581" y="6525"/>
                      <a:pt x="564" y="6525"/>
                    </a:cubicBezTo>
                    <a:cubicBezTo>
                      <a:pt x="491" y="6324"/>
                      <a:pt x="417" y="6123"/>
                      <a:pt x="343" y="5922"/>
                    </a:cubicBezTo>
                    <a:lnTo>
                      <a:pt x="343" y="5922"/>
                    </a:lnTo>
                    <a:cubicBezTo>
                      <a:pt x="713" y="6022"/>
                      <a:pt x="1097" y="6091"/>
                      <a:pt x="1471" y="6156"/>
                    </a:cubicBezTo>
                    <a:cubicBezTo>
                      <a:pt x="1475" y="6157"/>
                      <a:pt x="1479" y="6157"/>
                      <a:pt x="1482" y="6157"/>
                    </a:cubicBezTo>
                    <a:cubicBezTo>
                      <a:pt x="1537" y="6157"/>
                      <a:pt x="1559" y="6075"/>
                      <a:pt x="1498" y="6059"/>
                    </a:cubicBezTo>
                    <a:cubicBezTo>
                      <a:pt x="1107" y="5961"/>
                      <a:pt x="703" y="5865"/>
                      <a:pt x="301" y="5808"/>
                    </a:cubicBezTo>
                    <a:cubicBezTo>
                      <a:pt x="270" y="5725"/>
                      <a:pt x="241" y="5642"/>
                      <a:pt x="210" y="5559"/>
                    </a:cubicBezTo>
                    <a:lnTo>
                      <a:pt x="210" y="5559"/>
                    </a:lnTo>
                    <a:cubicBezTo>
                      <a:pt x="225" y="5568"/>
                      <a:pt x="242" y="5572"/>
                      <a:pt x="259" y="5572"/>
                    </a:cubicBezTo>
                    <a:cubicBezTo>
                      <a:pt x="261" y="5572"/>
                      <a:pt x="263" y="5572"/>
                      <a:pt x="265" y="5572"/>
                    </a:cubicBezTo>
                    <a:cubicBezTo>
                      <a:pt x="552" y="5557"/>
                      <a:pt x="824" y="5540"/>
                      <a:pt x="1080" y="5540"/>
                    </a:cubicBezTo>
                    <a:cubicBezTo>
                      <a:pt x="1929" y="5540"/>
                      <a:pt x="2590" y="5725"/>
                      <a:pt x="2964" y="6775"/>
                    </a:cubicBezTo>
                    <a:cubicBezTo>
                      <a:pt x="3266" y="7625"/>
                      <a:pt x="3570" y="8474"/>
                      <a:pt x="3873" y="9323"/>
                    </a:cubicBezTo>
                    <a:cubicBezTo>
                      <a:pt x="3897" y="9390"/>
                      <a:pt x="3961" y="9427"/>
                      <a:pt x="4023" y="9427"/>
                    </a:cubicBezTo>
                    <a:cubicBezTo>
                      <a:pt x="4080" y="9427"/>
                      <a:pt x="4136" y="9395"/>
                      <a:pt x="4154" y="9323"/>
                    </a:cubicBezTo>
                    <a:cubicBezTo>
                      <a:pt x="4193" y="9173"/>
                      <a:pt x="4234" y="9024"/>
                      <a:pt x="4273" y="8874"/>
                    </a:cubicBezTo>
                    <a:cubicBezTo>
                      <a:pt x="4370" y="8874"/>
                      <a:pt x="4467" y="8875"/>
                      <a:pt x="4564" y="8875"/>
                    </a:cubicBezTo>
                    <a:cubicBezTo>
                      <a:pt x="4613" y="8875"/>
                      <a:pt x="4662" y="8875"/>
                      <a:pt x="4711" y="8874"/>
                    </a:cubicBezTo>
                    <a:cubicBezTo>
                      <a:pt x="4760" y="8874"/>
                      <a:pt x="4760" y="8798"/>
                      <a:pt x="4711" y="8797"/>
                    </a:cubicBezTo>
                    <a:cubicBezTo>
                      <a:pt x="4652" y="8796"/>
                      <a:pt x="4593" y="8795"/>
                      <a:pt x="4534" y="8795"/>
                    </a:cubicBezTo>
                    <a:cubicBezTo>
                      <a:pt x="4454" y="8795"/>
                      <a:pt x="4374" y="8796"/>
                      <a:pt x="4294" y="8797"/>
                    </a:cubicBezTo>
                    <a:cubicBezTo>
                      <a:pt x="4354" y="8566"/>
                      <a:pt x="4417" y="8336"/>
                      <a:pt x="4479" y="8105"/>
                    </a:cubicBezTo>
                    <a:cubicBezTo>
                      <a:pt x="4689" y="8107"/>
                      <a:pt x="4898" y="8117"/>
                      <a:pt x="5108" y="8124"/>
                    </a:cubicBezTo>
                    <a:cubicBezTo>
                      <a:pt x="5109" y="8124"/>
                      <a:pt x="5110" y="8124"/>
                      <a:pt x="5110" y="8124"/>
                    </a:cubicBezTo>
                    <a:cubicBezTo>
                      <a:pt x="5147" y="8124"/>
                      <a:pt x="5155" y="8063"/>
                      <a:pt x="5118" y="8057"/>
                    </a:cubicBezTo>
                    <a:cubicBezTo>
                      <a:pt x="4955" y="8034"/>
                      <a:pt x="4792" y="8026"/>
                      <a:pt x="4628" y="8026"/>
                    </a:cubicBezTo>
                    <a:cubicBezTo>
                      <a:pt x="4586" y="8026"/>
                      <a:pt x="4543" y="8027"/>
                      <a:pt x="4500" y="8028"/>
                    </a:cubicBezTo>
                    <a:cubicBezTo>
                      <a:pt x="4566" y="7779"/>
                      <a:pt x="4639" y="7533"/>
                      <a:pt x="4708" y="7284"/>
                    </a:cubicBezTo>
                    <a:cubicBezTo>
                      <a:pt x="4852" y="7293"/>
                      <a:pt x="4997" y="7298"/>
                      <a:pt x="5143" y="7298"/>
                    </a:cubicBezTo>
                    <a:cubicBezTo>
                      <a:pt x="5220" y="7298"/>
                      <a:pt x="5298" y="7297"/>
                      <a:pt x="5375" y="7294"/>
                    </a:cubicBezTo>
                    <a:cubicBezTo>
                      <a:pt x="5440" y="7291"/>
                      <a:pt x="5440" y="7194"/>
                      <a:pt x="5375" y="7191"/>
                    </a:cubicBezTo>
                    <a:cubicBezTo>
                      <a:pt x="5303" y="7188"/>
                      <a:pt x="5230" y="7187"/>
                      <a:pt x="5157" y="7187"/>
                    </a:cubicBezTo>
                    <a:cubicBezTo>
                      <a:pt x="5015" y="7187"/>
                      <a:pt x="4872" y="7192"/>
                      <a:pt x="4731" y="7200"/>
                    </a:cubicBezTo>
                    <a:cubicBezTo>
                      <a:pt x="4803" y="6940"/>
                      <a:pt x="4879" y="6680"/>
                      <a:pt x="4952" y="6420"/>
                    </a:cubicBezTo>
                    <a:cubicBezTo>
                      <a:pt x="5240" y="6466"/>
                      <a:pt x="5528" y="6508"/>
                      <a:pt x="5818" y="6531"/>
                    </a:cubicBezTo>
                    <a:cubicBezTo>
                      <a:pt x="5819" y="6531"/>
                      <a:pt x="5821" y="6531"/>
                      <a:pt x="5822" y="6531"/>
                    </a:cubicBezTo>
                    <a:cubicBezTo>
                      <a:pt x="5874" y="6531"/>
                      <a:pt x="5885" y="6444"/>
                      <a:pt x="5832" y="6435"/>
                    </a:cubicBezTo>
                    <a:cubicBezTo>
                      <a:pt x="5549" y="6385"/>
                      <a:pt x="5264" y="6355"/>
                      <a:pt x="4979" y="6326"/>
                    </a:cubicBezTo>
                    <a:cubicBezTo>
                      <a:pt x="5071" y="5997"/>
                      <a:pt x="5168" y="5670"/>
                      <a:pt x="5263" y="5343"/>
                    </a:cubicBezTo>
                    <a:cubicBezTo>
                      <a:pt x="5588" y="5360"/>
                      <a:pt x="5912" y="5383"/>
                      <a:pt x="6238" y="5383"/>
                    </a:cubicBezTo>
                    <a:cubicBezTo>
                      <a:pt x="6245" y="5383"/>
                      <a:pt x="6253" y="5383"/>
                      <a:pt x="6260" y="5383"/>
                    </a:cubicBezTo>
                    <a:cubicBezTo>
                      <a:pt x="6316" y="5383"/>
                      <a:pt x="6314" y="5301"/>
                      <a:pt x="6260" y="5296"/>
                    </a:cubicBezTo>
                    <a:cubicBezTo>
                      <a:pt x="5938" y="5269"/>
                      <a:pt x="5612" y="5262"/>
                      <a:pt x="5288" y="5254"/>
                    </a:cubicBezTo>
                    <a:cubicBezTo>
                      <a:pt x="5365" y="4990"/>
                      <a:pt x="5448" y="4729"/>
                      <a:pt x="5526" y="4466"/>
                    </a:cubicBezTo>
                    <a:cubicBezTo>
                      <a:pt x="5785" y="4486"/>
                      <a:pt x="6044" y="4502"/>
                      <a:pt x="6301" y="4502"/>
                    </a:cubicBezTo>
                    <a:cubicBezTo>
                      <a:pt x="6317" y="4502"/>
                      <a:pt x="6332" y="4502"/>
                      <a:pt x="6348" y="4502"/>
                    </a:cubicBezTo>
                    <a:cubicBezTo>
                      <a:pt x="6407" y="4502"/>
                      <a:pt x="6406" y="4415"/>
                      <a:pt x="6348" y="4412"/>
                    </a:cubicBezTo>
                    <a:cubicBezTo>
                      <a:pt x="6159" y="4398"/>
                      <a:pt x="5970" y="4395"/>
                      <a:pt x="5780" y="4395"/>
                    </a:cubicBezTo>
                    <a:cubicBezTo>
                      <a:pt x="5702" y="4395"/>
                      <a:pt x="5625" y="4395"/>
                      <a:pt x="5547" y="4396"/>
                    </a:cubicBezTo>
                    <a:cubicBezTo>
                      <a:pt x="5620" y="4155"/>
                      <a:pt x="5692" y="3914"/>
                      <a:pt x="5766" y="3674"/>
                    </a:cubicBezTo>
                    <a:cubicBezTo>
                      <a:pt x="6116" y="3700"/>
                      <a:pt x="6468" y="3732"/>
                      <a:pt x="6818" y="3732"/>
                    </a:cubicBezTo>
                    <a:cubicBezTo>
                      <a:pt x="6823" y="3732"/>
                      <a:pt x="6829" y="3732"/>
                      <a:pt x="6834" y="3732"/>
                    </a:cubicBezTo>
                    <a:cubicBezTo>
                      <a:pt x="6908" y="3732"/>
                      <a:pt x="6905" y="3626"/>
                      <a:pt x="6834" y="3619"/>
                    </a:cubicBezTo>
                    <a:cubicBezTo>
                      <a:pt x="6492" y="3581"/>
                      <a:pt x="6145" y="3573"/>
                      <a:pt x="5800" y="3562"/>
                    </a:cubicBezTo>
                    <a:cubicBezTo>
                      <a:pt x="5803" y="3550"/>
                      <a:pt x="5806" y="3538"/>
                      <a:pt x="5811" y="3527"/>
                    </a:cubicBezTo>
                    <a:cubicBezTo>
                      <a:pt x="5874" y="3327"/>
                      <a:pt x="5940" y="3042"/>
                      <a:pt x="6013" y="2727"/>
                    </a:cubicBezTo>
                    <a:cubicBezTo>
                      <a:pt x="6184" y="2755"/>
                      <a:pt x="6355" y="2784"/>
                      <a:pt x="6527" y="2804"/>
                    </a:cubicBezTo>
                    <a:cubicBezTo>
                      <a:pt x="6528" y="2805"/>
                      <a:pt x="6530" y="2805"/>
                      <a:pt x="6531" y="2805"/>
                    </a:cubicBezTo>
                    <a:cubicBezTo>
                      <a:pt x="6576" y="2805"/>
                      <a:pt x="6584" y="2728"/>
                      <a:pt x="6538" y="2720"/>
                    </a:cubicBezTo>
                    <a:cubicBezTo>
                      <a:pt x="6370" y="2690"/>
                      <a:pt x="6201" y="2667"/>
                      <a:pt x="6032" y="2645"/>
                    </a:cubicBezTo>
                    <a:cubicBezTo>
                      <a:pt x="6181" y="2005"/>
                      <a:pt x="6365" y="1263"/>
                      <a:pt x="6630" y="845"/>
                    </a:cubicBezTo>
                    <a:cubicBezTo>
                      <a:pt x="6919" y="879"/>
                      <a:pt x="7203" y="938"/>
                      <a:pt x="7482" y="1020"/>
                    </a:cubicBezTo>
                    <a:cubicBezTo>
                      <a:pt x="7488" y="1022"/>
                      <a:pt x="7495" y="1023"/>
                      <a:pt x="7501" y="1023"/>
                    </a:cubicBezTo>
                    <a:cubicBezTo>
                      <a:pt x="7565" y="1023"/>
                      <a:pt x="7585" y="922"/>
                      <a:pt x="7515" y="899"/>
                    </a:cubicBezTo>
                    <a:cubicBezTo>
                      <a:pt x="7253" y="814"/>
                      <a:pt x="6981" y="761"/>
                      <a:pt x="6706" y="740"/>
                    </a:cubicBezTo>
                    <a:cubicBezTo>
                      <a:pt x="6727" y="716"/>
                      <a:pt x="6744" y="687"/>
                      <a:pt x="6765" y="666"/>
                    </a:cubicBezTo>
                    <a:cubicBezTo>
                      <a:pt x="6918" y="507"/>
                      <a:pt x="7161" y="448"/>
                      <a:pt x="7446" y="448"/>
                    </a:cubicBezTo>
                    <a:close/>
                    <a:moveTo>
                      <a:pt x="6789" y="1"/>
                    </a:moveTo>
                    <a:cubicBezTo>
                      <a:pt x="6722" y="1"/>
                      <a:pt x="6666" y="43"/>
                      <a:pt x="6642" y="110"/>
                    </a:cubicBezTo>
                    <a:cubicBezTo>
                      <a:pt x="5637" y="2967"/>
                      <a:pt x="4754" y="5862"/>
                      <a:pt x="3994" y="8794"/>
                    </a:cubicBezTo>
                    <a:cubicBezTo>
                      <a:pt x="3798" y="8250"/>
                      <a:pt x="3602" y="7705"/>
                      <a:pt x="3408" y="7161"/>
                    </a:cubicBezTo>
                    <a:cubicBezTo>
                      <a:pt x="3250" y="6721"/>
                      <a:pt x="3093" y="5740"/>
                      <a:pt x="2740" y="5393"/>
                    </a:cubicBezTo>
                    <a:cubicBezTo>
                      <a:pt x="2540" y="5196"/>
                      <a:pt x="2241" y="5131"/>
                      <a:pt x="1909" y="5131"/>
                    </a:cubicBezTo>
                    <a:cubicBezTo>
                      <a:pt x="1352" y="5131"/>
                      <a:pt x="702" y="5312"/>
                      <a:pt x="265" y="5353"/>
                    </a:cubicBezTo>
                    <a:cubicBezTo>
                      <a:pt x="217" y="5357"/>
                      <a:pt x="177" y="5392"/>
                      <a:pt x="165" y="5439"/>
                    </a:cubicBezTo>
                    <a:cubicBezTo>
                      <a:pt x="158" y="5418"/>
                      <a:pt x="150" y="5397"/>
                      <a:pt x="142" y="5376"/>
                    </a:cubicBezTo>
                    <a:cubicBezTo>
                      <a:pt x="130" y="5345"/>
                      <a:pt x="104" y="5332"/>
                      <a:pt x="78" y="5332"/>
                    </a:cubicBezTo>
                    <a:cubicBezTo>
                      <a:pt x="39" y="5332"/>
                      <a:pt x="1" y="5362"/>
                      <a:pt x="16" y="5411"/>
                    </a:cubicBezTo>
                    <a:cubicBezTo>
                      <a:pt x="56" y="5538"/>
                      <a:pt x="98" y="5666"/>
                      <a:pt x="138" y="5793"/>
                    </a:cubicBezTo>
                    <a:cubicBezTo>
                      <a:pt x="113" y="5810"/>
                      <a:pt x="114" y="5858"/>
                      <a:pt x="149" y="5868"/>
                    </a:cubicBezTo>
                    <a:lnTo>
                      <a:pt x="163" y="5872"/>
                    </a:lnTo>
                    <a:cubicBezTo>
                      <a:pt x="848" y="8037"/>
                      <a:pt x="1552" y="10217"/>
                      <a:pt x="2356" y="12336"/>
                    </a:cubicBezTo>
                    <a:cubicBezTo>
                      <a:pt x="2593" y="12964"/>
                      <a:pt x="3034" y="13148"/>
                      <a:pt x="3559" y="13148"/>
                    </a:cubicBezTo>
                    <a:cubicBezTo>
                      <a:pt x="4180" y="13148"/>
                      <a:pt x="4918" y="12891"/>
                      <a:pt x="5578" y="12808"/>
                    </a:cubicBezTo>
                    <a:cubicBezTo>
                      <a:pt x="5636" y="12801"/>
                      <a:pt x="5692" y="12771"/>
                      <a:pt x="5708" y="12710"/>
                    </a:cubicBezTo>
                    <a:cubicBezTo>
                      <a:pt x="6727" y="8643"/>
                      <a:pt x="8225" y="4838"/>
                      <a:pt x="9748" y="950"/>
                    </a:cubicBezTo>
                    <a:cubicBezTo>
                      <a:pt x="9752" y="951"/>
                      <a:pt x="9755" y="951"/>
                      <a:pt x="9759" y="951"/>
                    </a:cubicBezTo>
                    <a:cubicBezTo>
                      <a:pt x="9889" y="951"/>
                      <a:pt x="9944" y="781"/>
                      <a:pt x="9841" y="715"/>
                    </a:cubicBezTo>
                    <a:cubicBezTo>
                      <a:pt x="9843" y="709"/>
                      <a:pt x="9845" y="704"/>
                      <a:pt x="9847" y="698"/>
                    </a:cubicBezTo>
                    <a:cubicBezTo>
                      <a:pt x="9878" y="621"/>
                      <a:pt x="9804" y="560"/>
                      <a:pt x="9734" y="560"/>
                    </a:cubicBezTo>
                    <a:cubicBezTo>
                      <a:pt x="9698" y="560"/>
                      <a:pt x="9664" y="576"/>
                      <a:pt x="9644" y="613"/>
                    </a:cubicBezTo>
                    <a:cubicBezTo>
                      <a:pt x="9638" y="626"/>
                      <a:pt x="9633" y="640"/>
                      <a:pt x="9626" y="651"/>
                    </a:cubicBezTo>
                    <a:cubicBezTo>
                      <a:pt x="8700" y="411"/>
                      <a:pt x="7761" y="215"/>
                      <a:pt x="6827" y="5"/>
                    </a:cubicBezTo>
                    <a:cubicBezTo>
                      <a:pt x="6814" y="2"/>
                      <a:pt x="6801" y="1"/>
                      <a:pt x="67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0" name="Google Shape;3260;p44"/>
              <p:cNvSpPr/>
              <p:nvPr/>
            </p:nvSpPr>
            <p:spPr>
              <a:xfrm>
                <a:off x="-5381924" y="1355478"/>
                <a:ext cx="38188" cy="5682"/>
              </a:xfrm>
              <a:custGeom>
                <a:rect b="b" l="l" r="r" t="t"/>
                <a:pathLst>
                  <a:path extrusionOk="0" h="165" w="1109">
                    <a:moveTo>
                      <a:pt x="781" y="1"/>
                    </a:moveTo>
                    <a:cubicBezTo>
                      <a:pt x="540" y="1"/>
                      <a:pt x="301" y="27"/>
                      <a:pt x="61" y="68"/>
                    </a:cubicBezTo>
                    <a:cubicBezTo>
                      <a:pt x="0" y="78"/>
                      <a:pt x="23" y="165"/>
                      <a:pt x="79" y="165"/>
                    </a:cubicBezTo>
                    <a:cubicBezTo>
                      <a:pt x="82" y="165"/>
                      <a:pt x="85" y="165"/>
                      <a:pt x="87" y="164"/>
                    </a:cubicBezTo>
                    <a:cubicBezTo>
                      <a:pt x="406" y="121"/>
                      <a:pt x="726" y="112"/>
                      <a:pt x="1048" y="106"/>
                    </a:cubicBezTo>
                    <a:cubicBezTo>
                      <a:pt x="1109" y="105"/>
                      <a:pt x="1107" y="16"/>
                      <a:pt x="1048" y="12"/>
                    </a:cubicBezTo>
                    <a:cubicBezTo>
                      <a:pt x="958" y="4"/>
                      <a:pt x="869" y="1"/>
                      <a:pt x="7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61" name="Google Shape;3261;p44"/>
            <p:cNvSpPr txBox="1"/>
            <p:nvPr/>
          </p:nvSpPr>
          <p:spPr>
            <a:xfrm>
              <a:off x="1187850" y="3445725"/>
              <a:ext cx="16173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place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62" name="Google Shape;3262;p44"/>
            <p:cNvSpPr txBox="1"/>
            <p:nvPr/>
          </p:nvSpPr>
          <p:spPr>
            <a:xfrm>
              <a:off x="1187850" y="3878663"/>
              <a:ext cx="16173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a gas giant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63" name="Google Shape;3263;p44"/>
            <p:cNvSpPr txBox="1"/>
            <p:nvPr/>
          </p:nvSpPr>
          <p:spPr>
            <a:xfrm>
              <a:off x="1187850" y="4326125"/>
              <a:ext cx="16173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fifth planet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64" name="Google Shape;3264;p44"/>
            <p:cNvSpPr txBox="1"/>
            <p:nvPr/>
          </p:nvSpPr>
          <p:spPr>
            <a:xfrm>
              <a:off x="850199" y="3031913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Goals</a:t>
              </a:r>
              <a:endParaRPr b="1" sz="15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265" name="Google Shape;3265;p44"/>
          <p:cNvGrpSpPr/>
          <p:nvPr/>
        </p:nvGrpSpPr>
        <p:grpSpPr>
          <a:xfrm>
            <a:off x="6051724" y="3031913"/>
            <a:ext cx="2085295" cy="1577264"/>
            <a:chOff x="6051724" y="3031913"/>
            <a:chExt cx="2085295" cy="1577264"/>
          </a:xfrm>
        </p:grpSpPr>
        <p:sp>
          <p:nvSpPr>
            <p:cNvPr id="3266" name="Google Shape;3266;p44"/>
            <p:cNvSpPr txBox="1"/>
            <p:nvPr/>
          </p:nvSpPr>
          <p:spPr>
            <a:xfrm>
              <a:off x="6051724" y="3031913"/>
              <a:ext cx="12063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Skills</a:t>
              </a:r>
              <a:endParaRPr b="1" sz="15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267" name="Google Shape;3267;p44"/>
            <p:cNvSpPr/>
            <p:nvPr/>
          </p:nvSpPr>
          <p:spPr>
            <a:xfrm>
              <a:off x="7103705" y="3425055"/>
              <a:ext cx="147300" cy="14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44"/>
            <p:cNvSpPr/>
            <p:nvPr/>
          </p:nvSpPr>
          <p:spPr>
            <a:xfrm>
              <a:off x="7325236" y="3425055"/>
              <a:ext cx="147300" cy="14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44"/>
            <p:cNvSpPr/>
            <p:nvPr/>
          </p:nvSpPr>
          <p:spPr>
            <a:xfrm>
              <a:off x="7546770" y="3425055"/>
              <a:ext cx="147300" cy="146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44"/>
            <p:cNvSpPr/>
            <p:nvPr/>
          </p:nvSpPr>
          <p:spPr>
            <a:xfrm>
              <a:off x="7103705" y="3749704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44"/>
            <p:cNvSpPr/>
            <p:nvPr/>
          </p:nvSpPr>
          <p:spPr>
            <a:xfrm>
              <a:off x="7325236" y="3749704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44"/>
            <p:cNvSpPr/>
            <p:nvPr/>
          </p:nvSpPr>
          <p:spPr>
            <a:xfrm>
              <a:off x="7546770" y="3749704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44"/>
            <p:cNvSpPr/>
            <p:nvPr/>
          </p:nvSpPr>
          <p:spPr>
            <a:xfrm>
              <a:off x="7103705" y="4078989"/>
              <a:ext cx="147300" cy="146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44"/>
            <p:cNvSpPr/>
            <p:nvPr/>
          </p:nvSpPr>
          <p:spPr>
            <a:xfrm>
              <a:off x="7325274" y="4078989"/>
              <a:ext cx="147300" cy="146100"/>
            </a:xfrm>
            <a:prstGeom prst="rect">
              <a:avLst/>
            </a:prstGeom>
            <a:solidFill>
              <a:schemeClr val="accent3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44"/>
            <p:cNvSpPr/>
            <p:nvPr/>
          </p:nvSpPr>
          <p:spPr>
            <a:xfrm>
              <a:off x="7546770" y="4078989"/>
              <a:ext cx="147300" cy="146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44"/>
            <p:cNvSpPr/>
            <p:nvPr/>
          </p:nvSpPr>
          <p:spPr>
            <a:xfrm>
              <a:off x="7103705" y="4408274"/>
              <a:ext cx="147300" cy="146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44"/>
            <p:cNvSpPr/>
            <p:nvPr/>
          </p:nvSpPr>
          <p:spPr>
            <a:xfrm>
              <a:off x="7766917" y="3749704"/>
              <a:ext cx="147300" cy="146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44"/>
            <p:cNvSpPr/>
            <p:nvPr/>
          </p:nvSpPr>
          <p:spPr>
            <a:xfrm>
              <a:off x="7098438" y="342053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44"/>
            <p:cNvSpPr txBox="1"/>
            <p:nvPr/>
          </p:nvSpPr>
          <p:spPr>
            <a:xfrm>
              <a:off x="6063850" y="3365450"/>
              <a:ext cx="9384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Uranus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80" name="Google Shape;3280;p44"/>
            <p:cNvSpPr txBox="1"/>
            <p:nvPr/>
          </p:nvSpPr>
          <p:spPr>
            <a:xfrm>
              <a:off x="6063850" y="3694725"/>
              <a:ext cx="9384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Pluto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81" name="Google Shape;3281;p44"/>
            <p:cNvSpPr txBox="1"/>
            <p:nvPr/>
          </p:nvSpPr>
          <p:spPr>
            <a:xfrm>
              <a:off x="6063850" y="4024001"/>
              <a:ext cx="9384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82" name="Google Shape;3282;p44"/>
            <p:cNvSpPr txBox="1"/>
            <p:nvPr/>
          </p:nvSpPr>
          <p:spPr>
            <a:xfrm>
              <a:off x="6063850" y="4353276"/>
              <a:ext cx="9384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83" name="Google Shape;3283;p44"/>
            <p:cNvSpPr/>
            <p:nvPr/>
          </p:nvSpPr>
          <p:spPr>
            <a:xfrm>
              <a:off x="7098438" y="374981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44"/>
            <p:cNvSpPr/>
            <p:nvPr/>
          </p:nvSpPr>
          <p:spPr>
            <a:xfrm>
              <a:off x="7098438" y="407910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44"/>
            <p:cNvSpPr/>
            <p:nvPr/>
          </p:nvSpPr>
          <p:spPr>
            <a:xfrm>
              <a:off x="7098438" y="440838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44"/>
            <p:cNvSpPr/>
            <p:nvPr/>
          </p:nvSpPr>
          <p:spPr>
            <a:xfrm>
              <a:off x="7325310" y="342053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44"/>
            <p:cNvSpPr/>
            <p:nvPr/>
          </p:nvSpPr>
          <p:spPr>
            <a:xfrm>
              <a:off x="7325310" y="374981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44"/>
            <p:cNvSpPr/>
            <p:nvPr/>
          </p:nvSpPr>
          <p:spPr>
            <a:xfrm>
              <a:off x="7325348" y="407910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44"/>
            <p:cNvSpPr/>
            <p:nvPr/>
          </p:nvSpPr>
          <p:spPr>
            <a:xfrm>
              <a:off x="7546845" y="342053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44"/>
            <p:cNvSpPr/>
            <p:nvPr/>
          </p:nvSpPr>
          <p:spPr>
            <a:xfrm>
              <a:off x="7546845" y="374981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44"/>
            <p:cNvSpPr/>
            <p:nvPr/>
          </p:nvSpPr>
          <p:spPr>
            <a:xfrm>
              <a:off x="7546845" y="407910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44"/>
            <p:cNvSpPr/>
            <p:nvPr/>
          </p:nvSpPr>
          <p:spPr>
            <a:xfrm>
              <a:off x="7544132" y="440838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44"/>
            <p:cNvSpPr/>
            <p:nvPr/>
          </p:nvSpPr>
          <p:spPr>
            <a:xfrm>
              <a:off x="7766979" y="342053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44"/>
            <p:cNvSpPr/>
            <p:nvPr/>
          </p:nvSpPr>
          <p:spPr>
            <a:xfrm>
              <a:off x="7766991" y="374981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44"/>
            <p:cNvSpPr/>
            <p:nvPr/>
          </p:nvSpPr>
          <p:spPr>
            <a:xfrm>
              <a:off x="7766979" y="407910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44"/>
            <p:cNvSpPr/>
            <p:nvPr/>
          </p:nvSpPr>
          <p:spPr>
            <a:xfrm>
              <a:off x="7766979" y="440838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44"/>
            <p:cNvSpPr/>
            <p:nvPr/>
          </p:nvSpPr>
          <p:spPr>
            <a:xfrm>
              <a:off x="7989826" y="342053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44"/>
            <p:cNvSpPr/>
            <p:nvPr/>
          </p:nvSpPr>
          <p:spPr>
            <a:xfrm>
              <a:off x="7989826" y="374981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44"/>
            <p:cNvSpPr/>
            <p:nvPr/>
          </p:nvSpPr>
          <p:spPr>
            <a:xfrm>
              <a:off x="7989826" y="4079100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44"/>
            <p:cNvSpPr/>
            <p:nvPr/>
          </p:nvSpPr>
          <p:spPr>
            <a:xfrm>
              <a:off x="7989826" y="440838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44"/>
            <p:cNvSpPr/>
            <p:nvPr/>
          </p:nvSpPr>
          <p:spPr>
            <a:xfrm>
              <a:off x="7326543" y="4408274"/>
              <a:ext cx="147300" cy="146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44"/>
            <p:cNvSpPr/>
            <p:nvPr/>
          </p:nvSpPr>
          <p:spPr>
            <a:xfrm>
              <a:off x="7321276" y="4408385"/>
              <a:ext cx="147194" cy="145765"/>
            </a:xfrm>
            <a:custGeom>
              <a:rect b="b" l="l" r="r" t="t"/>
              <a:pathLst>
                <a:path extrusionOk="0" fill="none" h="9687" w="55336">
                  <a:moveTo>
                    <a:pt x="26732" y="279"/>
                  </a:moveTo>
                  <a:lnTo>
                    <a:pt x="20840" y="304"/>
                  </a:lnTo>
                  <a:lnTo>
                    <a:pt x="11483" y="330"/>
                  </a:lnTo>
                  <a:lnTo>
                    <a:pt x="6677" y="279"/>
                  </a:lnTo>
                  <a:lnTo>
                    <a:pt x="5236" y="203"/>
                  </a:lnTo>
                  <a:lnTo>
                    <a:pt x="3794" y="52"/>
                  </a:lnTo>
                  <a:lnTo>
                    <a:pt x="2226" y="1"/>
                  </a:lnTo>
                  <a:lnTo>
                    <a:pt x="1468" y="102"/>
                  </a:lnTo>
                  <a:lnTo>
                    <a:pt x="911" y="431"/>
                  </a:lnTo>
                  <a:lnTo>
                    <a:pt x="557" y="1013"/>
                  </a:lnTo>
                  <a:lnTo>
                    <a:pt x="330" y="1898"/>
                  </a:lnTo>
                  <a:lnTo>
                    <a:pt x="254" y="3187"/>
                  </a:lnTo>
                  <a:lnTo>
                    <a:pt x="229" y="3997"/>
                  </a:lnTo>
                  <a:lnTo>
                    <a:pt x="153" y="5767"/>
                  </a:lnTo>
                  <a:lnTo>
                    <a:pt x="1" y="7613"/>
                  </a:lnTo>
                  <a:lnTo>
                    <a:pt x="127" y="8271"/>
                  </a:lnTo>
                  <a:lnTo>
                    <a:pt x="330" y="8650"/>
                  </a:lnTo>
                  <a:lnTo>
                    <a:pt x="684" y="8954"/>
                  </a:lnTo>
                  <a:lnTo>
                    <a:pt x="1190" y="9206"/>
                  </a:lnTo>
                  <a:lnTo>
                    <a:pt x="2277" y="9485"/>
                  </a:lnTo>
                  <a:lnTo>
                    <a:pt x="4578" y="9662"/>
                  </a:lnTo>
                  <a:lnTo>
                    <a:pt x="8018" y="9687"/>
                  </a:lnTo>
                  <a:lnTo>
                    <a:pt x="10269" y="9636"/>
                  </a:lnTo>
                  <a:lnTo>
                    <a:pt x="19929" y="9434"/>
                  </a:lnTo>
                  <a:lnTo>
                    <a:pt x="33712" y="9232"/>
                  </a:lnTo>
                  <a:lnTo>
                    <a:pt x="41325" y="9257"/>
                  </a:lnTo>
                  <a:lnTo>
                    <a:pt x="44283" y="9333"/>
                  </a:lnTo>
                  <a:lnTo>
                    <a:pt x="46888" y="9459"/>
                  </a:lnTo>
                  <a:lnTo>
                    <a:pt x="50909" y="9611"/>
                  </a:lnTo>
                  <a:lnTo>
                    <a:pt x="52958" y="9535"/>
                  </a:lnTo>
                  <a:lnTo>
                    <a:pt x="53919" y="9358"/>
                  </a:lnTo>
                  <a:lnTo>
                    <a:pt x="54551" y="9004"/>
                  </a:lnTo>
                  <a:lnTo>
                    <a:pt x="54855" y="8498"/>
                  </a:lnTo>
                  <a:lnTo>
                    <a:pt x="54880" y="8170"/>
                  </a:lnTo>
                  <a:lnTo>
                    <a:pt x="54931" y="6981"/>
                  </a:lnTo>
                  <a:lnTo>
                    <a:pt x="55259" y="4503"/>
                  </a:lnTo>
                  <a:lnTo>
                    <a:pt x="55335" y="2783"/>
                  </a:lnTo>
                  <a:lnTo>
                    <a:pt x="55158" y="1797"/>
                  </a:lnTo>
                  <a:lnTo>
                    <a:pt x="54703" y="1038"/>
                  </a:lnTo>
                  <a:lnTo>
                    <a:pt x="53868" y="557"/>
                  </a:lnTo>
                  <a:lnTo>
                    <a:pt x="53287" y="456"/>
                  </a:lnTo>
                  <a:lnTo>
                    <a:pt x="51592" y="355"/>
                  </a:lnTo>
                  <a:lnTo>
                    <a:pt x="43727" y="254"/>
                  </a:lnTo>
                  <a:lnTo>
                    <a:pt x="29691" y="254"/>
                  </a:lnTo>
                  <a:lnTo>
                    <a:pt x="26732" y="279"/>
                  </a:lnTo>
                  <a:close/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25289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3" name="Google Shape;3303;p44"/>
          <p:cNvGrpSpPr/>
          <p:nvPr/>
        </p:nvGrpSpPr>
        <p:grpSpPr>
          <a:xfrm>
            <a:off x="3334350" y="1230925"/>
            <a:ext cx="2467800" cy="1258500"/>
            <a:chOff x="3334350" y="1230925"/>
            <a:chExt cx="2467800" cy="1258500"/>
          </a:xfrm>
        </p:grpSpPr>
        <p:sp>
          <p:nvSpPr>
            <p:cNvPr id="3304" name="Google Shape;3304;p44"/>
            <p:cNvSpPr txBox="1"/>
            <p:nvPr/>
          </p:nvSpPr>
          <p:spPr>
            <a:xfrm>
              <a:off x="3334350" y="1230925"/>
              <a:ext cx="2467800" cy="3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Alexander Moore</a:t>
              </a:r>
              <a:endParaRPr b="1" sz="19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305" name="Google Shape;3305;p44"/>
            <p:cNvSpPr txBox="1"/>
            <p:nvPr/>
          </p:nvSpPr>
          <p:spPr>
            <a:xfrm>
              <a:off x="3598950" y="1545025"/>
              <a:ext cx="1946100" cy="94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the fifth planet from the Sun and the largest of them all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06" name="Google Shape;3306;p44"/>
          <p:cNvGrpSpPr/>
          <p:nvPr/>
        </p:nvGrpSpPr>
        <p:grpSpPr>
          <a:xfrm>
            <a:off x="850199" y="1284325"/>
            <a:ext cx="2187601" cy="1565211"/>
            <a:chOff x="850199" y="1284325"/>
            <a:chExt cx="2187601" cy="1565211"/>
          </a:xfrm>
        </p:grpSpPr>
        <p:grpSp>
          <p:nvGrpSpPr>
            <p:cNvPr id="3307" name="Google Shape;3307;p44"/>
            <p:cNvGrpSpPr/>
            <p:nvPr/>
          </p:nvGrpSpPr>
          <p:grpSpPr>
            <a:xfrm>
              <a:off x="850199" y="1284325"/>
              <a:ext cx="2187601" cy="667200"/>
              <a:chOff x="850199" y="1284325"/>
              <a:chExt cx="2187601" cy="667200"/>
            </a:xfrm>
          </p:grpSpPr>
          <p:sp>
            <p:nvSpPr>
              <p:cNvPr id="3308" name="Google Shape;3308;p44"/>
              <p:cNvSpPr txBox="1"/>
              <p:nvPr/>
            </p:nvSpPr>
            <p:spPr>
              <a:xfrm>
                <a:off x="850199" y="1284325"/>
                <a:ext cx="1206300" cy="2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50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Social Media</a:t>
                </a:r>
                <a:endParaRPr b="1" sz="15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3309" name="Google Shape;3309;p44"/>
              <p:cNvSpPr txBox="1"/>
              <p:nvPr/>
            </p:nvSpPr>
            <p:spPr>
              <a:xfrm>
                <a:off x="850200" y="1545025"/>
                <a:ext cx="2187600" cy="40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Despite being red, Mars is actually a really cold place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310" name="Google Shape;3310;p44"/>
            <p:cNvSpPr txBox="1"/>
            <p:nvPr/>
          </p:nvSpPr>
          <p:spPr>
            <a:xfrm>
              <a:off x="917725" y="2060313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Facebook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11" name="Google Shape;3311;p44"/>
            <p:cNvSpPr txBox="1"/>
            <p:nvPr/>
          </p:nvSpPr>
          <p:spPr>
            <a:xfrm>
              <a:off x="917713" y="2327874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LinkedIn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12" name="Google Shape;3312;p44"/>
            <p:cNvSpPr txBox="1"/>
            <p:nvPr/>
          </p:nvSpPr>
          <p:spPr>
            <a:xfrm>
              <a:off x="917725" y="2595436"/>
              <a:ext cx="9756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Instagram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13" name="Google Shape;3313;p44"/>
            <p:cNvSpPr/>
            <p:nvPr/>
          </p:nvSpPr>
          <p:spPr>
            <a:xfrm>
              <a:off x="1998706" y="2122226"/>
              <a:ext cx="122743" cy="11575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44"/>
            <p:cNvSpPr/>
            <p:nvPr/>
          </p:nvSpPr>
          <p:spPr>
            <a:xfrm>
              <a:off x="2204420" y="2121951"/>
              <a:ext cx="115146" cy="11011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44"/>
            <p:cNvSpPr/>
            <p:nvPr/>
          </p:nvSpPr>
          <p:spPr>
            <a:xfrm>
              <a:off x="2402561" y="2118789"/>
              <a:ext cx="119615" cy="112178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44"/>
            <p:cNvSpPr/>
            <p:nvPr/>
          </p:nvSpPr>
          <p:spPr>
            <a:xfrm>
              <a:off x="2605142" y="2131711"/>
              <a:ext cx="124680" cy="91007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44"/>
            <p:cNvSpPr/>
            <p:nvPr/>
          </p:nvSpPr>
          <p:spPr>
            <a:xfrm>
              <a:off x="2820691" y="2129237"/>
              <a:ext cx="113210" cy="10008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44"/>
            <p:cNvSpPr/>
            <p:nvPr/>
          </p:nvSpPr>
          <p:spPr>
            <a:xfrm>
              <a:off x="1998706" y="2398776"/>
              <a:ext cx="122743" cy="11575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44"/>
            <p:cNvSpPr/>
            <p:nvPr/>
          </p:nvSpPr>
          <p:spPr>
            <a:xfrm>
              <a:off x="2204420" y="2398501"/>
              <a:ext cx="115146" cy="11011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44"/>
            <p:cNvSpPr/>
            <p:nvPr/>
          </p:nvSpPr>
          <p:spPr>
            <a:xfrm>
              <a:off x="2402561" y="2395339"/>
              <a:ext cx="119615" cy="112178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44"/>
            <p:cNvSpPr/>
            <p:nvPr/>
          </p:nvSpPr>
          <p:spPr>
            <a:xfrm>
              <a:off x="2605142" y="2408261"/>
              <a:ext cx="124680" cy="91007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44"/>
            <p:cNvSpPr/>
            <p:nvPr/>
          </p:nvSpPr>
          <p:spPr>
            <a:xfrm>
              <a:off x="2820691" y="2405787"/>
              <a:ext cx="113210" cy="10008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44"/>
            <p:cNvSpPr/>
            <p:nvPr/>
          </p:nvSpPr>
          <p:spPr>
            <a:xfrm>
              <a:off x="1998706" y="2675326"/>
              <a:ext cx="122743" cy="115752"/>
            </a:xfrm>
            <a:custGeom>
              <a:rect b="b" l="l" r="r" t="t"/>
              <a:pathLst>
                <a:path extrusionOk="0" h="842" w="824">
                  <a:moveTo>
                    <a:pt x="352" y="0"/>
                  </a:moveTo>
                  <a:cubicBezTo>
                    <a:pt x="238" y="0"/>
                    <a:pt x="167" y="101"/>
                    <a:pt x="127" y="199"/>
                  </a:cubicBezTo>
                  <a:cubicBezTo>
                    <a:pt x="29" y="318"/>
                    <a:pt x="0" y="485"/>
                    <a:pt x="94" y="593"/>
                  </a:cubicBezTo>
                  <a:cubicBezTo>
                    <a:pt x="113" y="668"/>
                    <a:pt x="152" y="735"/>
                    <a:pt x="219" y="787"/>
                  </a:cubicBezTo>
                  <a:cubicBezTo>
                    <a:pt x="269" y="826"/>
                    <a:pt x="325" y="842"/>
                    <a:pt x="382" y="842"/>
                  </a:cubicBezTo>
                  <a:cubicBezTo>
                    <a:pt x="517" y="842"/>
                    <a:pt x="654" y="748"/>
                    <a:pt x="717" y="645"/>
                  </a:cubicBezTo>
                  <a:cubicBezTo>
                    <a:pt x="823" y="466"/>
                    <a:pt x="802" y="222"/>
                    <a:pt x="598" y="110"/>
                  </a:cubicBezTo>
                  <a:cubicBezTo>
                    <a:pt x="552" y="83"/>
                    <a:pt x="507" y="68"/>
                    <a:pt x="463" y="62"/>
                  </a:cubicBezTo>
                  <a:cubicBezTo>
                    <a:pt x="452" y="35"/>
                    <a:pt x="427" y="10"/>
                    <a:pt x="388" y="3"/>
                  </a:cubicBezTo>
                  <a:cubicBezTo>
                    <a:pt x="376" y="1"/>
                    <a:pt x="364" y="0"/>
                    <a:pt x="3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44"/>
            <p:cNvSpPr/>
            <p:nvPr/>
          </p:nvSpPr>
          <p:spPr>
            <a:xfrm>
              <a:off x="2204420" y="2675051"/>
              <a:ext cx="115146" cy="110115"/>
            </a:xfrm>
            <a:custGeom>
              <a:rect b="b" l="l" r="r" t="t"/>
              <a:pathLst>
                <a:path extrusionOk="0" h="801" w="773">
                  <a:moveTo>
                    <a:pt x="357" y="0"/>
                  </a:moveTo>
                  <a:cubicBezTo>
                    <a:pt x="140" y="0"/>
                    <a:pt x="0" y="348"/>
                    <a:pt x="97" y="549"/>
                  </a:cubicBezTo>
                  <a:cubicBezTo>
                    <a:pt x="123" y="688"/>
                    <a:pt x="210" y="800"/>
                    <a:pt x="371" y="800"/>
                  </a:cubicBezTo>
                  <a:cubicBezTo>
                    <a:pt x="380" y="800"/>
                    <a:pt x="388" y="800"/>
                    <a:pt x="397" y="800"/>
                  </a:cubicBezTo>
                  <a:cubicBezTo>
                    <a:pt x="595" y="785"/>
                    <a:pt x="684" y="637"/>
                    <a:pt x="716" y="481"/>
                  </a:cubicBezTo>
                  <a:cubicBezTo>
                    <a:pt x="720" y="472"/>
                    <a:pt x="722" y="466"/>
                    <a:pt x="726" y="460"/>
                  </a:cubicBezTo>
                  <a:cubicBezTo>
                    <a:pt x="772" y="324"/>
                    <a:pt x="730" y="176"/>
                    <a:pt x="626" y="95"/>
                  </a:cubicBezTo>
                  <a:cubicBezTo>
                    <a:pt x="593" y="64"/>
                    <a:pt x="553" y="41"/>
                    <a:pt x="501" y="30"/>
                  </a:cubicBezTo>
                  <a:cubicBezTo>
                    <a:pt x="486" y="28"/>
                    <a:pt x="472" y="26"/>
                    <a:pt x="457" y="24"/>
                  </a:cubicBezTo>
                  <a:cubicBezTo>
                    <a:pt x="423" y="8"/>
                    <a:pt x="389" y="0"/>
                    <a:pt x="3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44"/>
            <p:cNvSpPr/>
            <p:nvPr/>
          </p:nvSpPr>
          <p:spPr>
            <a:xfrm>
              <a:off x="2402561" y="2671889"/>
              <a:ext cx="119615" cy="112178"/>
            </a:xfrm>
            <a:custGeom>
              <a:rect b="b" l="l" r="r" t="t"/>
              <a:pathLst>
                <a:path extrusionOk="0" h="816" w="803">
                  <a:moveTo>
                    <a:pt x="388" y="0"/>
                  </a:moveTo>
                  <a:cubicBezTo>
                    <a:pt x="219" y="0"/>
                    <a:pt x="114" y="116"/>
                    <a:pt x="79" y="254"/>
                  </a:cubicBezTo>
                  <a:cubicBezTo>
                    <a:pt x="69" y="270"/>
                    <a:pt x="61" y="287"/>
                    <a:pt x="54" y="306"/>
                  </a:cubicBezTo>
                  <a:cubicBezTo>
                    <a:pt x="0" y="439"/>
                    <a:pt x="17" y="643"/>
                    <a:pt x="142" y="743"/>
                  </a:cubicBezTo>
                  <a:cubicBezTo>
                    <a:pt x="205" y="794"/>
                    <a:pt x="270" y="815"/>
                    <a:pt x="333" y="815"/>
                  </a:cubicBezTo>
                  <a:cubicBezTo>
                    <a:pt x="479" y="815"/>
                    <a:pt x="612" y="696"/>
                    <a:pt x="680" y="556"/>
                  </a:cubicBezTo>
                  <a:cubicBezTo>
                    <a:pt x="803" y="383"/>
                    <a:pt x="788" y="108"/>
                    <a:pt x="532" y="47"/>
                  </a:cubicBezTo>
                  <a:cubicBezTo>
                    <a:pt x="528" y="45"/>
                    <a:pt x="523" y="45"/>
                    <a:pt x="519" y="45"/>
                  </a:cubicBezTo>
                  <a:cubicBezTo>
                    <a:pt x="500" y="24"/>
                    <a:pt x="473" y="8"/>
                    <a:pt x="438" y="3"/>
                  </a:cubicBezTo>
                  <a:cubicBezTo>
                    <a:pt x="421" y="1"/>
                    <a:pt x="404" y="0"/>
                    <a:pt x="3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44"/>
            <p:cNvSpPr/>
            <p:nvPr/>
          </p:nvSpPr>
          <p:spPr>
            <a:xfrm>
              <a:off x="2605142" y="2684811"/>
              <a:ext cx="124680" cy="91007"/>
            </a:xfrm>
            <a:custGeom>
              <a:rect b="b" l="l" r="r" t="t"/>
              <a:pathLst>
                <a:path extrusionOk="0" h="662" w="837">
                  <a:moveTo>
                    <a:pt x="531" y="0"/>
                  </a:moveTo>
                  <a:cubicBezTo>
                    <a:pt x="495" y="0"/>
                    <a:pt x="457" y="6"/>
                    <a:pt x="421" y="16"/>
                  </a:cubicBezTo>
                  <a:cubicBezTo>
                    <a:pt x="410" y="14"/>
                    <a:pt x="398" y="13"/>
                    <a:pt x="387" y="13"/>
                  </a:cubicBezTo>
                  <a:cubicBezTo>
                    <a:pt x="362" y="13"/>
                    <a:pt x="339" y="18"/>
                    <a:pt x="317" y="26"/>
                  </a:cubicBezTo>
                  <a:cubicBezTo>
                    <a:pt x="305" y="24"/>
                    <a:pt x="290" y="20"/>
                    <a:pt x="278" y="20"/>
                  </a:cubicBezTo>
                  <a:cubicBezTo>
                    <a:pt x="270" y="19"/>
                    <a:pt x="262" y="19"/>
                    <a:pt x="255" y="19"/>
                  </a:cubicBezTo>
                  <a:cubicBezTo>
                    <a:pt x="184" y="19"/>
                    <a:pt x="125" y="55"/>
                    <a:pt x="84" y="107"/>
                  </a:cubicBezTo>
                  <a:cubicBezTo>
                    <a:pt x="0" y="214"/>
                    <a:pt x="21" y="374"/>
                    <a:pt x="69" y="487"/>
                  </a:cubicBezTo>
                  <a:cubicBezTo>
                    <a:pt x="77" y="506"/>
                    <a:pt x="88" y="522"/>
                    <a:pt x="100" y="539"/>
                  </a:cubicBezTo>
                  <a:cubicBezTo>
                    <a:pt x="121" y="572"/>
                    <a:pt x="150" y="603"/>
                    <a:pt x="192" y="628"/>
                  </a:cubicBezTo>
                  <a:cubicBezTo>
                    <a:pt x="231" y="652"/>
                    <a:pt x="271" y="661"/>
                    <a:pt x="311" y="661"/>
                  </a:cubicBezTo>
                  <a:cubicBezTo>
                    <a:pt x="336" y="661"/>
                    <a:pt x="360" y="658"/>
                    <a:pt x="384" y="651"/>
                  </a:cubicBezTo>
                  <a:cubicBezTo>
                    <a:pt x="400" y="651"/>
                    <a:pt x="417" y="649"/>
                    <a:pt x="434" y="647"/>
                  </a:cubicBezTo>
                  <a:cubicBezTo>
                    <a:pt x="563" y="628"/>
                    <a:pt x="678" y="533"/>
                    <a:pt x="742" y="435"/>
                  </a:cubicBezTo>
                  <a:cubicBezTo>
                    <a:pt x="813" y="324"/>
                    <a:pt x="836" y="178"/>
                    <a:pt x="732" y="78"/>
                  </a:cubicBezTo>
                  <a:cubicBezTo>
                    <a:pt x="675" y="23"/>
                    <a:pt x="604" y="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44"/>
            <p:cNvSpPr/>
            <p:nvPr/>
          </p:nvSpPr>
          <p:spPr>
            <a:xfrm>
              <a:off x="2820691" y="2682337"/>
              <a:ext cx="113210" cy="100080"/>
            </a:xfrm>
            <a:custGeom>
              <a:rect b="b" l="l" r="r" t="t"/>
              <a:pathLst>
                <a:path extrusionOk="0" h="728" w="760">
                  <a:moveTo>
                    <a:pt x="337" y="1"/>
                  </a:moveTo>
                  <a:cubicBezTo>
                    <a:pt x="234" y="1"/>
                    <a:pt x="136" y="45"/>
                    <a:pt x="80" y="146"/>
                  </a:cubicBezTo>
                  <a:cubicBezTo>
                    <a:pt x="9" y="278"/>
                    <a:pt x="0" y="432"/>
                    <a:pt x="61" y="567"/>
                  </a:cubicBezTo>
                  <a:cubicBezTo>
                    <a:pt x="112" y="681"/>
                    <a:pt x="235" y="727"/>
                    <a:pt x="360" y="727"/>
                  </a:cubicBezTo>
                  <a:cubicBezTo>
                    <a:pt x="373" y="727"/>
                    <a:pt x="386" y="727"/>
                    <a:pt x="399" y="726"/>
                  </a:cubicBezTo>
                  <a:cubicBezTo>
                    <a:pt x="624" y="707"/>
                    <a:pt x="759" y="474"/>
                    <a:pt x="717" y="292"/>
                  </a:cubicBezTo>
                  <a:cubicBezTo>
                    <a:pt x="705" y="244"/>
                    <a:pt x="682" y="198"/>
                    <a:pt x="647" y="157"/>
                  </a:cubicBezTo>
                  <a:cubicBezTo>
                    <a:pt x="578" y="60"/>
                    <a:pt x="455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8" name="Google Shape;3328;p44"/>
          <p:cNvSpPr/>
          <p:nvPr/>
        </p:nvSpPr>
        <p:spPr>
          <a:xfrm>
            <a:off x="3591475" y="2636757"/>
            <a:ext cx="1949369" cy="1949244"/>
          </a:xfrm>
          <a:custGeom>
            <a:rect b="b" l="l" r="r" t="t"/>
            <a:pathLst>
              <a:path extrusionOk="0" h="62063" w="62067">
                <a:moveTo>
                  <a:pt x="31057" y="1"/>
                </a:moveTo>
                <a:cubicBezTo>
                  <a:pt x="13920" y="1"/>
                  <a:pt x="0" y="13873"/>
                  <a:pt x="0" y="31010"/>
                </a:cubicBezTo>
                <a:cubicBezTo>
                  <a:pt x="0" y="48147"/>
                  <a:pt x="13920" y="62063"/>
                  <a:pt x="31057" y="62063"/>
                </a:cubicBezTo>
                <a:cubicBezTo>
                  <a:pt x="48194" y="62063"/>
                  <a:pt x="62066" y="48147"/>
                  <a:pt x="62066" y="31010"/>
                </a:cubicBezTo>
                <a:cubicBezTo>
                  <a:pt x="62066" y="13873"/>
                  <a:pt x="48194" y="1"/>
                  <a:pt x="3105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9" name="Google Shape;3329;p44"/>
          <p:cNvSpPr/>
          <p:nvPr/>
        </p:nvSpPr>
        <p:spPr>
          <a:xfrm>
            <a:off x="4014427" y="2941351"/>
            <a:ext cx="1012358" cy="638797"/>
          </a:xfrm>
          <a:custGeom>
            <a:rect b="b" l="l" r="r" t="t"/>
            <a:pathLst>
              <a:path extrusionOk="0" h="20339" w="32233">
                <a:moveTo>
                  <a:pt x="14030" y="0"/>
                </a:moveTo>
                <a:cubicBezTo>
                  <a:pt x="13614" y="0"/>
                  <a:pt x="13357" y="311"/>
                  <a:pt x="13282" y="683"/>
                </a:cubicBezTo>
                <a:cubicBezTo>
                  <a:pt x="12738" y="639"/>
                  <a:pt x="12151" y="639"/>
                  <a:pt x="11607" y="592"/>
                </a:cubicBezTo>
                <a:lnTo>
                  <a:pt x="11425" y="592"/>
                </a:lnTo>
                <a:cubicBezTo>
                  <a:pt x="10791" y="592"/>
                  <a:pt x="10199" y="639"/>
                  <a:pt x="9612" y="730"/>
                </a:cubicBezTo>
                <a:cubicBezTo>
                  <a:pt x="9373" y="713"/>
                  <a:pt x="9136" y="704"/>
                  <a:pt x="8900" y="704"/>
                </a:cubicBezTo>
                <a:cubicBezTo>
                  <a:pt x="7839" y="704"/>
                  <a:pt x="6821" y="889"/>
                  <a:pt x="5894" y="1408"/>
                </a:cubicBezTo>
                <a:cubicBezTo>
                  <a:pt x="5622" y="1546"/>
                  <a:pt x="5485" y="1771"/>
                  <a:pt x="5485" y="2043"/>
                </a:cubicBezTo>
                <a:cubicBezTo>
                  <a:pt x="3809" y="2906"/>
                  <a:pt x="2540" y="4400"/>
                  <a:pt x="1996" y="6486"/>
                </a:cubicBezTo>
                <a:cubicBezTo>
                  <a:pt x="1905" y="6533"/>
                  <a:pt x="1814" y="6667"/>
                  <a:pt x="1767" y="6805"/>
                </a:cubicBezTo>
                <a:cubicBezTo>
                  <a:pt x="1314" y="8437"/>
                  <a:pt x="1042" y="10022"/>
                  <a:pt x="908" y="11654"/>
                </a:cubicBezTo>
                <a:cubicBezTo>
                  <a:pt x="860" y="11745"/>
                  <a:pt x="860" y="11792"/>
                  <a:pt x="817" y="11882"/>
                </a:cubicBezTo>
                <a:cubicBezTo>
                  <a:pt x="545" y="12742"/>
                  <a:pt x="407" y="13696"/>
                  <a:pt x="364" y="14646"/>
                </a:cubicBezTo>
                <a:cubicBezTo>
                  <a:pt x="273" y="14737"/>
                  <a:pt x="226" y="14827"/>
                  <a:pt x="226" y="14965"/>
                </a:cubicBezTo>
                <a:cubicBezTo>
                  <a:pt x="1" y="16144"/>
                  <a:pt x="44" y="17232"/>
                  <a:pt x="226" y="18411"/>
                </a:cubicBezTo>
                <a:cubicBezTo>
                  <a:pt x="226" y="18726"/>
                  <a:pt x="454" y="18864"/>
                  <a:pt x="679" y="18908"/>
                </a:cubicBezTo>
                <a:cubicBezTo>
                  <a:pt x="830" y="19059"/>
                  <a:pt x="1014" y="19147"/>
                  <a:pt x="1201" y="19147"/>
                </a:cubicBezTo>
                <a:cubicBezTo>
                  <a:pt x="1239" y="19147"/>
                  <a:pt x="1276" y="19143"/>
                  <a:pt x="1314" y="19136"/>
                </a:cubicBezTo>
                <a:lnTo>
                  <a:pt x="1314" y="20177"/>
                </a:lnTo>
                <a:cubicBezTo>
                  <a:pt x="1314" y="20279"/>
                  <a:pt x="1415" y="20339"/>
                  <a:pt x="1512" y="20339"/>
                </a:cubicBezTo>
                <a:cubicBezTo>
                  <a:pt x="1586" y="20339"/>
                  <a:pt x="1657" y="20303"/>
                  <a:pt x="1676" y="20224"/>
                </a:cubicBezTo>
                <a:cubicBezTo>
                  <a:pt x="1948" y="18955"/>
                  <a:pt x="2177" y="17685"/>
                  <a:pt x="2492" y="16416"/>
                </a:cubicBezTo>
                <a:cubicBezTo>
                  <a:pt x="2548" y="16434"/>
                  <a:pt x="2605" y="16443"/>
                  <a:pt x="2662" y="16443"/>
                </a:cubicBezTo>
                <a:cubicBezTo>
                  <a:pt x="2885" y="16443"/>
                  <a:pt x="3102" y="16305"/>
                  <a:pt x="3174" y="16053"/>
                </a:cubicBezTo>
                <a:cubicBezTo>
                  <a:pt x="3446" y="15099"/>
                  <a:pt x="3671" y="14193"/>
                  <a:pt x="3671" y="13195"/>
                </a:cubicBezTo>
                <a:lnTo>
                  <a:pt x="3671" y="13105"/>
                </a:lnTo>
                <a:cubicBezTo>
                  <a:pt x="3900" y="12154"/>
                  <a:pt x="4172" y="11201"/>
                  <a:pt x="4397" y="10203"/>
                </a:cubicBezTo>
                <a:lnTo>
                  <a:pt x="4397" y="10160"/>
                </a:lnTo>
                <a:cubicBezTo>
                  <a:pt x="7549" y="10535"/>
                  <a:pt x="10701" y="10567"/>
                  <a:pt x="13881" y="10567"/>
                </a:cubicBezTo>
                <a:cubicBezTo>
                  <a:pt x="14542" y="10567"/>
                  <a:pt x="15204" y="10566"/>
                  <a:pt x="15868" y="10566"/>
                </a:cubicBezTo>
                <a:cubicBezTo>
                  <a:pt x="18277" y="10594"/>
                  <a:pt x="20701" y="10688"/>
                  <a:pt x="23122" y="10688"/>
                </a:cubicBezTo>
                <a:cubicBezTo>
                  <a:pt x="24711" y="10688"/>
                  <a:pt x="26299" y="10647"/>
                  <a:pt x="27880" y="10522"/>
                </a:cubicBezTo>
                <a:lnTo>
                  <a:pt x="28061" y="10522"/>
                </a:lnTo>
                <a:cubicBezTo>
                  <a:pt x="28653" y="12379"/>
                  <a:pt x="29331" y="14240"/>
                  <a:pt x="30238" y="15915"/>
                </a:cubicBezTo>
                <a:cubicBezTo>
                  <a:pt x="30375" y="16688"/>
                  <a:pt x="30510" y="17457"/>
                  <a:pt x="30557" y="18273"/>
                </a:cubicBezTo>
                <a:cubicBezTo>
                  <a:pt x="30557" y="18363"/>
                  <a:pt x="30600" y="18454"/>
                  <a:pt x="30691" y="18501"/>
                </a:cubicBezTo>
                <a:cubicBezTo>
                  <a:pt x="30738" y="18864"/>
                  <a:pt x="30829" y="19227"/>
                  <a:pt x="30919" y="19589"/>
                </a:cubicBezTo>
                <a:cubicBezTo>
                  <a:pt x="30941" y="19771"/>
                  <a:pt x="31088" y="19861"/>
                  <a:pt x="31241" y="19861"/>
                </a:cubicBezTo>
                <a:cubicBezTo>
                  <a:pt x="31394" y="19861"/>
                  <a:pt x="31552" y="19771"/>
                  <a:pt x="31598" y="19589"/>
                </a:cubicBezTo>
                <a:cubicBezTo>
                  <a:pt x="31598" y="19542"/>
                  <a:pt x="31598" y="19499"/>
                  <a:pt x="31645" y="19452"/>
                </a:cubicBezTo>
                <a:cubicBezTo>
                  <a:pt x="31826" y="19452"/>
                  <a:pt x="32007" y="19270"/>
                  <a:pt x="32051" y="19089"/>
                </a:cubicBezTo>
                <a:cubicBezTo>
                  <a:pt x="32232" y="17185"/>
                  <a:pt x="31645" y="15419"/>
                  <a:pt x="31373" y="13558"/>
                </a:cubicBezTo>
                <a:cubicBezTo>
                  <a:pt x="31326" y="13286"/>
                  <a:pt x="31144" y="13195"/>
                  <a:pt x="30963" y="13195"/>
                </a:cubicBezTo>
                <a:lnTo>
                  <a:pt x="30285" y="11835"/>
                </a:lnTo>
                <a:cubicBezTo>
                  <a:pt x="30328" y="11792"/>
                  <a:pt x="30328" y="11701"/>
                  <a:pt x="30285" y="11610"/>
                </a:cubicBezTo>
                <a:cubicBezTo>
                  <a:pt x="29831" y="10475"/>
                  <a:pt x="29287" y="9024"/>
                  <a:pt x="28424" y="7936"/>
                </a:cubicBezTo>
                <a:cubicBezTo>
                  <a:pt x="28290" y="7530"/>
                  <a:pt x="28152" y="7168"/>
                  <a:pt x="27971" y="6805"/>
                </a:cubicBezTo>
                <a:cubicBezTo>
                  <a:pt x="27971" y="6758"/>
                  <a:pt x="27927" y="6714"/>
                  <a:pt x="27927" y="6667"/>
                </a:cubicBezTo>
                <a:cubicBezTo>
                  <a:pt x="28290" y="6486"/>
                  <a:pt x="28696" y="6304"/>
                  <a:pt x="29106" y="6123"/>
                </a:cubicBezTo>
                <a:cubicBezTo>
                  <a:pt x="29741" y="5807"/>
                  <a:pt x="29741" y="4810"/>
                  <a:pt x="29106" y="4447"/>
                </a:cubicBezTo>
                <a:cubicBezTo>
                  <a:pt x="25660" y="2362"/>
                  <a:pt x="21762" y="1499"/>
                  <a:pt x="17816" y="1045"/>
                </a:cubicBezTo>
                <a:cubicBezTo>
                  <a:pt x="16637" y="773"/>
                  <a:pt x="15458" y="367"/>
                  <a:pt x="14327" y="48"/>
                </a:cubicBezTo>
                <a:cubicBezTo>
                  <a:pt x="14220" y="15"/>
                  <a:pt x="14121" y="0"/>
                  <a:pt x="14030" y="0"/>
                </a:cubicBezTo>
                <a:close/>
              </a:path>
            </a:pathLst>
          </a:custGeom>
          <a:solidFill>
            <a:srgbClr val="4B4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0" name="Google Shape;3330;p44"/>
          <p:cNvSpPr/>
          <p:nvPr/>
        </p:nvSpPr>
        <p:spPr>
          <a:xfrm>
            <a:off x="4007265" y="3270317"/>
            <a:ext cx="1058024" cy="678936"/>
          </a:xfrm>
          <a:custGeom>
            <a:rect b="b" l="l" r="r" t="t"/>
            <a:pathLst>
              <a:path extrusionOk="0" h="21617" w="33687">
                <a:moveTo>
                  <a:pt x="28046" y="1"/>
                </a:moveTo>
                <a:cubicBezTo>
                  <a:pt x="27861" y="1"/>
                  <a:pt x="27674" y="67"/>
                  <a:pt x="27521" y="183"/>
                </a:cubicBezTo>
                <a:cubicBezTo>
                  <a:pt x="27339" y="273"/>
                  <a:pt x="27201" y="364"/>
                  <a:pt x="27111" y="545"/>
                </a:cubicBezTo>
                <a:cubicBezTo>
                  <a:pt x="26476" y="320"/>
                  <a:pt x="25707" y="273"/>
                  <a:pt x="24800" y="273"/>
                </a:cubicBezTo>
                <a:cubicBezTo>
                  <a:pt x="23259" y="273"/>
                  <a:pt x="21671" y="411"/>
                  <a:pt x="20129" y="545"/>
                </a:cubicBezTo>
                <a:cubicBezTo>
                  <a:pt x="19995" y="455"/>
                  <a:pt x="19766" y="364"/>
                  <a:pt x="19494" y="364"/>
                </a:cubicBezTo>
                <a:cubicBezTo>
                  <a:pt x="19091" y="353"/>
                  <a:pt x="18687" y="348"/>
                  <a:pt x="18283" y="348"/>
                </a:cubicBezTo>
                <a:cubicBezTo>
                  <a:pt x="17055" y="348"/>
                  <a:pt x="15826" y="398"/>
                  <a:pt x="14598" y="502"/>
                </a:cubicBezTo>
                <a:cubicBezTo>
                  <a:pt x="14283" y="455"/>
                  <a:pt x="13920" y="411"/>
                  <a:pt x="13557" y="411"/>
                </a:cubicBezTo>
                <a:cubicBezTo>
                  <a:pt x="12694" y="139"/>
                  <a:pt x="11563" y="230"/>
                  <a:pt x="10790" y="183"/>
                </a:cubicBezTo>
                <a:cubicBezTo>
                  <a:pt x="9205" y="92"/>
                  <a:pt x="7617" y="48"/>
                  <a:pt x="6032" y="48"/>
                </a:cubicBezTo>
                <a:cubicBezTo>
                  <a:pt x="6008" y="47"/>
                  <a:pt x="5984" y="46"/>
                  <a:pt x="5961" y="46"/>
                </a:cubicBezTo>
                <a:cubicBezTo>
                  <a:pt x="5152" y="46"/>
                  <a:pt x="4862" y="835"/>
                  <a:pt x="5169" y="1452"/>
                </a:cubicBezTo>
                <a:cubicBezTo>
                  <a:pt x="5078" y="1543"/>
                  <a:pt x="5078" y="1633"/>
                  <a:pt x="5034" y="1724"/>
                </a:cubicBezTo>
                <a:cubicBezTo>
                  <a:pt x="4625" y="3537"/>
                  <a:pt x="4171" y="5351"/>
                  <a:pt x="3765" y="7164"/>
                </a:cubicBezTo>
                <a:cubicBezTo>
                  <a:pt x="3674" y="7527"/>
                  <a:pt x="3627" y="7889"/>
                  <a:pt x="3584" y="8252"/>
                </a:cubicBezTo>
                <a:cubicBezTo>
                  <a:pt x="3130" y="8978"/>
                  <a:pt x="2630" y="9750"/>
                  <a:pt x="2358" y="10566"/>
                </a:cubicBezTo>
                <a:cubicBezTo>
                  <a:pt x="2314" y="10294"/>
                  <a:pt x="2267" y="9975"/>
                  <a:pt x="2224" y="9659"/>
                </a:cubicBezTo>
                <a:cubicBezTo>
                  <a:pt x="2133" y="9318"/>
                  <a:pt x="1826" y="9160"/>
                  <a:pt x="1520" y="9160"/>
                </a:cubicBezTo>
                <a:cubicBezTo>
                  <a:pt x="1214" y="9160"/>
                  <a:pt x="907" y="9318"/>
                  <a:pt x="816" y="9612"/>
                </a:cubicBezTo>
                <a:cubicBezTo>
                  <a:pt x="816" y="9659"/>
                  <a:pt x="773" y="9703"/>
                  <a:pt x="726" y="9750"/>
                </a:cubicBezTo>
                <a:cubicBezTo>
                  <a:pt x="320" y="11110"/>
                  <a:pt x="0" y="13649"/>
                  <a:pt x="1451" y="14508"/>
                </a:cubicBezTo>
                <a:cubicBezTo>
                  <a:pt x="1554" y="14570"/>
                  <a:pt x="1674" y="14595"/>
                  <a:pt x="1797" y="14595"/>
                </a:cubicBezTo>
                <a:cubicBezTo>
                  <a:pt x="1946" y="14595"/>
                  <a:pt x="2098" y="14558"/>
                  <a:pt x="2224" y="14508"/>
                </a:cubicBezTo>
                <a:cubicBezTo>
                  <a:pt x="2267" y="14508"/>
                  <a:pt x="2314" y="14556"/>
                  <a:pt x="2358" y="14556"/>
                </a:cubicBezTo>
                <a:lnTo>
                  <a:pt x="2358" y="14646"/>
                </a:lnTo>
                <a:cubicBezTo>
                  <a:pt x="2677" y="15462"/>
                  <a:pt x="2949" y="16278"/>
                  <a:pt x="3402" y="17047"/>
                </a:cubicBezTo>
                <a:cubicBezTo>
                  <a:pt x="3446" y="17229"/>
                  <a:pt x="3584" y="17276"/>
                  <a:pt x="3718" y="17319"/>
                </a:cubicBezTo>
                <a:cubicBezTo>
                  <a:pt x="3765" y="17457"/>
                  <a:pt x="3808" y="17591"/>
                  <a:pt x="3946" y="17729"/>
                </a:cubicBezTo>
                <a:lnTo>
                  <a:pt x="4218" y="18001"/>
                </a:lnTo>
                <a:cubicBezTo>
                  <a:pt x="4262" y="18092"/>
                  <a:pt x="4353" y="18226"/>
                  <a:pt x="4443" y="18317"/>
                </a:cubicBezTo>
                <a:cubicBezTo>
                  <a:pt x="4443" y="18498"/>
                  <a:pt x="4490" y="18679"/>
                  <a:pt x="4672" y="18861"/>
                </a:cubicBezTo>
                <a:cubicBezTo>
                  <a:pt x="5488" y="19542"/>
                  <a:pt x="6347" y="19949"/>
                  <a:pt x="7345" y="20268"/>
                </a:cubicBezTo>
                <a:cubicBezTo>
                  <a:pt x="7435" y="20268"/>
                  <a:pt x="7526" y="20311"/>
                  <a:pt x="7664" y="20311"/>
                </a:cubicBezTo>
                <a:cubicBezTo>
                  <a:pt x="7754" y="20358"/>
                  <a:pt x="7889" y="20358"/>
                  <a:pt x="7979" y="20358"/>
                </a:cubicBezTo>
                <a:cubicBezTo>
                  <a:pt x="10731" y="21254"/>
                  <a:pt x="13551" y="21494"/>
                  <a:pt x="16439" y="21494"/>
                </a:cubicBezTo>
                <a:cubicBezTo>
                  <a:pt x="17643" y="21494"/>
                  <a:pt x="18858" y="21453"/>
                  <a:pt x="20086" y="21399"/>
                </a:cubicBezTo>
                <a:cubicBezTo>
                  <a:pt x="20485" y="21549"/>
                  <a:pt x="20925" y="21616"/>
                  <a:pt x="21376" y="21616"/>
                </a:cubicBezTo>
                <a:cubicBezTo>
                  <a:pt x="21744" y="21616"/>
                  <a:pt x="22120" y="21572"/>
                  <a:pt x="22487" y="21490"/>
                </a:cubicBezTo>
                <a:cubicBezTo>
                  <a:pt x="22624" y="21537"/>
                  <a:pt x="22759" y="21537"/>
                  <a:pt x="22896" y="21537"/>
                </a:cubicBezTo>
                <a:cubicBezTo>
                  <a:pt x="23937" y="21356"/>
                  <a:pt x="25116" y="21265"/>
                  <a:pt x="26070" y="20765"/>
                </a:cubicBezTo>
                <a:cubicBezTo>
                  <a:pt x="26295" y="20630"/>
                  <a:pt x="26523" y="20493"/>
                  <a:pt x="26748" y="20311"/>
                </a:cubicBezTo>
                <a:cubicBezTo>
                  <a:pt x="26870" y="20393"/>
                  <a:pt x="27020" y="20438"/>
                  <a:pt x="27177" y="20438"/>
                </a:cubicBezTo>
                <a:cubicBezTo>
                  <a:pt x="27369" y="20438"/>
                  <a:pt x="27572" y="20370"/>
                  <a:pt x="27745" y="20221"/>
                </a:cubicBezTo>
                <a:cubicBezTo>
                  <a:pt x="28561" y="19996"/>
                  <a:pt x="29243" y="19223"/>
                  <a:pt x="29740" y="18498"/>
                </a:cubicBezTo>
                <a:cubicBezTo>
                  <a:pt x="29878" y="18273"/>
                  <a:pt x="29922" y="18045"/>
                  <a:pt x="29878" y="17863"/>
                </a:cubicBezTo>
                <a:cubicBezTo>
                  <a:pt x="30241" y="17319"/>
                  <a:pt x="30556" y="16732"/>
                  <a:pt x="30785" y="16140"/>
                </a:cubicBezTo>
                <a:cubicBezTo>
                  <a:pt x="30919" y="16140"/>
                  <a:pt x="31057" y="16050"/>
                  <a:pt x="31147" y="15868"/>
                </a:cubicBezTo>
                <a:cubicBezTo>
                  <a:pt x="31329" y="15415"/>
                  <a:pt x="31419" y="14962"/>
                  <a:pt x="31510" y="14465"/>
                </a:cubicBezTo>
                <a:cubicBezTo>
                  <a:pt x="31554" y="14418"/>
                  <a:pt x="31554" y="14327"/>
                  <a:pt x="31554" y="14236"/>
                </a:cubicBezTo>
                <a:cubicBezTo>
                  <a:pt x="31660" y="14301"/>
                  <a:pt x="31776" y="14335"/>
                  <a:pt x="31892" y="14335"/>
                </a:cubicBezTo>
                <a:cubicBezTo>
                  <a:pt x="32025" y="14335"/>
                  <a:pt x="32159" y="14290"/>
                  <a:pt x="32279" y="14193"/>
                </a:cubicBezTo>
                <a:cubicBezTo>
                  <a:pt x="32279" y="14146"/>
                  <a:pt x="32326" y="14102"/>
                  <a:pt x="32370" y="14102"/>
                </a:cubicBezTo>
                <a:cubicBezTo>
                  <a:pt x="32493" y="14179"/>
                  <a:pt x="32637" y="14219"/>
                  <a:pt x="32779" y="14219"/>
                </a:cubicBezTo>
                <a:cubicBezTo>
                  <a:pt x="33055" y="14219"/>
                  <a:pt x="33323" y="14068"/>
                  <a:pt x="33414" y="13740"/>
                </a:cubicBezTo>
                <a:cubicBezTo>
                  <a:pt x="33595" y="12833"/>
                  <a:pt x="33686" y="11970"/>
                  <a:pt x="33595" y="11154"/>
                </a:cubicBezTo>
                <a:cubicBezTo>
                  <a:pt x="33639" y="10791"/>
                  <a:pt x="33686" y="10428"/>
                  <a:pt x="33639" y="10113"/>
                </a:cubicBezTo>
                <a:cubicBezTo>
                  <a:pt x="33609" y="9700"/>
                  <a:pt x="33245" y="9354"/>
                  <a:pt x="32874" y="9354"/>
                </a:cubicBezTo>
                <a:cubicBezTo>
                  <a:pt x="32714" y="9354"/>
                  <a:pt x="32553" y="9418"/>
                  <a:pt x="32417" y="9569"/>
                </a:cubicBezTo>
                <a:cubicBezTo>
                  <a:pt x="31963" y="9750"/>
                  <a:pt x="31782" y="10203"/>
                  <a:pt x="31963" y="10657"/>
                </a:cubicBezTo>
                <a:lnTo>
                  <a:pt x="32098" y="10929"/>
                </a:lnTo>
                <a:cubicBezTo>
                  <a:pt x="32054" y="11019"/>
                  <a:pt x="32054" y="11063"/>
                  <a:pt x="32007" y="11110"/>
                </a:cubicBezTo>
                <a:cubicBezTo>
                  <a:pt x="32007" y="11154"/>
                  <a:pt x="31963" y="11244"/>
                  <a:pt x="31916" y="11291"/>
                </a:cubicBezTo>
                <a:cubicBezTo>
                  <a:pt x="32007" y="11110"/>
                  <a:pt x="31873" y="10929"/>
                  <a:pt x="31782" y="10657"/>
                </a:cubicBezTo>
                <a:cubicBezTo>
                  <a:pt x="31735" y="10338"/>
                  <a:pt x="31554" y="10203"/>
                  <a:pt x="31329" y="10113"/>
                </a:cubicBezTo>
                <a:cubicBezTo>
                  <a:pt x="31372" y="10022"/>
                  <a:pt x="31372" y="9884"/>
                  <a:pt x="31329" y="9750"/>
                </a:cubicBezTo>
                <a:cubicBezTo>
                  <a:pt x="31238" y="9431"/>
                  <a:pt x="31191" y="9159"/>
                  <a:pt x="31100" y="8843"/>
                </a:cubicBezTo>
                <a:cubicBezTo>
                  <a:pt x="31010" y="7937"/>
                  <a:pt x="30738" y="7030"/>
                  <a:pt x="30466" y="6123"/>
                </a:cubicBezTo>
                <a:cubicBezTo>
                  <a:pt x="30375" y="5895"/>
                  <a:pt x="30241" y="5713"/>
                  <a:pt x="30059" y="5670"/>
                </a:cubicBezTo>
                <a:cubicBezTo>
                  <a:pt x="30012" y="5579"/>
                  <a:pt x="30012" y="5489"/>
                  <a:pt x="29969" y="5398"/>
                </a:cubicBezTo>
                <a:cubicBezTo>
                  <a:pt x="29831" y="4945"/>
                  <a:pt x="29649" y="4444"/>
                  <a:pt x="29425" y="3900"/>
                </a:cubicBezTo>
                <a:cubicBezTo>
                  <a:pt x="29606" y="3766"/>
                  <a:pt x="29697" y="3494"/>
                  <a:pt x="29606" y="3175"/>
                </a:cubicBezTo>
                <a:cubicBezTo>
                  <a:pt x="29425" y="2177"/>
                  <a:pt x="29153" y="1318"/>
                  <a:pt x="28699" y="411"/>
                </a:cubicBezTo>
                <a:cubicBezTo>
                  <a:pt x="28543" y="123"/>
                  <a:pt x="28296" y="1"/>
                  <a:pt x="28046" y="1"/>
                </a:cubicBezTo>
                <a:close/>
              </a:path>
            </a:pathLst>
          </a:custGeom>
          <a:solidFill>
            <a:srgbClr val="FBDB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1" name="Google Shape;3331;p44"/>
          <p:cNvSpPr/>
          <p:nvPr/>
        </p:nvSpPr>
        <p:spPr>
          <a:xfrm>
            <a:off x="4305555" y="3956141"/>
            <a:ext cx="632610" cy="289452"/>
          </a:xfrm>
          <a:custGeom>
            <a:rect b="b" l="l" r="r" t="t"/>
            <a:pathLst>
              <a:path extrusionOk="0" h="9216" w="20142">
                <a:moveTo>
                  <a:pt x="19083" y="1"/>
                </a:moveTo>
                <a:cubicBezTo>
                  <a:pt x="18925" y="1"/>
                  <a:pt x="18760" y="59"/>
                  <a:pt x="18611" y="198"/>
                </a:cubicBezTo>
                <a:cubicBezTo>
                  <a:pt x="17208" y="1515"/>
                  <a:pt x="15666" y="2646"/>
                  <a:pt x="14168" y="3825"/>
                </a:cubicBezTo>
                <a:cubicBezTo>
                  <a:pt x="12674" y="5004"/>
                  <a:pt x="11720" y="6229"/>
                  <a:pt x="10813" y="7814"/>
                </a:cubicBezTo>
                <a:cubicBezTo>
                  <a:pt x="10723" y="7862"/>
                  <a:pt x="10632" y="7905"/>
                  <a:pt x="10541" y="7905"/>
                </a:cubicBezTo>
                <a:cubicBezTo>
                  <a:pt x="9816" y="7452"/>
                  <a:pt x="9181" y="6726"/>
                  <a:pt x="8503" y="6182"/>
                </a:cubicBezTo>
                <a:cubicBezTo>
                  <a:pt x="7687" y="5504"/>
                  <a:pt x="6780" y="5004"/>
                  <a:pt x="5827" y="4550"/>
                </a:cubicBezTo>
                <a:cubicBezTo>
                  <a:pt x="4786" y="4053"/>
                  <a:pt x="3923" y="3281"/>
                  <a:pt x="2882" y="2827"/>
                </a:cubicBezTo>
                <a:cubicBezTo>
                  <a:pt x="2018" y="2421"/>
                  <a:pt x="1068" y="2465"/>
                  <a:pt x="252" y="1968"/>
                </a:cubicBezTo>
                <a:cubicBezTo>
                  <a:pt x="221" y="1947"/>
                  <a:pt x="190" y="1938"/>
                  <a:pt x="162" y="1938"/>
                </a:cubicBezTo>
                <a:cubicBezTo>
                  <a:pt x="65" y="1938"/>
                  <a:pt x="1" y="2043"/>
                  <a:pt x="71" y="2149"/>
                </a:cubicBezTo>
                <a:cubicBezTo>
                  <a:pt x="615" y="2784"/>
                  <a:pt x="1202" y="3100"/>
                  <a:pt x="1975" y="3462"/>
                </a:cubicBezTo>
                <a:cubicBezTo>
                  <a:pt x="3154" y="3963"/>
                  <a:pt x="4151" y="4779"/>
                  <a:pt x="5283" y="5413"/>
                </a:cubicBezTo>
                <a:cubicBezTo>
                  <a:pt x="6508" y="6092"/>
                  <a:pt x="7596" y="6773"/>
                  <a:pt x="8685" y="7680"/>
                </a:cubicBezTo>
                <a:cubicBezTo>
                  <a:pt x="9410" y="8268"/>
                  <a:pt x="9863" y="8902"/>
                  <a:pt x="10770" y="9174"/>
                </a:cubicBezTo>
                <a:cubicBezTo>
                  <a:pt x="10845" y="9203"/>
                  <a:pt x="10914" y="9216"/>
                  <a:pt x="10977" y="9216"/>
                </a:cubicBezTo>
                <a:cubicBezTo>
                  <a:pt x="11218" y="9216"/>
                  <a:pt x="11367" y="9027"/>
                  <a:pt x="11405" y="8812"/>
                </a:cubicBezTo>
                <a:cubicBezTo>
                  <a:pt x="12264" y="8224"/>
                  <a:pt x="12946" y="7317"/>
                  <a:pt x="13762" y="6592"/>
                </a:cubicBezTo>
                <a:cubicBezTo>
                  <a:pt x="14850" y="5638"/>
                  <a:pt x="15938" y="4688"/>
                  <a:pt x="16888" y="3553"/>
                </a:cubicBezTo>
                <a:cubicBezTo>
                  <a:pt x="16936" y="3509"/>
                  <a:pt x="16979" y="3462"/>
                  <a:pt x="16979" y="3419"/>
                </a:cubicBezTo>
                <a:cubicBezTo>
                  <a:pt x="17886" y="2693"/>
                  <a:pt x="18792" y="2011"/>
                  <a:pt x="19608" y="1243"/>
                </a:cubicBezTo>
                <a:cubicBezTo>
                  <a:pt x="20141" y="747"/>
                  <a:pt x="19649" y="1"/>
                  <a:pt x="19083" y="1"/>
                </a:cubicBezTo>
                <a:close/>
              </a:path>
            </a:pathLst>
          </a:custGeom>
          <a:solidFill>
            <a:srgbClr val="C8D5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2" name="Google Shape;3332;p44"/>
          <p:cNvSpPr/>
          <p:nvPr/>
        </p:nvSpPr>
        <p:spPr>
          <a:xfrm>
            <a:off x="4745310" y="4306371"/>
            <a:ext cx="124876" cy="84926"/>
          </a:xfrm>
          <a:custGeom>
            <a:rect b="b" l="l" r="r" t="t"/>
            <a:pathLst>
              <a:path extrusionOk="0" h="2704" w="3976">
                <a:moveTo>
                  <a:pt x="3241" y="0"/>
                </a:moveTo>
                <a:cubicBezTo>
                  <a:pt x="3200" y="0"/>
                  <a:pt x="3158" y="6"/>
                  <a:pt x="3116" y="18"/>
                </a:cubicBezTo>
                <a:lnTo>
                  <a:pt x="2887" y="18"/>
                </a:lnTo>
                <a:cubicBezTo>
                  <a:pt x="2564" y="64"/>
                  <a:pt x="2228" y="76"/>
                  <a:pt x="1887" y="76"/>
                </a:cubicBezTo>
                <a:cubicBezTo>
                  <a:pt x="1560" y="76"/>
                  <a:pt x="1227" y="65"/>
                  <a:pt x="893" y="65"/>
                </a:cubicBezTo>
                <a:cubicBezTo>
                  <a:pt x="876" y="64"/>
                  <a:pt x="859" y="63"/>
                  <a:pt x="842" y="63"/>
                </a:cubicBezTo>
                <a:cubicBezTo>
                  <a:pt x="327" y="63"/>
                  <a:pt x="0" y="756"/>
                  <a:pt x="439" y="1153"/>
                </a:cubicBezTo>
                <a:cubicBezTo>
                  <a:pt x="577" y="1288"/>
                  <a:pt x="711" y="1425"/>
                  <a:pt x="893" y="1560"/>
                </a:cubicBezTo>
                <a:cubicBezTo>
                  <a:pt x="1062" y="2151"/>
                  <a:pt x="1388" y="2704"/>
                  <a:pt x="2018" y="2704"/>
                </a:cubicBezTo>
                <a:cubicBezTo>
                  <a:pt x="2064" y="2704"/>
                  <a:pt x="2112" y="2701"/>
                  <a:pt x="2162" y="2695"/>
                </a:cubicBezTo>
                <a:cubicBezTo>
                  <a:pt x="2663" y="2648"/>
                  <a:pt x="2887" y="2376"/>
                  <a:pt x="3069" y="2013"/>
                </a:cubicBezTo>
                <a:cubicBezTo>
                  <a:pt x="3159" y="2013"/>
                  <a:pt x="3250" y="2013"/>
                  <a:pt x="3388" y="1969"/>
                </a:cubicBezTo>
                <a:cubicBezTo>
                  <a:pt x="3932" y="1650"/>
                  <a:pt x="3975" y="1016"/>
                  <a:pt x="3841" y="519"/>
                </a:cubicBezTo>
                <a:cubicBezTo>
                  <a:pt x="3763" y="242"/>
                  <a:pt x="3512" y="0"/>
                  <a:pt x="3241" y="0"/>
                </a:cubicBezTo>
                <a:close/>
              </a:path>
            </a:pathLst>
          </a:custGeom>
          <a:solidFill>
            <a:srgbClr val="C8D5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3" name="Google Shape;3333;p44"/>
          <p:cNvSpPr/>
          <p:nvPr/>
        </p:nvSpPr>
        <p:spPr>
          <a:xfrm>
            <a:off x="4461563" y="3734150"/>
            <a:ext cx="247774" cy="128174"/>
          </a:xfrm>
          <a:custGeom>
            <a:rect b="b" l="l" r="r" t="t"/>
            <a:pathLst>
              <a:path extrusionOk="0" h="4081" w="7889">
                <a:moveTo>
                  <a:pt x="3300" y="0"/>
                </a:moveTo>
                <a:cubicBezTo>
                  <a:pt x="2378" y="0"/>
                  <a:pt x="1456" y="34"/>
                  <a:pt x="544" y="150"/>
                </a:cubicBezTo>
                <a:cubicBezTo>
                  <a:pt x="181" y="194"/>
                  <a:pt x="0" y="604"/>
                  <a:pt x="91" y="919"/>
                </a:cubicBezTo>
                <a:cubicBezTo>
                  <a:pt x="225" y="1601"/>
                  <a:pt x="678" y="2054"/>
                  <a:pt x="1222" y="2370"/>
                </a:cubicBezTo>
                <a:cubicBezTo>
                  <a:pt x="1541" y="3414"/>
                  <a:pt x="2310" y="3821"/>
                  <a:pt x="3217" y="3821"/>
                </a:cubicBezTo>
                <a:cubicBezTo>
                  <a:pt x="3469" y="4000"/>
                  <a:pt x="3785" y="4080"/>
                  <a:pt x="4115" y="4080"/>
                </a:cubicBezTo>
                <a:cubicBezTo>
                  <a:pt x="4616" y="4080"/>
                  <a:pt x="5148" y="3895"/>
                  <a:pt x="5531" y="3596"/>
                </a:cubicBezTo>
                <a:cubicBezTo>
                  <a:pt x="5756" y="3414"/>
                  <a:pt x="5803" y="3186"/>
                  <a:pt x="5756" y="2961"/>
                </a:cubicBezTo>
                <a:cubicBezTo>
                  <a:pt x="6572" y="2461"/>
                  <a:pt x="7297" y="1826"/>
                  <a:pt x="7616" y="1191"/>
                </a:cubicBezTo>
                <a:cubicBezTo>
                  <a:pt x="7888" y="694"/>
                  <a:pt x="7569" y="60"/>
                  <a:pt x="6982" y="60"/>
                </a:cubicBezTo>
                <a:cubicBezTo>
                  <a:pt x="5763" y="60"/>
                  <a:pt x="4530" y="0"/>
                  <a:pt x="3300" y="0"/>
                </a:cubicBezTo>
                <a:close/>
              </a:path>
            </a:pathLst>
          </a:custGeom>
          <a:solidFill>
            <a:srgbClr val="F9C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4" name="Google Shape;3334;p44"/>
          <p:cNvSpPr/>
          <p:nvPr/>
        </p:nvSpPr>
        <p:spPr>
          <a:xfrm>
            <a:off x="3621439" y="2646682"/>
            <a:ext cx="1923615" cy="1923709"/>
          </a:xfrm>
          <a:custGeom>
            <a:rect b="b" l="l" r="r" t="t"/>
            <a:pathLst>
              <a:path extrusionOk="0" fill="none" h="61250" w="61247">
                <a:moveTo>
                  <a:pt x="61246" y="30647"/>
                </a:moveTo>
                <a:cubicBezTo>
                  <a:pt x="61246" y="47559"/>
                  <a:pt x="47555" y="61250"/>
                  <a:pt x="30647" y="61250"/>
                </a:cubicBezTo>
                <a:cubicBezTo>
                  <a:pt x="13735" y="61250"/>
                  <a:pt x="0" y="47559"/>
                  <a:pt x="0" y="30647"/>
                </a:cubicBezTo>
                <a:cubicBezTo>
                  <a:pt x="0" y="13739"/>
                  <a:pt x="13735" y="0"/>
                  <a:pt x="30647" y="0"/>
                </a:cubicBezTo>
                <a:cubicBezTo>
                  <a:pt x="47555" y="0"/>
                  <a:pt x="61246" y="13739"/>
                  <a:pt x="61246" y="30647"/>
                </a:cubicBezTo>
                <a:close/>
              </a:path>
            </a:pathLst>
          </a:custGeom>
          <a:noFill/>
          <a:ln cap="flat" cmpd="sng" w="35175">
            <a:solidFill>
              <a:srgbClr val="23292A"/>
            </a:solidFill>
            <a:prstDash val="solid"/>
            <a:miter lim="362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5" name="Google Shape;3335;p44"/>
          <p:cNvSpPr/>
          <p:nvPr/>
        </p:nvSpPr>
        <p:spPr>
          <a:xfrm>
            <a:off x="4379743" y="3010605"/>
            <a:ext cx="365112" cy="52984"/>
          </a:xfrm>
          <a:custGeom>
            <a:rect b="b" l="l" r="r" t="t"/>
            <a:pathLst>
              <a:path extrusionOk="0" h="1687" w="11625">
                <a:moveTo>
                  <a:pt x="263" y="1"/>
                </a:moveTo>
                <a:cubicBezTo>
                  <a:pt x="113" y="1"/>
                  <a:pt x="1" y="213"/>
                  <a:pt x="157" y="291"/>
                </a:cubicBezTo>
                <a:cubicBezTo>
                  <a:pt x="2348" y="1432"/>
                  <a:pt x="4784" y="1687"/>
                  <a:pt x="7235" y="1687"/>
                </a:cubicBezTo>
                <a:cubicBezTo>
                  <a:pt x="8586" y="1687"/>
                  <a:pt x="9941" y="1610"/>
                  <a:pt x="11262" y="1561"/>
                </a:cubicBezTo>
                <a:cubicBezTo>
                  <a:pt x="11581" y="1517"/>
                  <a:pt x="11625" y="1017"/>
                  <a:pt x="11262" y="1017"/>
                </a:cubicBezTo>
                <a:cubicBezTo>
                  <a:pt x="11057" y="1011"/>
                  <a:pt x="10851" y="1009"/>
                  <a:pt x="10645" y="1009"/>
                </a:cubicBezTo>
                <a:cubicBezTo>
                  <a:pt x="9118" y="1009"/>
                  <a:pt x="7573" y="1132"/>
                  <a:pt x="6044" y="1132"/>
                </a:cubicBezTo>
                <a:cubicBezTo>
                  <a:pt x="4090" y="1132"/>
                  <a:pt x="2163" y="932"/>
                  <a:pt x="338" y="19"/>
                </a:cubicBezTo>
                <a:cubicBezTo>
                  <a:pt x="313" y="7"/>
                  <a:pt x="288" y="1"/>
                  <a:pt x="263" y="1"/>
                </a:cubicBezTo>
                <a:close/>
              </a:path>
            </a:pathLst>
          </a:custGeom>
          <a:solidFill>
            <a:srgbClr val="232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6" name="Google Shape;3336;p44"/>
          <p:cNvSpPr/>
          <p:nvPr/>
        </p:nvSpPr>
        <p:spPr>
          <a:xfrm>
            <a:off x="4326222" y="3467622"/>
            <a:ext cx="52765" cy="153363"/>
          </a:xfrm>
          <a:custGeom>
            <a:rect b="b" l="l" r="r" t="t"/>
            <a:pathLst>
              <a:path extrusionOk="0" h="4883" w="1680">
                <a:moveTo>
                  <a:pt x="1078" y="1"/>
                </a:moveTo>
                <a:cubicBezTo>
                  <a:pt x="1000" y="1"/>
                  <a:pt x="920" y="37"/>
                  <a:pt x="864" y="113"/>
                </a:cubicBezTo>
                <a:cubicBezTo>
                  <a:pt x="773" y="247"/>
                  <a:pt x="682" y="429"/>
                  <a:pt x="635" y="567"/>
                </a:cubicBezTo>
                <a:cubicBezTo>
                  <a:pt x="592" y="610"/>
                  <a:pt x="544" y="610"/>
                  <a:pt x="544" y="701"/>
                </a:cubicBezTo>
                <a:cubicBezTo>
                  <a:pt x="501" y="748"/>
                  <a:pt x="501" y="839"/>
                  <a:pt x="501" y="929"/>
                </a:cubicBezTo>
                <a:cubicBezTo>
                  <a:pt x="410" y="1245"/>
                  <a:pt x="320" y="1607"/>
                  <a:pt x="320" y="1927"/>
                </a:cubicBezTo>
                <a:cubicBezTo>
                  <a:pt x="138" y="2605"/>
                  <a:pt x="0" y="3287"/>
                  <a:pt x="138" y="3965"/>
                </a:cubicBezTo>
                <a:cubicBezTo>
                  <a:pt x="210" y="4253"/>
                  <a:pt x="510" y="4883"/>
                  <a:pt x="903" y="4883"/>
                </a:cubicBezTo>
                <a:cubicBezTo>
                  <a:pt x="1005" y="4883"/>
                  <a:pt x="1114" y="4840"/>
                  <a:pt x="1226" y="4737"/>
                </a:cubicBezTo>
                <a:cubicBezTo>
                  <a:pt x="1680" y="4237"/>
                  <a:pt x="1632" y="3240"/>
                  <a:pt x="1632" y="2605"/>
                </a:cubicBezTo>
                <a:cubicBezTo>
                  <a:pt x="1589" y="1836"/>
                  <a:pt x="1589" y="929"/>
                  <a:pt x="1317" y="204"/>
                </a:cubicBezTo>
                <a:cubicBezTo>
                  <a:pt x="1290" y="71"/>
                  <a:pt x="1186" y="1"/>
                  <a:pt x="1078" y="1"/>
                </a:cubicBezTo>
                <a:close/>
              </a:path>
            </a:pathLst>
          </a:custGeom>
          <a:solidFill>
            <a:srgbClr val="232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7" name="Google Shape;3337;p44"/>
          <p:cNvSpPr/>
          <p:nvPr/>
        </p:nvSpPr>
        <p:spPr>
          <a:xfrm>
            <a:off x="4774803" y="3467622"/>
            <a:ext cx="52670" cy="153363"/>
          </a:xfrm>
          <a:custGeom>
            <a:rect b="b" l="l" r="r" t="t"/>
            <a:pathLst>
              <a:path extrusionOk="0" h="4883" w="1677">
                <a:moveTo>
                  <a:pt x="1043" y="1"/>
                </a:moveTo>
                <a:cubicBezTo>
                  <a:pt x="968" y="1"/>
                  <a:pt x="898" y="37"/>
                  <a:pt x="860" y="113"/>
                </a:cubicBezTo>
                <a:cubicBezTo>
                  <a:pt x="770" y="247"/>
                  <a:pt x="679" y="429"/>
                  <a:pt x="588" y="567"/>
                </a:cubicBezTo>
                <a:cubicBezTo>
                  <a:pt x="545" y="610"/>
                  <a:pt x="498" y="610"/>
                  <a:pt x="498" y="701"/>
                </a:cubicBezTo>
                <a:cubicBezTo>
                  <a:pt x="498" y="748"/>
                  <a:pt x="498" y="839"/>
                  <a:pt x="454" y="929"/>
                </a:cubicBezTo>
                <a:cubicBezTo>
                  <a:pt x="363" y="1245"/>
                  <a:pt x="316" y="1607"/>
                  <a:pt x="273" y="1927"/>
                </a:cubicBezTo>
                <a:cubicBezTo>
                  <a:pt x="135" y="2605"/>
                  <a:pt x="1" y="3287"/>
                  <a:pt x="91" y="3965"/>
                </a:cubicBezTo>
                <a:cubicBezTo>
                  <a:pt x="163" y="4253"/>
                  <a:pt x="491" y="4883"/>
                  <a:pt x="873" y="4883"/>
                </a:cubicBezTo>
                <a:cubicBezTo>
                  <a:pt x="973" y="4883"/>
                  <a:pt x="1076" y="4840"/>
                  <a:pt x="1179" y="4737"/>
                </a:cubicBezTo>
                <a:cubicBezTo>
                  <a:pt x="1676" y="4237"/>
                  <a:pt x="1586" y="3240"/>
                  <a:pt x="1586" y="2605"/>
                </a:cubicBezTo>
                <a:cubicBezTo>
                  <a:pt x="1586" y="1836"/>
                  <a:pt x="1542" y="929"/>
                  <a:pt x="1314" y="204"/>
                </a:cubicBezTo>
                <a:cubicBezTo>
                  <a:pt x="1261" y="71"/>
                  <a:pt x="1147" y="1"/>
                  <a:pt x="1043" y="1"/>
                </a:cubicBezTo>
                <a:close/>
              </a:path>
            </a:pathLst>
          </a:custGeom>
          <a:solidFill>
            <a:srgbClr val="232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8" name="Google Shape;3338;p44"/>
          <p:cNvSpPr/>
          <p:nvPr/>
        </p:nvSpPr>
        <p:spPr>
          <a:xfrm>
            <a:off x="4556888" y="3472019"/>
            <a:ext cx="67024" cy="176070"/>
          </a:xfrm>
          <a:custGeom>
            <a:rect b="b" l="l" r="r" t="t"/>
            <a:pathLst>
              <a:path extrusionOk="0" h="5606" w="2134">
                <a:moveTo>
                  <a:pt x="340" y="1"/>
                </a:moveTo>
                <a:cubicBezTo>
                  <a:pt x="284" y="1"/>
                  <a:pt x="229" y="34"/>
                  <a:pt x="229" y="107"/>
                </a:cubicBezTo>
                <a:cubicBezTo>
                  <a:pt x="91" y="1787"/>
                  <a:pt x="1" y="3553"/>
                  <a:pt x="229" y="5276"/>
                </a:cubicBezTo>
                <a:cubicBezTo>
                  <a:pt x="229" y="5366"/>
                  <a:pt x="320" y="5457"/>
                  <a:pt x="411" y="5457"/>
                </a:cubicBezTo>
                <a:cubicBezTo>
                  <a:pt x="709" y="5540"/>
                  <a:pt x="992" y="5606"/>
                  <a:pt x="1268" y="5606"/>
                </a:cubicBezTo>
                <a:cubicBezTo>
                  <a:pt x="1452" y="5606"/>
                  <a:pt x="1633" y="5577"/>
                  <a:pt x="1814" y="5504"/>
                </a:cubicBezTo>
                <a:cubicBezTo>
                  <a:pt x="2133" y="5457"/>
                  <a:pt x="2086" y="5004"/>
                  <a:pt x="1771" y="5004"/>
                </a:cubicBezTo>
                <a:cubicBezTo>
                  <a:pt x="1646" y="5004"/>
                  <a:pt x="1517" y="5014"/>
                  <a:pt x="1395" y="5014"/>
                </a:cubicBezTo>
                <a:cubicBezTo>
                  <a:pt x="1073" y="5014"/>
                  <a:pt x="792" y="4942"/>
                  <a:pt x="726" y="4416"/>
                </a:cubicBezTo>
                <a:cubicBezTo>
                  <a:pt x="683" y="3872"/>
                  <a:pt x="683" y="3372"/>
                  <a:pt x="635" y="2828"/>
                </a:cubicBezTo>
                <a:cubicBezTo>
                  <a:pt x="635" y="1921"/>
                  <a:pt x="683" y="971"/>
                  <a:pt x="454" y="64"/>
                </a:cubicBezTo>
                <a:cubicBezTo>
                  <a:pt x="434" y="23"/>
                  <a:pt x="387" y="1"/>
                  <a:pt x="340" y="1"/>
                </a:cubicBezTo>
                <a:close/>
              </a:path>
            </a:pathLst>
          </a:custGeom>
          <a:solidFill>
            <a:srgbClr val="232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9" name="Google Shape;3339;p44"/>
          <p:cNvSpPr/>
          <p:nvPr/>
        </p:nvSpPr>
        <p:spPr>
          <a:xfrm>
            <a:off x="3991655" y="2924139"/>
            <a:ext cx="1173290" cy="1522887"/>
          </a:xfrm>
          <a:custGeom>
            <a:rect b="b" l="l" r="r" t="t"/>
            <a:pathLst>
              <a:path extrusionOk="0" h="48488" w="37357">
                <a:moveTo>
                  <a:pt x="11761" y="1250"/>
                </a:moveTo>
                <a:cubicBezTo>
                  <a:pt x="14578" y="1250"/>
                  <a:pt x="17411" y="1758"/>
                  <a:pt x="20311" y="2137"/>
                </a:cubicBezTo>
                <a:cubicBezTo>
                  <a:pt x="23756" y="2547"/>
                  <a:pt x="28290" y="3044"/>
                  <a:pt x="30284" y="6355"/>
                </a:cubicBezTo>
                <a:cubicBezTo>
                  <a:pt x="26748" y="8260"/>
                  <a:pt x="22621" y="8847"/>
                  <a:pt x="18679" y="8894"/>
                </a:cubicBezTo>
                <a:cubicBezTo>
                  <a:pt x="18543" y="8896"/>
                  <a:pt x="18407" y="8896"/>
                  <a:pt x="18271" y="8896"/>
                </a:cubicBezTo>
                <a:cubicBezTo>
                  <a:pt x="14282" y="8896"/>
                  <a:pt x="9688" y="8259"/>
                  <a:pt x="6619" y="5583"/>
                </a:cubicBezTo>
                <a:cubicBezTo>
                  <a:pt x="6588" y="5562"/>
                  <a:pt x="6556" y="5553"/>
                  <a:pt x="6527" y="5553"/>
                </a:cubicBezTo>
                <a:cubicBezTo>
                  <a:pt x="6432" y="5553"/>
                  <a:pt x="6368" y="5651"/>
                  <a:pt x="6438" y="5721"/>
                </a:cubicBezTo>
                <a:cubicBezTo>
                  <a:pt x="9564" y="8532"/>
                  <a:pt x="14189" y="9166"/>
                  <a:pt x="18225" y="9300"/>
                </a:cubicBezTo>
                <a:cubicBezTo>
                  <a:pt x="18564" y="9310"/>
                  <a:pt x="18908" y="9315"/>
                  <a:pt x="19256" y="9315"/>
                </a:cubicBezTo>
                <a:cubicBezTo>
                  <a:pt x="22264" y="9315"/>
                  <a:pt x="25584" y="8939"/>
                  <a:pt x="28471" y="7759"/>
                </a:cubicBezTo>
                <a:cubicBezTo>
                  <a:pt x="29602" y="9257"/>
                  <a:pt x="30466" y="10751"/>
                  <a:pt x="31100" y="12383"/>
                </a:cubicBezTo>
                <a:lnTo>
                  <a:pt x="30691" y="12655"/>
                </a:lnTo>
                <a:cubicBezTo>
                  <a:pt x="30419" y="12837"/>
                  <a:pt x="30146" y="12927"/>
                  <a:pt x="29831" y="13018"/>
                </a:cubicBezTo>
                <a:cubicBezTo>
                  <a:pt x="29602" y="12293"/>
                  <a:pt x="29421" y="11524"/>
                  <a:pt x="29149" y="10798"/>
                </a:cubicBezTo>
                <a:lnTo>
                  <a:pt x="29058" y="10708"/>
                </a:lnTo>
                <a:cubicBezTo>
                  <a:pt x="29058" y="10570"/>
                  <a:pt x="28968" y="10388"/>
                  <a:pt x="28743" y="10388"/>
                </a:cubicBezTo>
                <a:cubicBezTo>
                  <a:pt x="27330" y="10320"/>
                  <a:pt x="25917" y="10297"/>
                  <a:pt x="24507" y="10297"/>
                </a:cubicBezTo>
                <a:cubicBezTo>
                  <a:pt x="22161" y="10297"/>
                  <a:pt x="19822" y="10361"/>
                  <a:pt x="17500" y="10388"/>
                </a:cubicBezTo>
                <a:cubicBezTo>
                  <a:pt x="15347" y="10388"/>
                  <a:pt x="13155" y="10308"/>
                  <a:pt x="10967" y="10308"/>
                </a:cubicBezTo>
                <a:cubicBezTo>
                  <a:pt x="9144" y="10308"/>
                  <a:pt x="7323" y="10364"/>
                  <a:pt x="5531" y="10570"/>
                </a:cubicBezTo>
                <a:cubicBezTo>
                  <a:pt x="5441" y="10570"/>
                  <a:pt x="5394" y="10617"/>
                  <a:pt x="5394" y="10660"/>
                </a:cubicBezTo>
                <a:cubicBezTo>
                  <a:pt x="5303" y="10660"/>
                  <a:pt x="5212" y="10708"/>
                  <a:pt x="5212" y="10798"/>
                </a:cubicBezTo>
                <a:cubicBezTo>
                  <a:pt x="4759" y="11886"/>
                  <a:pt x="4534" y="13065"/>
                  <a:pt x="4171" y="14197"/>
                </a:cubicBezTo>
                <a:cubicBezTo>
                  <a:pt x="4081" y="14153"/>
                  <a:pt x="3990" y="14153"/>
                  <a:pt x="3899" y="14106"/>
                </a:cubicBezTo>
                <a:cubicBezTo>
                  <a:pt x="3580" y="13972"/>
                  <a:pt x="3308" y="13790"/>
                  <a:pt x="3036" y="13609"/>
                </a:cubicBezTo>
                <a:cubicBezTo>
                  <a:pt x="2492" y="13199"/>
                  <a:pt x="2039" y="12702"/>
                  <a:pt x="1542" y="12249"/>
                </a:cubicBezTo>
                <a:cubicBezTo>
                  <a:pt x="1676" y="11433"/>
                  <a:pt x="1857" y="10617"/>
                  <a:pt x="2039" y="9801"/>
                </a:cubicBezTo>
                <a:cubicBezTo>
                  <a:pt x="2673" y="7034"/>
                  <a:pt x="3580" y="4089"/>
                  <a:pt x="5985" y="2366"/>
                </a:cubicBezTo>
                <a:cubicBezTo>
                  <a:pt x="6028" y="2319"/>
                  <a:pt x="6028" y="2319"/>
                  <a:pt x="6028" y="2275"/>
                </a:cubicBezTo>
                <a:lnTo>
                  <a:pt x="6028" y="2228"/>
                </a:lnTo>
                <a:cubicBezTo>
                  <a:pt x="6075" y="2185"/>
                  <a:pt x="6075" y="2185"/>
                  <a:pt x="6075" y="2137"/>
                </a:cubicBezTo>
                <a:cubicBezTo>
                  <a:pt x="7973" y="1481"/>
                  <a:pt x="9864" y="1250"/>
                  <a:pt x="11761" y="1250"/>
                </a:cubicBezTo>
                <a:close/>
                <a:moveTo>
                  <a:pt x="1495" y="12521"/>
                </a:moveTo>
                <a:cubicBezTo>
                  <a:pt x="1948" y="13018"/>
                  <a:pt x="2449" y="13562"/>
                  <a:pt x="2945" y="14015"/>
                </a:cubicBezTo>
                <a:cubicBezTo>
                  <a:pt x="3217" y="14244"/>
                  <a:pt x="3627" y="14516"/>
                  <a:pt x="3990" y="14650"/>
                </a:cubicBezTo>
                <a:cubicBezTo>
                  <a:pt x="3899" y="14922"/>
                  <a:pt x="3809" y="15241"/>
                  <a:pt x="3718" y="15513"/>
                </a:cubicBezTo>
                <a:cubicBezTo>
                  <a:pt x="2855" y="15103"/>
                  <a:pt x="2086" y="14516"/>
                  <a:pt x="1223" y="14153"/>
                </a:cubicBezTo>
                <a:cubicBezTo>
                  <a:pt x="1270" y="13609"/>
                  <a:pt x="1361" y="13065"/>
                  <a:pt x="1495" y="12521"/>
                </a:cubicBezTo>
                <a:close/>
                <a:moveTo>
                  <a:pt x="31235" y="12793"/>
                </a:moveTo>
                <a:cubicBezTo>
                  <a:pt x="31372" y="13156"/>
                  <a:pt x="31507" y="13518"/>
                  <a:pt x="31597" y="13881"/>
                </a:cubicBezTo>
                <a:cubicBezTo>
                  <a:pt x="31144" y="14015"/>
                  <a:pt x="30781" y="14334"/>
                  <a:pt x="30328" y="14425"/>
                </a:cubicBezTo>
                <a:cubicBezTo>
                  <a:pt x="30284" y="14425"/>
                  <a:pt x="30284" y="14516"/>
                  <a:pt x="30328" y="14516"/>
                </a:cubicBezTo>
                <a:cubicBezTo>
                  <a:pt x="30445" y="14539"/>
                  <a:pt x="30568" y="14551"/>
                  <a:pt x="30693" y="14551"/>
                </a:cubicBezTo>
                <a:cubicBezTo>
                  <a:pt x="31053" y="14551"/>
                  <a:pt x="31431" y="14457"/>
                  <a:pt x="31735" y="14287"/>
                </a:cubicBezTo>
                <a:cubicBezTo>
                  <a:pt x="31869" y="14788"/>
                  <a:pt x="31960" y="15285"/>
                  <a:pt x="32098" y="15829"/>
                </a:cubicBezTo>
                <a:cubicBezTo>
                  <a:pt x="31688" y="16010"/>
                  <a:pt x="31325" y="16191"/>
                  <a:pt x="30872" y="16282"/>
                </a:cubicBezTo>
                <a:lnTo>
                  <a:pt x="30194" y="14244"/>
                </a:lnTo>
                <a:cubicBezTo>
                  <a:pt x="30056" y="13881"/>
                  <a:pt x="29965" y="13518"/>
                  <a:pt x="29874" y="13199"/>
                </a:cubicBezTo>
                <a:cubicBezTo>
                  <a:pt x="30146" y="13199"/>
                  <a:pt x="30466" y="13109"/>
                  <a:pt x="30738" y="13018"/>
                </a:cubicBezTo>
                <a:cubicBezTo>
                  <a:pt x="30872" y="12927"/>
                  <a:pt x="31053" y="12884"/>
                  <a:pt x="31235" y="12793"/>
                </a:cubicBezTo>
                <a:close/>
                <a:moveTo>
                  <a:pt x="1179" y="14378"/>
                </a:moveTo>
                <a:cubicBezTo>
                  <a:pt x="1905" y="14922"/>
                  <a:pt x="2721" y="15604"/>
                  <a:pt x="3580" y="15967"/>
                </a:cubicBezTo>
                <a:cubicBezTo>
                  <a:pt x="3489" y="16239"/>
                  <a:pt x="3399" y="16554"/>
                  <a:pt x="3308" y="16826"/>
                </a:cubicBezTo>
                <a:cubicBezTo>
                  <a:pt x="2492" y="16554"/>
                  <a:pt x="1767" y="16101"/>
                  <a:pt x="1089" y="15604"/>
                </a:cubicBezTo>
                <a:cubicBezTo>
                  <a:pt x="1089" y="15194"/>
                  <a:pt x="1132" y="14788"/>
                  <a:pt x="1179" y="14378"/>
                </a:cubicBezTo>
                <a:close/>
                <a:moveTo>
                  <a:pt x="1041" y="15876"/>
                </a:moveTo>
                <a:cubicBezTo>
                  <a:pt x="1723" y="16420"/>
                  <a:pt x="2401" y="16873"/>
                  <a:pt x="3174" y="17236"/>
                </a:cubicBezTo>
                <a:cubicBezTo>
                  <a:pt x="3083" y="17508"/>
                  <a:pt x="3036" y="17780"/>
                  <a:pt x="2945" y="18052"/>
                </a:cubicBezTo>
                <a:cubicBezTo>
                  <a:pt x="2267" y="17871"/>
                  <a:pt x="1633" y="17599"/>
                  <a:pt x="1041" y="17189"/>
                </a:cubicBezTo>
                <a:lnTo>
                  <a:pt x="1041" y="15876"/>
                </a:lnTo>
                <a:close/>
                <a:moveTo>
                  <a:pt x="32188" y="16191"/>
                </a:moveTo>
                <a:cubicBezTo>
                  <a:pt x="32279" y="16692"/>
                  <a:pt x="32370" y="17145"/>
                  <a:pt x="32460" y="17599"/>
                </a:cubicBezTo>
                <a:cubicBezTo>
                  <a:pt x="32098" y="17780"/>
                  <a:pt x="31779" y="17914"/>
                  <a:pt x="31372" y="18052"/>
                </a:cubicBezTo>
                <a:cubicBezTo>
                  <a:pt x="31235" y="17508"/>
                  <a:pt x="31053" y="16964"/>
                  <a:pt x="30919" y="16420"/>
                </a:cubicBezTo>
                <a:cubicBezTo>
                  <a:pt x="31325" y="16420"/>
                  <a:pt x="31779" y="16329"/>
                  <a:pt x="32188" y="16191"/>
                </a:cubicBezTo>
                <a:close/>
                <a:moveTo>
                  <a:pt x="1041" y="17461"/>
                </a:moveTo>
                <a:lnTo>
                  <a:pt x="1041" y="17461"/>
                </a:lnTo>
                <a:cubicBezTo>
                  <a:pt x="1585" y="17871"/>
                  <a:pt x="2177" y="18233"/>
                  <a:pt x="2855" y="18458"/>
                </a:cubicBezTo>
                <a:cubicBezTo>
                  <a:pt x="2630" y="19321"/>
                  <a:pt x="2401" y="20181"/>
                  <a:pt x="2267" y="20997"/>
                </a:cubicBezTo>
                <a:cubicBezTo>
                  <a:pt x="2086" y="20362"/>
                  <a:pt x="1767" y="19775"/>
                  <a:pt x="1223" y="19546"/>
                </a:cubicBezTo>
                <a:cubicBezTo>
                  <a:pt x="1132" y="18868"/>
                  <a:pt x="1041" y="18186"/>
                  <a:pt x="1041" y="17461"/>
                </a:cubicBezTo>
                <a:close/>
                <a:moveTo>
                  <a:pt x="32551" y="18005"/>
                </a:moveTo>
                <a:cubicBezTo>
                  <a:pt x="32642" y="18549"/>
                  <a:pt x="32823" y="19093"/>
                  <a:pt x="32957" y="19593"/>
                </a:cubicBezTo>
                <a:cubicBezTo>
                  <a:pt x="32504" y="19865"/>
                  <a:pt x="32232" y="20409"/>
                  <a:pt x="32098" y="20997"/>
                </a:cubicBezTo>
                <a:cubicBezTo>
                  <a:pt x="31916" y="20047"/>
                  <a:pt x="31688" y="19093"/>
                  <a:pt x="31416" y="18143"/>
                </a:cubicBezTo>
                <a:lnTo>
                  <a:pt x="31416" y="18143"/>
                </a:lnTo>
                <a:cubicBezTo>
                  <a:pt x="31506" y="18153"/>
                  <a:pt x="31598" y="18159"/>
                  <a:pt x="31692" y="18159"/>
                </a:cubicBezTo>
                <a:cubicBezTo>
                  <a:pt x="31978" y="18159"/>
                  <a:pt x="32278" y="18108"/>
                  <a:pt x="32551" y="18005"/>
                </a:cubicBezTo>
                <a:close/>
                <a:moveTo>
                  <a:pt x="5575" y="10980"/>
                </a:moveTo>
                <a:cubicBezTo>
                  <a:pt x="7318" y="11172"/>
                  <a:pt x="9092" y="11223"/>
                  <a:pt x="10872" y="11223"/>
                </a:cubicBezTo>
                <a:cubicBezTo>
                  <a:pt x="12843" y="11223"/>
                  <a:pt x="14821" y="11161"/>
                  <a:pt x="16774" y="11161"/>
                </a:cubicBezTo>
                <a:cubicBezTo>
                  <a:pt x="19403" y="11161"/>
                  <a:pt x="22073" y="11221"/>
                  <a:pt x="24729" y="11221"/>
                </a:cubicBezTo>
                <a:cubicBezTo>
                  <a:pt x="26057" y="11221"/>
                  <a:pt x="27382" y="11206"/>
                  <a:pt x="28696" y="11161"/>
                </a:cubicBezTo>
                <a:lnTo>
                  <a:pt x="28743" y="11114"/>
                </a:lnTo>
                <a:cubicBezTo>
                  <a:pt x="28877" y="12249"/>
                  <a:pt x="29240" y="13381"/>
                  <a:pt x="29559" y="14425"/>
                </a:cubicBezTo>
                <a:cubicBezTo>
                  <a:pt x="30284" y="16873"/>
                  <a:pt x="30828" y="19412"/>
                  <a:pt x="31554" y="21904"/>
                </a:cubicBezTo>
                <a:cubicBezTo>
                  <a:pt x="31629" y="22055"/>
                  <a:pt x="31735" y="22143"/>
                  <a:pt x="31848" y="22143"/>
                </a:cubicBezTo>
                <a:cubicBezTo>
                  <a:pt x="31871" y="22143"/>
                  <a:pt x="31893" y="22139"/>
                  <a:pt x="31916" y="22132"/>
                </a:cubicBezTo>
                <a:cubicBezTo>
                  <a:pt x="31938" y="22199"/>
                  <a:pt x="31994" y="22233"/>
                  <a:pt x="32051" y="22233"/>
                </a:cubicBezTo>
                <a:cubicBezTo>
                  <a:pt x="32108" y="22233"/>
                  <a:pt x="32165" y="22199"/>
                  <a:pt x="32188" y="22132"/>
                </a:cubicBezTo>
                <a:cubicBezTo>
                  <a:pt x="32323" y="21541"/>
                  <a:pt x="32460" y="20953"/>
                  <a:pt x="32823" y="20453"/>
                </a:cubicBezTo>
                <a:cubicBezTo>
                  <a:pt x="32921" y="20302"/>
                  <a:pt x="33011" y="20239"/>
                  <a:pt x="33093" y="20239"/>
                </a:cubicBezTo>
                <a:cubicBezTo>
                  <a:pt x="33508" y="20239"/>
                  <a:pt x="33730" y="21828"/>
                  <a:pt x="33730" y="21904"/>
                </a:cubicBezTo>
                <a:cubicBezTo>
                  <a:pt x="33730" y="22538"/>
                  <a:pt x="33683" y="23173"/>
                  <a:pt x="33548" y="23808"/>
                </a:cubicBezTo>
                <a:cubicBezTo>
                  <a:pt x="33458" y="24170"/>
                  <a:pt x="33367" y="24533"/>
                  <a:pt x="33186" y="24852"/>
                </a:cubicBezTo>
                <a:cubicBezTo>
                  <a:pt x="32823" y="24852"/>
                  <a:pt x="32460" y="24852"/>
                  <a:pt x="32051" y="24896"/>
                </a:cubicBezTo>
                <a:cubicBezTo>
                  <a:pt x="32029" y="24693"/>
                  <a:pt x="31893" y="24591"/>
                  <a:pt x="31757" y="24591"/>
                </a:cubicBezTo>
                <a:cubicBezTo>
                  <a:pt x="31621" y="24591"/>
                  <a:pt x="31485" y="24693"/>
                  <a:pt x="31463" y="24896"/>
                </a:cubicBezTo>
                <a:cubicBezTo>
                  <a:pt x="30872" y="32196"/>
                  <a:pt x="22984" y="32331"/>
                  <a:pt x="17181" y="32469"/>
                </a:cubicBezTo>
                <a:cubicBezTo>
                  <a:pt x="11334" y="32331"/>
                  <a:pt x="3489" y="32196"/>
                  <a:pt x="2855" y="24896"/>
                </a:cubicBezTo>
                <a:cubicBezTo>
                  <a:pt x="2833" y="24693"/>
                  <a:pt x="2697" y="24591"/>
                  <a:pt x="2561" y="24591"/>
                </a:cubicBezTo>
                <a:cubicBezTo>
                  <a:pt x="2425" y="24591"/>
                  <a:pt x="2289" y="24693"/>
                  <a:pt x="2267" y="24896"/>
                </a:cubicBezTo>
                <a:cubicBezTo>
                  <a:pt x="1905" y="24852"/>
                  <a:pt x="1495" y="24852"/>
                  <a:pt x="1132" y="24852"/>
                </a:cubicBezTo>
                <a:cubicBezTo>
                  <a:pt x="998" y="24533"/>
                  <a:pt x="860" y="24170"/>
                  <a:pt x="817" y="23808"/>
                </a:cubicBezTo>
                <a:cubicBezTo>
                  <a:pt x="635" y="23173"/>
                  <a:pt x="635" y="22538"/>
                  <a:pt x="635" y="21904"/>
                </a:cubicBezTo>
                <a:cubicBezTo>
                  <a:pt x="635" y="21828"/>
                  <a:pt x="824" y="20239"/>
                  <a:pt x="1255" y="20239"/>
                </a:cubicBezTo>
                <a:cubicBezTo>
                  <a:pt x="1341" y="20239"/>
                  <a:pt x="1436" y="20302"/>
                  <a:pt x="1542" y="20453"/>
                </a:cubicBezTo>
                <a:cubicBezTo>
                  <a:pt x="1857" y="20953"/>
                  <a:pt x="1995" y="21541"/>
                  <a:pt x="2129" y="22132"/>
                </a:cubicBezTo>
                <a:cubicBezTo>
                  <a:pt x="2153" y="22199"/>
                  <a:pt x="2210" y="22233"/>
                  <a:pt x="2267" y="22233"/>
                </a:cubicBezTo>
                <a:cubicBezTo>
                  <a:pt x="2323" y="22233"/>
                  <a:pt x="2380" y="22199"/>
                  <a:pt x="2401" y="22132"/>
                </a:cubicBezTo>
                <a:cubicBezTo>
                  <a:pt x="2424" y="22139"/>
                  <a:pt x="2449" y="22143"/>
                  <a:pt x="2473" y="22143"/>
                </a:cubicBezTo>
                <a:cubicBezTo>
                  <a:pt x="2596" y="22143"/>
                  <a:pt x="2728" y="22055"/>
                  <a:pt x="2764" y="21904"/>
                </a:cubicBezTo>
                <a:cubicBezTo>
                  <a:pt x="3355" y="20000"/>
                  <a:pt x="3809" y="18095"/>
                  <a:pt x="4305" y="16191"/>
                </a:cubicBezTo>
                <a:cubicBezTo>
                  <a:pt x="4443" y="16148"/>
                  <a:pt x="4487" y="15919"/>
                  <a:pt x="4396" y="15829"/>
                </a:cubicBezTo>
                <a:cubicBezTo>
                  <a:pt x="4534" y="15332"/>
                  <a:pt x="4625" y="14878"/>
                  <a:pt x="4759" y="14425"/>
                </a:cubicBezTo>
                <a:cubicBezTo>
                  <a:pt x="5078" y="13290"/>
                  <a:pt x="5484" y="12111"/>
                  <a:pt x="5575" y="10980"/>
                </a:cubicBezTo>
                <a:close/>
                <a:moveTo>
                  <a:pt x="27020" y="31743"/>
                </a:moveTo>
                <a:cubicBezTo>
                  <a:pt x="27564" y="31968"/>
                  <a:pt x="28061" y="32240"/>
                  <a:pt x="28514" y="32603"/>
                </a:cubicBezTo>
                <a:cubicBezTo>
                  <a:pt x="27202" y="33237"/>
                  <a:pt x="26066" y="34463"/>
                  <a:pt x="24935" y="35370"/>
                </a:cubicBezTo>
                <a:cubicBezTo>
                  <a:pt x="23437" y="36549"/>
                  <a:pt x="22033" y="37818"/>
                  <a:pt x="20764" y="39312"/>
                </a:cubicBezTo>
                <a:cubicBezTo>
                  <a:pt x="20493" y="39617"/>
                  <a:pt x="20286" y="39738"/>
                  <a:pt x="20087" y="39738"/>
                </a:cubicBezTo>
                <a:cubicBezTo>
                  <a:pt x="19753" y="39738"/>
                  <a:pt x="19445" y="39395"/>
                  <a:pt x="18903" y="38997"/>
                </a:cubicBezTo>
                <a:cubicBezTo>
                  <a:pt x="18044" y="38406"/>
                  <a:pt x="17181" y="37771"/>
                  <a:pt x="16321" y="37183"/>
                </a:cubicBezTo>
                <a:cubicBezTo>
                  <a:pt x="14689" y="36095"/>
                  <a:pt x="12966" y="35051"/>
                  <a:pt x="11244" y="34101"/>
                </a:cubicBezTo>
                <a:cubicBezTo>
                  <a:pt x="11559" y="33781"/>
                  <a:pt x="11878" y="33419"/>
                  <a:pt x="12241" y="33056"/>
                </a:cubicBezTo>
                <a:cubicBezTo>
                  <a:pt x="13601" y="33207"/>
                  <a:pt x="15024" y="33295"/>
                  <a:pt x="16378" y="33295"/>
                </a:cubicBezTo>
                <a:cubicBezTo>
                  <a:pt x="16649" y="33295"/>
                  <a:pt x="16917" y="33292"/>
                  <a:pt x="17181" y="33285"/>
                </a:cubicBezTo>
                <a:cubicBezTo>
                  <a:pt x="17388" y="33287"/>
                  <a:pt x="17596" y="33289"/>
                  <a:pt x="17807" y="33289"/>
                </a:cubicBezTo>
                <a:cubicBezTo>
                  <a:pt x="20875" y="33289"/>
                  <a:pt x="24305" y="32972"/>
                  <a:pt x="27020" y="31743"/>
                </a:cubicBezTo>
                <a:close/>
                <a:moveTo>
                  <a:pt x="28652" y="32693"/>
                </a:moveTo>
                <a:cubicBezTo>
                  <a:pt x="29058" y="33013"/>
                  <a:pt x="29421" y="33328"/>
                  <a:pt x="29784" y="33691"/>
                </a:cubicBezTo>
                <a:cubicBezTo>
                  <a:pt x="28018" y="35189"/>
                  <a:pt x="26658" y="36911"/>
                  <a:pt x="24753" y="38315"/>
                </a:cubicBezTo>
                <a:cubicBezTo>
                  <a:pt x="23346" y="39359"/>
                  <a:pt x="22077" y="40400"/>
                  <a:pt x="21127" y="41942"/>
                </a:cubicBezTo>
                <a:cubicBezTo>
                  <a:pt x="21120" y="41952"/>
                  <a:pt x="21107" y="41956"/>
                  <a:pt x="21089" y="41956"/>
                </a:cubicBezTo>
                <a:cubicBezTo>
                  <a:pt x="20601" y="41956"/>
                  <a:pt x="16073" y="38574"/>
                  <a:pt x="15549" y="38224"/>
                </a:cubicBezTo>
                <a:cubicBezTo>
                  <a:pt x="13826" y="37093"/>
                  <a:pt x="11969" y="36048"/>
                  <a:pt x="10018" y="35413"/>
                </a:cubicBezTo>
                <a:cubicBezTo>
                  <a:pt x="10246" y="35189"/>
                  <a:pt x="10471" y="34917"/>
                  <a:pt x="10700" y="34645"/>
                </a:cubicBezTo>
                <a:cubicBezTo>
                  <a:pt x="14054" y="36411"/>
                  <a:pt x="17090" y="38543"/>
                  <a:pt x="20129" y="40763"/>
                </a:cubicBezTo>
                <a:cubicBezTo>
                  <a:pt x="20174" y="40809"/>
                  <a:pt x="20230" y="40830"/>
                  <a:pt x="20287" y="40830"/>
                </a:cubicBezTo>
                <a:cubicBezTo>
                  <a:pt x="20401" y="40830"/>
                  <a:pt x="20522" y="40749"/>
                  <a:pt x="20583" y="40629"/>
                </a:cubicBezTo>
                <a:cubicBezTo>
                  <a:pt x="21852" y="38950"/>
                  <a:pt x="23346" y="37546"/>
                  <a:pt x="24935" y="36186"/>
                </a:cubicBezTo>
                <a:cubicBezTo>
                  <a:pt x="26157" y="35141"/>
                  <a:pt x="27880" y="34101"/>
                  <a:pt x="28652" y="32693"/>
                </a:cubicBezTo>
                <a:close/>
                <a:moveTo>
                  <a:pt x="6125" y="0"/>
                </a:moveTo>
                <a:cubicBezTo>
                  <a:pt x="6074" y="0"/>
                  <a:pt x="6019" y="30"/>
                  <a:pt x="5985" y="99"/>
                </a:cubicBezTo>
                <a:cubicBezTo>
                  <a:pt x="5756" y="643"/>
                  <a:pt x="5803" y="1278"/>
                  <a:pt x="5803" y="1865"/>
                </a:cubicBezTo>
                <a:cubicBezTo>
                  <a:pt x="5466" y="1595"/>
                  <a:pt x="5001" y="1452"/>
                  <a:pt x="4561" y="1452"/>
                </a:cubicBezTo>
                <a:cubicBezTo>
                  <a:pt x="4410" y="1452"/>
                  <a:pt x="4263" y="1469"/>
                  <a:pt x="4124" y="1503"/>
                </a:cubicBezTo>
                <a:cubicBezTo>
                  <a:pt x="3943" y="1550"/>
                  <a:pt x="4033" y="1775"/>
                  <a:pt x="4171" y="1775"/>
                </a:cubicBezTo>
                <a:cubicBezTo>
                  <a:pt x="4268" y="1759"/>
                  <a:pt x="4360" y="1751"/>
                  <a:pt x="4448" y="1751"/>
                </a:cubicBezTo>
                <a:cubicBezTo>
                  <a:pt x="4859" y="1751"/>
                  <a:pt x="5194" y="1914"/>
                  <a:pt x="5531" y="2137"/>
                </a:cubicBezTo>
                <a:cubicBezTo>
                  <a:pt x="3217" y="3545"/>
                  <a:pt x="2358" y="6852"/>
                  <a:pt x="1767" y="9257"/>
                </a:cubicBezTo>
                <a:cubicBezTo>
                  <a:pt x="998" y="12565"/>
                  <a:pt x="363" y="16148"/>
                  <a:pt x="951" y="19503"/>
                </a:cubicBezTo>
                <a:cubicBezTo>
                  <a:pt x="135" y="19503"/>
                  <a:pt x="44" y="21360"/>
                  <a:pt x="44" y="21860"/>
                </a:cubicBezTo>
                <a:cubicBezTo>
                  <a:pt x="0" y="22901"/>
                  <a:pt x="44" y="25124"/>
                  <a:pt x="1089" y="25759"/>
                </a:cubicBezTo>
                <a:cubicBezTo>
                  <a:pt x="1406" y="25943"/>
                  <a:pt x="1692" y="26036"/>
                  <a:pt x="1939" y="26036"/>
                </a:cubicBezTo>
                <a:cubicBezTo>
                  <a:pt x="2114" y="26036"/>
                  <a:pt x="2270" y="25988"/>
                  <a:pt x="2401" y="25893"/>
                </a:cubicBezTo>
                <a:cubicBezTo>
                  <a:pt x="3265" y="30474"/>
                  <a:pt x="7298" y="32331"/>
                  <a:pt x="11697" y="32965"/>
                </a:cubicBezTo>
                <a:cubicBezTo>
                  <a:pt x="6891" y="35823"/>
                  <a:pt x="4262" y="42896"/>
                  <a:pt x="4171" y="48198"/>
                </a:cubicBezTo>
                <a:cubicBezTo>
                  <a:pt x="4171" y="48397"/>
                  <a:pt x="4309" y="48488"/>
                  <a:pt x="4457" y="48488"/>
                </a:cubicBezTo>
                <a:cubicBezTo>
                  <a:pt x="4614" y="48488"/>
                  <a:pt x="4782" y="48385"/>
                  <a:pt x="4806" y="48198"/>
                </a:cubicBezTo>
                <a:cubicBezTo>
                  <a:pt x="5169" y="45162"/>
                  <a:pt x="5666" y="42395"/>
                  <a:pt x="6982" y="39631"/>
                </a:cubicBezTo>
                <a:cubicBezTo>
                  <a:pt x="7751" y="38090"/>
                  <a:pt x="8748" y="36821"/>
                  <a:pt x="9836" y="35642"/>
                </a:cubicBezTo>
                <a:cubicBezTo>
                  <a:pt x="13917" y="37499"/>
                  <a:pt x="17318" y="40219"/>
                  <a:pt x="20945" y="42896"/>
                </a:cubicBezTo>
                <a:cubicBezTo>
                  <a:pt x="20983" y="42921"/>
                  <a:pt x="21027" y="42932"/>
                  <a:pt x="21074" y="42932"/>
                </a:cubicBezTo>
                <a:cubicBezTo>
                  <a:pt x="21196" y="42932"/>
                  <a:pt x="21333" y="42857"/>
                  <a:pt x="21399" y="42758"/>
                </a:cubicBezTo>
                <a:cubicBezTo>
                  <a:pt x="22530" y="40763"/>
                  <a:pt x="24162" y="39584"/>
                  <a:pt x="25932" y="38271"/>
                </a:cubicBezTo>
                <a:cubicBezTo>
                  <a:pt x="27564" y="37046"/>
                  <a:pt x="28743" y="35504"/>
                  <a:pt x="30237" y="34191"/>
                </a:cubicBezTo>
                <a:cubicBezTo>
                  <a:pt x="31416" y="35551"/>
                  <a:pt x="32413" y="37136"/>
                  <a:pt x="33229" y="38543"/>
                </a:cubicBezTo>
                <a:cubicBezTo>
                  <a:pt x="34818" y="41173"/>
                  <a:pt x="36312" y="44209"/>
                  <a:pt x="36584" y="47338"/>
                </a:cubicBezTo>
                <a:cubicBezTo>
                  <a:pt x="36609" y="47553"/>
                  <a:pt x="36784" y="47667"/>
                  <a:pt x="36951" y="47667"/>
                </a:cubicBezTo>
                <a:cubicBezTo>
                  <a:pt x="37101" y="47667"/>
                  <a:pt x="37244" y="47576"/>
                  <a:pt x="37266" y="47382"/>
                </a:cubicBezTo>
                <a:cubicBezTo>
                  <a:pt x="37357" y="44256"/>
                  <a:pt x="35271" y="40810"/>
                  <a:pt x="33730" y="38224"/>
                </a:cubicBezTo>
                <a:cubicBezTo>
                  <a:pt x="32957" y="36864"/>
                  <a:pt x="31916" y="35189"/>
                  <a:pt x="30600" y="33781"/>
                </a:cubicBezTo>
                <a:cubicBezTo>
                  <a:pt x="30682" y="33577"/>
                  <a:pt x="30503" y="33369"/>
                  <a:pt x="30298" y="33369"/>
                </a:cubicBezTo>
                <a:cubicBezTo>
                  <a:pt x="30278" y="33369"/>
                  <a:pt x="30258" y="33371"/>
                  <a:pt x="30237" y="33375"/>
                </a:cubicBezTo>
                <a:cubicBezTo>
                  <a:pt x="29378" y="32559"/>
                  <a:pt x="28471" y="31877"/>
                  <a:pt x="27474" y="31562"/>
                </a:cubicBezTo>
                <a:cubicBezTo>
                  <a:pt x="29693" y="30427"/>
                  <a:pt x="31416" y="28660"/>
                  <a:pt x="31916" y="25893"/>
                </a:cubicBezTo>
                <a:cubicBezTo>
                  <a:pt x="32048" y="25988"/>
                  <a:pt x="32203" y="26036"/>
                  <a:pt x="32379" y="26036"/>
                </a:cubicBezTo>
                <a:cubicBezTo>
                  <a:pt x="32626" y="26036"/>
                  <a:pt x="32912" y="25943"/>
                  <a:pt x="33229" y="25759"/>
                </a:cubicBezTo>
                <a:cubicBezTo>
                  <a:pt x="34317" y="25124"/>
                  <a:pt x="34317" y="22901"/>
                  <a:pt x="34274" y="21860"/>
                </a:cubicBezTo>
                <a:cubicBezTo>
                  <a:pt x="34274" y="21381"/>
                  <a:pt x="34191" y="19491"/>
                  <a:pt x="33346" y="19491"/>
                </a:cubicBezTo>
                <a:cubicBezTo>
                  <a:pt x="33309" y="19491"/>
                  <a:pt x="33270" y="19495"/>
                  <a:pt x="33229" y="19503"/>
                </a:cubicBezTo>
                <a:lnTo>
                  <a:pt x="33186" y="19546"/>
                </a:lnTo>
                <a:cubicBezTo>
                  <a:pt x="32914" y="17236"/>
                  <a:pt x="32460" y="14741"/>
                  <a:pt x="31597" y="12474"/>
                </a:cubicBezTo>
                <a:cubicBezTo>
                  <a:pt x="31597" y="12430"/>
                  <a:pt x="31597" y="12383"/>
                  <a:pt x="31554" y="12383"/>
                </a:cubicBezTo>
                <a:cubicBezTo>
                  <a:pt x="30919" y="10617"/>
                  <a:pt x="30056" y="8938"/>
                  <a:pt x="28924" y="7578"/>
                </a:cubicBezTo>
                <a:cubicBezTo>
                  <a:pt x="29602" y="7262"/>
                  <a:pt x="30284" y="6943"/>
                  <a:pt x="30872" y="6537"/>
                </a:cubicBezTo>
                <a:cubicBezTo>
                  <a:pt x="31053" y="6399"/>
                  <a:pt x="31010" y="6174"/>
                  <a:pt x="30828" y="6127"/>
                </a:cubicBezTo>
                <a:lnTo>
                  <a:pt x="30828" y="6036"/>
                </a:lnTo>
                <a:cubicBezTo>
                  <a:pt x="28924" y="2863"/>
                  <a:pt x="24844" y="2185"/>
                  <a:pt x="21442" y="1731"/>
                </a:cubicBezTo>
                <a:cubicBezTo>
                  <a:pt x="18504" y="1333"/>
                  <a:pt x="15409" y="750"/>
                  <a:pt x="12377" y="750"/>
                </a:cubicBezTo>
                <a:cubicBezTo>
                  <a:pt x="10218" y="750"/>
                  <a:pt x="8092" y="1045"/>
                  <a:pt x="6075" y="1913"/>
                </a:cubicBezTo>
                <a:cubicBezTo>
                  <a:pt x="6119" y="1321"/>
                  <a:pt x="6166" y="777"/>
                  <a:pt x="6257" y="190"/>
                </a:cubicBezTo>
                <a:cubicBezTo>
                  <a:pt x="6284" y="78"/>
                  <a:pt x="6208" y="0"/>
                  <a:pt x="6125" y="0"/>
                </a:cubicBezTo>
                <a:close/>
              </a:path>
            </a:pathLst>
          </a:custGeom>
          <a:solidFill>
            <a:srgbClr val="232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0" name="Google Shape;3340;p44"/>
          <p:cNvSpPr/>
          <p:nvPr/>
        </p:nvSpPr>
        <p:spPr>
          <a:xfrm>
            <a:off x="4301095" y="3085074"/>
            <a:ext cx="382606" cy="78425"/>
          </a:xfrm>
          <a:custGeom>
            <a:rect b="b" l="l" r="r" t="t"/>
            <a:pathLst>
              <a:path extrusionOk="0" h="2497" w="12182">
                <a:moveTo>
                  <a:pt x="267" y="0"/>
                </a:moveTo>
                <a:cubicBezTo>
                  <a:pt x="137" y="0"/>
                  <a:pt x="0" y="195"/>
                  <a:pt x="166" y="278"/>
                </a:cubicBezTo>
                <a:cubicBezTo>
                  <a:pt x="2899" y="1730"/>
                  <a:pt x="5922" y="2497"/>
                  <a:pt x="8993" y="2497"/>
                </a:cubicBezTo>
                <a:cubicBezTo>
                  <a:pt x="9947" y="2497"/>
                  <a:pt x="10906" y="2423"/>
                  <a:pt x="11862" y="2272"/>
                </a:cubicBezTo>
                <a:cubicBezTo>
                  <a:pt x="12181" y="2229"/>
                  <a:pt x="12091" y="1728"/>
                  <a:pt x="11819" y="1728"/>
                </a:cubicBezTo>
                <a:cubicBezTo>
                  <a:pt x="10887" y="1824"/>
                  <a:pt x="9962" y="1875"/>
                  <a:pt x="9046" y="1875"/>
                </a:cubicBezTo>
                <a:cubicBezTo>
                  <a:pt x="6038" y="1875"/>
                  <a:pt x="3117" y="1326"/>
                  <a:pt x="304" y="6"/>
                </a:cubicBezTo>
                <a:cubicBezTo>
                  <a:pt x="292" y="2"/>
                  <a:pt x="279" y="0"/>
                  <a:pt x="267" y="0"/>
                </a:cubicBezTo>
                <a:close/>
              </a:path>
            </a:pathLst>
          </a:custGeom>
          <a:solidFill>
            <a:srgbClr val="232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1" name="Google Shape;3341;p44"/>
          <p:cNvSpPr/>
          <p:nvPr/>
        </p:nvSpPr>
        <p:spPr>
          <a:xfrm>
            <a:off x="4182464" y="3177853"/>
            <a:ext cx="83952" cy="30057"/>
          </a:xfrm>
          <a:custGeom>
            <a:rect b="b" l="l" r="r" t="t"/>
            <a:pathLst>
              <a:path extrusionOk="0" h="957" w="2673">
                <a:moveTo>
                  <a:pt x="44" y="0"/>
                </a:moveTo>
                <a:cubicBezTo>
                  <a:pt x="44" y="0"/>
                  <a:pt x="0" y="44"/>
                  <a:pt x="44" y="44"/>
                </a:cubicBezTo>
                <a:cubicBezTo>
                  <a:pt x="769" y="544"/>
                  <a:pt x="1632" y="860"/>
                  <a:pt x="2492" y="950"/>
                </a:cubicBezTo>
                <a:cubicBezTo>
                  <a:pt x="2509" y="955"/>
                  <a:pt x="2524" y="957"/>
                  <a:pt x="2538" y="957"/>
                </a:cubicBezTo>
                <a:cubicBezTo>
                  <a:pt x="2672" y="957"/>
                  <a:pt x="2661" y="765"/>
                  <a:pt x="2539" y="726"/>
                </a:cubicBezTo>
                <a:cubicBezTo>
                  <a:pt x="1723" y="497"/>
                  <a:pt x="860" y="363"/>
                  <a:pt x="44" y="0"/>
                </a:cubicBezTo>
                <a:close/>
              </a:path>
            </a:pathLst>
          </a:custGeom>
          <a:solidFill>
            <a:srgbClr val="232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2" name="Google Shape;3342;p44"/>
          <p:cNvSpPr/>
          <p:nvPr/>
        </p:nvSpPr>
        <p:spPr>
          <a:xfrm>
            <a:off x="4447303" y="3729910"/>
            <a:ext cx="292906" cy="147113"/>
          </a:xfrm>
          <a:custGeom>
            <a:rect b="b" l="l" r="r" t="t"/>
            <a:pathLst>
              <a:path extrusionOk="0" h="4684" w="9326">
                <a:moveTo>
                  <a:pt x="1132" y="510"/>
                </a:moveTo>
                <a:cubicBezTo>
                  <a:pt x="2906" y="614"/>
                  <a:pt x="4680" y="664"/>
                  <a:pt x="6455" y="664"/>
                </a:cubicBezTo>
                <a:cubicBezTo>
                  <a:pt x="7038" y="664"/>
                  <a:pt x="7621" y="659"/>
                  <a:pt x="8205" y="648"/>
                </a:cubicBezTo>
                <a:lnTo>
                  <a:pt x="8205" y="648"/>
                </a:lnTo>
                <a:cubicBezTo>
                  <a:pt x="7889" y="2280"/>
                  <a:pt x="6529" y="3412"/>
                  <a:pt x="4940" y="3865"/>
                </a:cubicBezTo>
                <a:cubicBezTo>
                  <a:pt x="4762" y="3918"/>
                  <a:pt x="4575" y="3943"/>
                  <a:pt x="4382" y="3943"/>
                </a:cubicBezTo>
                <a:cubicBezTo>
                  <a:pt x="2766" y="3943"/>
                  <a:pt x="808" y="2178"/>
                  <a:pt x="1132" y="557"/>
                </a:cubicBezTo>
                <a:lnTo>
                  <a:pt x="1132" y="510"/>
                </a:lnTo>
                <a:close/>
                <a:moveTo>
                  <a:pt x="6935" y="1"/>
                </a:moveTo>
                <a:cubicBezTo>
                  <a:pt x="4958" y="1"/>
                  <a:pt x="2962" y="82"/>
                  <a:pt x="998" y="195"/>
                </a:cubicBezTo>
                <a:cubicBezTo>
                  <a:pt x="928" y="125"/>
                  <a:pt x="837" y="88"/>
                  <a:pt x="747" y="88"/>
                </a:cubicBezTo>
                <a:cubicBezTo>
                  <a:pt x="604" y="88"/>
                  <a:pt x="463" y="180"/>
                  <a:pt x="407" y="376"/>
                </a:cubicBezTo>
                <a:cubicBezTo>
                  <a:pt x="1" y="2552"/>
                  <a:pt x="2267" y="4590"/>
                  <a:pt x="4353" y="4681"/>
                </a:cubicBezTo>
                <a:cubicBezTo>
                  <a:pt x="4392" y="4683"/>
                  <a:pt x="4431" y="4683"/>
                  <a:pt x="4471" y="4683"/>
                </a:cubicBezTo>
                <a:cubicBezTo>
                  <a:pt x="6546" y="4683"/>
                  <a:pt x="9325" y="2373"/>
                  <a:pt x="8567" y="195"/>
                </a:cubicBezTo>
                <a:cubicBezTo>
                  <a:pt x="8524" y="147"/>
                  <a:pt x="8524" y="104"/>
                  <a:pt x="8477" y="104"/>
                </a:cubicBezTo>
                <a:cubicBezTo>
                  <a:pt x="8433" y="57"/>
                  <a:pt x="8342" y="13"/>
                  <a:pt x="8252" y="13"/>
                </a:cubicBezTo>
                <a:cubicBezTo>
                  <a:pt x="7814" y="5"/>
                  <a:pt x="7375" y="1"/>
                  <a:pt x="6935" y="1"/>
                </a:cubicBezTo>
                <a:close/>
              </a:path>
            </a:pathLst>
          </a:custGeom>
          <a:solidFill>
            <a:srgbClr val="232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3" name="Google Shape;3343;p44"/>
          <p:cNvSpPr/>
          <p:nvPr/>
        </p:nvSpPr>
        <p:spPr>
          <a:xfrm>
            <a:off x="4297734" y="4303733"/>
            <a:ext cx="33700" cy="235305"/>
          </a:xfrm>
          <a:custGeom>
            <a:rect b="b" l="l" r="r" t="t"/>
            <a:pathLst>
              <a:path extrusionOk="0" h="7492" w="1073">
                <a:moveTo>
                  <a:pt x="792" y="0"/>
                </a:moveTo>
                <a:cubicBezTo>
                  <a:pt x="708" y="0"/>
                  <a:pt x="627" y="45"/>
                  <a:pt x="592" y="149"/>
                </a:cubicBezTo>
                <a:cubicBezTo>
                  <a:pt x="1" y="2460"/>
                  <a:pt x="229" y="4998"/>
                  <a:pt x="411" y="7356"/>
                </a:cubicBezTo>
                <a:cubicBezTo>
                  <a:pt x="432" y="7446"/>
                  <a:pt x="511" y="7492"/>
                  <a:pt x="585" y="7492"/>
                </a:cubicBezTo>
                <a:cubicBezTo>
                  <a:pt x="658" y="7492"/>
                  <a:pt x="726" y="7446"/>
                  <a:pt x="726" y="7356"/>
                </a:cubicBezTo>
                <a:cubicBezTo>
                  <a:pt x="864" y="4955"/>
                  <a:pt x="545" y="2641"/>
                  <a:pt x="1045" y="284"/>
                </a:cubicBezTo>
                <a:cubicBezTo>
                  <a:pt x="1072" y="116"/>
                  <a:pt x="928" y="0"/>
                  <a:pt x="792" y="0"/>
                </a:cubicBezTo>
                <a:close/>
              </a:path>
            </a:pathLst>
          </a:custGeom>
          <a:solidFill>
            <a:srgbClr val="232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4" name="Google Shape;3344;p44"/>
          <p:cNvSpPr/>
          <p:nvPr/>
        </p:nvSpPr>
        <p:spPr>
          <a:xfrm>
            <a:off x="4939416" y="4215413"/>
            <a:ext cx="97426" cy="267058"/>
          </a:xfrm>
          <a:custGeom>
            <a:rect b="b" l="l" r="r" t="t"/>
            <a:pathLst>
              <a:path extrusionOk="0" h="8503" w="3102">
                <a:moveTo>
                  <a:pt x="222" y="0"/>
                </a:moveTo>
                <a:cubicBezTo>
                  <a:pt x="105" y="0"/>
                  <a:pt x="1" y="133"/>
                  <a:pt x="62" y="285"/>
                </a:cubicBezTo>
                <a:cubicBezTo>
                  <a:pt x="1150" y="2914"/>
                  <a:pt x="2420" y="5453"/>
                  <a:pt x="2467" y="8402"/>
                </a:cubicBezTo>
                <a:cubicBezTo>
                  <a:pt x="2467" y="8469"/>
                  <a:pt x="2523" y="8502"/>
                  <a:pt x="2579" y="8502"/>
                </a:cubicBezTo>
                <a:cubicBezTo>
                  <a:pt x="2635" y="8502"/>
                  <a:pt x="2692" y="8469"/>
                  <a:pt x="2692" y="8402"/>
                </a:cubicBezTo>
                <a:cubicBezTo>
                  <a:pt x="3101" y="5591"/>
                  <a:pt x="1651" y="2508"/>
                  <a:pt x="381" y="103"/>
                </a:cubicBezTo>
                <a:cubicBezTo>
                  <a:pt x="337" y="31"/>
                  <a:pt x="278" y="0"/>
                  <a:pt x="222" y="0"/>
                </a:cubicBezTo>
                <a:close/>
              </a:path>
            </a:pathLst>
          </a:custGeom>
          <a:solidFill>
            <a:srgbClr val="232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5" name="Google Shape;3345;p44"/>
          <p:cNvSpPr/>
          <p:nvPr/>
        </p:nvSpPr>
        <p:spPr>
          <a:xfrm>
            <a:off x="4740630" y="4290573"/>
            <a:ext cx="138067" cy="121767"/>
          </a:xfrm>
          <a:custGeom>
            <a:rect b="b" l="l" r="r" t="t"/>
            <a:pathLst>
              <a:path extrusionOk="0" h="3877" w="4396">
                <a:moveTo>
                  <a:pt x="3762" y="612"/>
                </a:moveTo>
                <a:lnTo>
                  <a:pt x="3762" y="612"/>
                </a:lnTo>
                <a:cubicBezTo>
                  <a:pt x="3718" y="1656"/>
                  <a:pt x="3399" y="2969"/>
                  <a:pt x="2311" y="3198"/>
                </a:cubicBezTo>
                <a:cubicBezTo>
                  <a:pt x="2221" y="3220"/>
                  <a:pt x="2138" y="3231"/>
                  <a:pt x="2060" y="3231"/>
                </a:cubicBezTo>
                <a:cubicBezTo>
                  <a:pt x="1048" y="3231"/>
                  <a:pt x="1082" y="1424"/>
                  <a:pt x="998" y="750"/>
                </a:cubicBezTo>
                <a:lnTo>
                  <a:pt x="998" y="703"/>
                </a:lnTo>
                <a:cubicBezTo>
                  <a:pt x="1374" y="740"/>
                  <a:pt x="1757" y="762"/>
                  <a:pt x="2141" y="762"/>
                </a:cubicBezTo>
                <a:cubicBezTo>
                  <a:pt x="2685" y="762"/>
                  <a:pt x="3231" y="718"/>
                  <a:pt x="3762" y="612"/>
                </a:cubicBezTo>
                <a:close/>
                <a:moveTo>
                  <a:pt x="4085" y="0"/>
                </a:moveTo>
                <a:cubicBezTo>
                  <a:pt x="4055" y="0"/>
                  <a:pt x="4023" y="8"/>
                  <a:pt x="3990" y="24"/>
                </a:cubicBezTo>
                <a:cubicBezTo>
                  <a:pt x="3273" y="272"/>
                  <a:pt x="2504" y="386"/>
                  <a:pt x="1737" y="386"/>
                </a:cubicBezTo>
                <a:cubicBezTo>
                  <a:pt x="1244" y="386"/>
                  <a:pt x="751" y="339"/>
                  <a:pt x="273" y="249"/>
                </a:cubicBezTo>
                <a:cubicBezTo>
                  <a:pt x="91" y="249"/>
                  <a:pt x="1" y="521"/>
                  <a:pt x="226" y="568"/>
                </a:cubicBezTo>
                <a:cubicBezTo>
                  <a:pt x="316" y="568"/>
                  <a:pt x="407" y="568"/>
                  <a:pt x="498" y="612"/>
                </a:cubicBezTo>
                <a:cubicBezTo>
                  <a:pt x="454" y="612"/>
                  <a:pt x="454" y="659"/>
                  <a:pt x="454" y="659"/>
                </a:cubicBezTo>
                <a:cubicBezTo>
                  <a:pt x="91" y="1928"/>
                  <a:pt x="679" y="3876"/>
                  <a:pt x="2177" y="3876"/>
                </a:cubicBezTo>
                <a:cubicBezTo>
                  <a:pt x="2194" y="3876"/>
                  <a:pt x="2211" y="3877"/>
                  <a:pt x="2227" y="3877"/>
                </a:cubicBezTo>
                <a:cubicBezTo>
                  <a:pt x="3909" y="3877"/>
                  <a:pt x="4396" y="1553"/>
                  <a:pt x="4306" y="296"/>
                </a:cubicBezTo>
                <a:cubicBezTo>
                  <a:pt x="4306" y="148"/>
                  <a:pt x="4216" y="0"/>
                  <a:pt x="4085" y="0"/>
                </a:cubicBezTo>
                <a:close/>
              </a:path>
            </a:pathLst>
          </a:custGeom>
          <a:solidFill>
            <a:srgbClr val="2329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9" name="Shape 3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Google Shape;3350;p45"/>
          <p:cNvSpPr txBox="1"/>
          <p:nvPr>
            <p:ph type="title"/>
          </p:nvPr>
        </p:nvSpPr>
        <p:spPr>
          <a:xfrm>
            <a:off x="457350" y="411600"/>
            <a:ext cx="822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AFAFA"/>
                </a:highlight>
              </a:rPr>
              <a:t>Illustrated Doodle Buyer Persona Infographics</a:t>
            </a:r>
            <a:endParaRPr>
              <a:highlight>
                <a:srgbClr val="FAFAFA"/>
              </a:highlight>
            </a:endParaRPr>
          </a:p>
        </p:txBody>
      </p:sp>
      <p:sp>
        <p:nvSpPr>
          <p:cNvPr id="3351" name="Google Shape;3351;p45"/>
          <p:cNvSpPr/>
          <p:nvPr/>
        </p:nvSpPr>
        <p:spPr>
          <a:xfrm rot="2131857">
            <a:off x="2778588" y="1702640"/>
            <a:ext cx="682683" cy="615621"/>
          </a:xfrm>
          <a:custGeom>
            <a:rect b="b" l="l" r="r" t="t"/>
            <a:pathLst>
              <a:path extrusionOk="0" h="35563" w="39437">
                <a:moveTo>
                  <a:pt x="1736" y="25000"/>
                </a:moveTo>
                <a:lnTo>
                  <a:pt x="1768" y="25006"/>
                </a:lnTo>
                <a:lnTo>
                  <a:pt x="1768" y="25006"/>
                </a:lnTo>
                <a:lnTo>
                  <a:pt x="1560" y="25025"/>
                </a:lnTo>
                <a:lnTo>
                  <a:pt x="1437" y="25080"/>
                </a:lnTo>
                <a:lnTo>
                  <a:pt x="1437" y="25080"/>
                </a:lnTo>
                <a:lnTo>
                  <a:pt x="1510" y="25025"/>
                </a:lnTo>
                <a:lnTo>
                  <a:pt x="1610" y="25000"/>
                </a:lnTo>
                <a:close/>
                <a:moveTo>
                  <a:pt x="1247" y="25253"/>
                </a:moveTo>
                <a:lnTo>
                  <a:pt x="1243" y="25262"/>
                </a:lnTo>
                <a:lnTo>
                  <a:pt x="1242" y="25258"/>
                </a:lnTo>
                <a:lnTo>
                  <a:pt x="1242" y="25258"/>
                </a:lnTo>
                <a:lnTo>
                  <a:pt x="1247" y="25253"/>
                </a:lnTo>
                <a:close/>
                <a:moveTo>
                  <a:pt x="2262" y="25493"/>
                </a:moveTo>
                <a:lnTo>
                  <a:pt x="2264" y="25503"/>
                </a:lnTo>
                <a:lnTo>
                  <a:pt x="2264" y="25704"/>
                </a:lnTo>
                <a:lnTo>
                  <a:pt x="2214" y="25779"/>
                </a:lnTo>
                <a:lnTo>
                  <a:pt x="2214" y="25779"/>
                </a:lnTo>
                <a:lnTo>
                  <a:pt x="2262" y="25493"/>
                </a:lnTo>
                <a:close/>
                <a:moveTo>
                  <a:pt x="2102" y="25958"/>
                </a:moveTo>
                <a:lnTo>
                  <a:pt x="2088" y="25980"/>
                </a:lnTo>
                <a:lnTo>
                  <a:pt x="2038" y="26006"/>
                </a:lnTo>
                <a:lnTo>
                  <a:pt x="2038" y="26006"/>
                </a:lnTo>
                <a:lnTo>
                  <a:pt x="2102" y="25958"/>
                </a:lnTo>
                <a:close/>
                <a:moveTo>
                  <a:pt x="36192" y="0"/>
                </a:moveTo>
                <a:lnTo>
                  <a:pt x="36041" y="26"/>
                </a:lnTo>
                <a:lnTo>
                  <a:pt x="34733" y="378"/>
                </a:lnTo>
                <a:lnTo>
                  <a:pt x="33400" y="780"/>
                </a:lnTo>
                <a:lnTo>
                  <a:pt x="32092" y="1208"/>
                </a:lnTo>
                <a:lnTo>
                  <a:pt x="30810" y="1685"/>
                </a:lnTo>
                <a:lnTo>
                  <a:pt x="29527" y="2188"/>
                </a:lnTo>
                <a:lnTo>
                  <a:pt x="28244" y="2717"/>
                </a:lnTo>
                <a:lnTo>
                  <a:pt x="27012" y="3295"/>
                </a:lnTo>
                <a:lnTo>
                  <a:pt x="25780" y="3899"/>
                </a:lnTo>
                <a:lnTo>
                  <a:pt x="24547" y="4527"/>
                </a:lnTo>
                <a:lnTo>
                  <a:pt x="23340" y="5206"/>
                </a:lnTo>
                <a:lnTo>
                  <a:pt x="22158" y="5911"/>
                </a:lnTo>
                <a:lnTo>
                  <a:pt x="20976" y="6640"/>
                </a:lnTo>
                <a:lnTo>
                  <a:pt x="19844" y="7395"/>
                </a:lnTo>
                <a:lnTo>
                  <a:pt x="18712" y="8174"/>
                </a:lnTo>
                <a:lnTo>
                  <a:pt x="17606" y="9004"/>
                </a:lnTo>
                <a:lnTo>
                  <a:pt x="16499" y="9834"/>
                </a:lnTo>
                <a:lnTo>
                  <a:pt x="15443" y="10714"/>
                </a:lnTo>
                <a:lnTo>
                  <a:pt x="14387" y="11620"/>
                </a:lnTo>
                <a:lnTo>
                  <a:pt x="13381" y="12525"/>
                </a:lnTo>
                <a:lnTo>
                  <a:pt x="12375" y="13481"/>
                </a:lnTo>
                <a:lnTo>
                  <a:pt x="11394" y="14437"/>
                </a:lnTo>
                <a:lnTo>
                  <a:pt x="10438" y="15443"/>
                </a:lnTo>
                <a:lnTo>
                  <a:pt x="9508" y="16474"/>
                </a:lnTo>
                <a:lnTo>
                  <a:pt x="8602" y="17505"/>
                </a:lnTo>
                <a:lnTo>
                  <a:pt x="7722" y="18561"/>
                </a:lnTo>
                <a:lnTo>
                  <a:pt x="6867" y="19668"/>
                </a:lnTo>
                <a:lnTo>
                  <a:pt x="6062" y="20774"/>
                </a:lnTo>
                <a:lnTo>
                  <a:pt x="5282" y="21906"/>
                </a:lnTo>
                <a:lnTo>
                  <a:pt x="4503" y="23063"/>
                </a:lnTo>
                <a:lnTo>
                  <a:pt x="3799" y="24245"/>
                </a:lnTo>
                <a:lnTo>
                  <a:pt x="3094" y="25427"/>
                </a:lnTo>
                <a:lnTo>
                  <a:pt x="2812" y="25960"/>
                </a:lnTo>
                <a:lnTo>
                  <a:pt x="2217" y="25290"/>
                </a:lnTo>
                <a:lnTo>
                  <a:pt x="2217" y="25290"/>
                </a:lnTo>
                <a:lnTo>
                  <a:pt x="2214" y="25276"/>
                </a:lnTo>
                <a:lnTo>
                  <a:pt x="2164" y="25201"/>
                </a:lnTo>
                <a:lnTo>
                  <a:pt x="2164" y="25226"/>
                </a:lnTo>
                <a:lnTo>
                  <a:pt x="2164" y="25229"/>
                </a:lnTo>
                <a:lnTo>
                  <a:pt x="2164" y="25229"/>
                </a:lnTo>
                <a:lnTo>
                  <a:pt x="2139" y="25201"/>
                </a:lnTo>
                <a:lnTo>
                  <a:pt x="2139" y="25176"/>
                </a:lnTo>
                <a:lnTo>
                  <a:pt x="2088" y="25125"/>
                </a:lnTo>
                <a:lnTo>
                  <a:pt x="2013" y="25025"/>
                </a:lnTo>
                <a:lnTo>
                  <a:pt x="1862" y="24849"/>
                </a:lnTo>
                <a:lnTo>
                  <a:pt x="1560" y="24522"/>
                </a:lnTo>
                <a:lnTo>
                  <a:pt x="982" y="23843"/>
                </a:lnTo>
                <a:lnTo>
                  <a:pt x="881" y="23742"/>
                </a:lnTo>
                <a:lnTo>
                  <a:pt x="630" y="23641"/>
                </a:lnTo>
                <a:lnTo>
                  <a:pt x="504" y="23667"/>
                </a:lnTo>
                <a:lnTo>
                  <a:pt x="278" y="23717"/>
                </a:lnTo>
                <a:lnTo>
                  <a:pt x="26" y="24044"/>
                </a:lnTo>
                <a:lnTo>
                  <a:pt x="1" y="24270"/>
                </a:lnTo>
                <a:lnTo>
                  <a:pt x="1284" y="35060"/>
                </a:lnTo>
                <a:lnTo>
                  <a:pt x="1309" y="35185"/>
                </a:lnTo>
                <a:lnTo>
                  <a:pt x="1359" y="35286"/>
                </a:lnTo>
                <a:lnTo>
                  <a:pt x="1485" y="35462"/>
                </a:lnTo>
                <a:lnTo>
                  <a:pt x="1912" y="35563"/>
                </a:lnTo>
                <a:lnTo>
                  <a:pt x="2139" y="35487"/>
                </a:lnTo>
                <a:lnTo>
                  <a:pt x="4276" y="34204"/>
                </a:lnTo>
                <a:lnTo>
                  <a:pt x="8426" y="31438"/>
                </a:lnTo>
                <a:lnTo>
                  <a:pt x="10463" y="30030"/>
                </a:lnTo>
                <a:lnTo>
                  <a:pt x="10639" y="29904"/>
                </a:lnTo>
                <a:lnTo>
                  <a:pt x="10690" y="29677"/>
                </a:lnTo>
                <a:lnTo>
                  <a:pt x="10715" y="29451"/>
                </a:lnTo>
                <a:lnTo>
                  <a:pt x="10463" y="29099"/>
                </a:lnTo>
                <a:lnTo>
                  <a:pt x="10262" y="29024"/>
                </a:lnTo>
                <a:lnTo>
                  <a:pt x="9105" y="28822"/>
                </a:lnTo>
                <a:lnTo>
                  <a:pt x="8024" y="28596"/>
                </a:lnTo>
                <a:lnTo>
                  <a:pt x="6967" y="28319"/>
                </a:lnTo>
                <a:lnTo>
                  <a:pt x="6464" y="28144"/>
                </a:lnTo>
                <a:lnTo>
                  <a:pt x="6464" y="28144"/>
                </a:lnTo>
                <a:lnTo>
                  <a:pt x="6716" y="27615"/>
                </a:lnTo>
                <a:lnTo>
                  <a:pt x="8074" y="25603"/>
                </a:lnTo>
                <a:lnTo>
                  <a:pt x="8854" y="24647"/>
                </a:lnTo>
                <a:lnTo>
                  <a:pt x="9658" y="23742"/>
                </a:lnTo>
                <a:lnTo>
                  <a:pt x="10539" y="22937"/>
                </a:lnTo>
                <a:lnTo>
                  <a:pt x="11469" y="22107"/>
                </a:lnTo>
                <a:lnTo>
                  <a:pt x="12400" y="21303"/>
                </a:lnTo>
                <a:lnTo>
                  <a:pt x="13356" y="20523"/>
                </a:lnTo>
                <a:lnTo>
                  <a:pt x="14336" y="19768"/>
                </a:lnTo>
                <a:lnTo>
                  <a:pt x="15342" y="19014"/>
                </a:lnTo>
                <a:lnTo>
                  <a:pt x="16348" y="18310"/>
                </a:lnTo>
                <a:lnTo>
                  <a:pt x="16851" y="17958"/>
                </a:lnTo>
                <a:lnTo>
                  <a:pt x="17354" y="17605"/>
                </a:lnTo>
                <a:lnTo>
                  <a:pt x="18411" y="16952"/>
                </a:lnTo>
                <a:lnTo>
                  <a:pt x="19467" y="16298"/>
                </a:lnTo>
                <a:lnTo>
                  <a:pt x="20523" y="15669"/>
                </a:lnTo>
                <a:lnTo>
                  <a:pt x="21605" y="15090"/>
                </a:lnTo>
                <a:lnTo>
                  <a:pt x="22711" y="14512"/>
                </a:lnTo>
                <a:lnTo>
                  <a:pt x="23818" y="13959"/>
                </a:lnTo>
                <a:lnTo>
                  <a:pt x="24925" y="13431"/>
                </a:lnTo>
                <a:lnTo>
                  <a:pt x="26056" y="12928"/>
                </a:lnTo>
                <a:lnTo>
                  <a:pt x="27213" y="12450"/>
                </a:lnTo>
                <a:lnTo>
                  <a:pt x="28345" y="11997"/>
                </a:lnTo>
                <a:lnTo>
                  <a:pt x="29527" y="11569"/>
                </a:lnTo>
                <a:lnTo>
                  <a:pt x="30684" y="11167"/>
                </a:lnTo>
                <a:lnTo>
                  <a:pt x="31866" y="10790"/>
                </a:lnTo>
                <a:lnTo>
                  <a:pt x="33048" y="10438"/>
                </a:lnTo>
                <a:lnTo>
                  <a:pt x="34255" y="10136"/>
                </a:lnTo>
                <a:lnTo>
                  <a:pt x="35462" y="9809"/>
                </a:lnTo>
                <a:lnTo>
                  <a:pt x="36644" y="9583"/>
                </a:lnTo>
                <a:lnTo>
                  <a:pt x="37248" y="9507"/>
                </a:lnTo>
                <a:lnTo>
                  <a:pt x="38455" y="9457"/>
                </a:lnTo>
                <a:lnTo>
                  <a:pt x="39034" y="9532"/>
                </a:lnTo>
                <a:lnTo>
                  <a:pt x="39185" y="9532"/>
                </a:lnTo>
                <a:lnTo>
                  <a:pt x="39386" y="9381"/>
                </a:lnTo>
                <a:lnTo>
                  <a:pt x="39436" y="9230"/>
                </a:lnTo>
                <a:lnTo>
                  <a:pt x="39436" y="9080"/>
                </a:lnTo>
                <a:lnTo>
                  <a:pt x="39285" y="8878"/>
                </a:lnTo>
                <a:lnTo>
                  <a:pt x="39134" y="8828"/>
                </a:lnTo>
                <a:lnTo>
                  <a:pt x="38480" y="8753"/>
                </a:lnTo>
                <a:lnTo>
                  <a:pt x="37173" y="8778"/>
                </a:lnTo>
                <a:lnTo>
                  <a:pt x="36544" y="8853"/>
                </a:lnTo>
                <a:lnTo>
                  <a:pt x="35286" y="9054"/>
                </a:lnTo>
                <a:lnTo>
                  <a:pt x="34054" y="9356"/>
                </a:lnTo>
                <a:lnTo>
                  <a:pt x="32847" y="9658"/>
                </a:lnTo>
                <a:lnTo>
                  <a:pt x="31640" y="9985"/>
                </a:lnTo>
                <a:lnTo>
                  <a:pt x="30432" y="10362"/>
                </a:lnTo>
                <a:lnTo>
                  <a:pt x="29225" y="10740"/>
                </a:lnTo>
                <a:lnTo>
                  <a:pt x="28043" y="11167"/>
                </a:lnTo>
                <a:lnTo>
                  <a:pt x="26861" y="11620"/>
                </a:lnTo>
                <a:lnTo>
                  <a:pt x="25704" y="12072"/>
                </a:lnTo>
                <a:lnTo>
                  <a:pt x="24547" y="12575"/>
                </a:lnTo>
                <a:lnTo>
                  <a:pt x="23390" y="13104"/>
                </a:lnTo>
                <a:lnTo>
                  <a:pt x="22284" y="13657"/>
                </a:lnTo>
                <a:lnTo>
                  <a:pt x="21152" y="14210"/>
                </a:lnTo>
                <a:lnTo>
                  <a:pt x="20045" y="14814"/>
                </a:lnTo>
                <a:lnTo>
                  <a:pt x="18939" y="15443"/>
                </a:lnTo>
                <a:lnTo>
                  <a:pt x="17883" y="16096"/>
                </a:lnTo>
                <a:lnTo>
                  <a:pt x="16801" y="16776"/>
                </a:lnTo>
                <a:lnTo>
                  <a:pt x="16273" y="17102"/>
                </a:lnTo>
                <a:lnTo>
                  <a:pt x="15770" y="17455"/>
                </a:lnTo>
                <a:lnTo>
                  <a:pt x="14714" y="18184"/>
                </a:lnTo>
                <a:lnTo>
                  <a:pt x="13708" y="18913"/>
                </a:lnTo>
                <a:lnTo>
                  <a:pt x="12702" y="19693"/>
                </a:lnTo>
                <a:lnTo>
                  <a:pt x="11721" y="20473"/>
                </a:lnTo>
                <a:lnTo>
                  <a:pt x="10740" y="21303"/>
                </a:lnTo>
                <a:lnTo>
                  <a:pt x="9809" y="22107"/>
                </a:lnTo>
                <a:lnTo>
                  <a:pt x="8879" y="22988"/>
                </a:lnTo>
                <a:lnTo>
                  <a:pt x="8024" y="23943"/>
                </a:lnTo>
                <a:lnTo>
                  <a:pt x="7194" y="24924"/>
                </a:lnTo>
                <a:lnTo>
                  <a:pt x="5760" y="27062"/>
                </a:lnTo>
                <a:lnTo>
                  <a:pt x="5182" y="28244"/>
                </a:lnTo>
                <a:lnTo>
                  <a:pt x="5182" y="28269"/>
                </a:lnTo>
                <a:lnTo>
                  <a:pt x="5131" y="28495"/>
                </a:lnTo>
                <a:lnTo>
                  <a:pt x="5308" y="28873"/>
                </a:lnTo>
                <a:lnTo>
                  <a:pt x="5509" y="28973"/>
                </a:lnTo>
                <a:lnTo>
                  <a:pt x="6615" y="29351"/>
                </a:lnTo>
                <a:lnTo>
                  <a:pt x="7169" y="29527"/>
                </a:lnTo>
                <a:lnTo>
                  <a:pt x="7772" y="29677"/>
                </a:lnTo>
                <a:lnTo>
                  <a:pt x="8732" y="29886"/>
                </a:lnTo>
                <a:lnTo>
                  <a:pt x="8732" y="29886"/>
                </a:lnTo>
                <a:lnTo>
                  <a:pt x="7797" y="30533"/>
                </a:lnTo>
                <a:lnTo>
                  <a:pt x="3673" y="33249"/>
                </a:lnTo>
                <a:lnTo>
                  <a:pt x="2309" y="34060"/>
                </a:lnTo>
                <a:lnTo>
                  <a:pt x="2309" y="34060"/>
                </a:lnTo>
                <a:lnTo>
                  <a:pt x="1326" y="25950"/>
                </a:lnTo>
                <a:lnTo>
                  <a:pt x="2516" y="27263"/>
                </a:lnTo>
                <a:lnTo>
                  <a:pt x="2591" y="27339"/>
                </a:lnTo>
                <a:lnTo>
                  <a:pt x="2667" y="27389"/>
                </a:lnTo>
                <a:lnTo>
                  <a:pt x="2868" y="27464"/>
                </a:lnTo>
                <a:lnTo>
                  <a:pt x="3270" y="27339"/>
                </a:lnTo>
                <a:lnTo>
                  <a:pt x="3396" y="27162"/>
                </a:lnTo>
                <a:lnTo>
                  <a:pt x="3421" y="27162"/>
                </a:lnTo>
                <a:lnTo>
                  <a:pt x="4050" y="25955"/>
                </a:lnTo>
                <a:lnTo>
                  <a:pt x="4729" y="24798"/>
                </a:lnTo>
                <a:lnTo>
                  <a:pt x="5433" y="23641"/>
                </a:lnTo>
                <a:lnTo>
                  <a:pt x="6163" y="22510"/>
                </a:lnTo>
                <a:lnTo>
                  <a:pt x="6942" y="21403"/>
                </a:lnTo>
                <a:lnTo>
                  <a:pt x="7722" y="20297"/>
                </a:lnTo>
                <a:lnTo>
                  <a:pt x="8552" y="19240"/>
                </a:lnTo>
                <a:lnTo>
                  <a:pt x="9407" y="18184"/>
                </a:lnTo>
                <a:lnTo>
                  <a:pt x="10287" y="17153"/>
                </a:lnTo>
                <a:lnTo>
                  <a:pt x="11193" y="16147"/>
                </a:lnTo>
                <a:lnTo>
                  <a:pt x="12123" y="15166"/>
                </a:lnTo>
                <a:lnTo>
                  <a:pt x="13079" y="14185"/>
                </a:lnTo>
                <a:lnTo>
                  <a:pt x="14035" y="13255"/>
                </a:lnTo>
                <a:lnTo>
                  <a:pt x="15041" y="12349"/>
                </a:lnTo>
                <a:lnTo>
                  <a:pt x="16072" y="11444"/>
                </a:lnTo>
                <a:lnTo>
                  <a:pt x="17103" y="10589"/>
                </a:lnTo>
                <a:lnTo>
                  <a:pt x="18159" y="9759"/>
                </a:lnTo>
                <a:lnTo>
                  <a:pt x="19266" y="8929"/>
                </a:lnTo>
                <a:lnTo>
                  <a:pt x="20347" y="8149"/>
                </a:lnTo>
                <a:lnTo>
                  <a:pt x="21479" y="7395"/>
                </a:lnTo>
                <a:lnTo>
                  <a:pt x="22611" y="6665"/>
                </a:lnTo>
                <a:lnTo>
                  <a:pt x="23768" y="5961"/>
                </a:lnTo>
                <a:lnTo>
                  <a:pt x="24950" y="5282"/>
                </a:lnTo>
                <a:lnTo>
                  <a:pt x="26157" y="4628"/>
                </a:lnTo>
                <a:lnTo>
                  <a:pt x="27364" y="4024"/>
                </a:lnTo>
                <a:lnTo>
                  <a:pt x="28571" y="3421"/>
                </a:lnTo>
                <a:lnTo>
                  <a:pt x="29829" y="2893"/>
                </a:lnTo>
                <a:lnTo>
                  <a:pt x="31061" y="2365"/>
                </a:lnTo>
                <a:lnTo>
                  <a:pt x="32344" y="1887"/>
                </a:lnTo>
                <a:lnTo>
                  <a:pt x="33626" y="1434"/>
                </a:lnTo>
                <a:lnTo>
                  <a:pt x="34909" y="1032"/>
                </a:lnTo>
                <a:lnTo>
                  <a:pt x="36217" y="654"/>
                </a:lnTo>
                <a:lnTo>
                  <a:pt x="36343" y="604"/>
                </a:lnTo>
                <a:lnTo>
                  <a:pt x="36468" y="378"/>
                </a:lnTo>
                <a:lnTo>
                  <a:pt x="36443" y="252"/>
                </a:lnTo>
                <a:lnTo>
                  <a:pt x="36393" y="126"/>
                </a:lnTo>
                <a:lnTo>
                  <a:pt x="36192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2" name="Google Shape;3352;p45"/>
          <p:cNvSpPr/>
          <p:nvPr/>
        </p:nvSpPr>
        <p:spPr>
          <a:xfrm flipH="1" rot="6726064">
            <a:off x="2751058" y="3384449"/>
            <a:ext cx="682629" cy="644449"/>
          </a:xfrm>
          <a:custGeom>
            <a:rect b="b" l="l" r="r" t="t"/>
            <a:pathLst>
              <a:path extrusionOk="0" h="35563" w="39437">
                <a:moveTo>
                  <a:pt x="1736" y="25000"/>
                </a:moveTo>
                <a:lnTo>
                  <a:pt x="1768" y="25006"/>
                </a:lnTo>
                <a:lnTo>
                  <a:pt x="1768" y="25006"/>
                </a:lnTo>
                <a:lnTo>
                  <a:pt x="1560" y="25025"/>
                </a:lnTo>
                <a:lnTo>
                  <a:pt x="1437" y="25080"/>
                </a:lnTo>
                <a:lnTo>
                  <a:pt x="1437" y="25080"/>
                </a:lnTo>
                <a:lnTo>
                  <a:pt x="1510" y="25025"/>
                </a:lnTo>
                <a:lnTo>
                  <a:pt x="1610" y="25000"/>
                </a:lnTo>
                <a:close/>
                <a:moveTo>
                  <a:pt x="1247" y="25253"/>
                </a:moveTo>
                <a:lnTo>
                  <a:pt x="1243" y="25262"/>
                </a:lnTo>
                <a:lnTo>
                  <a:pt x="1242" y="25258"/>
                </a:lnTo>
                <a:lnTo>
                  <a:pt x="1242" y="25258"/>
                </a:lnTo>
                <a:lnTo>
                  <a:pt x="1247" y="25253"/>
                </a:lnTo>
                <a:close/>
                <a:moveTo>
                  <a:pt x="2262" y="25493"/>
                </a:moveTo>
                <a:lnTo>
                  <a:pt x="2264" y="25503"/>
                </a:lnTo>
                <a:lnTo>
                  <a:pt x="2264" y="25704"/>
                </a:lnTo>
                <a:lnTo>
                  <a:pt x="2214" y="25779"/>
                </a:lnTo>
                <a:lnTo>
                  <a:pt x="2214" y="25779"/>
                </a:lnTo>
                <a:lnTo>
                  <a:pt x="2262" y="25493"/>
                </a:lnTo>
                <a:close/>
                <a:moveTo>
                  <a:pt x="2102" y="25958"/>
                </a:moveTo>
                <a:lnTo>
                  <a:pt x="2088" y="25980"/>
                </a:lnTo>
                <a:lnTo>
                  <a:pt x="2038" y="26006"/>
                </a:lnTo>
                <a:lnTo>
                  <a:pt x="2038" y="26006"/>
                </a:lnTo>
                <a:lnTo>
                  <a:pt x="2102" y="25958"/>
                </a:lnTo>
                <a:close/>
                <a:moveTo>
                  <a:pt x="36192" y="0"/>
                </a:moveTo>
                <a:lnTo>
                  <a:pt x="36041" y="26"/>
                </a:lnTo>
                <a:lnTo>
                  <a:pt x="34733" y="378"/>
                </a:lnTo>
                <a:lnTo>
                  <a:pt x="33400" y="780"/>
                </a:lnTo>
                <a:lnTo>
                  <a:pt x="32092" y="1208"/>
                </a:lnTo>
                <a:lnTo>
                  <a:pt x="30810" y="1685"/>
                </a:lnTo>
                <a:lnTo>
                  <a:pt x="29527" y="2188"/>
                </a:lnTo>
                <a:lnTo>
                  <a:pt x="28244" y="2717"/>
                </a:lnTo>
                <a:lnTo>
                  <a:pt x="27012" y="3295"/>
                </a:lnTo>
                <a:lnTo>
                  <a:pt x="25780" y="3899"/>
                </a:lnTo>
                <a:lnTo>
                  <a:pt x="24547" y="4527"/>
                </a:lnTo>
                <a:lnTo>
                  <a:pt x="23340" y="5206"/>
                </a:lnTo>
                <a:lnTo>
                  <a:pt x="22158" y="5911"/>
                </a:lnTo>
                <a:lnTo>
                  <a:pt x="20976" y="6640"/>
                </a:lnTo>
                <a:lnTo>
                  <a:pt x="19844" y="7395"/>
                </a:lnTo>
                <a:lnTo>
                  <a:pt x="18712" y="8174"/>
                </a:lnTo>
                <a:lnTo>
                  <a:pt x="17606" y="9004"/>
                </a:lnTo>
                <a:lnTo>
                  <a:pt x="16499" y="9834"/>
                </a:lnTo>
                <a:lnTo>
                  <a:pt x="15443" y="10714"/>
                </a:lnTo>
                <a:lnTo>
                  <a:pt x="14387" y="11620"/>
                </a:lnTo>
                <a:lnTo>
                  <a:pt x="13381" y="12525"/>
                </a:lnTo>
                <a:lnTo>
                  <a:pt x="12375" y="13481"/>
                </a:lnTo>
                <a:lnTo>
                  <a:pt x="11394" y="14437"/>
                </a:lnTo>
                <a:lnTo>
                  <a:pt x="10438" y="15443"/>
                </a:lnTo>
                <a:lnTo>
                  <a:pt x="9508" y="16474"/>
                </a:lnTo>
                <a:lnTo>
                  <a:pt x="8602" y="17505"/>
                </a:lnTo>
                <a:lnTo>
                  <a:pt x="7722" y="18561"/>
                </a:lnTo>
                <a:lnTo>
                  <a:pt x="6867" y="19668"/>
                </a:lnTo>
                <a:lnTo>
                  <a:pt x="6062" y="20774"/>
                </a:lnTo>
                <a:lnTo>
                  <a:pt x="5282" y="21906"/>
                </a:lnTo>
                <a:lnTo>
                  <a:pt x="4503" y="23063"/>
                </a:lnTo>
                <a:lnTo>
                  <a:pt x="3799" y="24245"/>
                </a:lnTo>
                <a:lnTo>
                  <a:pt x="3094" y="25427"/>
                </a:lnTo>
                <a:lnTo>
                  <a:pt x="2812" y="25960"/>
                </a:lnTo>
                <a:lnTo>
                  <a:pt x="2217" y="25290"/>
                </a:lnTo>
                <a:lnTo>
                  <a:pt x="2217" y="25290"/>
                </a:lnTo>
                <a:lnTo>
                  <a:pt x="2214" y="25276"/>
                </a:lnTo>
                <a:lnTo>
                  <a:pt x="2164" y="25201"/>
                </a:lnTo>
                <a:lnTo>
                  <a:pt x="2164" y="25226"/>
                </a:lnTo>
                <a:lnTo>
                  <a:pt x="2164" y="25229"/>
                </a:lnTo>
                <a:lnTo>
                  <a:pt x="2164" y="25229"/>
                </a:lnTo>
                <a:lnTo>
                  <a:pt x="2139" y="25201"/>
                </a:lnTo>
                <a:lnTo>
                  <a:pt x="2139" y="25176"/>
                </a:lnTo>
                <a:lnTo>
                  <a:pt x="2088" y="25125"/>
                </a:lnTo>
                <a:lnTo>
                  <a:pt x="2013" y="25025"/>
                </a:lnTo>
                <a:lnTo>
                  <a:pt x="1862" y="24849"/>
                </a:lnTo>
                <a:lnTo>
                  <a:pt x="1560" y="24522"/>
                </a:lnTo>
                <a:lnTo>
                  <a:pt x="982" y="23843"/>
                </a:lnTo>
                <a:lnTo>
                  <a:pt x="881" y="23742"/>
                </a:lnTo>
                <a:lnTo>
                  <a:pt x="630" y="23641"/>
                </a:lnTo>
                <a:lnTo>
                  <a:pt x="504" y="23667"/>
                </a:lnTo>
                <a:lnTo>
                  <a:pt x="278" y="23717"/>
                </a:lnTo>
                <a:lnTo>
                  <a:pt x="26" y="24044"/>
                </a:lnTo>
                <a:lnTo>
                  <a:pt x="1" y="24270"/>
                </a:lnTo>
                <a:lnTo>
                  <a:pt x="1284" y="35060"/>
                </a:lnTo>
                <a:lnTo>
                  <a:pt x="1309" y="35185"/>
                </a:lnTo>
                <a:lnTo>
                  <a:pt x="1359" y="35286"/>
                </a:lnTo>
                <a:lnTo>
                  <a:pt x="1485" y="35462"/>
                </a:lnTo>
                <a:lnTo>
                  <a:pt x="1912" y="35563"/>
                </a:lnTo>
                <a:lnTo>
                  <a:pt x="2139" y="35487"/>
                </a:lnTo>
                <a:lnTo>
                  <a:pt x="4276" y="34204"/>
                </a:lnTo>
                <a:lnTo>
                  <a:pt x="8426" y="31438"/>
                </a:lnTo>
                <a:lnTo>
                  <a:pt x="10463" y="30030"/>
                </a:lnTo>
                <a:lnTo>
                  <a:pt x="10639" y="29904"/>
                </a:lnTo>
                <a:lnTo>
                  <a:pt x="10690" y="29677"/>
                </a:lnTo>
                <a:lnTo>
                  <a:pt x="10715" y="29451"/>
                </a:lnTo>
                <a:lnTo>
                  <a:pt x="10463" y="29099"/>
                </a:lnTo>
                <a:lnTo>
                  <a:pt x="10262" y="29024"/>
                </a:lnTo>
                <a:lnTo>
                  <a:pt x="9105" y="28822"/>
                </a:lnTo>
                <a:lnTo>
                  <a:pt x="8024" y="28596"/>
                </a:lnTo>
                <a:lnTo>
                  <a:pt x="6967" y="28319"/>
                </a:lnTo>
                <a:lnTo>
                  <a:pt x="6464" y="28144"/>
                </a:lnTo>
                <a:lnTo>
                  <a:pt x="6464" y="28144"/>
                </a:lnTo>
                <a:lnTo>
                  <a:pt x="6716" y="27615"/>
                </a:lnTo>
                <a:lnTo>
                  <a:pt x="8074" y="25603"/>
                </a:lnTo>
                <a:lnTo>
                  <a:pt x="8854" y="24647"/>
                </a:lnTo>
                <a:lnTo>
                  <a:pt x="9658" y="23742"/>
                </a:lnTo>
                <a:lnTo>
                  <a:pt x="10539" y="22937"/>
                </a:lnTo>
                <a:lnTo>
                  <a:pt x="11469" y="22107"/>
                </a:lnTo>
                <a:lnTo>
                  <a:pt x="12400" y="21303"/>
                </a:lnTo>
                <a:lnTo>
                  <a:pt x="13356" y="20523"/>
                </a:lnTo>
                <a:lnTo>
                  <a:pt x="14336" y="19768"/>
                </a:lnTo>
                <a:lnTo>
                  <a:pt x="15342" y="19014"/>
                </a:lnTo>
                <a:lnTo>
                  <a:pt x="16348" y="18310"/>
                </a:lnTo>
                <a:lnTo>
                  <a:pt x="16851" y="17958"/>
                </a:lnTo>
                <a:lnTo>
                  <a:pt x="17354" y="17605"/>
                </a:lnTo>
                <a:lnTo>
                  <a:pt x="18411" y="16952"/>
                </a:lnTo>
                <a:lnTo>
                  <a:pt x="19467" y="16298"/>
                </a:lnTo>
                <a:lnTo>
                  <a:pt x="20523" y="15669"/>
                </a:lnTo>
                <a:lnTo>
                  <a:pt x="21605" y="15090"/>
                </a:lnTo>
                <a:lnTo>
                  <a:pt x="22711" y="14512"/>
                </a:lnTo>
                <a:lnTo>
                  <a:pt x="23818" y="13959"/>
                </a:lnTo>
                <a:lnTo>
                  <a:pt x="24925" y="13431"/>
                </a:lnTo>
                <a:lnTo>
                  <a:pt x="26056" y="12928"/>
                </a:lnTo>
                <a:lnTo>
                  <a:pt x="27213" y="12450"/>
                </a:lnTo>
                <a:lnTo>
                  <a:pt x="28345" y="11997"/>
                </a:lnTo>
                <a:lnTo>
                  <a:pt x="29527" y="11569"/>
                </a:lnTo>
                <a:lnTo>
                  <a:pt x="30684" y="11167"/>
                </a:lnTo>
                <a:lnTo>
                  <a:pt x="31866" y="10790"/>
                </a:lnTo>
                <a:lnTo>
                  <a:pt x="33048" y="10438"/>
                </a:lnTo>
                <a:lnTo>
                  <a:pt x="34255" y="10136"/>
                </a:lnTo>
                <a:lnTo>
                  <a:pt x="35462" y="9809"/>
                </a:lnTo>
                <a:lnTo>
                  <a:pt x="36644" y="9583"/>
                </a:lnTo>
                <a:lnTo>
                  <a:pt x="37248" y="9507"/>
                </a:lnTo>
                <a:lnTo>
                  <a:pt x="38455" y="9457"/>
                </a:lnTo>
                <a:lnTo>
                  <a:pt x="39034" y="9532"/>
                </a:lnTo>
                <a:lnTo>
                  <a:pt x="39185" y="9532"/>
                </a:lnTo>
                <a:lnTo>
                  <a:pt x="39386" y="9381"/>
                </a:lnTo>
                <a:lnTo>
                  <a:pt x="39436" y="9230"/>
                </a:lnTo>
                <a:lnTo>
                  <a:pt x="39436" y="9080"/>
                </a:lnTo>
                <a:lnTo>
                  <a:pt x="39285" y="8878"/>
                </a:lnTo>
                <a:lnTo>
                  <a:pt x="39134" y="8828"/>
                </a:lnTo>
                <a:lnTo>
                  <a:pt x="38480" y="8753"/>
                </a:lnTo>
                <a:lnTo>
                  <a:pt x="37173" y="8778"/>
                </a:lnTo>
                <a:lnTo>
                  <a:pt x="36544" y="8853"/>
                </a:lnTo>
                <a:lnTo>
                  <a:pt x="35286" y="9054"/>
                </a:lnTo>
                <a:lnTo>
                  <a:pt x="34054" y="9356"/>
                </a:lnTo>
                <a:lnTo>
                  <a:pt x="32847" y="9658"/>
                </a:lnTo>
                <a:lnTo>
                  <a:pt x="31640" y="9985"/>
                </a:lnTo>
                <a:lnTo>
                  <a:pt x="30432" y="10362"/>
                </a:lnTo>
                <a:lnTo>
                  <a:pt x="29225" y="10740"/>
                </a:lnTo>
                <a:lnTo>
                  <a:pt x="28043" y="11167"/>
                </a:lnTo>
                <a:lnTo>
                  <a:pt x="26861" y="11620"/>
                </a:lnTo>
                <a:lnTo>
                  <a:pt x="25704" y="12072"/>
                </a:lnTo>
                <a:lnTo>
                  <a:pt x="24547" y="12575"/>
                </a:lnTo>
                <a:lnTo>
                  <a:pt x="23390" y="13104"/>
                </a:lnTo>
                <a:lnTo>
                  <a:pt x="22284" y="13657"/>
                </a:lnTo>
                <a:lnTo>
                  <a:pt x="21152" y="14210"/>
                </a:lnTo>
                <a:lnTo>
                  <a:pt x="20045" y="14814"/>
                </a:lnTo>
                <a:lnTo>
                  <a:pt x="18939" y="15443"/>
                </a:lnTo>
                <a:lnTo>
                  <a:pt x="17883" y="16096"/>
                </a:lnTo>
                <a:lnTo>
                  <a:pt x="16801" y="16776"/>
                </a:lnTo>
                <a:lnTo>
                  <a:pt x="16273" y="17102"/>
                </a:lnTo>
                <a:lnTo>
                  <a:pt x="15770" y="17455"/>
                </a:lnTo>
                <a:lnTo>
                  <a:pt x="14714" y="18184"/>
                </a:lnTo>
                <a:lnTo>
                  <a:pt x="13708" y="18913"/>
                </a:lnTo>
                <a:lnTo>
                  <a:pt x="12702" y="19693"/>
                </a:lnTo>
                <a:lnTo>
                  <a:pt x="11721" y="20473"/>
                </a:lnTo>
                <a:lnTo>
                  <a:pt x="10740" y="21303"/>
                </a:lnTo>
                <a:lnTo>
                  <a:pt x="9809" y="22107"/>
                </a:lnTo>
                <a:lnTo>
                  <a:pt x="8879" y="22988"/>
                </a:lnTo>
                <a:lnTo>
                  <a:pt x="8024" y="23943"/>
                </a:lnTo>
                <a:lnTo>
                  <a:pt x="7194" y="24924"/>
                </a:lnTo>
                <a:lnTo>
                  <a:pt x="5760" y="27062"/>
                </a:lnTo>
                <a:lnTo>
                  <a:pt x="5182" y="28244"/>
                </a:lnTo>
                <a:lnTo>
                  <a:pt x="5182" y="28269"/>
                </a:lnTo>
                <a:lnTo>
                  <a:pt x="5131" y="28495"/>
                </a:lnTo>
                <a:lnTo>
                  <a:pt x="5308" y="28873"/>
                </a:lnTo>
                <a:lnTo>
                  <a:pt x="5509" y="28973"/>
                </a:lnTo>
                <a:lnTo>
                  <a:pt x="6615" y="29351"/>
                </a:lnTo>
                <a:lnTo>
                  <a:pt x="7169" y="29527"/>
                </a:lnTo>
                <a:lnTo>
                  <a:pt x="7772" y="29677"/>
                </a:lnTo>
                <a:lnTo>
                  <a:pt x="8732" y="29886"/>
                </a:lnTo>
                <a:lnTo>
                  <a:pt x="8732" y="29886"/>
                </a:lnTo>
                <a:lnTo>
                  <a:pt x="7797" y="30533"/>
                </a:lnTo>
                <a:lnTo>
                  <a:pt x="3673" y="33249"/>
                </a:lnTo>
                <a:lnTo>
                  <a:pt x="2309" y="34060"/>
                </a:lnTo>
                <a:lnTo>
                  <a:pt x="2309" y="34060"/>
                </a:lnTo>
                <a:lnTo>
                  <a:pt x="1326" y="25950"/>
                </a:lnTo>
                <a:lnTo>
                  <a:pt x="2516" y="27263"/>
                </a:lnTo>
                <a:lnTo>
                  <a:pt x="2591" y="27339"/>
                </a:lnTo>
                <a:lnTo>
                  <a:pt x="2667" y="27389"/>
                </a:lnTo>
                <a:lnTo>
                  <a:pt x="2868" y="27464"/>
                </a:lnTo>
                <a:lnTo>
                  <a:pt x="3270" y="27339"/>
                </a:lnTo>
                <a:lnTo>
                  <a:pt x="3396" y="27162"/>
                </a:lnTo>
                <a:lnTo>
                  <a:pt x="3421" y="27162"/>
                </a:lnTo>
                <a:lnTo>
                  <a:pt x="4050" y="25955"/>
                </a:lnTo>
                <a:lnTo>
                  <a:pt x="4729" y="24798"/>
                </a:lnTo>
                <a:lnTo>
                  <a:pt x="5433" y="23641"/>
                </a:lnTo>
                <a:lnTo>
                  <a:pt x="6163" y="22510"/>
                </a:lnTo>
                <a:lnTo>
                  <a:pt x="6942" y="21403"/>
                </a:lnTo>
                <a:lnTo>
                  <a:pt x="7722" y="20297"/>
                </a:lnTo>
                <a:lnTo>
                  <a:pt x="8552" y="19240"/>
                </a:lnTo>
                <a:lnTo>
                  <a:pt x="9407" y="18184"/>
                </a:lnTo>
                <a:lnTo>
                  <a:pt x="10287" y="17153"/>
                </a:lnTo>
                <a:lnTo>
                  <a:pt x="11193" y="16147"/>
                </a:lnTo>
                <a:lnTo>
                  <a:pt x="12123" y="15166"/>
                </a:lnTo>
                <a:lnTo>
                  <a:pt x="13079" y="14185"/>
                </a:lnTo>
                <a:lnTo>
                  <a:pt x="14035" y="13255"/>
                </a:lnTo>
                <a:lnTo>
                  <a:pt x="15041" y="12349"/>
                </a:lnTo>
                <a:lnTo>
                  <a:pt x="16072" y="11444"/>
                </a:lnTo>
                <a:lnTo>
                  <a:pt x="17103" y="10589"/>
                </a:lnTo>
                <a:lnTo>
                  <a:pt x="18159" y="9759"/>
                </a:lnTo>
                <a:lnTo>
                  <a:pt x="19266" y="8929"/>
                </a:lnTo>
                <a:lnTo>
                  <a:pt x="20347" y="8149"/>
                </a:lnTo>
                <a:lnTo>
                  <a:pt x="21479" y="7395"/>
                </a:lnTo>
                <a:lnTo>
                  <a:pt x="22611" y="6665"/>
                </a:lnTo>
                <a:lnTo>
                  <a:pt x="23768" y="5961"/>
                </a:lnTo>
                <a:lnTo>
                  <a:pt x="24950" y="5282"/>
                </a:lnTo>
                <a:lnTo>
                  <a:pt x="26157" y="4628"/>
                </a:lnTo>
                <a:lnTo>
                  <a:pt x="27364" y="4024"/>
                </a:lnTo>
                <a:lnTo>
                  <a:pt x="28571" y="3421"/>
                </a:lnTo>
                <a:lnTo>
                  <a:pt x="29829" y="2893"/>
                </a:lnTo>
                <a:lnTo>
                  <a:pt x="31061" y="2365"/>
                </a:lnTo>
                <a:lnTo>
                  <a:pt x="32344" y="1887"/>
                </a:lnTo>
                <a:lnTo>
                  <a:pt x="33626" y="1434"/>
                </a:lnTo>
                <a:lnTo>
                  <a:pt x="34909" y="1032"/>
                </a:lnTo>
                <a:lnTo>
                  <a:pt x="36217" y="654"/>
                </a:lnTo>
                <a:lnTo>
                  <a:pt x="36343" y="604"/>
                </a:lnTo>
                <a:lnTo>
                  <a:pt x="36468" y="378"/>
                </a:lnTo>
                <a:lnTo>
                  <a:pt x="36443" y="252"/>
                </a:lnTo>
                <a:lnTo>
                  <a:pt x="36393" y="126"/>
                </a:lnTo>
                <a:lnTo>
                  <a:pt x="36192" y="0"/>
                </a:lnTo>
                <a:close/>
              </a:path>
            </a:pathLst>
          </a:cu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3" name="Google Shape;3353;p45"/>
          <p:cNvSpPr/>
          <p:nvPr/>
        </p:nvSpPr>
        <p:spPr>
          <a:xfrm rot="-7075617">
            <a:off x="5662653" y="3398847"/>
            <a:ext cx="682691" cy="615629"/>
          </a:xfrm>
          <a:custGeom>
            <a:rect b="b" l="l" r="r" t="t"/>
            <a:pathLst>
              <a:path extrusionOk="0" h="35563" w="39437">
                <a:moveTo>
                  <a:pt x="1736" y="25000"/>
                </a:moveTo>
                <a:lnTo>
                  <a:pt x="1768" y="25006"/>
                </a:lnTo>
                <a:lnTo>
                  <a:pt x="1768" y="25006"/>
                </a:lnTo>
                <a:lnTo>
                  <a:pt x="1560" y="25025"/>
                </a:lnTo>
                <a:lnTo>
                  <a:pt x="1437" y="25080"/>
                </a:lnTo>
                <a:lnTo>
                  <a:pt x="1437" y="25080"/>
                </a:lnTo>
                <a:lnTo>
                  <a:pt x="1510" y="25025"/>
                </a:lnTo>
                <a:lnTo>
                  <a:pt x="1610" y="25000"/>
                </a:lnTo>
                <a:close/>
                <a:moveTo>
                  <a:pt x="1247" y="25253"/>
                </a:moveTo>
                <a:lnTo>
                  <a:pt x="1243" y="25262"/>
                </a:lnTo>
                <a:lnTo>
                  <a:pt x="1242" y="25258"/>
                </a:lnTo>
                <a:lnTo>
                  <a:pt x="1242" y="25258"/>
                </a:lnTo>
                <a:lnTo>
                  <a:pt x="1247" y="25253"/>
                </a:lnTo>
                <a:close/>
                <a:moveTo>
                  <a:pt x="2262" y="25493"/>
                </a:moveTo>
                <a:lnTo>
                  <a:pt x="2264" y="25503"/>
                </a:lnTo>
                <a:lnTo>
                  <a:pt x="2264" y="25704"/>
                </a:lnTo>
                <a:lnTo>
                  <a:pt x="2214" y="25779"/>
                </a:lnTo>
                <a:lnTo>
                  <a:pt x="2214" y="25779"/>
                </a:lnTo>
                <a:lnTo>
                  <a:pt x="2262" y="25493"/>
                </a:lnTo>
                <a:close/>
                <a:moveTo>
                  <a:pt x="2102" y="25958"/>
                </a:moveTo>
                <a:lnTo>
                  <a:pt x="2088" y="25980"/>
                </a:lnTo>
                <a:lnTo>
                  <a:pt x="2038" y="26006"/>
                </a:lnTo>
                <a:lnTo>
                  <a:pt x="2038" y="26006"/>
                </a:lnTo>
                <a:lnTo>
                  <a:pt x="2102" y="25958"/>
                </a:lnTo>
                <a:close/>
                <a:moveTo>
                  <a:pt x="36192" y="0"/>
                </a:moveTo>
                <a:lnTo>
                  <a:pt x="36041" y="26"/>
                </a:lnTo>
                <a:lnTo>
                  <a:pt x="34733" y="378"/>
                </a:lnTo>
                <a:lnTo>
                  <a:pt x="33400" y="780"/>
                </a:lnTo>
                <a:lnTo>
                  <a:pt x="32092" y="1208"/>
                </a:lnTo>
                <a:lnTo>
                  <a:pt x="30810" y="1685"/>
                </a:lnTo>
                <a:lnTo>
                  <a:pt x="29527" y="2188"/>
                </a:lnTo>
                <a:lnTo>
                  <a:pt x="28244" y="2717"/>
                </a:lnTo>
                <a:lnTo>
                  <a:pt x="27012" y="3295"/>
                </a:lnTo>
                <a:lnTo>
                  <a:pt x="25780" y="3899"/>
                </a:lnTo>
                <a:lnTo>
                  <a:pt x="24547" y="4527"/>
                </a:lnTo>
                <a:lnTo>
                  <a:pt x="23340" y="5206"/>
                </a:lnTo>
                <a:lnTo>
                  <a:pt x="22158" y="5911"/>
                </a:lnTo>
                <a:lnTo>
                  <a:pt x="20976" y="6640"/>
                </a:lnTo>
                <a:lnTo>
                  <a:pt x="19844" y="7395"/>
                </a:lnTo>
                <a:lnTo>
                  <a:pt x="18712" y="8174"/>
                </a:lnTo>
                <a:lnTo>
                  <a:pt x="17606" y="9004"/>
                </a:lnTo>
                <a:lnTo>
                  <a:pt x="16499" y="9834"/>
                </a:lnTo>
                <a:lnTo>
                  <a:pt x="15443" y="10714"/>
                </a:lnTo>
                <a:lnTo>
                  <a:pt x="14387" y="11620"/>
                </a:lnTo>
                <a:lnTo>
                  <a:pt x="13381" y="12525"/>
                </a:lnTo>
                <a:lnTo>
                  <a:pt x="12375" y="13481"/>
                </a:lnTo>
                <a:lnTo>
                  <a:pt x="11394" y="14437"/>
                </a:lnTo>
                <a:lnTo>
                  <a:pt x="10438" y="15443"/>
                </a:lnTo>
                <a:lnTo>
                  <a:pt x="9508" y="16474"/>
                </a:lnTo>
                <a:lnTo>
                  <a:pt x="8602" y="17505"/>
                </a:lnTo>
                <a:lnTo>
                  <a:pt x="7722" y="18561"/>
                </a:lnTo>
                <a:lnTo>
                  <a:pt x="6867" y="19668"/>
                </a:lnTo>
                <a:lnTo>
                  <a:pt x="6062" y="20774"/>
                </a:lnTo>
                <a:lnTo>
                  <a:pt x="5282" y="21906"/>
                </a:lnTo>
                <a:lnTo>
                  <a:pt x="4503" y="23063"/>
                </a:lnTo>
                <a:lnTo>
                  <a:pt x="3799" y="24245"/>
                </a:lnTo>
                <a:lnTo>
                  <a:pt x="3094" y="25427"/>
                </a:lnTo>
                <a:lnTo>
                  <a:pt x="2812" y="25960"/>
                </a:lnTo>
                <a:lnTo>
                  <a:pt x="2217" y="25290"/>
                </a:lnTo>
                <a:lnTo>
                  <a:pt x="2217" y="25290"/>
                </a:lnTo>
                <a:lnTo>
                  <a:pt x="2214" y="25276"/>
                </a:lnTo>
                <a:lnTo>
                  <a:pt x="2164" y="25201"/>
                </a:lnTo>
                <a:lnTo>
                  <a:pt x="2164" y="25226"/>
                </a:lnTo>
                <a:lnTo>
                  <a:pt x="2164" y="25229"/>
                </a:lnTo>
                <a:lnTo>
                  <a:pt x="2164" y="25229"/>
                </a:lnTo>
                <a:lnTo>
                  <a:pt x="2139" y="25201"/>
                </a:lnTo>
                <a:lnTo>
                  <a:pt x="2139" y="25176"/>
                </a:lnTo>
                <a:lnTo>
                  <a:pt x="2088" y="25125"/>
                </a:lnTo>
                <a:lnTo>
                  <a:pt x="2013" y="25025"/>
                </a:lnTo>
                <a:lnTo>
                  <a:pt x="1862" y="24849"/>
                </a:lnTo>
                <a:lnTo>
                  <a:pt x="1560" y="24522"/>
                </a:lnTo>
                <a:lnTo>
                  <a:pt x="982" y="23843"/>
                </a:lnTo>
                <a:lnTo>
                  <a:pt x="881" y="23742"/>
                </a:lnTo>
                <a:lnTo>
                  <a:pt x="630" y="23641"/>
                </a:lnTo>
                <a:lnTo>
                  <a:pt x="504" y="23667"/>
                </a:lnTo>
                <a:lnTo>
                  <a:pt x="278" y="23717"/>
                </a:lnTo>
                <a:lnTo>
                  <a:pt x="26" y="24044"/>
                </a:lnTo>
                <a:lnTo>
                  <a:pt x="1" y="24270"/>
                </a:lnTo>
                <a:lnTo>
                  <a:pt x="1284" y="35060"/>
                </a:lnTo>
                <a:lnTo>
                  <a:pt x="1309" y="35185"/>
                </a:lnTo>
                <a:lnTo>
                  <a:pt x="1359" y="35286"/>
                </a:lnTo>
                <a:lnTo>
                  <a:pt x="1485" y="35462"/>
                </a:lnTo>
                <a:lnTo>
                  <a:pt x="1912" y="35563"/>
                </a:lnTo>
                <a:lnTo>
                  <a:pt x="2139" y="35487"/>
                </a:lnTo>
                <a:lnTo>
                  <a:pt x="4276" y="34204"/>
                </a:lnTo>
                <a:lnTo>
                  <a:pt x="8426" y="31438"/>
                </a:lnTo>
                <a:lnTo>
                  <a:pt x="10463" y="30030"/>
                </a:lnTo>
                <a:lnTo>
                  <a:pt x="10639" y="29904"/>
                </a:lnTo>
                <a:lnTo>
                  <a:pt x="10690" y="29677"/>
                </a:lnTo>
                <a:lnTo>
                  <a:pt x="10715" y="29451"/>
                </a:lnTo>
                <a:lnTo>
                  <a:pt x="10463" y="29099"/>
                </a:lnTo>
                <a:lnTo>
                  <a:pt x="10262" y="29024"/>
                </a:lnTo>
                <a:lnTo>
                  <a:pt x="9105" y="28822"/>
                </a:lnTo>
                <a:lnTo>
                  <a:pt x="8024" y="28596"/>
                </a:lnTo>
                <a:lnTo>
                  <a:pt x="6967" y="28319"/>
                </a:lnTo>
                <a:lnTo>
                  <a:pt x="6464" y="28144"/>
                </a:lnTo>
                <a:lnTo>
                  <a:pt x="6464" y="28144"/>
                </a:lnTo>
                <a:lnTo>
                  <a:pt x="6716" y="27615"/>
                </a:lnTo>
                <a:lnTo>
                  <a:pt x="8074" y="25603"/>
                </a:lnTo>
                <a:lnTo>
                  <a:pt x="8854" y="24647"/>
                </a:lnTo>
                <a:lnTo>
                  <a:pt x="9658" y="23742"/>
                </a:lnTo>
                <a:lnTo>
                  <a:pt x="10539" y="22937"/>
                </a:lnTo>
                <a:lnTo>
                  <a:pt x="11469" y="22107"/>
                </a:lnTo>
                <a:lnTo>
                  <a:pt x="12400" y="21303"/>
                </a:lnTo>
                <a:lnTo>
                  <a:pt x="13356" y="20523"/>
                </a:lnTo>
                <a:lnTo>
                  <a:pt x="14336" y="19768"/>
                </a:lnTo>
                <a:lnTo>
                  <a:pt x="15342" y="19014"/>
                </a:lnTo>
                <a:lnTo>
                  <a:pt x="16348" y="18310"/>
                </a:lnTo>
                <a:lnTo>
                  <a:pt x="16851" y="17958"/>
                </a:lnTo>
                <a:lnTo>
                  <a:pt x="17354" y="17605"/>
                </a:lnTo>
                <a:lnTo>
                  <a:pt x="18411" y="16952"/>
                </a:lnTo>
                <a:lnTo>
                  <a:pt x="19467" y="16298"/>
                </a:lnTo>
                <a:lnTo>
                  <a:pt x="20523" y="15669"/>
                </a:lnTo>
                <a:lnTo>
                  <a:pt x="21605" y="15090"/>
                </a:lnTo>
                <a:lnTo>
                  <a:pt x="22711" y="14512"/>
                </a:lnTo>
                <a:lnTo>
                  <a:pt x="23818" y="13959"/>
                </a:lnTo>
                <a:lnTo>
                  <a:pt x="24925" y="13431"/>
                </a:lnTo>
                <a:lnTo>
                  <a:pt x="26056" y="12928"/>
                </a:lnTo>
                <a:lnTo>
                  <a:pt x="27213" y="12450"/>
                </a:lnTo>
                <a:lnTo>
                  <a:pt x="28345" y="11997"/>
                </a:lnTo>
                <a:lnTo>
                  <a:pt x="29527" y="11569"/>
                </a:lnTo>
                <a:lnTo>
                  <a:pt x="30684" y="11167"/>
                </a:lnTo>
                <a:lnTo>
                  <a:pt x="31866" y="10790"/>
                </a:lnTo>
                <a:lnTo>
                  <a:pt x="33048" y="10438"/>
                </a:lnTo>
                <a:lnTo>
                  <a:pt x="34255" y="10136"/>
                </a:lnTo>
                <a:lnTo>
                  <a:pt x="35462" y="9809"/>
                </a:lnTo>
                <a:lnTo>
                  <a:pt x="36644" y="9583"/>
                </a:lnTo>
                <a:lnTo>
                  <a:pt x="37248" y="9507"/>
                </a:lnTo>
                <a:lnTo>
                  <a:pt x="38455" y="9457"/>
                </a:lnTo>
                <a:lnTo>
                  <a:pt x="39034" y="9532"/>
                </a:lnTo>
                <a:lnTo>
                  <a:pt x="39185" y="9532"/>
                </a:lnTo>
                <a:lnTo>
                  <a:pt x="39386" y="9381"/>
                </a:lnTo>
                <a:lnTo>
                  <a:pt x="39436" y="9230"/>
                </a:lnTo>
                <a:lnTo>
                  <a:pt x="39436" y="9080"/>
                </a:lnTo>
                <a:lnTo>
                  <a:pt x="39285" y="8878"/>
                </a:lnTo>
                <a:lnTo>
                  <a:pt x="39134" y="8828"/>
                </a:lnTo>
                <a:lnTo>
                  <a:pt x="38480" y="8753"/>
                </a:lnTo>
                <a:lnTo>
                  <a:pt x="37173" y="8778"/>
                </a:lnTo>
                <a:lnTo>
                  <a:pt x="36544" y="8853"/>
                </a:lnTo>
                <a:lnTo>
                  <a:pt x="35286" y="9054"/>
                </a:lnTo>
                <a:lnTo>
                  <a:pt x="34054" y="9356"/>
                </a:lnTo>
                <a:lnTo>
                  <a:pt x="32847" y="9658"/>
                </a:lnTo>
                <a:lnTo>
                  <a:pt x="31640" y="9985"/>
                </a:lnTo>
                <a:lnTo>
                  <a:pt x="30432" y="10362"/>
                </a:lnTo>
                <a:lnTo>
                  <a:pt x="29225" y="10740"/>
                </a:lnTo>
                <a:lnTo>
                  <a:pt x="28043" y="11167"/>
                </a:lnTo>
                <a:lnTo>
                  <a:pt x="26861" y="11620"/>
                </a:lnTo>
                <a:lnTo>
                  <a:pt x="25704" y="12072"/>
                </a:lnTo>
                <a:lnTo>
                  <a:pt x="24547" y="12575"/>
                </a:lnTo>
                <a:lnTo>
                  <a:pt x="23390" y="13104"/>
                </a:lnTo>
                <a:lnTo>
                  <a:pt x="22284" y="13657"/>
                </a:lnTo>
                <a:lnTo>
                  <a:pt x="21152" y="14210"/>
                </a:lnTo>
                <a:lnTo>
                  <a:pt x="20045" y="14814"/>
                </a:lnTo>
                <a:lnTo>
                  <a:pt x="18939" y="15443"/>
                </a:lnTo>
                <a:lnTo>
                  <a:pt x="17883" y="16096"/>
                </a:lnTo>
                <a:lnTo>
                  <a:pt x="16801" y="16776"/>
                </a:lnTo>
                <a:lnTo>
                  <a:pt x="16273" y="17102"/>
                </a:lnTo>
                <a:lnTo>
                  <a:pt x="15770" y="17455"/>
                </a:lnTo>
                <a:lnTo>
                  <a:pt x="14714" y="18184"/>
                </a:lnTo>
                <a:lnTo>
                  <a:pt x="13708" y="18913"/>
                </a:lnTo>
                <a:lnTo>
                  <a:pt x="12702" y="19693"/>
                </a:lnTo>
                <a:lnTo>
                  <a:pt x="11721" y="20473"/>
                </a:lnTo>
                <a:lnTo>
                  <a:pt x="10740" y="21303"/>
                </a:lnTo>
                <a:lnTo>
                  <a:pt x="9809" y="22107"/>
                </a:lnTo>
                <a:lnTo>
                  <a:pt x="8879" y="22988"/>
                </a:lnTo>
                <a:lnTo>
                  <a:pt x="8024" y="23943"/>
                </a:lnTo>
                <a:lnTo>
                  <a:pt x="7194" y="24924"/>
                </a:lnTo>
                <a:lnTo>
                  <a:pt x="5760" y="27062"/>
                </a:lnTo>
                <a:lnTo>
                  <a:pt x="5182" y="28244"/>
                </a:lnTo>
                <a:lnTo>
                  <a:pt x="5182" y="28269"/>
                </a:lnTo>
                <a:lnTo>
                  <a:pt x="5131" y="28495"/>
                </a:lnTo>
                <a:lnTo>
                  <a:pt x="5308" y="28873"/>
                </a:lnTo>
                <a:lnTo>
                  <a:pt x="5509" y="28973"/>
                </a:lnTo>
                <a:lnTo>
                  <a:pt x="6615" y="29351"/>
                </a:lnTo>
                <a:lnTo>
                  <a:pt x="7169" y="29527"/>
                </a:lnTo>
                <a:lnTo>
                  <a:pt x="7772" y="29677"/>
                </a:lnTo>
                <a:lnTo>
                  <a:pt x="8732" y="29886"/>
                </a:lnTo>
                <a:lnTo>
                  <a:pt x="8732" y="29886"/>
                </a:lnTo>
                <a:lnTo>
                  <a:pt x="7797" y="30533"/>
                </a:lnTo>
                <a:lnTo>
                  <a:pt x="3673" y="33249"/>
                </a:lnTo>
                <a:lnTo>
                  <a:pt x="2309" y="34060"/>
                </a:lnTo>
                <a:lnTo>
                  <a:pt x="2309" y="34060"/>
                </a:lnTo>
                <a:lnTo>
                  <a:pt x="1326" y="25950"/>
                </a:lnTo>
                <a:lnTo>
                  <a:pt x="2516" y="27263"/>
                </a:lnTo>
                <a:lnTo>
                  <a:pt x="2591" y="27339"/>
                </a:lnTo>
                <a:lnTo>
                  <a:pt x="2667" y="27389"/>
                </a:lnTo>
                <a:lnTo>
                  <a:pt x="2868" y="27464"/>
                </a:lnTo>
                <a:lnTo>
                  <a:pt x="3270" y="27339"/>
                </a:lnTo>
                <a:lnTo>
                  <a:pt x="3396" y="27162"/>
                </a:lnTo>
                <a:lnTo>
                  <a:pt x="3421" y="27162"/>
                </a:lnTo>
                <a:lnTo>
                  <a:pt x="4050" y="25955"/>
                </a:lnTo>
                <a:lnTo>
                  <a:pt x="4729" y="24798"/>
                </a:lnTo>
                <a:lnTo>
                  <a:pt x="5433" y="23641"/>
                </a:lnTo>
                <a:lnTo>
                  <a:pt x="6163" y="22510"/>
                </a:lnTo>
                <a:lnTo>
                  <a:pt x="6942" y="21403"/>
                </a:lnTo>
                <a:lnTo>
                  <a:pt x="7722" y="20297"/>
                </a:lnTo>
                <a:lnTo>
                  <a:pt x="8552" y="19240"/>
                </a:lnTo>
                <a:lnTo>
                  <a:pt x="9407" y="18184"/>
                </a:lnTo>
                <a:lnTo>
                  <a:pt x="10287" y="17153"/>
                </a:lnTo>
                <a:lnTo>
                  <a:pt x="11193" y="16147"/>
                </a:lnTo>
                <a:lnTo>
                  <a:pt x="12123" y="15166"/>
                </a:lnTo>
                <a:lnTo>
                  <a:pt x="13079" y="14185"/>
                </a:lnTo>
                <a:lnTo>
                  <a:pt x="14035" y="13255"/>
                </a:lnTo>
                <a:lnTo>
                  <a:pt x="15041" y="12349"/>
                </a:lnTo>
                <a:lnTo>
                  <a:pt x="16072" y="11444"/>
                </a:lnTo>
                <a:lnTo>
                  <a:pt x="17103" y="10589"/>
                </a:lnTo>
                <a:lnTo>
                  <a:pt x="18159" y="9759"/>
                </a:lnTo>
                <a:lnTo>
                  <a:pt x="19266" y="8929"/>
                </a:lnTo>
                <a:lnTo>
                  <a:pt x="20347" y="8149"/>
                </a:lnTo>
                <a:lnTo>
                  <a:pt x="21479" y="7395"/>
                </a:lnTo>
                <a:lnTo>
                  <a:pt x="22611" y="6665"/>
                </a:lnTo>
                <a:lnTo>
                  <a:pt x="23768" y="5961"/>
                </a:lnTo>
                <a:lnTo>
                  <a:pt x="24950" y="5282"/>
                </a:lnTo>
                <a:lnTo>
                  <a:pt x="26157" y="4628"/>
                </a:lnTo>
                <a:lnTo>
                  <a:pt x="27364" y="4024"/>
                </a:lnTo>
                <a:lnTo>
                  <a:pt x="28571" y="3421"/>
                </a:lnTo>
                <a:lnTo>
                  <a:pt x="29829" y="2893"/>
                </a:lnTo>
                <a:lnTo>
                  <a:pt x="31061" y="2365"/>
                </a:lnTo>
                <a:lnTo>
                  <a:pt x="32344" y="1887"/>
                </a:lnTo>
                <a:lnTo>
                  <a:pt x="33626" y="1434"/>
                </a:lnTo>
                <a:lnTo>
                  <a:pt x="34909" y="1032"/>
                </a:lnTo>
                <a:lnTo>
                  <a:pt x="36217" y="654"/>
                </a:lnTo>
                <a:lnTo>
                  <a:pt x="36343" y="604"/>
                </a:lnTo>
                <a:lnTo>
                  <a:pt x="36468" y="378"/>
                </a:lnTo>
                <a:lnTo>
                  <a:pt x="36443" y="252"/>
                </a:lnTo>
                <a:lnTo>
                  <a:pt x="36393" y="126"/>
                </a:lnTo>
                <a:lnTo>
                  <a:pt x="36192" y="0"/>
                </a:ln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4" name="Google Shape;3354;p45"/>
          <p:cNvSpPr/>
          <p:nvPr/>
        </p:nvSpPr>
        <p:spPr>
          <a:xfrm flipH="1" rot="-2886155">
            <a:off x="5662625" y="1612078"/>
            <a:ext cx="682678" cy="644390"/>
          </a:xfrm>
          <a:custGeom>
            <a:rect b="b" l="l" r="r" t="t"/>
            <a:pathLst>
              <a:path extrusionOk="0" h="35563" w="39437">
                <a:moveTo>
                  <a:pt x="1736" y="25000"/>
                </a:moveTo>
                <a:lnTo>
                  <a:pt x="1768" y="25006"/>
                </a:lnTo>
                <a:lnTo>
                  <a:pt x="1768" y="25006"/>
                </a:lnTo>
                <a:lnTo>
                  <a:pt x="1560" y="25025"/>
                </a:lnTo>
                <a:lnTo>
                  <a:pt x="1437" y="25080"/>
                </a:lnTo>
                <a:lnTo>
                  <a:pt x="1437" y="25080"/>
                </a:lnTo>
                <a:lnTo>
                  <a:pt x="1510" y="25025"/>
                </a:lnTo>
                <a:lnTo>
                  <a:pt x="1610" y="25000"/>
                </a:lnTo>
                <a:close/>
                <a:moveTo>
                  <a:pt x="1247" y="25253"/>
                </a:moveTo>
                <a:lnTo>
                  <a:pt x="1243" y="25262"/>
                </a:lnTo>
                <a:lnTo>
                  <a:pt x="1242" y="25258"/>
                </a:lnTo>
                <a:lnTo>
                  <a:pt x="1242" y="25258"/>
                </a:lnTo>
                <a:lnTo>
                  <a:pt x="1247" y="25253"/>
                </a:lnTo>
                <a:close/>
                <a:moveTo>
                  <a:pt x="2262" y="25493"/>
                </a:moveTo>
                <a:lnTo>
                  <a:pt x="2264" y="25503"/>
                </a:lnTo>
                <a:lnTo>
                  <a:pt x="2264" y="25704"/>
                </a:lnTo>
                <a:lnTo>
                  <a:pt x="2214" y="25779"/>
                </a:lnTo>
                <a:lnTo>
                  <a:pt x="2214" y="25779"/>
                </a:lnTo>
                <a:lnTo>
                  <a:pt x="2262" y="25493"/>
                </a:lnTo>
                <a:close/>
                <a:moveTo>
                  <a:pt x="2102" y="25958"/>
                </a:moveTo>
                <a:lnTo>
                  <a:pt x="2088" y="25980"/>
                </a:lnTo>
                <a:lnTo>
                  <a:pt x="2038" y="26006"/>
                </a:lnTo>
                <a:lnTo>
                  <a:pt x="2038" y="26006"/>
                </a:lnTo>
                <a:lnTo>
                  <a:pt x="2102" y="25958"/>
                </a:lnTo>
                <a:close/>
                <a:moveTo>
                  <a:pt x="36192" y="0"/>
                </a:moveTo>
                <a:lnTo>
                  <a:pt x="36041" y="26"/>
                </a:lnTo>
                <a:lnTo>
                  <a:pt x="34733" y="378"/>
                </a:lnTo>
                <a:lnTo>
                  <a:pt x="33400" y="780"/>
                </a:lnTo>
                <a:lnTo>
                  <a:pt x="32092" y="1208"/>
                </a:lnTo>
                <a:lnTo>
                  <a:pt x="30810" y="1685"/>
                </a:lnTo>
                <a:lnTo>
                  <a:pt x="29527" y="2188"/>
                </a:lnTo>
                <a:lnTo>
                  <a:pt x="28244" y="2717"/>
                </a:lnTo>
                <a:lnTo>
                  <a:pt x="27012" y="3295"/>
                </a:lnTo>
                <a:lnTo>
                  <a:pt x="25780" y="3899"/>
                </a:lnTo>
                <a:lnTo>
                  <a:pt x="24547" y="4527"/>
                </a:lnTo>
                <a:lnTo>
                  <a:pt x="23340" y="5206"/>
                </a:lnTo>
                <a:lnTo>
                  <a:pt x="22158" y="5911"/>
                </a:lnTo>
                <a:lnTo>
                  <a:pt x="20976" y="6640"/>
                </a:lnTo>
                <a:lnTo>
                  <a:pt x="19844" y="7395"/>
                </a:lnTo>
                <a:lnTo>
                  <a:pt x="18712" y="8174"/>
                </a:lnTo>
                <a:lnTo>
                  <a:pt x="17606" y="9004"/>
                </a:lnTo>
                <a:lnTo>
                  <a:pt x="16499" y="9834"/>
                </a:lnTo>
                <a:lnTo>
                  <a:pt x="15443" y="10714"/>
                </a:lnTo>
                <a:lnTo>
                  <a:pt x="14387" y="11620"/>
                </a:lnTo>
                <a:lnTo>
                  <a:pt x="13381" y="12525"/>
                </a:lnTo>
                <a:lnTo>
                  <a:pt x="12375" y="13481"/>
                </a:lnTo>
                <a:lnTo>
                  <a:pt x="11394" y="14437"/>
                </a:lnTo>
                <a:lnTo>
                  <a:pt x="10438" y="15443"/>
                </a:lnTo>
                <a:lnTo>
                  <a:pt x="9508" y="16474"/>
                </a:lnTo>
                <a:lnTo>
                  <a:pt x="8602" y="17505"/>
                </a:lnTo>
                <a:lnTo>
                  <a:pt x="7722" y="18561"/>
                </a:lnTo>
                <a:lnTo>
                  <a:pt x="6867" y="19668"/>
                </a:lnTo>
                <a:lnTo>
                  <a:pt x="6062" y="20774"/>
                </a:lnTo>
                <a:lnTo>
                  <a:pt x="5282" y="21906"/>
                </a:lnTo>
                <a:lnTo>
                  <a:pt x="4503" y="23063"/>
                </a:lnTo>
                <a:lnTo>
                  <a:pt x="3799" y="24245"/>
                </a:lnTo>
                <a:lnTo>
                  <a:pt x="3094" y="25427"/>
                </a:lnTo>
                <a:lnTo>
                  <a:pt x="2812" y="25960"/>
                </a:lnTo>
                <a:lnTo>
                  <a:pt x="2217" y="25290"/>
                </a:lnTo>
                <a:lnTo>
                  <a:pt x="2217" y="25290"/>
                </a:lnTo>
                <a:lnTo>
                  <a:pt x="2214" y="25276"/>
                </a:lnTo>
                <a:lnTo>
                  <a:pt x="2164" y="25201"/>
                </a:lnTo>
                <a:lnTo>
                  <a:pt x="2164" y="25226"/>
                </a:lnTo>
                <a:lnTo>
                  <a:pt x="2164" y="25229"/>
                </a:lnTo>
                <a:lnTo>
                  <a:pt x="2164" y="25229"/>
                </a:lnTo>
                <a:lnTo>
                  <a:pt x="2139" y="25201"/>
                </a:lnTo>
                <a:lnTo>
                  <a:pt x="2139" y="25176"/>
                </a:lnTo>
                <a:lnTo>
                  <a:pt x="2088" y="25125"/>
                </a:lnTo>
                <a:lnTo>
                  <a:pt x="2013" y="25025"/>
                </a:lnTo>
                <a:lnTo>
                  <a:pt x="1862" y="24849"/>
                </a:lnTo>
                <a:lnTo>
                  <a:pt x="1560" y="24522"/>
                </a:lnTo>
                <a:lnTo>
                  <a:pt x="982" y="23843"/>
                </a:lnTo>
                <a:lnTo>
                  <a:pt x="881" y="23742"/>
                </a:lnTo>
                <a:lnTo>
                  <a:pt x="630" y="23641"/>
                </a:lnTo>
                <a:lnTo>
                  <a:pt x="504" y="23667"/>
                </a:lnTo>
                <a:lnTo>
                  <a:pt x="278" y="23717"/>
                </a:lnTo>
                <a:lnTo>
                  <a:pt x="26" y="24044"/>
                </a:lnTo>
                <a:lnTo>
                  <a:pt x="1" y="24270"/>
                </a:lnTo>
                <a:lnTo>
                  <a:pt x="1284" y="35060"/>
                </a:lnTo>
                <a:lnTo>
                  <a:pt x="1309" y="35185"/>
                </a:lnTo>
                <a:lnTo>
                  <a:pt x="1359" y="35286"/>
                </a:lnTo>
                <a:lnTo>
                  <a:pt x="1485" y="35462"/>
                </a:lnTo>
                <a:lnTo>
                  <a:pt x="1912" y="35563"/>
                </a:lnTo>
                <a:lnTo>
                  <a:pt x="2139" y="35487"/>
                </a:lnTo>
                <a:lnTo>
                  <a:pt x="4276" y="34204"/>
                </a:lnTo>
                <a:lnTo>
                  <a:pt x="8426" y="31438"/>
                </a:lnTo>
                <a:lnTo>
                  <a:pt x="10463" y="30030"/>
                </a:lnTo>
                <a:lnTo>
                  <a:pt x="10639" y="29904"/>
                </a:lnTo>
                <a:lnTo>
                  <a:pt x="10690" y="29677"/>
                </a:lnTo>
                <a:lnTo>
                  <a:pt x="10715" y="29451"/>
                </a:lnTo>
                <a:lnTo>
                  <a:pt x="10463" y="29099"/>
                </a:lnTo>
                <a:lnTo>
                  <a:pt x="10262" y="29024"/>
                </a:lnTo>
                <a:lnTo>
                  <a:pt x="9105" y="28822"/>
                </a:lnTo>
                <a:lnTo>
                  <a:pt x="8024" y="28596"/>
                </a:lnTo>
                <a:lnTo>
                  <a:pt x="6967" y="28319"/>
                </a:lnTo>
                <a:lnTo>
                  <a:pt x="6464" y="28144"/>
                </a:lnTo>
                <a:lnTo>
                  <a:pt x="6464" y="28144"/>
                </a:lnTo>
                <a:lnTo>
                  <a:pt x="6716" y="27615"/>
                </a:lnTo>
                <a:lnTo>
                  <a:pt x="8074" y="25603"/>
                </a:lnTo>
                <a:lnTo>
                  <a:pt x="8854" y="24647"/>
                </a:lnTo>
                <a:lnTo>
                  <a:pt x="9658" y="23742"/>
                </a:lnTo>
                <a:lnTo>
                  <a:pt x="10539" y="22937"/>
                </a:lnTo>
                <a:lnTo>
                  <a:pt x="11469" y="22107"/>
                </a:lnTo>
                <a:lnTo>
                  <a:pt x="12400" y="21303"/>
                </a:lnTo>
                <a:lnTo>
                  <a:pt x="13356" y="20523"/>
                </a:lnTo>
                <a:lnTo>
                  <a:pt x="14336" y="19768"/>
                </a:lnTo>
                <a:lnTo>
                  <a:pt x="15342" y="19014"/>
                </a:lnTo>
                <a:lnTo>
                  <a:pt x="16348" y="18310"/>
                </a:lnTo>
                <a:lnTo>
                  <a:pt x="16851" y="17958"/>
                </a:lnTo>
                <a:lnTo>
                  <a:pt x="17354" y="17605"/>
                </a:lnTo>
                <a:lnTo>
                  <a:pt x="18411" y="16952"/>
                </a:lnTo>
                <a:lnTo>
                  <a:pt x="19467" y="16298"/>
                </a:lnTo>
                <a:lnTo>
                  <a:pt x="20523" y="15669"/>
                </a:lnTo>
                <a:lnTo>
                  <a:pt x="21605" y="15090"/>
                </a:lnTo>
                <a:lnTo>
                  <a:pt x="22711" y="14512"/>
                </a:lnTo>
                <a:lnTo>
                  <a:pt x="23818" y="13959"/>
                </a:lnTo>
                <a:lnTo>
                  <a:pt x="24925" y="13431"/>
                </a:lnTo>
                <a:lnTo>
                  <a:pt x="26056" y="12928"/>
                </a:lnTo>
                <a:lnTo>
                  <a:pt x="27213" y="12450"/>
                </a:lnTo>
                <a:lnTo>
                  <a:pt x="28345" y="11997"/>
                </a:lnTo>
                <a:lnTo>
                  <a:pt x="29527" y="11569"/>
                </a:lnTo>
                <a:lnTo>
                  <a:pt x="30684" y="11167"/>
                </a:lnTo>
                <a:lnTo>
                  <a:pt x="31866" y="10790"/>
                </a:lnTo>
                <a:lnTo>
                  <a:pt x="33048" y="10438"/>
                </a:lnTo>
                <a:lnTo>
                  <a:pt x="34255" y="10136"/>
                </a:lnTo>
                <a:lnTo>
                  <a:pt x="35462" y="9809"/>
                </a:lnTo>
                <a:lnTo>
                  <a:pt x="36644" y="9583"/>
                </a:lnTo>
                <a:lnTo>
                  <a:pt x="37248" y="9507"/>
                </a:lnTo>
                <a:lnTo>
                  <a:pt x="38455" y="9457"/>
                </a:lnTo>
                <a:lnTo>
                  <a:pt x="39034" y="9532"/>
                </a:lnTo>
                <a:lnTo>
                  <a:pt x="39185" y="9532"/>
                </a:lnTo>
                <a:lnTo>
                  <a:pt x="39386" y="9381"/>
                </a:lnTo>
                <a:lnTo>
                  <a:pt x="39436" y="9230"/>
                </a:lnTo>
                <a:lnTo>
                  <a:pt x="39436" y="9080"/>
                </a:lnTo>
                <a:lnTo>
                  <a:pt x="39285" y="8878"/>
                </a:lnTo>
                <a:lnTo>
                  <a:pt x="39134" y="8828"/>
                </a:lnTo>
                <a:lnTo>
                  <a:pt x="38480" y="8753"/>
                </a:lnTo>
                <a:lnTo>
                  <a:pt x="37173" y="8778"/>
                </a:lnTo>
                <a:lnTo>
                  <a:pt x="36544" y="8853"/>
                </a:lnTo>
                <a:lnTo>
                  <a:pt x="35286" y="9054"/>
                </a:lnTo>
                <a:lnTo>
                  <a:pt x="34054" y="9356"/>
                </a:lnTo>
                <a:lnTo>
                  <a:pt x="32847" y="9658"/>
                </a:lnTo>
                <a:lnTo>
                  <a:pt x="31640" y="9985"/>
                </a:lnTo>
                <a:lnTo>
                  <a:pt x="30432" y="10362"/>
                </a:lnTo>
                <a:lnTo>
                  <a:pt x="29225" y="10740"/>
                </a:lnTo>
                <a:lnTo>
                  <a:pt x="28043" y="11167"/>
                </a:lnTo>
                <a:lnTo>
                  <a:pt x="26861" y="11620"/>
                </a:lnTo>
                <a:lnTo>
                  <a:pt x="25704" y="12072"/>
                </a:lnTo>
                <a:lnTo>
                  <a:pt x="24547" y="12575"/>
                </a:lnTo>
                <a:lnTo>
                  <a:pt x="23390" y="13104"/>
                </a:lnTo>
                <a:lnTo>
                  <a:pt x="22284" y="13657"/>
                </a:lnTo>
                <a:lnTo>
                  <a:pt x="21152" y="14210"/>
                </a:lnTo>
                <a:lnTo>
                  <a:pt x="20045" y="14814"/>
                </a:lnTo>
                <a:lnTo>
                  <a:pt x="18939" y="15443"/>
                </a:lnTo>
                <a:lnTo>
                  <a:pt x="17883" y="16096"/>
                </a:lnTo>
                <a:lnTo>
                  <a:pt x="16801" y="16776"/>
                </a:lnTo>
                <a:lnTo>
                  <a:pt x="16273" y="17102"/>
                </a:lnTo>
                <a:lnTo>
                  <a:pt x="15770" y="17455"/>
                </a:lnTo>
                <a:lnTo>
                  <a:pt x="14714" y="18184"/>
                </a:lnTo>
                <a:lnTo>
                  <a:pt x="13708" y="18913"/>
                </a:lnTo>
                <a:lnTo>
                  <a:pt x="12702" y="19693"/>
                </a:lnTo>
                <a:lnTo>
                  <a:pt x="11721" y="20473"/>
                </a:lnTo>
                <a:lnTo>
                  <a:pt x="10740" y="21303"/>
                </a:lnTo>
                <a:lnTo>
                  <a:pt x="9809" y="22107"/>
                </a:lnTo>
                <a:lnTo>
                  <a:pt x="8879" y="22988"/>
                </a:lnTo>
                <a:lnTo>
                  <a:pt x="8024" y="23943"/>
                </a:lnTo>
                <a:lnTo>
                  <a:pt x="7194" y="24924"/>
                </a:lnTo>
                <a:lnTo>
                  <a:pt x="5760" y="27062"/>
                </a:lnTo>
                <a:lnTo>
                  <a:pt x="5182" y="28244"/>
                </a:lnTo>
                <a:lnTo>
                  <a:pt x="5182" y="28269"/>
                </a:lnTo>
                <a:lnTo>
                  <a:pt x="5131" y="28495"/>
                </a:lnTo>
                <a:lnTo>
                  <a:pt x="5308" y="28873"/>
                </a:lnTo>
                <a:lnTo>
                  <a:pt x="5509" y="28973"/>
                </a:lnTo>
                <a:lnTo>
                  <a:pt x="6615" y="29351"/>
                </a:lnTo>
                <a:lnTo>
                  <a:pt x="7169" y="29527"/>
                </a:lnTo>
                <a:lnTo>
                  <a:pt x="7772" y="29677"/>
                </a:lnTo>
                <a:lnTo>
                  <a:pt x="8732" y="29886"/>
                </a:lnTo>
                <a:lnTo>
                  <a:pt x="8732" y="29886"/>
                </a:lnTo>
                <a:lnTo>
                  <a:pt x="7797" y="30533"/>
                </a:lnTo>
                <a:lnTo>
                  <a:pt x="3673" y="33249"/>
                </a:lnTo>
                <a:lnTo>
                  <a:pt x="2309" y="34060"/>
                </a:lnTo>
                <a:lnTo>
                  <a:pt x="2309" y="34060"/>
                </a:lnTo>
                <a:lnTo>
                  <a:pt x="1326" y="25950"/>
                </a:lnTo>
                <a:lnTo>
                  <a:pt x="2516" y="27263"/>
                </a:lnTo>
                <a:lnTo>
                  <a:pt x="2591" y="27339"/>
                </a:lnTo>
                <a:lnTo>
                  <a:pt x="2667" y="27389"/>
                </a:lnTo>
                <a:lnTo>
                  <a:pt x="2868" y="27464"/>
                </a:lnTo>
                <a:lnTo>
                  <a:pt x="3270" y="27339"/>
                </a:lnTo>
                <a:lnTo>
                  <a:pt x="3396" y="27162"/>
                </a:lnTo>
                <a:lnTo>
                  <a:pt x="3421" y="27162"/>
                </a:lnTo>
                <a:lnTo>
                  <a:pt x="4050" y="25955"/>
                </a:lnTo>
                <a:lnTo>
                  <a:pt x="4729" y="24798"/>
                </a:lnTo>
                <a:lnTo>
                  <a:pt x="5433" y="23641"/>
                </a:lnTo>
                <a:lnTo>
                  <a:pt x="6163" y="22510"/>
                </a:lnTo>
                <a:lnTo>
                  <a:pt x="6942" y="21403"/>
                </a:lnTo>
                <a:lnTo>
                  <a:pt x="7722" y="20297"/>
                </a:lnTo>
                <a:lnTo>
                  <a:pt x="8552" y="19240"/>
                </a:lnTo>
                <a:lnTo>
                  <a:pt x="9407" y="18184"/>
                </a:lnTo>
                <a:lnTo>
                  <a:pt x="10287" y="17153"/>
                </a:lnTo>
                <a:lnTo>
                  <a:pt x="11193" y="16147"/>
                </a:lnTo>
                <a:lnTo>
                  <a:pt x="12123" y="15166"/>
                </a:lnTo>
                <a:lnTo>
                  <a:pt x="13079" y="14185"/>
                </a:lnTo>
                <a:lnTo>
                  <a:pt x="14035" y="13255"/>
                </a:lnTo>
                <a:lnTo>
                  <a:pt x="15041" y="12349"/>
                </a:lnTo>
                <a:lnTo>
                  <a:pt x="16072" y="11444"/>
                </a:lnTo>
                <a:lnTo>
                  <a:pt x="17103" y="10589"/>
                </a:lnTo>
                <a:lnTo>
                  <a:pt x="18159" y="9759"/>
                </a:lnTo>
                <a:lnTo>
                  <a:pt x="19266" y="8929"/>
                </a:lnTo>
                <a:lnTo>
                  <a:pt x="20347" y="8149"/>
                </a:lnTo>
                <a:lnTo>
                  <a:pt x="21479" y="7395"/>
                </a:lnTo>
                <a:lnTo>
                  <a:pt x="22611" y="6665"/>
                </a:lnTo>
                <a:lnTo>
                  <a:pt x="23768" y="5961"/>
                </a:lnTo>
                <a:lnTo>
                  <a:pt x="24950" y="5282"/>
                </a:lnTo>
                <a:lnTo>
                  <a:pt x="26157" y="4628"/>
                </a:lnTo>
                <a:lnTo>
                  <a:pt x="27364" y="4024"/>
                </a:lnTo>
                <a:lnTo>
                  <a:pt x="28571" y="3421"/>
                </a:lnTo>
                <a:lnTo>
                  <a:pt x="29829" y="2893"/>
                </a:lnTo>
                <a:lnTo>
                  <a:pt x="31061" y="2365"/>
                </a:lnTo>
                <a:lnTo>
                  <a:pt x="32344" y="1887"/>
                </a:lnTo>
                <a:lnTo>
                  <a:pt x="33626" y="1434"/>
                </a:lnTo>
                <a:lnTo>
                  <a:pt x="34909" y="1032"/>
                </a:lnTo>
                <a:lnTo>
                  <a:pt x="36217" y="654"/>
                </a:lnTo>
                <a:lnTo>
                  <a:pt x="36343" y="604"/>
                </a:lnTo>
                <a:lnTo>
                  <a:pt x="36468" y="378"/>
                </a:lnTo>
                <a:lnTo>
                  <a:pt x="36443" y="252"/>
                </a:lnTo>
                <a:lnTo>
                  <a:pt x="36393" y="126"/>
                </a:lnTo>
                <a:lnTo>
                  <a:pt x="36192" y="0"/>
                </a:lnTo>
                <a:close/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55" name="Google Shape;3355;p45"/>
          <p:cNvGrpSpPr/>
          <p:nvPr/>
        </p:nvGrpSpPr>
        <p:grpSpPr>
          <a:xfrm>
            <a:off x="3598950" y="3689175"/>
            <a:ext cx="1946100" cy="1147175"/>
            <a:chOff x="3598950" y="3689175"/>
            <a:chExt cx="1946100" cy="1147175"/>
          </a:xfrm>
        </p:grpSpPr>
        <p:sp>
          <p:nvSpPr>
            <p:cNvPr id="3356" name="Google Shape;3356;p45"/>
            <p:cNvSpPr txBox="1"/>
            <p:nvPr/>
          </p:nvSpPr>
          <p:spPr>
            <a:xfrm flipH="1">
              <a:off x="3921600" y="3689175"/>
              <a:ext cx="1300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 Jupiter</a:t>
              </a:r>
              <a:endParaRPr sz="20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3357" name="Google Shape;3357;p45"/>
            <p:cNvSpPr txBox="1"/>
            <p:nvPr/>
          </p:nvSpPr>
          <p:spPr>
            <a:xfrm>
              <a:off x="3598950" y="4071950"/>
              <a:ext cx="1946100" cy="76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the fifth planet from the Sun and the largest of them all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58" name="Google Shape;3358;p45"/>
          <p:cNvGrpSpPr/>
          <p:nvPr/>
        </p:nvGrpSpPr>
        <p:grpSpPr>
          <a:xfrm>
            <a:off x="3736048" y="1864075"/>
            <a:ext cx="1671913" cy="1677078"/>
            <a:chOff x="3736048" y="1864075"/>
            <a:chExt cx="1671913" cy="1677078"/>
          </a:xfrm>
        </p:grpSpPr>
        <p:sp>
          <p:nvSpPr>
            <p:cNvPr id="3359" name="Google Shape;3359;p45"/>
            <p:cNvSpPr/>
            <p:nvPr/>
          </p:nvSpPr>
          <p:spPr>
            <a:xfrm>
              <a:off x="4451303" y="3158570"/>
              <a:ext cx="234686" cy="349045"/>
            </a:xfrm>
            <a:custGeom>
              <a:rect b="b" l="l" r="r" t="t"/>
              <a:pathLst>
                <a:path extrusionOk="0" h="10803" w="7263">
                  <a:moveTo>
                    <a:pt x="563" y="1"/>
                  </a:moveTo>
                  <a:cubicBezTo>
                    <a:pt x="304" y="1"/>
                    <a:pt x="0" y="141"/>
                    <a:pt x="32" y="448"/>
                  </a:cubicBezTo>
                  <a:cubicBezTo>
                    <a:pt x="100" y="1602"/>
                    <a:pt x="65" y="2757"/>
                    <a:pt x="133" y="3911"/>
                  </a:cubicBezTo>
                  <a:cubicBezTo>
                    <a:pt x="153" y="4167"/>
                    <a:pt x="391" y="4332"/>
                    <a:pt x="607" y="4332"/>
                  </a:cubicBezTo>
                  <a:cubicBezTo>
                    <a:pt x="762" y="4332"/>
                    <a:pt x="905" y="4246"/>
                    <a:pt x="948" y="4047"/>
                  </a:cubicBezTo>
                  <a:cubicBezTo>
                    <a:pt x="983" y="3944"/>
                    <a:pt x="1015" y="3808"/>
                    <a:pt x="1015" y="3707"/>
                  </a:cubicBezTo>
                  <a:lnTo>
                    <a:pt x="1119" y="3911"/>
                  </a:lnTo>
                  <a:cubicBezTo>
                    <a:pt x="1254" y="4080"/>
                    <a:pt x="1423" y="4215"/>
                    <a:pt x="1594" y="4251"/>
                  </a:cubicBezTo>
                  <a:cubicBezTo>
                    <a:pt x="1322" y="4623"/>
                    <a:pt x="1051" y="5098"/>
                    <a:pt x="915" y="5574"/>
                  </a:cubicBezTo>
                  <a:cubicBezTo>
                    <a:pt x="440" y="6117"/>
                    <a:pt x="100" y="6728"/>
                    <a:pt x="133" y="7442"/>
                  </a:cubicBezTo>
                  <a:cubicBezTo>
                    <a:pt x="219" y="8461"/>
                    <a:pt x="1270" y="8725"/>
                    <a:pt x="2345" y="8725"/>
                  </a:cubicBezTo>
                  <a:cubicBezTo>
                    <a:pt x="2560" y="8725"/>
                    <a:pt x="2776" y="8714"/>
                    <a:pt x="2985" y="8697"/>
                  </a:cubicBezTo>
                  <a:lnTo>
                    <a:pt x="2985" y="8697"/>
                  </a:lnTo>
                  <a:cubicBezTo>
                    <a:pt x="2645" y="9683"/>
                    <a:pt x="2577" y="10802"/>
                    <a:pt x="3867" y="10802"/>
                  </a:cubicBezTo>
                  <a:cubicBezTo>
                    <a:pt x="3880" y="10802"/>
                    <a:pt x="3893" y="10803"/>
                    <a:pt x="3906" y="10803"/>
                  </a:cubicBezTo>
                  <a:cubicBezTo>
                    <a:pt x="5714" y="10803"/>
                    <a:pt x="6622" y="8348"/>
                    <a:pt x="7094" y="6932"/>
                  </a:cubicBezTo>
                  <a:cubicBezTo>
                    <a:pt x="7263" y="6456"/>
                    <a:pt x="6855" y="5948"/>
                    <a:pt x="6380" y="5948"/>
                  </a:cubicBezTo>
                  <a:cubicBezTo>
                    <a:pt x="5974" y="5948"/>
                    <a:pt x="4234" y="6296"/>
                    <a:pt x="3168" y="6296"/>
                  </a:cubicBezTo>
                  <a:cubicBezTo>
                    <a:pt x="3079" y="6296"/>
                    <a:pt x="2995" y="6293"/>
                    <a:pt x="2917" y="6288"/>
                  </a:cubicBezTo>
                  <a:cubicBezTo>
                    <a:pt x="3256" y="5745"/>
                    <a:pt x="3596" y="5201"/>
                    <a:pt x="3903" y="4623"/>
                  </a:cubicBezTo>
                  <a:cubicBezTo>
                    <a:pt x="4242" y="4251"/>
                    <a:pt x="4514" y="3843"/>
                    <a:pt x="4718" y="3401"/>
                  </a:cubicBezTo>
                  <a:lnTo>
                    <a:pt x="4718" y="3333"/>
                  </a:lnTo>
                  <a:cubicBezTo>
                    <a:pt x="5158" y="2689"/>
                    <a:pt x="5668" y="2078"/>
                    <a:pt x="6279" y="1499"/>
                  </a:cubicBezTo>
                  <a:cubicBezTo>
                    <a:pt x="6675" y="1104"/>
                    <a:pt x="6359" y="350"/>
                    <a:pt x="5822" y="350"/>
                  </a:cubicBezTo>
                  <a:cubicBezTo>
                    <a:pt x="5761" y="350"/>
                    <a:pt x="5698" y="360"/>
                    <a:pt x="5633" y="380"/>
                  </a:cubicBezTo>
                  <a:cubicBezTo>
                    <a:pt x="5261" y="516"/>
                    <a:pt x="4886" y="584"/>
                    <a:pt x="4546" y="584"/>
                  </a:cubicBezTo>
                  <a:cubicBezTo>
                    <a:pt x="4212" y="201"/>
                    <a:pt x="3641" y="3"/>
                    <a:pt x="3071" y="3"/>
                  </a:cubicBezTo>
                  <a:cubicBezTo>
                    <a:pt x="2833" y="3"/>
                    <a:pt x="2594" y="38"/>
                    <a:pt x="2374" y="108"/>
                  </a:cubicBezTo>
                  <a:cubicBezTo>
                    <a:pt x="2238" y="141"/>
                    <a:pt x="2069" y="209"/>
                    <a:pt x="1966" y="277"/>
                  </a:cubicBezTo>
                  <a:cubicBezTo>
                    <a:pt x="1526" y="176"/>
                    <a:pt x="1083" y="73"/>
                    <a:pt x="643" y="5"/>
                  </a:cubicBezTo>
                  <a:cubicBezTo>
                    <a:pt x="617" y="2"/>
                    <a:pt x="590" y="1"/>
                    <a:pt x="563" y="1"/>
                  </a:cubicBezTo>
                  <a:close/>
                </a:path>
              </a:pathLst>
            </a:custGeom>
            <a:solidFill>
              <a:srgbClr val="FFDA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45"/>
            <p:cNvSpPr/>
            <p:nvPr/>
          </p:nvSpPr>
          <p:spPr>
            <a:xfrm>
              <a:off x="3738148" y="1895866"/>
              <a:ext cx="1669813" cy="1247715"/>
            </a:xfrm>
            <a:custGeom>
              <a:rect b="b" l="l" r="r" t="t"/>
              <a:pathLst>
                <a:path extrusionOk="0" h="38617" w="51677">
                  <a:moveTo>
                    <a:pt x="19620" y="0"/>
                  </a:moveTo>
                  <a:cubicBezTo>
                    <a:pt x="18409" y="0"/>
                    <a:pt x="17289" y="1090"/>
                    <a:pt x="16809" y="2149"/>
                  </a:cubicBezTo>
                  <a:cubicBezTo>
                    <a:pt x="16269" y="1379"/>
                    <a:pt x="15594" y="746"/>
                    <a:pt x="14814" y="746"/>
                  </a:cubicBezTo>
                  <a:cubicBezTo>
                    <a:pt x="14562" y="746"/>
                    <a:pt x="14298" y="812"/>
                    <a:pt x="14024" y="962"/>
                  </a:cubicBezTo>
                  <a:cubicBezTo>
                    <a:pt x="13949" y="939"/>
                    <a:pt x="13870" y="928"/>
                    <a:pt x="13791" y="928"/>
                  </a:cubicBezTo>
                  <a:cubicBezTo>
                    <a:pt x="13517" y="928"/>
                    <a:pt x="13247" y="1063"/>
                    <a:pt x="13142" y="1301"/>
                  </a:cubicBezTo>
                  <a:cubicBezTo>
                    <a:pt x="12870" y="1809"/>
                    <a:pt x="12598" y="2285"/>
                    <a:pt x="12327" y="2795"/>
                  </a:cubicBezTo>
                  <a:cubicBezTo>
                    <a:pt x="12088" y="3167"/>
                    <a:pt x="11884" y="3542"/>
                    <a:pt x="11680" y="3950"/>
                  </a:cubicBezTo>
                  <a:cubicBezTo>
                    <a:pt x="11612" y="4086"/>
                    <a:pt x="11545" y="4221"/>
                    <a:pt x="11477" y="4390"/>
                  </a:cubicBezTo>
                  <a:cubicBezTo>
                    <a:pt x="10758" y="3994"/>
                    <a:pt x="9809" y="3576"/>
                    <a:pt x="8985" y="3576"/>
                  </a:cubicBezTo>
                  <a:cubicBezTo>
                    <a:pt x="8329" y="3576"/>
                    <a:pt x="7753" y="3841"/>
                    <a:pt x="7438" y="4593"/>
                  </a:cubicBezTo>
                  <a:cubicBezTo>
                    <a:pt x="6791" y="6087"/>
                    <a:pt x="7302" y="8057"/>
                    <a:pt x="7674" y="9722"/>
                  </a:cubicBezTo>
                  <a:cubicBezTo>
                    <a:pt x="6968" y="9399"/>
                    <a:pt x="6166" y="9051"/>
                    <a:pt x="5449" y="9051"/>
                  </a:cubicBezTo>
                  <a:cubicBezTo>
                    <a:pt x="5030" y="9051"/>
                    <a:pt x="4640" y="9170"/>
                    <a:pt x="4314" y="9483"/>
                  </a:cubicBezTo>
                  <a:cubicBezTo>
                    <a:pt x="4110" y="9654"/>
                    <a:pt x="3974" y="9857"/>
                    <a:pt x="3871" y="10061"/>
                  </a:cubicBezTo>
                  <a:cubicBezTo>
                    <a:pt x="3532" y="10094"/>
                    <a:pt x="3228" y="10333"/>
                    <a:pt x="3228" y="10773"/>
                  </a:cubicBezTo>
                  <a:cubicBezTo>
                    <a:pt x="3228" y="11112"/>
                    <a:pt x="3260" y="11419"/>
                    <a:pt x="3260" y="11723"/>
                  </a:cubicBezTo>
                  <a:cubicBezTo>
                    <a:pt x="3295" y="12913"/>
                    <a:pt x="3192" y="14068"/>
                    <a:pt x="3532" y="15187"/>
                  </a:cubicBezTo>
                  <a:cubicBezTo>
                    <a:pt x="3363" y="15222"/>
                    <a:pt x="3228" y="15290"/>
                    <a:pt x="3092" y="15358"/>
                  </a:cubicBezTo>
                  <a:cubicBezTo>
                    <a:pt x="3024" y="15358"/>
                    <a:pt x="2921" y="15390"/>
                    <a:pt x="2853" y="15426"/>
                  </a:cubicBezTo>
                  <a:cubicBezTo>
                    <a:pt x="1" y="17123"/>
                    <a:pt x="104" y="20687"/>
                    <a:pt x="2345" y="22759"/>
                  </a:cubicBezTo>
                  <a:cubicBezTo>
                    <a:pt x="2277" y="22963"/>
                    <a:pt x="2277" y="23199"/>
                    <a:pt x="2377" y="23438"/>
                  </a:cubicBezTo>
                  <a:cubicBezTo>
                    <a:pt x="2445" y="23642"/>
                    <a:pt x="2548" y="23846"/>
                    <a:pt x="2616" y="24014"/>
                  </a:cubicBezTo>
                  <a:cubicBezTo>
                    <a:pt x="2888" y="25136"/>
                    <a:pt x="2106" y="26459"/>
                    <a:pt x="2277" y="27649"/>
                  </a:cubicBezTo>
                  <a:cubicBezTo>
                    <a:pt x="2413" y="28632"/>
                    <a:pt x="2956" y="29243"/>
                    <a:pt x="3703" y="29889"/>
                  </a:cubicBezTo>
                  <a:cubicBezTo>
                    <a:pt x="4857" y="30908"/>
                    <a:pt x="5468" y="32299"/>
                    <a:pt x="6147" y="33624"/>
                  </a:cubicBezTo>
                  <a:lnTo>
                    <a:pt x="6147" y="33657"/>
                  </a:lnTo>
                  <a:cubicBezTo>
                    <a:pt x="6112" y="34404"/>
                    <a:pt x="6351" y="35050"/>
                    <a:pt x="6759" y="35558"/>
                  </a:cubicBezTo>
                  <a:cubicBezTo>
                    <a:pt x="6419" y="35898"/>
                    <a:pt x="6316" y="36509"/>
                    <a:pt x="6894" y="36781"/>
                  </a:cubicBezTo>
                  <a:cubicBezTo>
                    <a:pt x="7709" y="37223"/>
                    <a:pt x="8489" y="37663"/>
                    <a:pt x="9304" y="38106"/>
                  </a:cubicBezTo>
                  <a:cubicBezTo>
                    <a:pt x="9457" y="38174"/>
                    <a:pt x="9602" y="38208"/>
                    <a:pt x="9738" y="38208"/>
                  </a:cubicBezTo>
                  <a:cubicBezTo>
                    <a:pt x="9873" y="38208"/>
                    <a:pt x="10000" y="38174"/>
                    <a:pt x="10119" y="38106"/>
                  </a:cubicBezTo>
                  <a:cubicBezTo>
                    <a:pt x="10933" y="38342"/>
                    <a:pt x="11784" y="38513"/>
                    <a:pt x="12666" y="38614"/>
                  </a:cubicBezTo>
                  <a:cubicBezTo>
                    <a:pt x="12684" y="38616"/>
                    <a:pt x="12702" y="38617"/>
                    <a:pt x="12721" y="38617"/>
                  </a:cubicBezTo>
                  <a:cubicBezTo>
                    <a:pt x="13044" y="38617"/>
                    <a:pt x="13382" y="38326"/>
                    <a:pt x="13446" y="38038"/>
                  </a:cubicBezTo>
                  <a:cubicBezTo>
                    <a:pt x="13785" y="36476"/>
                    <a:pt x="15654" y="34811"/>
                    <a:pt x="15247" y="33114"/>
                  </a:cubicBezTo>
                  <a:cubicBezTo>
                    <a:pt x="14839" y="31383"/>
                    <a:pt x="12903" y="30873"/>
                    <a:pt x="12020" y="29447"/>
                  </a:cubicBezTo>
                  <a:cubicBezTo>
                    <a:pt x="11001" y="27749"/>
                    <a:pt x="10322" y="26391"/>
                    <a:pt x="8828" y="25033"/>
                  </a:cubicBezTo>
                  <a:cubicBezTo>
                    <a:pt x="8049" y="24321"/>
                    <a:pt x="8013" y="23574"/>
                    <a:pt x="8049" y="22556"/>
                  </a:cubicBezTo>
                  <a:cubicBezTo>
                    <a:pt x="8049" y="22213"/>
                    <a:pt x="8332" y="20539"/>
                    <a:pt x="8899" y="20539"/>
                  </a:cubicBezTo>
                  <a:cubicBezTo>
                    <a:pt x="8953" y="20539"/>
                    <a:pt x="9009" y="20554"/>
                    <a:pt x="9067" y="20586"/>
                  </a:cubicBezTo>
                  <a:cubicBezTo>
                    <a:pt x="9206" y="20666"/>
                    <a:pt x="9333" y="20699"/>
                    <a:pt x="9456" y="20699"/>
                  </a:cubicBezTo>
                  <a:cubicBezTo>
                    <a:pt x="9542" y="20699"/>
                    <a:pt x="9627" y="20683"/>
                    <a:pt x="9711" y="20654"/>
                  </a:cubicBezTo>
                  <a:cubicBezTo>
                    <a:pt x="9803" y="20769"/>
                    <a:pt x="9941" y="20822"/>
                    <a:pt x="10086" y="20822"/>
                  </a:cubicBezTo>
                  <a:cubicBezTo>
                    <a:pt x="10371" y="20822"/>
                    <a:pt x="10685" y="20618"/>
                    <a:pt x="10730" y="20280"/>
                  </a:cubicBezTo>
                  <a:cubicBezTo>
                    <a:pt x="10765" y="19940"/>
                    <a:pt x="10765" y="19568"/>
                    <a:pt x="10730" y="19228"/>
                  </a:cubicBezTo>
                  <a:cubicBezTo>
                    <a:pt x="10730" y="19125"/>
                    <a:pt x="10697" y="19025"/>
                    <a:pt x="10662" y="18957"/>
                  </a:cubicBezTo>
                  <a:cubicBezTo>
                    <a:pt x="10662" y="18650"/>
                    <a:pt x="10697" y="18310"/>
                    <a:pt x="10765" y="18006"/>
                  </a:cubicBezTo>
                  <a:cubicBezTo>
                    <a:pt x="10969" y="18006"/>
                    <a:pt x="11172" y="17870"/>
                    <a:pt x="11273" y="17599"/>
                  </a:cubicBezTo>
                  <a:cubicBezTo>
                    <a:pt x="11884" y="15798"/>
                    <a:pt x="12427" y="14000"/>
                    <a:pt x="12666" y="12098"/>
                  </a:cubicBezTo>
                  <a:cubicBezTo>
                    <a:pt x="12666" y="11963"/>
                    <a:pt x="12631" y="11859"/>
                    <a:pt x="12598" y="11759"/>
                  </a:cubicBezTo>
                  <a:cubicBezTo>
                    <a:pt x="12631" y="11452"/>
                    <a:pt x="12666" y="11112"/>
                    <a:pt x="12699" y="10773"/>
                  </a:cubicBezTo>
                  <a:cubicBezTo>
                    <a:pt x="14896" y="11201"/>
                    <a:pt x="17178" y="11287"/>
                    <a:pt x="19458" y="11287"/>
                  </a:cubicBezTo>
                  <a:cubicBezTo>
                    <a:pt x="20984" y="11287"/>
                    <a:pt x="22509" y="11248"/>
                    <a:pt x="24007" y="11248"/>
                  </a:cubicBezTo>
                  <a:cubicBezTo>
                    <a:pt x="26546" y="11248"/>
                    <a:pt x="29097" y="11286"/>
                    <a:pt x="31646" y="11286"/>
                  </a:cubicBezTo>
                  <a:cubicBezTo>
                    <a:pt x="33323" y="11286"/>
                    <a:pt x="34999" y="11269"/>
                    <a:pt x="36669" y="11216"/>
                  </a:cubicBezTo>
                  <a:cubicBezTo>
                    <a:pt x="36841" y="14304"/>
                    <a:pt x="37688" y="17463"/>
                    <a:pt x="38842" y="20347"/>
                  </a:cubicBezTo>
                  <a:cubicBezTo>
                    <a:pt x="39006" y="20748"/>
                    <a:pt x="39370" y="20928"/>
                    <a:pt x="39719" y="20928"/>
                  </a:cubicBezTo>
                  <a:cubicBezTo>
                    <a:pt x="40170" y="20928"/>
                    <a:pt x="40598" y="20627"/>
                    <a:pt x="40540" y="20111"/>
                  </a:cubicBezTo>
                  <a:cubicBezTo>
                    <a:pt x="40686" y="19929"/>
                    <a:pt x="40831" y="19825"/>
                    <a:pt x="40993" y="19825"/>
                  </a:cubicBezTo>
                  <a:cubicBezTo>
                    <a:pt x="41132" y="19825"/>
                    <a:pt x="41284" y="19903"/>
                    <a:pt x="41458" y="20076"/>
                  </a:cubicBezTo>
                  <a:cubicBezTo>
                    <a:pt x="41898" y="20451"/>
                    <a:pt x="41966" y="20994"/>
                    <a:pt x="42034" y="21537"/>
                  </a:cubicBezTo>
                  <a:cubicBezTo>
                    <a:pt x="42034" y="21673"/>
                    <a:pt x="42102" y="21809"/>
                    <a:pt x="42170" y="21877"/>
                  </a:cubicBezTo>
                  <a:cubicBezTo>
                    <a:pt x="42373" y="25101"/>
                    <a:pt x="38674" y="28292"/>
                    <a:pt x="36737" y="30465"/>
                  </a:cubicBezTo>
                  <a:cubicBezTo>
                    <a:pt x="36466" y="30805"/>
                    <a:pt x="36365" y="31315"/>
                    <a:pt x="36737" y="31655"/>
                  </a:cubicBezTo>
                  <a:cubicBezTo>
                    <a:pt x="37112" y="31995"/>
                    <a:pt x="37484" y="32367"/>
                    <a:pt x="37824" y="32774"/>
                  </a:cubicBezTo>
                  <a:cubicBezTo>
                    <a:pt x="37859" y="32809"/>
                    <a:pt x="37859" y="32842"/>
                    <a:pt x="37892" y="32877"/>
                  </a:cubicBezTo>
                  <a:cubicBezTo>
                    <a:pt x="38334" y="33692"/>
                    <a:pt x="38810" y="34472"/>
                    <a:pt x="39182" y="35287"/>
                  </a:cubicBezTo>
                  <a:cubicBezTo>
                    <a:pt x="39421" y="35966"/>
                    <a:pt x="39521" y="36645"/>
                    <a:pt x="39318" y="37392"/>
                  </a:cubicBezTo>
                  <a:cubicBezTo>
                    <a:pt x="39182" y="37867"/>
                    <a:pt x="39421" y="38242"/>
                    <a:pt x="39861" y="38410"/>
                  </a:cubicBezTo>
                  <a:cubicBezTo>
                    <a:pt x="40197" y="38544"/>
                    <a:pt x="40512" y="38606"/>
                    <a:pt x="40806" y="38606"/>
                  </a:cubicBezTo>
                  <a:cubicBezTo>
                    <a:pt x="42748" y="38606"/>
                    <a:pt x="43807" y="35951"/>
                    <a:pt x="44071" y="34064"/>
                  </a:cubicBezTo>
                  <a:cubicBezTo>
                    <a:pt x="48417" y="33317"/>
                    <a:pt x="48621" y="29107"/>
                    <a:pt x="47534" y="25272"/>
                  </a:cubicBezTo>
                  <a:cubicBezTo>
                    <a:pt x="47502" y="25136"/>
                    <a:pt x="47434" y="25033"/>
                    <a:pt x="47366" y="24965"/>
                  </a:cubicBezTo>
                  <a:cubicBezTo>
                    <a:pt x="48928" y="22453"/>
                    <a:pt x="51676" y="16716"/>
                    <a:pt x="47602" y="16002"/>
                  </a:cubicBezTo>
                  <a:cubicBezTo>
                    <a:pt x="47416" y="15962"/>
                    <a:pt x="47226" y="15949"/>
                    <a:pt x="47032" y="15949"/>
                  </a:cubicBezTo>
                  <a:cubicBezTo>
                    <a:pt x="46730" y="15949"/>
                    <a:pt x="46419" y="15982"/>
                    <a:pt x="46108" y="16002"/>
                  </a:cubicBezTo>
                  <a:cubicBezTo>
                    <a:pt x="46093" y="16002"/>
                    <a:pt x="46078" y="16002"/>
                    <a:pt x="46063" y="16002"/>
                  </a:cubicBezTo>
                  <a:cubicBezTo>
                    <a:pt x="44975" y="16002"/>
                    <a:pt x="45740" y="14740"/>
                    <a:pt x="46008" y="14236"/>
                  </a:cubicBezTo>
                  <a:cubicBezTo>
                    <a:pt x="46483" y="13321"/>
                    <a:pt x="46719" y="12370"/>
                    <a:pt x="46652" y="11384"/>
                  </a:cubicBezTo>
                  <a:cubicBezTo>
                    <a:pt x="46584" y="9382"/>
                    <a:pt x="44310" y="8975"/>
                    <a:pt x="42713" y="8907"/>
                  </a:cubicBezTo>
                  <a:cubicBezTo>
                    <a:pt x="41830" y="8871"/>
                    <a:pt x="42034" y="7617"/>
                    <a:pt x="42001" y="6802"/>
                  </a:cubicBezTo>
                  <a:cubicBezTo>
                    <a:pt x="41966" y="6123"/>
                    <a:pt x="41898" y="5272"/>
                    <a:pt x="41390" y="4765"/>
                  </a:cubicBezTo>
                  <a:cubicBezTo>
                    <a:pt x="40744" y="4118"/>
                    <a:pt x="39997" y="3982"/>
                    <a:pt x="39114" y="3982"/>
                  </a:cubicBezTo>
                  <a:cubicBezTo>
                    <a:pt x="39107" y="3982"/>
                    <a:pt x="39100" y="3982"/>
                    <a:pt x="39092" y="3982"/>
                  </a:cubicBezTo>
                  <a:cubicBezTo>
                    <a:pt x="38514" y="3982"/>
                    <a:pt x="36774" y="4942"/>
                    <a:pt x="35870" y="4942"/>
                  </a:cubicBezTo>
                  <a:cubicBezTo>
                    <a:pt x="35612" y="4942"/>
                    <a:pt x="35421" y="4864"/>
                    <a:pt x="35347" y="4661"/>
                  </a:cubicBezTo>
                  <a:cubicBezTo>
                    <a:pt x="35075" y="4018"/>
                    <a:pt x="35415" y="3203"/>
                    <a:pt x="35211" y="2524"/>
                  </a:cubicBezTo>
                  <a:cubicBezTo>
                    <a:pt x="34939" y="1741"/>
                    <a:pt x="34157" y="1505"/>
                    <a:pt x="33410" y="1505"/>
                  </a:cubicBezTo>
                  <a:cubicBezTo>
                    <a:pt x="33366" y="1503"/>
                    <a:pt x="33321" y="1502"/>
                    <a:pt x="33277" y="1502"/>
                  </a:cubicBezTo>
                  <a:cubicBezTo>
                    <a:pt x="31663" y="1502"/>
                    <a:pt x="30113" y="2691"/>
                    <a:pt x="28725" y="3846"/>
                  </a:cubicBezTo>
                  <a:cubicBezTo>
                    <a:pt x="28420" y="2320"/>
                    <a:pt x="28113" y="859"/>
                    <a:pt x="26348" y="655"/>
                  </a:cubicBezTo>
                  <a:cubicBezTo>
                    <a:pt x="26263" y="646"/>
                    <a:pt x="26177" y="642"/>
                    <a:pt x="26091" y="642"/>
                  </a:cubicBezTo>
                  <a:cubicBezTo>
                    <a:pt x="24840" y="642"/>
                    <a:pt x="23507" y="1542"/>
                    <a:pt x="22681" y="2592"/>
                  </a:cubicBezTo>
                  <a:cubicBezTo>
                    <a:pt x="22648" y="2524"/>
                    <a:pt x="22648" y="2488"/>
                    <a:pt x="22613" y="2456"/>
                  </a:cubicBezTo>
                  <a:cubicBezTo>
                    <a:pt x="22648" y="2353"/>
                    <a:pt x="22648" y="2252"/>
                    <a:pt x="22580" y="2149"/>
                  </a:cubicBezTo>
                  <a:cubicBezTo>
                    <a:pt x="21969" y="1030"/>
                    <a:pt x="21187" y="147"/>
                    <a:pt x="19829" y="11"/>
                  </a:cubicBezTo>
                  <a:cubicBezTo>
                    <a:pt x="19759" y="4"/>
                    <a:pt x="19689" y="0"/>
                    <a:pt x="19620" y="0"/>
                  </a:cubicBezTo>
                  <a:close/>
                </a:path>
              </a:pathLst>
            </a:custGeom>
            <a:solidFill>
              <a:srgbClr val="BE33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45"/>
            <p:cNvSpPr/>
            <p:nvPr/>
          </p:nvSpPr>
          <p:spPr>
            <a:xfrm>
              <a:off x="3978430" y="2249826"/>
              <a:ext cx="1094941" cy="712888"/>
            </a:xfrm>
            <a:custGeom>
              <a:rect b="b" l="l" r="r" t="t"/>
              <a:pathLst>
                <a:path extrusionOk="0" h="22064" w="33886">
                  <a:moveTo>
                    <a:pt x="28071" y="0"/>
                  </a:moveTo>
                  <a:cubicBezTo>
                    <a:pt x="27661" y="0"/>
                    <a:pt x="27237" y="193"/>
                    <a:pt x="26856" y="327"/>
                  </a:cubicBezTo>
                  <a:cubicBezTo>
                    <a:pt x="26177" y="564"/>
                    <a:pt x="25465" y="735"/>
                    <a:pt x="24751" y="767"/>
                  </a:cubicBezTo>
                  <a:cubicBezTo>
                    <a:pt x="24390" y="802"/>
                    <a:pt x="24031" y="817"/>
                    <a:pt x="23672" y="817"/>
                  </a:cubicBezTo>
                  <a:cubicBezTo>
                    <a:pt x="21936" y="817"/>
                    <a:pt x="20221" y="467"/>
                    <a:pt x="18503" y="327"/>
                  </a:cubicBezTo>
                  <a:cubicBezTo>
                    <a:pt x="17983" y="284"/>
                    <a:pt x="17463" y="269"/>
                    <a:pt x="16941" y="269"/>
                  </a:cubicBezTo>
                  <a:cubicBezTo>
                    <a:pt x="15731" y="269"/>
                    <a:pt x="14517" y="350"/>
                    <a:pt x="13294" y="350"/>
                  </a:cubicBezTo>
                  <a:cubicBezTo>
                    <a:pt x="12949" y="350"/>
                    <a:pt x="12603" y="344"/>
                    <a:pt x="12256" y="327"/>
                  </a:cubicBezTo>
                  <a:cubicBezTo>
                    <a:pt x="10254" y="224"/>
                    <a:pt x="8217" y="56"/>
                    <a:pt x="6180" y="56"/>
                  </a:cubicBezTo>
                  <a:cubicBezTo>
                    <a:pt x="6163" y="55"/>
                    <a:pt x="6146" y="55"/>
                    <a:pt x="6129" y="55"/>
                  </a:cubicBezTo>
                  <a:cubicBezTo>
                    <a:pt x="5318" y="55"/>
                    <a:pt x="5032" y="883"/>
                    <a:pt x="5330" y="1482"/>
                  </a:cubicBezTo>
                  <a:cubicBezTo>
                    <a:pt x="5262" y="1582"/>
                    <a:pt x="5229" y="1650"/>
                    <a:pt x="5194" y="1786"/>
                  </a:cubicBezTo>
                  <a:cubicBezTo>
                    <a:pt x="4719" y="3994"/>
                    <a:pt x="4651" y="6336"/>
                    <a:pt x="3632" y="8408"/>
                  </a:cubicBezTo>
                  <a:cubicBezTo>
                    <a:pt x="3293" y="9155"/>
                    <a:pt x="2546" y="9766"/>
                    <a:pt x="2513" y="10649"/>
                  </a:cubicBezTo>
                  <a:cubicBezTo>
                    <a:pt x="2478" y="10377"/>
                    <a:pt x="2445" y="10106"/>
                    <a:pt x="2377" y="9867"/>
                  </a:cubicBezTo>
                  <a:cubicBezTo>
                    <a:pt x="2291" y="9506"/>
                    <a:pt x="1978" y="9337"/>
                    <a:pt x="1673" y="9337"/>
                  </a:cubicBezTo>
                  <a:cubicBezTo>
                    <a:pt x="1376" y="9337"/>
                    <a:pt x="1086" y="9497"/>
                    <a:pt x="1019" y="9799"/>
                  </a:cubicBezTo>
                  <a:cubicBezTo>
                    <a:pt x="951" y="9834"/>
                    <a:pt x="916" y="9902"/>
                    <a:pt x="916" y="9935"/>
                  </a:cubicBezTo>
                  <a:cubicBezTo>
                    <a:pt x="509" y="11192"/>
                    <a:pt x="1" y="14520"/>
                    <a:pt x="1902" y="14859"/>
                  </a:cubicBezTo>
                  <a:cubicBezTo>
                    <a:pt x="2410" y="14927"/>
                    <a:pt x="2410" y="14791"/>
                    <a:pt x="2682" y="15267"/>
                  </a:cubicBezTo>
                  <a:cubicBezTo>
                    <a:pt x="3157" y="16285"/>
                    <a:pt x="3429" y="17168"/>
                    <a:pt x="4108" y="18051"/>
                  </a:cubicBezTo>
                  <a:cubicBezTo>
                    <a:pt x="4754" y="18898"/>
                    <a:pt x="5398" y="19713"/>
                    <a:pt x="6348" y="20224"/>
                  </a:cubicBezTo>
                  <a:cubicBezTo>
                    <a:pt x="7774" y="20903"/>
                    <a:pt x="9439" y="21071"/>
                    <a:pt x="10966" y="21310"/>
                  </a:cubicBezTo>
                  <a:cubicBezTo>
                    <a:pt x="12664" y="21582"/>
                    <a:pt x="14397" y="21785"/>
                    <a:pt x="16127" y="21818"/>
                  </a:cubicBezTo>
                  <a:cubicBezTo>
                    <a:pt x="17881" y="21842"/>
                    <a:pt x="19681" y="22063"/>
                    <a:pt x="21464" y="22063"/>
                  </a:cubicBezTo>
                  <a:cubicBezTo>
                    <a:pt x="22339" y="22063"/>
                    <a:pt x="23211" y="22010"/>
                    <a:pt x="24072" y="21853"/>
                  </a:cubicBezTo>
                  <a:cubicBezTo>
                    <a:pt x="24582" y="21750"/>
                    <a:pt x="25126" y="21614"/>
                    <a:pt x="25633" y="21411"/>
                  </a:cubicBezTo>
                  <a:cubicBezTo>
                    <a:pt x="25769" y="21343"/>
                    <a:pt x="26891" y="20664"/>
                    <a:pt x="26891" y="20664"/>
                  </a:cubicBezTo>
                  <a:cubicBezTo>
                    <a:pt x="27026" y="20739"/>
                    <a:pt x="27181" y="20782"/>
                    <a:pt x="27341" y="20782"/>
                  </a:cubicBezTo>
                  <a:cubicBezTo>
                    <a:pt x="27543" y="20782"/>
                    <a:pt x="27753" y="20715"/>
                    <a:pt x="27942" y="20563"/>
                  </a:cubicBezTo>
                  <a:cubicBezTo>
                    <a:pt x="28725" y="20359"/>
                    <a:pt x="29404" y="19545"/>
                    <a:pt x="29912" y="18830"/>
                  </a:cubicBezTo>
                  <a:cubicBezTo>
                    <a:pt x="30083" y="18627"/>
                    <a:pt x="30083" y="18390"/>
                    <a:pt x="30047" y="18151"/>
                  </a:cubicBezTo>
                  <a:cubicBezTo>
                    <a:pt x="30422" y="17608"/>
                    <a:pt x="30726" y="17032"/>
                    <a:pt x="30930" y="16454"/>
                  </a:cubicBezTo>
                  <a:cubicBezTo>
                    <a:pt x="31101" y="16421"/>
                    <a:pt x="31237" y="16353"/>
                    <a:pt x="31305" y="16149"/>
                  </a:cubicBezTo>
                  <a:cubicBezTo>
                    <a:pt x="31473" y="15674"/>
                    <a:pt x="31609" y="15231"/>
                    <a:pt x="31677" y="14723"/>
                  </a:cubicBezTo>
                  <a:cubicBezTo>
                    <a:pt x="31712" y="14655"/>
                    <a:pt x="31712" y="14588"/>
                    <a:pt x="31745" y="14484"/>
                  </a:cubicBezTo>
                  <a:cubicBezTo>
                    <a:pt x="31841" y="14549"/>
                    <a:pt x="31953" y="14582"/>
                    <a:pt x="32065" y="14582"/>
                  </a:cubicBezTo>
                  <a:cubicBezTo>
                    <a:pt x="32190" y="14582"/>
                    <a:pt x="32317" y="14540"/>
                    <a:pt x="32424" y="14452"/>
                  </a:cubicBezTo>
                  <a:lnTo>
                    <a:pt x="32527" y="14349"/>
                  </a:lnTo>
                  <a:cubicBezTo>
                    <a:pt x="32653" y="14429"/>
                    <a:pt x="32803" y="14471"/>
                    <a:pt x="32950" y="14471"/>
                  </a:cubicBezTo>
                  <a:cubicBezTo>
                    <a:pt x="33236" y="14471"/>
                    <a:pt x="33512" y="14312"/>
                    <a:pt x="33578" y="13976"/>
                  </a:cubicBezTo>
                  <a:cubicBezTo>
                    <a:pt x="33782" y="13094"/>
                    <a:pt x="33885" y="12211"/>
                    <a:pt x="33750" y="11361"/>
                  </a:cubicBezTo>
                  <a:cubicBezTo>
                    <a:pt x="33817" y="10989"/>
                    <a:pt x="33850" y="10614"/>
                    <a:pt x="33817" y="10310"/>
                  </a:cubicBezTo>
                  <a:cubicBezTo>
                    <a:pt x="33793" y="9905"/>
                    <a:pt x="33420" y="9535"/>
                    <a:pt x="33047" y="9535"/>
                  </a:cubicBezTo>
                  <a:cubicBezTo>
                    <a:pt x="32887" y="9535"/>
                    <a:pt x="32727" y="9603"/>
                    <a:pt x="32595" y="9766"/>
                  </a:cubicBezTo>
                  <a:cubicBezTo>
                    <a:pt x="32152" y="9935"/>
                    <a:pt x="31949" y="10377"/>
                    <a:pt x="32152" y="10853"/>
                  </a:cubicBezTo>
                  <a:cubicBezTo>
                    <a:pt x="32188" y="10953"/>
                    <a:pt x="32220" y="11056"/>
                    <a:pt x="32256" y="11124"/>
                  </a:cubicBezTo>
                  <a:cubicBezTo>
                    <a:pt x="32256" y="11192"/>
                    <a:pt x="32220" y="11260"/>
                    <a:pt x="32188" y="11328"/>
                  </a:cubicBezTo>
                  <a:cubicBezTo>
                    <a:pt x="32188" y="11396"/>
                    <a:pt x="32120" y="11429"/>
                    <a:pt x="32084" y="11464"/>
                  </a:cubicBezTo>
                  <a:cubicBezTo>
                    <a:pt x="32188" y="11328"/>
                    <a:pt x="32017" y="11124"/>
                    <a:pt x="31984" y="10853"/>
                  </a:cubicBezTo>
                  <a:cubicBezTo>
                    <a:pt x="31848" y="10174"/>
                    <a:pt x="31373" y="9595"/>
                    <a:pt x="31169" y="8916"/>
                  </a:cubicBezTo>
                  <a:cubicBezTo>
                    <a:pt x="30930" y="8101"/>
                    <a:pt x="30897" y="7286"/>
                    <a:pt x="30626" y="6472"/>
                  </a:cubicBezTo>
                  <a:cubicBezTo>
                    <a:pt x="30218" y="5285"/>
                    <a:pt x="29743" y="4095"/>
                    <a:pt x="29640" y="2805"/>
                  </a:cubicBezTo>
                  <a:cubicBezTo>
                    <a:pt x="29572" y="1854"/>
                    <a:pt x="29504" y="835"/>
                    <a:pt x="28689" y="192"/>
                  </a:cubicBezTo>
                  <a:cubicBezTo>
                    <a:pt x="28492" y="52"/>
                    <a:pt x="28284" y="0"/>
                    <a:pt x="28071" y="0"/>
                  </a:cubicBezTo>
                  <a:close/>
                </a:path>
              </a:pathLst>
            </a:custGeom>
            <a:solidFill>
              <a:srgbClr val="F9C6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45"/>
            <p:cNvSpPr/>
            <p:nvPr/>
          </p:nvSpPr>
          <p:spPr>
            <a:xfrm>
              <a:off x="4819753" y="2689239"/>
              <a:ext cx="113094" cy="85589"/>
            </a:xfrm>
            <a:custGeom>
              <a:rect b="b" l="l" r="r" t="t"/>
              <a:pathLst>
                <a:path extrusionOk="0" h="2649" w="3500">
                  <a:moveTo>
                    <a:pt x="1766" y="1"/>
                  </a:moveTo>
                  <a:cubicBezTo>
                    <a:pt x="69" y="1"/>
                    <a:pt x="1" y="2649"/>
                    <a:pt x="1734" y="2649"/>
                  </a:cubicBezTo>
                  <a:cubicBezTo>
                    <a:pt x="3464" y="2649"/>
                    <a:pt x="3499" y="1"/>
                    <a:pt x="1766" y="1"/>
                  </a:cubicBezTo>
                  <a:close/>
                </a:path>
              </a:pathLst>
            </a:custGeom>
            <a:solidFill>
              <a:srgbClr val="EB5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45"/>
            <p:cNvSpPr/>
            <p:nvPr/>
          </p:nvSpPr>
          <p:spPr>
            <a:xfrm>
              <a:off x="4183527" y="2713922"/>
              <a:ext cx="107536" cy="103166"/>
            </a:xfrm>
            <a:custGeom>
              <a:rect b="b" l="l" r="r" t="t"/>
              <a:pathLst>
                <a:path extrusionOk="0" h="3193" w="3328">
                  <a:moveTo>
                    <a:pt x="1750" y="0"/>
                  </a:moveTo>
                  <a:cubicBezTo>
                    <a:pt x="1606" y="0"/>
                    <a:pt x="1462" y="17"/>
                    <a:pt x="1326" y="51"/>
                  </a:cubicBezTo>
                  <a:cubicBezTo>
                    <a:pt x="883" y="155"/>
                    <a:pt x="612" y="426"/>
                    <a:pt x="340" y="766"/>
                  </a:cubicBezTo>
                  <a:cubicBezTo>
                    <a:pt x="0" y="1241"/>
                    <a:pt x="36" y="1920"/>
                    <a:pt x="307" y="2396"/>
                  </a:cubicBezTo>
                  <a:cubicBezTo>
                    <a:pt x="511" y="2768"/>
                    <a:pt x="851" y="3039"/>
                    <a:pt x="1258" y="3142"/>
                  </a:cubicBezTo>
                  <a:lnTo>
                    <a:pt x="1291" y="3142"/>
                  </a:lnTo>
                  <a:cubicBezTo>
                    <a:pt x="1427" y="3177"/>
                    <a:pt x="1562" y="3193"/>
                    <a:pt x="1695" y="3193"/>
                  </a:cubicBezTo>
                  <a:cubicBezTo>
                    <a:pt x="2354" y="3193"/>
                    <a:pt x="2939" y="2796"/>
                    <a:pt x="3192" y="2260"/>
                  </a:cubicBezTo>
                  <a:cubicBezTo>
                    <a:pt x="3260" y="2056"/>
                    <a:pt x="3328" y="1885"/>
                    <a:pt x="3328" y="1649"/>
                  </a:cubicBezTo>
                  <a:cubicBezTo>
                    <a:pt x="3328" y="1513"/>
                    <a:pt x="3328" y="1342"/>
                    <a:pt x="3260" y="1206"/>
                  </a:cubicBezTo>
                  <a:cubicBezTo>
                    <a:pt x="3124" y="663"/>
                    <a:pt x="2717" y="223"/>
                    <a:pt x="2173" y="51"/>
                  </a:cubicBezTo>
                  <a:cubicBezTo>
                    <a:pt x="2038" y="17"/>
                    <a:pt x="1894" y="0"/>
                    <a:pt x="1750" y="0"/>
                  </a:cubicBezTo>
                  <a:close/>
                </a:path>
              </a:pathLst>
            </a:custGeom>
            <a:solidFill>
              <a:srgbClr val="EB5B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45"/>
            <p:cNvSpPr/>
            <p:nvPr/>
          </p:nvSpPr>
          <p:spPr>
            <a:xfrm>
              <a:off x="3736048" y="1864075"/>
              <a:ext cx="1670847" cy="1564256"/>
            </a:xfrm>
            <a:custGeom>
              <a:rect b="b" l="l" r="r" t="t"/>
              <a:pathLst>
                <a:path extrusionOk="0" h="48414" w="51709">
                  <a:moveTo>
                    <a:pt x="13375" y="12300"/>
                  </a:moveTo>
                  <a:cubicBezTo>
                    <a:pt x="15150" y="12495"/>
                    <a:pt x="16947" y="12543"/>
                    <a:pt x="18745" y="12543"/>
                  </a:cubicBezTo>
                  <a:cubicBezTo>
                    <a:pt x="20442" y="12543"/>
                    <a:pt x="22138" y="12501"/>
                    <a:pt x="23817" y="12501"/>
                  </a:cubicBezTo>
                  <a:cubicBezTo>
                    <a:pt x="24071" y="12501"/>
                    <a:pt x="24326" y="12502"/>
                    <a:pt x="24579" y="12504"/>
                  </a:cubicBezTo>
                  <a:cubicBezTo>
                    <a:pt x="27032" y="12504"/>
                    <a:pt x="29498" y="12556"/>
                    <a:pt x="31960" y="12556"/>
                  </a:cubicBezTo>
                  <a:cubicBezTo>
                    <a:pt x="33486" y="12556"/>
                    <a:pt x="35011" y="12536"/>
                    <a:pt x="36531" y="12471"/>
                  </a:cubicBezTo>
                  <a:lnTo>
                    <a:pt x="36566" y="12471"/>
                  </a:lnTo>
                  <a:cubicBezTo>
                    <a:pt x="36702" y="13590"/>
                    <a:pt x="37074" y="14712"/>
                    <a:pt x="37381" y="15763"/>
                  </a:cubicBezTo>
                  <a:cubicBezTo>
                    <a:pt x="38093" y="18243"/>
                    <a:pt x="38636" y="20788"/>
                    <a:pt x="39383" y="23233"/>
                  </a:cubicBezTo>
                  <a:cubicBezTo>
                    <a:pt x="39440" y="23404"/>
                    <a:pt x="39570" y="23480"/>
                    <a:pt x="39691" y="23480"/>
                  </a:cubicBezTo>
                  <a:cubicBezTo>
                    <a:pt x="39714" y="23480"/>
                    <a:pt x="39736" y="23477"/>
                    <a:pt x="39758" y="23472"/>
                  </a:cubicBezTo>
                  <a:cubicBezTo>
                    <a:pt x="39758" y="23540"/>
                    <a:pt x="39809" y="23574"/>
                    <a:pt x="39864" y="23574"/>
                  </a:cubicBezTo>
                  <a:cubicBezTo>
                    <a:pt x="39919" y="23574"/>
                    <a:pt x="39978" y="23540"/>
                    <a:pt x="39994" y="23472"/>
                  </a:cubicBezTo>
                  <a:cubicBezTo>
                    <a:pt x="40165" y="22893"/>
                    <a:pt x="40266" y="22282"/>
                    <a:pt x="40605" y="21774"/>
                  </a:cubicBezTo>
                  <a:cubicBezTo>
                    <a:pt x="40711" y="21629"/>
                    <a:pt x="40807" y="21569"/>
                    <a:pt x="40893" y="21569"/>
                  </a:cubicBezTo>
                  <a:cubicBezTo>
                    <a:pt x="41333" y="21569"/>
                    <a:pt x="41523" y="23149"/>
                    <a:pt x="41523" y="23233"/>
                  </a:cubicBezTo>
                  <a:cubicBezTo>
                    <a:pt x="41523" y="23879"/>
                    <a:pt x="41523" y="24523"/>
                    <a:pt x="41352" y="25169"/>
                  </a:cubicBezTo>
                  <a:cubicBezTo>
                    <a:pt x="41284" y="25509"/>
                    <a:pt x="41184" y="25848"/>
                    <a:pt x="41012" y="26188"/>
                  </a:cubicBezTo>
                  <a:cubicBezTo>
                    <a:pt x="40640" y="26188"/>
                    <a:pt x="40266" y="26221"/>
                    <a:pt x="39893" y="26221"/>
                  </a:cubicBezTo>
                  <a:cubicBezTo>
                    <a:pt x="39859" y="26035"/>
                    <a:pt x="39715" y="25942"/>
                    <a:pt x="39575" y="25942"/>
                  </a:cubicBezTo>
                  <a:cubicBezTo>
                    <a:pt x="39434" y="25942"/>
                    <a:pt x="39299" y="26035"/>
                    <a:pt x="39282" y="26221"/>
                  </a:cubicBezTo>
                  <a:cubicBezTo>
                    <a:pt x="38671" y="33522"/>
                    <a:pt x="30794" y="33658"/>
                    <a:pt x="24987" y="33826"/>
                  </a:cubicBezTo>
                  <a:cubicBezTo>
                    <a:pt x="19147" y="33658"/>
                    <a:pt x="11270" y="33522"/>
                    <a:pt x="10659" y="26221"/>
                  </a:cubicBezTo>
                  <a:cubicBezTo>
                    <a:pt x="10643" y="26035"/>
                    <a:pt x="10507" y="25942"/>
                    <a:pt x="10371" y="25942"/>
                  </a:cubicBezTo>
                  <a:cubicBezTo>
                    <a:pt x="10235" y="25942"/>
                    <a:pt x="10099" y="26035"/>
                    <a:pt x="10083" y="26221"/>
                  </a:cubicBezTo>
                  <a:cubicBezTo>
                    <a:pt x="9708" y="26221"/>
                    <a:pt x="9336" y="26188"/>
                    <a:pt x="8961" y="26188"/>
                  </a:cubicBezTo>
                  <a:cubicBezTo>
                    <a:pt x="8793" y="25848"/>
                    <a:pt x="8690" y="25509"/>
                    <a:pt x="8622" y="25169"/>
                  </a:cubicBezTo>
                  <a:cubicBezTo>
                    <a:pt x="8453" y="24523"/>
                    <a:pt x="8418" y="23879"/>
                    <a:pt x="8418" y="23233"/>
                  </a:cubicBezTo>
                  <a:cubicBezTo>
                    <a:pt x="8418" y="23149"/>
                    <a:pt x="8633" y="21569"/>
                    <a:pt x="9060" y="21569"/>
                  </a:cubicBezTo>
                  <a:cubicBezTo>
                    <a:pt x="9144" y="21569"/>
                    <a:pt x="9236" y="21629"/>
                    <a:pt x="9336" y="21774"/>
                  </a:cubicBezTo>
                  <a:cubicBezTo>
                    <a:pt x="9676" y="22282"/>
                    <a:pt x="9811" y="22893"/>
                    <a:pt x="9947" y="23472"/>
                  </a:cubicBezTo>
                  <a:cubicBezTo>
                    <a:pt x="9964" y="23540"/>
                    <a:pt x="10023" y="23574"/>
                    <a:pt x="10082" y="23574"/>
                  </a:cubicBezTo>
                  <a:cubicBezTo>
                    <a:pt x="10141" y="23574"/>
                    <a:pt x="10201" y="23540"/>
                    <a:pt x="10219" y="23472"/>
                  </a:cubicBezTo>
                  <a:cubicBezTo>
                    <a:pt x="10240" y="23477"/>
                    <a:pt x="10263" y="23480"/>
                    <a:pt x="10285" y="23480"/>
                  </a:cubicBezTo>
                  <a:cubicBezTo>
                    <a:pt x="10405" y="23480"/>
                    <a:pt x="10534" y="23404"/>
                    <a:pt x="10591" y="23233"/>
                  </a:cubicBezTo>
                  <a:cubicBezTo>
                    <a:pt x="11270" y="20959"/>
                    <a:pt x="11781" y="18615"/>
                    <a:pt x="12424" y="16342"/>
                  </a:cubicBezTo>
                  <a:cubicBezTo>
                    <a:pt x="12492" y="16306"/>
                    <a:pt x="12492" y="16239"/>
                    <a:pt x="12460" y="16206"/>
                  </a:cubicBezTo>
                  <a:cubicBezTo>
                    <a:pt x="12492" y="16035"/>
                    <a:pt x="12528" y="15899"/>
                    <a:pt x="12596" y="15763"/>
                  </a:cubicBezTo>
                  <a:cubicBezTo>
                    <a:pt x="12900" y="14644"/>
                    <a:pt x="13307" y="13454"/>
                    <a:pt x="13375" y="12300"/>
                  </a:cubicBezTo>
                  <a:close/>
                  <a:moveTo>
                    <a:pt x="36123" y="32435"/>
                  </a:moveTo>
                  <a:cubicBezTo>
                    <a:pt x="36498" y="32775"/>
                    <a:pt x="36802" y="33182"/>
                    <a:pt x="37109" y="33554"/>
                  </a:cubicBezTo>
                  <a:cubicBezTo>
                    <a:pt x="33307" y="35152"/>
                    <a:pt x="29469" y="35795"/>
                    <a:pt x="25326" y="35831"/>
                  </a:cubicBezTo>
                  <a:cubicBezTo>
                    <a:pt x="25165" y="35831"/>
                    <a:pt x="25003" y="35831"/>
                    <a:pt x="24840" y="35831"/>
                  </a:cubicBezTo>
                  <a:cubicBezTo>
                    <a:pt x="21624" y="35831"/>
                    <a:pt x="18248" y="35801"/>
                    <a:pt x="15244" y="34573"/>
                  </a:cubicBezTo>
                  <a:cubicBezTo>
                    <a:pt x="15448" y="34201"/>
                    <a:pt x="15684" y="33826"/>
                    <a:pt x="15923" y="33454"/>
                  </a:cubicBezTo>
                  <a:cubicBezTo>
                    <a:pt x="16195" y="33554"/>
                    <a:pt x="16466" y="33658"/>
                    <a:pt x="16738" y="33725"/>
                  </a:cubicBezTo>
                  <a:cubicBezTo>
                    <a:pt x="17857" y="34030"/>
                    <a:pt x="19011" y="34201"/>
                    <a:pt x="20201" y="34405"/>
                  </a:cubicBezTo>
                  <a:cubicBezTo>
                    <a:pt x="21999" y="34676"/>
                    <a:pt x="23900" y="34676"/>
                    <a:pt x="25734" y="34676"/>
                  </a:cubicBezTo>
                  <a:cubicBezTo>
                    <a:pt x="27467" y="34676"/>
                    <a:pt x="29197" y="34540"/>
                    <a:pt x="30930" y="34269"/>
                  </a:cubicBezTo>
                  <a:cubicBezTo>
                    <a:pt x="31405" y="34201"/>
                    <a:pt x="31913" y="34098"/>
                    <a:pt x="32389" y="33962"/>
                  </a:cubicBezTo>
                  <a:cubicBezTo>
                    <a:pt x="32864" y="33861"/>
                    <a:pt x="33307" y="33658"/>
                    <a:pt x="33747" y="33486"/>
                  </a:cubicBezTo>
                  <a:cubicBezTo>
                    <a:pt x="34054" y="33351"/>
                    <a:pt x="34358" y="33250"/>
                    <a:pt x="34697" y="33114"/>
                  </a:cubicBezTo>
                  <a:cubicBezTo>
                    <a:pt x="35173" y="32911"/>
                    <a:pt x="35683" y="32707"/>
                    <a:pt x="36123" y="32435"/>
                  </a:cubicBezTo>
                  <a:close/>
                  <a:moveTo>
                    <a:pt x="19949" y="858"/>
                  </a:moveTo>
                  <a:cubicBezTo>
                    <a:pt x="21299" y="858"/>
                    <a:pt x="22966" y="2090"/>
                    <a:pt x="22474" y="3304"/>
                  </a:cubicBezTo>
                  <a:cubicBezTo>
                    <a:pt x="22474" y="3372"/>
                    <a:pt x="22442" y="3404"/>
                    <a:pt x="22442" y="3440"/>
                  </a:cubicBezTo>
                  <a:cubicBezTo>
                    <a:pt x="22406" y="3472"/>
                    <a:pt x="22406" y="3472"/>
                    <a:pt x="22406" y="3508"/>
                  </a:cubicBezTo>
                  <a:cubicBezTo>
                    <a:pt x="22406" y="3540"/>
                    <a:pt x="22374" y="3576"/>
                    <a:pt x="22374" y="3576"/>
                  </a:cubicBezTo>
                  <a:lnTo>
                    <a:pt x="22374" y="3608"/>
                  </a:lnTo>
                  <a:cubicBezTo>
                    <a:pt x="22282" y="3928"/>
                    <a:pt x="22560" y="4217"/>
                    <a:pt x="22844" y="4217"/>
                  </a:cubicBezTo>
                  <a:cubicBezTo>
                    <a:pt x="22982" y="4217"/>
                    <a:pt x="23122" y="4149"/>
                    <a:pt x="23221" y="3983"/>
                  </a:cubicBezTo>
                  <a:cubicBezTo>
                    <a:pt x="23912" y="2905"/>
                    <a:pt x="24984" y="1537"/>
                    <a:pt x="26346" y="1537"/>
                  </a:cubicBezTo>
                  <a:cubicBezTo>
                    <a:pt x="26659" y="1537"/>
                    <a:pt x="26988" y="1610"/>
                    <a:pt x="27331" y="1775"/>
                  </a:cubicBezTo>
                  <a:cubicBezTo>
                    <a:pt x="28518" y="2318"/>
                    <a:pt x="28553" y="4559"/>
                    <a:pt x="28857" y="5645"/>
                  </a:cubicBezTo>
                  <a:cubicBezTo>
                    <a:pt x="28925" y="5867"/>
                    <a:pt x="29104" y="5969"/>
                    <a:pt x="29283" y="5969"/>
                  </a:cubicBezTo>
                  <a:cubicBezTo>
                    <a:pt x="29461" y="5969"/>
                    <a:pt x="29640" y="5867"/>
                    <a:pt x="29708" y="5681"/>
                  </a:cubicBezTo>
                  <a:cubicBezTo>
                    <a:pt x="30216" y="4287"/>
                    <a:pt x="31405" y="3201"/>
                    <a:pt x="32796" y="2761"/>
                  </a:cubicBezTo>
                  <a:cubicBezTo>
                    <a:pt x="33021" y="2689"/>
                    <a:pt x="33223" y="2657"/>
                    <a:pt x="33406" y="2657"/>
                  </a:cubicBezTo>
                  <a:cubicBezTo>
                    <a:pt x="34963" y="2657"/>
                    <a:pt x="35065" y="5038"/>
                    <a:pt x="35004" y="6224"/>
                  </a:cubicBezTo>
                  <a:cubicBezTo>
                    <a:pt x="34976" y="6491"/>
                    <a:pt x="35222" y="6674"/>
                    <a:pt x="35461" y="6674"/>
                  </a:cubicBezTo>
                  <a:cubicBezTo>
                    <a:pt x="35526" y="6674"/>
                    <a:pt x="35590" y="6660"/>
                    <a:pt x="35648" y="6631"/>
                  </a:cubicBezTo>
                  <a:cubicBezTo>
                    <a:pt x="36667" y="6088"/>
                    <a:pt x="37653" y="5545"/>
                    <a:pt x="38772" y="5238"/>
                  </a:cubicBezTo>
                  <a:cubicBezTo>
                    <a:pt x="38997" y="5175"/>
                    <a:pt x="39218" y="5145"/>
                    <a:pt x="39432" y="5145"/>
                  </a:cubicBezTo>
                  <a:cubicBezTo>
                    <a:pt x="40478" y="5145"/>
                    <a:pt x="41353" y="5859"/>
                    <a:pt x="41692" y="6903"/>
                  </a:cubicBezTo>
                  <a:cubicBezTo>
                    <a:pt x="41998" y="7818"/>
                    <a:pt x="41352" y="8940"/>
                    <a:pt x="40912" y="9687"/>
                  </a:cubicBezTo>
                  <a:cubicBezTo>
                    <a:pt x="40694" y="10027"/>
                    <a:pt x="40958" y="10340"/>
                    <a:pt x="41291" y="10340"/>
                  </a:cubicBezTo>
                  <a:cubicBezTo>
                    <a:pt x="41323" y="10340"/>
                    <a:pt x="41355" y="10337"/>
                    <a:pt x="41387" y="10331"/>
                  </a:cubicBezTo>
                  <a:cubicBezTo>
                    <a:pt x="41977" y="10259"/>
                    <a:pt x="42580" y="10194"/>
                    <a:pt x="43177" y="10194"/>
                  </a:cubicBezTo>
                  <a:cubicBezTo>
                    <a:pt x="43987" y="10194"/>
                    <a:pt x="44787" y="10315"/>
                    <a:pt x="45530" y="10706"/>
                  </a:cubicBezTo>
                  <a:cubicBezTo>
                    <a:pt x="48042" y="12096"/>
                    <a:pt x="45970" y="15527"/>
                    <a:pt x="44476" y="16749"/>
                  </a:cubicBezTo>
                  <a:cubicBezTo>
                    <a:pt x="44092" y="17036"/>
                    <a:pt x="44463" y="17535"/>
                    <a:pt x="44847" y="17535"/>
                  </a:cubicBezTo>
                  <a:cubicBezTo>
                    <a:pt x="44871" y="17535"/>
                    <a:pt x="44895" y="17533"/>
                    <a:pt x="44918" y="17529"/>
                  </a:cubicBezTo>
                  <a:cubicBezTo>
                    <a:pt x="45467" y="17456"/>
                    <a:pt x="46018" y="17403"/>
                    <a:pt x="46540" y="17403"/>
                  </a:cubicBezTo>
                  <a:cubicBezTo>
                    <a:pt x="48216" y="17403"/>
                    <a:pt x="49601" y="17951"/>
                    <a:pt x="49704" y="20177"/>
                  </a:cubicBezTo>
                  <a:cubicBezTo>
                    <a:pt x="49808" y="22589"/>
                    <a:pt x="47599" y="24219"/>
                    <a:pt x="46513" y="26120"/>
                  </a:cubicBezTo>
                  <a:cubicBezTo>
                    <a:pt x="46412" y="26289"/>
                    <a:pt x="46412" y="26560"/>
                    <a:pt x="46581" y="26663"/>
                  </a:cubicBezTo>
                  <a:cubicBezTo>
                    <a:pt x="47803" y="27682"/>
                    <a:pt x="47770" y="29548"/>
                    <a:pt x="47702" y="31009"/>
                  </a:cubicBezTo>
                  <a:cubicBezTo>
                    <a:pt x="47567" y="33486"/>
                    <a:pt x="45937" y="34269"/>
                    <a:pt x="43729" y="34472"/>
                  </a:cubicBezTo>
                  <a:cubicBezTo>
                    <a:pt x="43389" y="34505"/>
                    <a:pt x="43185" y="34744"/>
                    <a:pt x="43253" y="35048"/>
                  </a:cubicBezTo>
                  <a:cubicBezTo>
                    <a:pt x="43643" y="37232"/>
                    <a:pt x="43031" y="39203"/>
                    <a:pt x="40885" y="39203"/>
                  </a:cubicBezTo>
                  <a:cubicBezTo>
                    <a:pt x="40594" y="39203"/>
                    <a:pt x="40275" y="39167"/>
                    <a:pt x="39926" y="39090"/>
                  </a:cubicBezTo>
                  <a:lnTo>
                    <a:pt x="39858" y="39090"/>
                  </a:lnTo>
                  <a:cubicBezTo>
                    <a:pt x="39519" y="37257"/>
                    <a:pt x="38943" y="35491"/>
                    <a:pt x="37957" y="34065"/>
                  </a:cubicBezTo>
                  <a:cubicBezTo>
                    <a:pt x="38025" y="34030"/>
                    <a:pt x="38128" y="33997"/>
                    <a:pt x="38196" y="33962"/>
                  </a:cubicBezTo>
                  <a:cubicBezTo>
                    <a:pt x="38613" y="33783"/>
                    <a:pt x="38376" y="33214"/>
                    <a:pt x="37990" y="33214"/>
                  </a:cubicBezTo>
                  <a:cubicBezTo>
                    <a:pt x="37936" y="33214"/>
                    <a:pt x="37879" y="33225"/>
                    <a:pt x="37821" y="33250"/>
                  </a:cubicBezTo>
                  <a:cubicBezTo>
                    <a:pt x="37720" y="33318"/>
                    <a:pt x="37585" y="33351"/>
                    <a:pt x="37481" y="33419"/>
                  </a:cubicBezTo>
                  <a:cubicBezTo>
                    <a:pt x="37142" y="33011"/>
                    <a:pt x="36770" y="32639"/>
                    <a:pt x="36362" y="32299"/>
                  </a:cubicBezTo>
                  <a:cubicBezTo>
                    <a:pt x="36395" y="32264"/>
                    <a:pt x="36430" y="32232"/>
                    <a:pt x="36463" y="32232"/>
                  </a:cubicBezTo>
                  <a:cubicBezTo>
                    <a:pt x="37549" y="31517"/>
                    <a:pt x="38432" y="30567"/>
                    <a:pt x="39011" y="29412"/>
                  </a:cubicBezTo>
                  <a:cubicBezTo>
                    <a:pt x="39146" y="29073"/>
                    <a:pt x="39282" y="28701"/>
                    <a:pt x="39418" y="28361"/>
                  </a:cubicBezTo>
                  <a:cubicBezTo>
                    <a:pt x="39451" y="28225"/>
                    <a:pt x="39790" y="27275"/>
                    <a:pt x="39758" y="27239"/>
                  </a:cubicBezTo>
                  <a:lnTo>
                    <a:pt x="39758" y="27239"/>
                  </a:lnTo>
                  <a:cubicBezTo>
                    <a:pt x="39881" y="27322"/>
                    <a:pt x="40028" y="27366"/>
                    <a:pt x="40195" y="27366"/>
                  </a:cubicBezTo>
                  <a:cubicBezTo>
                    <a:pt x="40438" y="27366"/>
                    <a:pt x="40725" y="27272"/>
                    <a:pt x="41048" y="27071"/>
                  </a:cubicBezTo>
                  <a:cubicBezTo>
                    <a:pt x="42099" y="26460"/>
                    <a:pt x="42134" y="24251"/>
                    <a:pt x="42099" y="23200"/>
                  </a:cubicBezTo>
                  <a:cubicBezTo>
                    <a:pt x="42068" y="22714"/>
                    <a:pt x="42005" y="20842"/>
                    <a:pt x="41177" y="20842"/>
                  </a:cubicBezTo>
                  <a:cubicBezTo>
                    <a:pt x="41136" y="20842"/>
                    <a:pt x="41093" y="20846"/>
                    <a:pt x="41048" y="20856"/>
                  </a:cubicBezTo>
                  <a:cubicBezTo>
                    <a:pt x="40741" y="20924"/>
                    <a:pt x="40537" y="21095"/>
                    <a:pt x="40369" y="21331"/>
                  </a:cubicBezTo>
                  <a:cubicBezTo>
                    <a:pt x="40284" y="21472"/>
                    <a:pt x="40156" y="21997"/>
                    <a:pt x="39981" y="21997"/>
                  </a:cubicBezTo>
                  <a:cubicBezTo>
                    <a:pt x="39943" y="21997"/>
                    <a:pt x="39901" y="21972"/>
                    <a:pt x="39858" y="21910"/>
                  </a:cubicBezTo>
                  <a:cubicBezTo>
                    <a:pt x="39690" y="21671"/>
                    <a:pt x="39654" y="21367"/>
                    <a:pt x="39622" y="21095"/>
                  </a:cubicBezTo>
                  <a:cubicBezTo>
                    <a:pt x="39586" y="20788"/>
                    <a:pt x="39519" y="20484"/>
                    <a:pt x="39451" y="20177"/>
                  </a:cubicBezTo>
                  <a:cubicBezTo>
                    <a:pt x="39247" y="19430"/>
                    <a:pt x="39011" y="18683"/>
                    <a:pt x="38772" y="17971"/>
                  </a:cubicBezTo>
                  <a:cubicBezTo>
                    <a:pt x="38636" y="17564"/>
                    <a:pt x="38500" y="17157"/>
                    <a:pt x="38399" y="16749"/>
                  </a:cubicBezTo>
                  <a:cubicBezTo>
                    <a:pt x="38264" y="16342"/>
                    <a:pt x="38128" y="15967"/>
                    <a:pt x="37992" y="15560"/>
                  </a:cubicBezTo>
                  <a:cubicBezTo>
                    <a:pt x="37585" y="14440"/>
                    <a:pt x="37414" y="13251"/>
                    <a:pt x="36938" y="12132"/>
                  </a:cubicBezTo>
                  <a:cubicBezTo>
                    <a:pt x="36938" y="12096"/>
                    <a:pt x="36906" y="12096"/>
                    <a:pt x="36906" y="12064"/>
                  </a:cubicBezTo>
                  <a:cubicBezTo>
                    <a:pt x="36870" y="11893"/>
                    <a:pt x="36770" y="11757"/>
                    <a:pt x="36531" y="11724"/>
                  </a:cubicBezTo>
                  <a:cubicBezTo>
                    <a:pt x="35152" y="11661"/>
                    <a:pt x="33768" y="11640"/>
                    <a:pt x="32383" y="11640"/>
                  </a:cubicBezTo>
                  <a:cubicBezTo>
                    <a:pt x="30018" y="11640"/>
                    <a:pt x="27649" y="11702"/>
                    <a:pt x="25294" y="11724"/>
                  </a:cubicBezTo>
                  <a:cubicBezTo>
                    <a:pt x="23249" y="11724"/>
                    <a:pt x="21168" y="11660"/>
                    <a:pt x="19088" y="11660"/>
                  </a:cubicBezTo>
                  <a:cubicBezTo>
                    <a:pt x="17161" y="11660"/>
                    <a:pt x="15236" y="11715"/>
                    <a:pt x="13342" y="11928"/>
                  </a:cubicBezTo>
                  <a:cubicBezTo>
                    <a:pt x="12935" y="11961"/>
                    <a:pt x="12832" y="12436"/>
                    <a:pt x="12731" y="12775"/>
                  </a:cubicBezTo>
                  <a:cubicBezTo>
                    <a:pt x="12221" y="14813"/>
                    <a:pt x="11542" y="16782"/>
                    <a:pt x="10931" y="18786"/>
                  </a:cubicBezTo>
                  <a:cubicBezTo>
                    <a:pt x="10762" y="19362"/>
                    <a:pt x="10591" y="19973"/>
                    <a:pt x="10455" y="20552"/>
                  </a:cubicBezTo>
                  <a:lnTo>
                    <a:pt x="10251" y="21467"/>
                  </a:lnTo>
                  <a:cubicBezTo>
                    <a:pt x="10184" y="21706"/>
                    <a:pt x="10015" y="22146"/>
                    <a:pt x="10048" y="22350"/>
                  </a:cubicBezTo>
                  <a:cubicBezTo>
                    <a:pt x="9879" y="21671"/>
                    <a:pt x="9540" y="20992"/>
                    <a:pt x="8929" y="20856"/>
                  </a:cubicBezTo>
                  <a:cubicBezTo>
                    <a:pt x="8882" y="20846"/>
                    <a:pt x="8837" y="20842"/>
                    <a:pt x="8795" y="20842"/>
                  </a:cubicBezTo>
                  <a:cubicBezTo>
                    <a:pt x="7936" y="20842"/>
                    <a:pt x="7873" y="22714"/>
                    <a:pt x="7842" y="23200"/>
                  </a:cubicBezTo>
                  <a:cubicBezTo>
                    <a:pt x="7807" y="24251"/>
                    <a:pt x="7842" y="26460"/>
                    <a:pt x="8893" y="27071"/>
                  </a:cubicBezTo>
                  <a:cubicBezTo>
                    <a:pt x="9237" y="27272"/>
                    <a:pt x="9531" y="27366"/>
                    <a:pt x="9778" y="27366"/>
                  </a:cubicBezTo>
                  <a:cubicBezTo>
                    <a:pt x="9947" y="27366"/>
                    <a:pt x="10093" y="27322"/>
                    <a:pt x="10217" y="27240"/>
                  </a:cubicBezTo>
                  <a:lnTo>
                    <a:pt x="10217" y="27240"/>
                  </a:lnTo>
                  <a:cubicBezTo>
                    <a:pt x="10157" y="27290"/>
                    <a:pt x="10559" y="28362"/>
                    <a:pt x="10591" y="28461"/>
                  </a:cubicBezTo>
                  <a:cubicBezTo>
                    <a:pt x="10727" y="28869"/>
                    <a:pt x="10863" y="29244"/>
                    <a:pt x="11066" y="29616"/>
                  </a:cubicBezTo>
                  <a:cubicBezTo>
                    <a:pt x="11406" y="30330"/>
                    <a:pt x="11916" y="30941"/>
                    <a:pt x="12528" y="31449"/>
                  </a:cubicBezTo>
                  <a:cubicBezTo>
                    <a:pt x="13342" y="32164"/>
                    <a:pt x="14293" y="32740"/>
                    <a:pt x="15312" y="33182"/>
                  </a:cubicBezTo>
                  <a:cubicBezTo>
                    <a:pt x="14225" y="34980"/>
                    <a:pt x="13307" y="37053"/>
                    <a:pt x="12731" y="39158"/>
                  </a:cubicBezTo>
                  <a:cubicBezTo>
                    <a:pt x="12426" y="39224"/>
                    <a:pt x="12095" y="39256"/>
                    <a:pt x="11751" y="39256"/>
                  </a:cubicBezTo>
                  <a:cubicBezTo>
                    <a:pt x="9458" y="39256"/>
                    <a:pt x="6571" y="37826"/>
                    <a:pt x="6484" y="35524"/>
                  </a:cubicBezTo>
                  <a:cubicBezTo>
                    <a:pt x="6449" y="34573"/>
                    <a:pt x="6892" y="33962"/>
                    <a:pt x="6245" y="33114"/>
                  </a:cubicBezTo>
                  <a:cubicBezTo>
                    <a:pt x="5498" y="32128"/>
                    <a:pt x="4412" y="31517"/>
                    <a:pt x="3564" y="30670"/>
                  </a:cubicBezTo>
                  <a:cubicBezTo>
                    <a:pt x="2171" y="29344"/>
                    <a:pt x="2749" y="27818"/>
                    <a:pt x="2953" y="26256"/>
                  </a:cubicBezTo>
                  <a:cubicBezTo>
                    <a:pt x="2986" y="26153"/>
                    <a:pt x="3393" y="24966"/>
                    <a:pt x="3157" y="24727"/>
                  </a:cubicBezTo>
                  <a:cubicBezTo>
                    <a:pt x="2274" y="23879"/>
                    <a:pt x="1527" y="22486"/>
                    <a:pt x="1084" y="21367"/>
                  </a:cubicBezTo>
                  <a:cubicBezTo>
                    <a:pt x="609" y="20159"/>
                    <a:pt x="1083" y="16423"/>
                    <a:pt x="3038" y="16423"/>
                  </a:cubicBezTo>
                  <a:cubicBezTo>
                    <a:pt x="3172" y="16423"/>
                    <a:pt x="3313" y="16440"/>
                    <a:pt x="3461" y="16478"/>
                  </a:cubicBezTo>
                  <a:cubicBezTo>
                    <a:pt x="3478" y="16480"/>
                    <a:pt x="3495" y="16481"/>
                    <a:pt x="3512" y="16481"/>
                  </a:cubicBezTo>
                  <a:cubicBezTo>
                    <a:pt x="3737" y="16481"/>
                    <a:pt x="3964" y="16290"/>
                    <a:pt x="3868" y="16070"/>
                  </a:cubicBezTo>
                  <a:cubicBezTo>
                    <a:pt x="3529" y="14813"/>
                    <a:pt x="3360" y="13522"/>
                    <a:pt x="3496" y="12232"/>
                  </a:cubicBezTo>
                  <a:cubicBezTo>
                    <a:pt x="3642" y="10722"/>
                    <a:pt x="4412" y="10118"/>
                    <a:pt x="5411" y="10118"/>
                  </a:cubicBezTo>
                  <a:cubicBezTo>
                    <a:pt x="6029" y="10118"/>
                    <a:pt x="6734" y="10349"/>
                    <a:pt x="7435" y="10738"/>
                  </a:cubicBezTo>
                  <a:cubicBezTo>
                    <a:pt x="7489" y="10775"/>
                    <a:pt x="7554" y="10792"/>
                    <a:pt x="7619" y="10792"/>
                  </a:cubicBezTo>
                  <a:cubicBezTo>
                    <a:pt x="7796" y="10792"/>
                    <a:pt x="7978" y="10665"/>
                    <a:pt x="7978" y="10467"/>
                  </a:cubicBezTo>
                  <a:cubicBezTo>
                    <a:pt x="7910" y="9312"/>
                    <a:pt x="7739" y="8158"/>
                    <a:pt x="7706" y="7003"/>
                  </a:cubicBezTo>
                  <a:cubicBezTo>
                    <a:pt x="7706" y="6021"/>
                    <a:pt x="7913" y="4503"/>
                    <a:pt x="9269" y="4503"/>
                  </a:cubicBezTo>
                  <a:cubicBezTo>
                    <a:pt x="9365" y="4503"/>
                    <a:pt x="9465" y="4511"/>
                    <a:pt x="9572" y="4526"/>
                  </a:cubicBezTo>
                  <a:cubicBezTo>
                    <a:pt x="10423" y="4662"/>
                    <a:pt x="11270" y="5442"/>
                    <a:pt x="12017" y="5781"/>
                  </a:cubicBezTo>
                  <a:cubicBezTo>
                    <a:pt x="12083" y="5814"/>
                    <a:pt x="12147" y="5829"/>
                    <a:pt x="12207" y="5829"/>
                  </a:cubicBezTo>
                  <a:cubicBezTo>
                    <a:pt x="12395" y="5829"/>
                    <a:pt x="12544" y="5683"/>
                    <a:pt x="12596" y="5477"/>
                  </a:cubicBezTo>
                  <a:cubicBezTo>
                    <a:pt x="12731" y="4323"/>
                    <a:pt x="12968" y="3133"/>
                    <a:pt x="13715" y="2182"/>
                  </a:cubicBezTo>
                  <a:cubicBezTo>
                    <a:pt x="13994" y="1843"/>
                    <a:pt x="14282" y="1705"/>
                    <a:pt x="14566" y="1705"/>
                  </a:cubicBezTo>
                  <a:cubicBezTo>
                    <a:pt x="15559" y="1705"/>
                    <a:pt x="16504" y="3397"/>
                    <a:pt x="16874" y="4084"/>
                  </a:cubicBezTo>
                  <a:cubicBezTo>
                    <a:pt x="16938" y="4212"/>
                    <a:pt x="17085" y="4279"/>
                    <a:pt x="17226" y="4279"/>
                  </a:cubicBezTo>
                  <a:cubicBezTo>
                    <a:pt x="17384" y="4279"/>
                    <a:pt x="17534" y="4195"/>
                    <a:pt x="17553" y="4016"/>
                  </a:cubicBezTo>
                  <a:cubicBezTo>
                    <a:pt x="17756" y="2964"/>
                    <a:pt x="18096" y="2046"/>
                    <a:pt x="18843" y="1267"/>
                  </a:cubicBezTo>
                  <a:cubicBezTo>
                    <a:pt x="19128" y="981"/>
                    <a:pt x="19523" y="858"/>
                    <a:pt x="19949" y="858"/>
                  </a:cubicBezTo>
                  <a:close/>
                  <a:moveTo>
                    <a:pt x="20233" y="0"/>
                  </a:moveTo>
                  <a:cubicBezTo>
                    <a:pt x="18544" y="0"/>
                    <a:pt x="17530" y="1370"/>
                    <a:pt x="17042" y="2897"/>
                  </a:cubicBezTo>
                  <a:cubicBezTo>
                    <a:pt x="16470" y="1931"/>
                    <a:pt x="15681" y="1019"/>
                    <a:pt x="14559" y="1019"/>
                  </a:cubicBezTo>
                  <a:cubicBezTo>
                    <a:pt x="14418" y="1019"/>
                    <a:pt x="14273" y="1033"/>
                    <a:pt x="14122" y="1063"/>
                  </a:cubicBezTo>
                  <a:cubicBezTo>
                    <a:pt x="12628" y="1335"/>
                    <a:pt x="12153" y="3508"/>
                    <a:pt x="11916" y="4898"/>
                  </a:cubicBezTo>
                  <a:cubicBezTo>
                    <a:pt x="11079" y="4436"/>
                    <a:pt x="10026" y="3773"/>
                    <a:pt x="9085" y="3773"/>
                  </a:cubicBezTo>
                  <a:cubicBezTo>
                    <a:pt x="8576" y="3773"/>
                    <a:pt x="8099" y="3967"/>
                    <a:pt x="7706" y="4491"/>
                  </a:cubicBezTo>
                  <a:cubicBezTo>
                    <a:pt x="6552" y="6020"/>
                    <a:pt x="7060" y="8057"/>
                    <a:pt x="7231" y="9855"/>
                  </a:cubicBezTo>
                  <a:cubicBezTo>
                    <a:pt x="6603" y="9551"/>
                    <a:pt x="5945" y="9336"/>
                    <a:pt x="5319" y="9336"/>
                  </a:cubicBezTo>
                  <a:cubicBezTo>
                    <a:pt x="4622" y="9336"/>
                    <a:pt x="3964" y="9601"/>
                    <a:pt x="3428" y="10298"/>
                  </a:cubicBezTo>
                  <a:cubicBezTo>
                    <a:pt x="2342" y="11724"/>
                    <a:pt x="2681" y="14066"/>
                    <a:pt x="3121" y="15763"/>
                  </a:cubicBezTo>
                  <a:cubicBezTo>
                    <a:pt x="3100" y="15763"/>
                    <a:pt x="3078" y="15762"/>
                    <a:pt x="3057" y="15762"/>
                  </a:cubicBezTo>
                  <a:cubicBezTo>
                    <a:pt x="797" y="15762"/>
                    <a:pt x="1" y="19279"/>
                    <a:pt x="305" y="21095"/>
                  </a:cubicBezTo>
                  <a:cubicBezTo>
                    <a:pt x="576" y="22414"/>
                    <a:pt x="1621" y="24173"/>
                    <a:pt x="2605" y="25126"/>
                  </a:cubicBezTo>
                  <a:lnTo>
                    <a:pt x="2605" y="25126"/>
                  </a:lnTo>
                  <a:cubicBezTo>
                    <a:pt x="2576" y="25099"/>
                    <a:pt x="2552" y="25087"/>
                    <a:pt x="2532" y="25087"/>
                  </a:cubicBezTo>
                  <a:cubicBezTo>
                    <a:pt x="2418" y="25087"/>
                    <a:pt x="2431" y="25474"/>
                    <a:pt x="2374" y="25645"/>
                  </a:cubicBezTo>
                  <a:cubicBezTo>
                    <a:pt x="2307" y="26085"/>
                    <a:pt x="2239" y="26560"/>
                    <a:pt x="2138" y="27035"/>
                  </a:cubicBezTo>
                  <a:cubicBezTo>
                    <a:pt x="2035" y="27579"/>
                    <a:pt x="1867" y="28190"/>
                    <a:pt x="1967" y="28768"/>
                  </a:cubicBezTo>
                  <a:cubicBezTo>
                    <a:pt x="2239" y="30262"/>
                    <a:pt x="3054" y="31178"/>
                    <a:pt x="4243" y="32096"/>
                  </a:cubicBezTo>
                  <a:cubicBezTo>
                    <a:pt x="5430" y="33011"/>
                    <a:pt x="6109" y="33826"/>
                    <a:pt x="5873" y="35524"/>
                  </a:cubicBezTo>
                  <a:cubicBezTo>
                    <a:pt x="5805" y="36102"/>
                    <a:pt x="6109" y="36678"/>
                    <a:pt x="6416" y="37153"/>
                  </a:cubicBezTo>
                  <a:cubicBezTo>
                    <a:pt x="7378" y="38710"/>
                    <a:pt x="9540" y="39724"/>
                    <a:pt x="11491" y="39724"/>
                  </a:cubicBezTo>
                  <a:cubicBezTo>
                    <a:pt x="11883" y="39724"/>
                    <a:pt x="12265" y="39683"/>
                    <a:pt x="12628" y="39598"/>
                  </a:cubicBezTo>
                  <a:lnTo>
                    <a:pt x="12628" y="39598"/>
                  </a:lnTo>
                  <a:cubicBezTo>
                    <a:pt x="12492" y="40244"/>
                    <a:pt x="12357" y="40856"/>
                    <a:pt x="12289" y="41499"/>
                  </a:cubicBezTo>
                  <a:cubicBezTo>
                    <a:pt x="12052" y="43672"/>
                    <a:pt x="12324" y="46049"/>
                    <a:pt x="11916" y="48222"/>
                  </a:cubicBezTo>
                  <a:cubicBezTo>
                    <a:pt x="11892" y="48318"/>
                    <a:pt x="11970" y="48414"/>
                    <a:pt x="12053" y="48414"/>
                  </a:cubicBezTo>
                  <a:cubicBezTo>
                    <a:pt x="12088" y="48414"/>
                    <a:pt x="12123" y="48397"/>
                    <a:pt x="12153" y="48358"/>
                  </a:cubicBezTo>
                  <a:cubicBezTo>
                    <a:pt x="12424" y="48086"/>
                    <a:pt x="12392" y="47510"/>
                    <a:pt x="12392" y="47171"/>
                  </a:cubicBezTo>
                  <a:cubicBezTo>
                    <a:pt x="12528" y="45845"/>
                    <a:pt x="12596" y="44522"/>
                    <a:pt x="12696" y="43232"/>
                  </a:cubicBezTo>
                  <a:cubicBezTo>
                    <a:pt x="12764" y="41942"/>
                    <a:pt x="13003" y="40617"/>
                    <a:pt x="13342" y="39362"/>
                  </a:cubicBezTo>
                  <a:cubicBezTo>
                    <a:pt x="13410" y="39326"/>
                    <a:pt x="13410" y="39226"/>
                    <a:pt x="13410" y="39158"/>
                  </a:cubicBezTo>
                  <a:cubicBezTo>
                    <a:pt x="13818" y="37664"/>
                    <a:pt x="14394" y="36203"/>
                    <a:pt x="15108" y="34812"/>
                  </a:cubicBezTo>
                  <a:cubicBezTo>
                    <a:pt x="18096" y="36610"/>
                    <a:pt x="21966" y="36510"/>
                    <a:pt x="25294" y="36542"/>
                  </a:cubicBezTo>
                  <a:cubicBezTo>
                    <a:pt x="25395" y="36543"/>
                    <a:pt x="25496" y="36543"/>
                    <a:pt x="25597" y="36543"/>
                  </a:cubicBezTo>
                  <a:cubicBezTo>
                    <a:pt x="29791" y="36543"/>
                    <a:pt x="33671" y="35825"/>
                    <a:pt x="37517" y="34233"/>
                  </a:cubicBezTo>
                  <a:cubicBezTo>
                    <a:pt x="39758" y="37936"/>
                    <a:pt x="39486" y="42925"/>
                    <a:pt x="39690" y="47068"/>
                  </a:cubicBezTo>
                  <a:cubicBezTo>
                    <a:pt x="39690" y="47314"/>
                    <a:pt x="39881" y="47442"/>
                    <a:pt x="40065" y="47442"/>
                  </a:cubicBezTo>
                  <a:cubicBezTo>
                    <a:pt x="40236" y="47442"/>
                    <a:pt x="40401" y="47332"/>
                    <a:pt x="40401" y="47103"/>
                  </a:cubicBezTo>
                  <a:cubicBezTo>
                    <a:pt x="40369" y="44962"/>
                    <a:pt x="40369" y="42450"/>
                    <a:pt x="40029" y="40041"/>
                  </a:cubicBezTo>
                  <a:lnTo>
                    <a:pt x="40029" y="40041"/>
                  </a:lnTo>
                  <a:cubicBezTo>
                    <a:pt x="40331" y="40089"/>
                    <a:pt x="40617" y="40112"/>
                    <a:pt x="40886" y="40112"/>
                  </a:cubicBezTo>
                  <a:cubicBezTo>
                    <a:pt x="43457" y="40112"/>
                    <a:pt x="44515" y="37995"/>
                    <a:pt x="44239" y="35320"/>
                  </a:cubicBezTo>
                  <a:cubicBezTo>
                    <a:pt x="46309" y="35048"/>
                    <a:pt x="48075" y="34233"/>
                    <a:pt x="48482" y="31925"/>
                  </a:cubicBezTo>
                  <a:cubicBezTo>
                    <a:pt x="48686" y="30702"/>
                    <a:pt x="48618" y="29447"/>
                    <a:pt x="48414" y="28225"/>
                  </a:cubicBezTo>
                  <a:cubicBezTo>
                    <a:pt x="48314" y="27647"/>
                    <a:pt x="48075" y="27103"/>
                    <a:pt x="47803" y="26628"/>
                  </a:cubicBezTo>
                  <a:cubicBezTo>
                    <a:pt x="47431" y="26017"/>
                    <a:pt x="47635" y="26017"/>
                    <a:pt x="48110" y="25406"/>
                  </a:cubicBezTo>
                  <a:cubicBezTo>
                    <a:pt x="49536" y="23404"/>
                    <a:pt x="51709" y="20856"/>
                    <a:pt x="50248" y="18175"/>
                  </a:cubicBezTo>
                  <a:cubicBezTo>
                    <a:pt x="49485" y="16795"/>
                    <a:pt x="48163" y="16455"/>
                    <a:pt x="46745" y="16455"/>
                  </a:cubicBezTo>
                  <a:cubicBezTo>
                    <a:pt x="46523" y="16455"/>
                    <a:pt x="46298" y="16464"/>
                    <a:pt x="46073" y="16478"/>
                  </a:cubicBezTo>
                  <a:cubicBezTo>
                    <a:pt x="47396" y="14916"/>
                    <a:pt x="48042" y="12843"/>
                    <a:pt x="46988" y="10942"/>
                  </a:cubicBezTo>
                  <a:cubicBezTo>
                    <a:pt x="46273" y="9616"/>
                    <a:pt x="44769" y="9284"/>
                    <a:pt x="43287" y="9284"/>
                  </a:cubicBezTo>
                  <a:cubicBezTo>
                    <a:pt x="42873" y="9284"/>
                    <a:pt x="42460" y="9310"/>
                    <a:pt x="42066" y="9348"/>
                  </a:cubicBezTo>
                  <a:cubicBezTo>
                    <a:pt x="42813" y="7718"/>
                    <a:pt x="42846" y="6121"/>
                    <a:pt x="41284" y="4830"/>
                  </a:cubicBezTo>
                  <a:cubicBezTo>
                    <a:pt x="40767" y="4393"/>
                    <a:pt x="40180" y="4222"/>
                    <a:pt x="39566" y="4222"/>
                  </a:cubicBezTo>
                  <a:cubicBezTo>
                    <a:pt x="38326" y="4222"/>
                    <a:pt x="36977" y="4919"/>
                    <a:pt x="35887" y="5510"/>
                  </a:cubicBezTo>
                  <a:cubicBezTo>
                    <a:pt x="35819" y="3915"/>
                    <a:pt x="35412" y="1843"/>
                    <a:pt x="33510" y="1843"/>
                  </a:cubicBezTo>
                  <a:cubicBezTo>
                    <a:pt x="31845" y="1843"/>
                    <a:pt x="30351" y="2897"/>
                    <a:pt x="29436" y="4287"/>
                  </a:cubicBezTo>
                  <a:cubicBezTo>
                    <a:pt x="29096" y="2658"/>
                    <a:pt x="28722" y="1063"/>
                    <a:pt x="26856" y="620"/>
                  </a:cubicBezTo>
                  <a:cubicBezTo>
                    <a:pt x="26660" y="570"/>
                    <a:pt x="26462" y="547"/>
                    <a:pt x="26264" y="547"/>
                  </a:cubicBezTo>
                  <a:cubicBezTo>
                    <a:pt x="25120" y="547"/>
                    <a:pt x="23969" y="1329"/>
                    <a:pt x="23189" y="2285"/>
                  </a:cubicBezTo>
                  <a:cubicBezTo>
                    <a:pt x="22746" y="1131"/>
                    <a:pt x="21559" y="112"/>
                    <a:pt x="20473" y="9"/>
                  </a:cubicBezTo>
                  <a:cubicBezTo>
                    <a:pt x="20391" y="3"/>
                    <a:pt x="20311" y="0"/>
                    <a:pt x="20233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45"/>
            <p:cNvSpPr/>
            <p:nvPr/>
          </p:nvSpPr>
          <p:spPr>
            <a:xfrm>
              <a:off x="4273475" y="2479241"/>
              <a:ext cx="63139" cy="193117"/>
            </a:xfrm>
            <a:custGeom>
              <a:rect b="b" l="l" r="r" t="t"/>
              <a:pathLst>
                <a:path extrusionOk="0" h="5977" w="1954">
                  <a:moveTo>
                    <a:pt x="1117" y="0"/>
                  </a:moveTo>
                  <a:cubicBezTo>
                    <a:pt x="1028" y="0"/>
                    <a:pt x="935" y="51"/>
                    <a:pt x="919" y="153"/>
                  </a:cubicBezTo>
                  <a:cubicBezTo>
                    <a:pt x="883" y="492"/>
                    <a:pt x="987" y="797"/>
                    <a:pt x="1019" y="1103"/>
                  </a:cubicBezTo>
                  <a:cubicBezTo>
                    <a:pt x="951" y="1136"/>
                    <a:pt x="919" y="1171"/>
                    <a:pt x="851" y="1204"/>
                  </a:cubicBezTo>
                  <a:cubicBezTo>
                    <a:pt x="815" y="1307"/>
                    <a:pt x="747" y="1408"/>
                    <a:pt x="715" y="1511"/>
                  </a:cubicBezTo>
                  <a:cubicBezTo>
                    <a:pt x="579" y="1239"/>
                    <a:pt x="476" y="932"/>
                    <a:pt x="307" y="729"/>
                  </a:cubicBezTo>
                  <a:cubicBezTo>
                    <a:pt x="288" y="700"/>
                    <a:pt x="258" y="688"/>
                    <a:pt x="226" y="688"/>
                  </a:cubicBezTo>
                  <a:cubicBezTo>
                    <a:pt x="143" y="688"/>
                    <a:pt x="45" y="767"/>
                    <a:pt x="68" y="864"/>
                  </a:cubicBezTo>
                  <a:cubicBezTo>
                    <a:pt x="172" y="1136"/>
                    <a:pt x="340" y="1476"/>
                    <a:pt x="544" y="1747"/>
                  </a:cubicBezTo>
                  <a:cubicBezTo>
                    <a:pt x="544" y="1747"/>
                    <a:pt x="511" y="1747"/>
                    <a:pt x="511" y="1783"/>
                  </a:cubicBezTo>
                  <a:cubicBezTo>
                    <a:pt x="511" y="1850"/>
                    <a:pt x="511" y="1951"/>
                    <a:pt x="476" y="2019"/>
                  </a:cubicBezTo>
                  <a:cubicBezTo>
                    <a:pt x="375" y="2358"/>
                    <a:pt x="307" y="2698"/>
                    <a:pt x="272" y="3037"/>
                  </a:cubicBezTo>
                  <a:cubicBezTo>
                    <a:pt x="136" y="3684"/>
                    <a:pt x="1" y="4363"/>
                    <a:pt x="136" y="5042"/>
                  </a:cubicBezTo>
                  <a:cubicBezTo>
                    <a:pt x="190" y="5362"/>
                    <a:pt x="495" y="5976"/>
                    <a:pt x="871" y="5976"/>
                  </a:cubicBezTo>
                  <a:cubicBezTo>
                    <a:pt x="973" y="5976"/>
                    <a:pt x="1081" y="5931"/>
                    <a:pt x="1190" y="5822"/>
                  </a:cubicBezTo>
                  <a:cubicBezTo>
                    <a:pt x="1666" y="5346"/>
                    <a:pt x="1598" y="4363"/>
                    <a:pt x="1598" y="3716"/>
                  </a:cubicBezTo>
                  <a:cubicBezTo>
                    <a:pt x="1598" y="3105"/>
                    <a:pt x="1562" y="2462"/>
                    <a:pt x="1462" y="1815"/>
                  </a:cubicBezTo>
                  <a:cubicBezTo>
                    <a:pt x="1630" y="1611"/>
                    <a:pt x="1801" y="1375"/>
                    <a:pt x="1902" y="1103"/>
                  </a:cubicBezTo>
                  <a:cubicBezTo>
                    <a:pt x="1953" y="974"/>
                    <a:pt x="1849" y="807"/>
                    <a:pt x="1722" y="807"/>
                  </a:cubicBezTo>
                  <a:cubicBezTo>
                    <a:pt x="1681" y="807"/>
                    <a:pt x="1638" y="824"/>
                    <a:pt x="1598" y="864"/>
                  </a:cubicBezTo>
                  <a:cubicBezTo>
                    <a:pt x="1494" y="1000"/>
                    <a:pt x="1427" y="1171"/>
                    <a:pt x="1326" y="1340"/>
                  </a:cubicBezTo>
                  <a:lnTo>
                    <a:pt x="1326" y="1272"/>
                  </a:lnTo>
                  <a:cubicBezTo>
                    <a:pt x="1291" y="1204"/>
                    <a:pt x="1258" y="1171"/>
                    <a:pt x="1190" y="1136"/>
                  </a:cubicBezTo>
                  <a:cubicBezTo>
                    <a:pt x="1291" y="832"/>
                    <a:pt x="1258" y="457"/>
                    <a:pt x="1291" y="153"/>
                  </a:cubicBezTo>
                  <a:cubicBezTo>
                    <a:pt x="1291" y="51"/>
                    <a:pt x="1206" y="0"/>
                    <a:pt x="1117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45"/>
            <p:cNvSpPr/>
            <p:nvPr/>
          </p:nvSpPr>
          <p:spPr>
            <a:xfrm>
              <a:off x="4734199" y="2489418"/>
              <a:ext cx="66855" cy="182939"/>
            </a:xfrm>
            <a:custGeom>
              <a:rect b="b" l="l" r="r" t="t"/>
              <a:pathLst>
                <a:path extrusionOk="0" h="5662" w="2069">
                  <a:moveTo>
                    <a:pt x="1106" y="0"/>
                  </a:moveTo>
                  <a:cubicBezTo>
                    <a:pt x="1046" y="0"/>
                    <a:pt x="973" y="58"/>
                    <a:pt x="951" y="142"/>
                  </a:cubicBezTo>
                  <a:cubicBezTo>
                    <a:pt x="951" y="278"/>
                    <a:pt x="951" y="414"/>
                    <a:pt x="987" y="585"/>
                  </a:cubicBezTo>
                  <a:lnTo>
                    <a:pt x="987" y="788"/>
                  </a:lnTo>
                  <a:cubicBezTo>
                    <a:pt x="919" y="821"/>
                    <a:pt x="883" y="856"/>
                    <a:pt x="851" y="889"/>
                  </a:cubicBezTo>
                  <a:cubicBezTo>
                    <a:pt x="815" y="957"/>
                    <a:pt x="815" y="992"/>
                    <a:pt x="783" y="1025"/>
                  </a:cubicBezTo>
                  <a:cubicBezTo>
                    <a:pt x="680" y="889"/>
                    <a:pt x="579" y="721"/>
                    <a:pt x="443" y="653"/>
                  </a:cubicBezTo>
                  <a:cubicBezTo>
                    <a:pt x="414" y="634"/>
                    <a:pt x="383" y="625"/>
                    <a:pt x="353" y="625"/>
                  </a:cubicBezTo>
                  <a:cubicBezTo>
                    <a:pt x="275" y="625"/>
                    <a:pt x="204" y="681"/>
                    <a:pt x="204" y="753"/>
                  </a:cubicBezTo>
                  <a:cubicBezTo>
                    <a:pt x="204" y="957"/>
                    <a:pt x="340" y="1093"/>
                    <a:pt x="443" y="1228"/>
                  </a:cubicBezTo>
                  <a:cubicBezTo>
                    <a:pt x="476" y="1296"/>
                    <a:pt x="511" y="1332"/>
                    <a:pt x="579" y="1400"/>
                  </a:cubicBezTo>
                  <a:cubicBezTo>
                    <a:pt x="544" y="1400"/>
                    <a:pt x="511" y="1432"/>
                    <a:pt x="511" y="1468"/>
                  </a:cubicBezTo>
                  <a:cubicBezTo>
                    <a:pt x="511" y="1535"/>
                    <a:pt x="476" y="1636"/>
                    <a:pt x="476" y="1704"/>
                  </a:cubicBezTo>
                  <a:cubicBezTo>
                    <a:pt x="375" y="2043"/>
                    <a:pt x="308" y="2383"/>
                    <a:pt x="272" y="2722"/>
                  </a:cubicBezTo>
                  <a:cubicBezTo>
                    <a:pt x="136" y="3369"/>
                    <a:pt x="1" y="4048"/>
                    <a:pt x="104" y="4727"/>
                  </a:cubicBezTo>
                  <a:cubicBezTo>
                    <a:pt x="183" y="5047"/>
                    <a:pt x="493" y="5661"/>
                    <a:pt x="871" y="5661"/>
                  </a:cubicBezTo>
                  <a:cubicBezTo>
                    <a:pt x="973" y="5661"/>
                    <a:pt x="1081" y="5616"/>
                    <a:pt x="1190" y="5507"/>
                  </a:cubicBezTo>
                  <a:cubicBezTo>
                    <a:pt x="1666" y="5031"/>
                    <a:pt x="1598" y="4048"/>
                    <a:pt x="1598" y="3401"/>
                  </a:cubicBezTo>
                  <a:cubicBezTo>
                    <a:pt x="1598" y="2826"/>
                    <a:pt x="1562" y="2179"/>
                    <a:pt x="1462" y="1568"/>
                  </a:cubicBezTo>
                  <a:cubicBezTo>
                    <a:pt x="1698" y="1432"/>
                    <a:pt x="1970" y="1264"/>
                    <a:pt x="2038" y="992"/>
                  </a:cubicBezTo>
                  <a:cubicBezTo>
                    <a:pt x="2068" y="902"/>
                    <a:pt x="1995" y="815"/>
                    <a:pt x="1909" y="815"/>
                  </a:cubicBezTo>
                  <a:cubicBezTo>
                    <a:pt x="1896" y="815"/>
                    <a:pt x="1883" y="817"/>
                    <a:pt x="1869" y="821"/>
                  </a:cubicBezTo>
                  <a:cubicBezTo>
                    <a:pt x="1698" y="856"/>
                    <a:pt x="1530" y="1025"/>
                    <a:pt x="1394" y="1196"/>
                  </a:cubicBezTo>
                  <a:cubicBezTo>
                    <a:pt x="1359" y="1128"/>
                    <a:pt x="1326" y="1025"/>
                    <a:pt x="1326" y="957"/>
                  </a:cubicBezTo>
                  <a:cubicBezTo>
                    <a:pt x="1291" y="957"/>
                    <a:pt x="1291" y="924"/>
                    <a:pt x="1291" y="889"/>
                  </a:cubicBezTo>
                  <a:cubicBezTo>
                    <a:pt x="1291" y="617"/>
                    <a:pt x="1326" y="313"/>
                    <a:pt x="1190" y="74"/>
                  </a:cubicBezTo>
                  <a:cubicBezTo>
                    <a:pt x="1177" y="22"/>
                    <a:pt x="1144" y="0"/>
                    <a:pt x="1106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45"/>
            <p:cNvSpPr/>
            <p:nvPr/>
          </p:nvSpPr>
          <p:spPr>
            <a:xfrm>
              <a:off x="4479282" y="2454267"/>
              <a:ext cx="118942" cy="316250"/>
            </a:xfrm>
            <a:custGeom>
              <a:rect b="b" l="l" r="r" t="t"/>
              <a:pathLst>
                <a:path extrusionOk="0" h="9788" w="3681">
                  <a:moveTo>
                    <a:pt x="152" y="0"/>
                  </a:moveTo>
                  <a:cubicBezTo>
                    <a:pt x="71" y="0"/>
                    <a:pt x="1" y="73"/>
                    <a:pt x="49" y="144"/>
                  </a:cubicBezTo>
                  <a:cubicBezTo>
                    <a:pt x="1508" y="2996"/>
                    <a:pt x="82" y="5440"/>
                    <a:pt x="321" y="8327"/>
                  </a:cubicBezTo>
                  <a:cubicBezTo>
                    <a:pt x="456" y="9718"/>
                    <a:pt x="2322" y="9786"/>
                    <a:pt x="3341" y="9786"/>
                  </a:cubicBezTo>
                  <a:cubicBezTo>
                    <a:pt x="3352" y="9787"/>
                    <a:pt x="3363" y="9788"/>
                    <a:pt x="3374" y="9788"/>
                  </a:cubicBezTo>
                  <a:cubicBezTo>
                    <a:pt x="3680" y="9788"/>
                    <a:pt x="3670" y="9310"/>
                    <a:pt x="3376" y="9278"/>
                  </a:cubicBezTo>
                  <a:cubicBezTo>
                    <a:pt x="2494" y="9175"/>
                    <a:pt x="1000" y="9243"/>
                    <a:pt x="896" y="8088"/>
                  </a:cubicBezTo>
                  <a:cubicBezTo>
                    <a:pt x="828" y="7477"/>
                    <a:pt x="1000" y="6766"/>
                    <a:pt x="1068" y="6154"/>
                  </a:cubicBezTo>
                  <a:cubicBezTo>
                    <a:pt x="1339" y="3946"/>
                    <a:pt x="1475" y="1944"/>
                    <a:pt x="253" y="43"/>
                  </a:cubicBezTo>
                  <a:cubicBezTo>
                    <a:pt x="222" y="13"/>
                    <a:pt x="186" y="0"/>
                    <a:pt x="152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45"/>
            <p:cNvSpPr/>
            <p:nvPr/>
          </p:nvSpPr>
          <p:spPr>
            <a:xfrm>
              <a:off x="4637499" y="2812363"/>
              <a:ext cx="99232" cy="92310"/>
            </a:xfrm>
            <a:custGeom>
              <a:rect b="b" l="l" r="r" t="t"/>
              <a:pathLst>
                <a:path extrusionOk="0" h="2857" w="3071">
                  <a:moveTo>
                    <a:pt x="2668" y="1"/>
                  </a:moveTo>
                  <a:cubicBezTo>
                    <a:pt x="2515" y="1"/>
                    <a:pt x="2364" y="92"/>
                    <a:pt x="2350" y="299"/>
                  </a:cubicBezTo>
                  <a:cubicBezTo>
                    <a:pt x="2315" y="842"/>
                    <a:pt x="2111" y="1418"/>
                    <a:pt x="1839" y="1894"/>
                  </a:cubicBezTo>
                  <a:cubicBezTo>
                    <a:pt x="1597" y="2270"/>
                    <a:pt x="1267" y="2430"/>
                    <a:pt x="908" y="2430"/>
                  </a:cubicBezTo>
                  <a:cubicBezTo>
                    <a:pt x="715" y="2430"/>
                    <a:pt x="514" y="2384"/>
                    <a:pt x="313" y="2301"/>
                  </a:cubicBezTo>
                  <a:cubicBezTo>
                    <a:pt x="285" y="2289"/>
                    <a:pt x="259" y="2284"/>
                    <a:pt x="235" y="2284"/>
                  </a:cubicBezTo>
                  <a:cubicBezTo>
                    <a:pt x="55" y="2284"/>
                    <a:pt x="1" y="2585"/>
                    <a:pt x="210" y="2676"/>
                  </a:cubicBezTo>
                  <a:cubicBezTo>
                    <a:pt x="482" y="2790"/>
                    <a:pt x="754" y="2857"/>
                    <a:pt x="1019" y="2857"/>
                  </a:cubicBezTo>
                  <a:cubicBezTo>
                    <a:pt x="1381" y="2857"/>
                    <a:pt x="1729" y="2732"/>
                    <a:pt x="2043" y="2437"/>
                  </a:cubicBezTo>
                  <a:cubicBezTo>
                    <a:pt x="2621" y="1929"/>
                    <a:pt x="2757" y="1114"/>
                    <a:pt x="2994" y="400"/>
                  </a:cubicBezTo>
                  <a:cubicBezTo>
                    <a:pt x="3070" y="152"/>
                    <a:pt x="2867" y="1"/>
                    <a:pt x="2668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45"/>
            <p:cNvSpPr/>
            <p:nvPr/>
          </p:nvSpPr>
          <p:spPr>
            <a:xfrm>
              <a:off x="4439155" y="3148910"/>
              <a:ext cx="278437" cy="392243"/>
            </a:xfrm>
            <a:custGeom>
              <a:rect b="b" l="l" r="r" t="t"/>
              <a:pathLst>
                <a:path extrusionOk="0" h="12140" w="8617">
                  <a:moveTo>
                    <a:pt x="204" y="0"/>
                  </a:moveTo>
                  <a:cubicBezTo>
                    <a:pt x="33" y="0"/>
                    <a:pt x="1" y="236"/>
                    <a:pt x="137" y="304"/>
                  </a:cubicBezTo>
                  <a:cubicBezTo>
                    <a:pt x="2410" y="815"/>
                    <a:pt x="4719" y="747"/>
                    <a:pt x="6995" y="780"/>
                  </a:cubicBezTo>
                  <a:cubicBezTo>
                    <a:pt x="6180" y="3088"/>
                    <a:pt x="4243" y="4650"/>
                    <a:pt x="3192" y="6858"/>
                  </a:cubicBezTo>
                  <a:cubicBezTo>
                    <a:pt x="3035" y="7171"/>
                    <a:pt x="3224" y="7510"/>
                    <a:pt x="3572" y="7510"/>
                  </a:cubicBezTo>
                  <a:cubicBezTo>
                    <a:pt x="3603" y="7510"/>
                    <a:pt x="3635" y="7508"/>
                    <a:pt x="3668" y="7502"/>
                  </a:cubicBezTo>
                  <a:cubicBezTo>
                    <a:pt x="4958" y="7163"/>
                    <a:pt x="6248" y="6858"/>
                    <a:pt x="7538" y="6519"/>
                  </a:cubicBezTo>
                  <a:lnTo>
                    <a:pt x="7538" y="6519"/>
                  </a:lnTo>
                  <a:cubicBezTo>
                    <a:pt x="6824" y="8317"/>
                    <a:pt x="4958" y="9846"/>
                    <a:pt x="5058" y="11748"/>
                  </a:cubicBezTo>
                  <a:cubicBezTo>
                    <a:pt x="5058" y="11998"/>
                    <a:pt x="5246" y="12140"/>
                    <a:pt x="5433" y="12140"/>
                  </a:cubicBezTo>
                  <a:cubicBezTo>
                    <a:pt x="5574" y="12140"/>
                    <a:pt x="5714" y="12059"/>
                    <a:pt x="5773" y="11883"/>
                  </a:cubicBezTo>
                  <a:cubicBezTo>
                    <a:pt x="6452" y="9778"/>
                    <a:pt x="8182" y="8217"/>
                    <a:pt x="8557" y="6044"/>
                  </a:cubicBezTo>
                  <a:cubicBezTo>
                    <a:pt x="8616" y="5775"/>
                    <a:pt x="8441" y="5482"/>
                    <a:pt x="8168" y="5482"/>
                  </a:cubicBezTo>
                  <a:cubicBezTo>
                    <a:pt x="8129" y="5482"/>
                    <a:pt x="8089" y="5487"/>
                    <a:pt x="8046" y="5500"/>
                  </a:cubicBezTo>
                  <a:cubicBezTo>
                    <a:pt x="6791" y="5840"/>
                    <a:pt x="5569" y="6144"/>
                    <a:pt x="4311" y="6451"/>
                  </a:cubicBezTo>
                  <a:cubicBezTo>
                    <a:pt x="5398" y="4446"/>
                    <a:pt x="7267" y="2920"/>
                    <a:pt x="7742" y="543"/>
                  </a:cubicBezTo>
                  <a:cubicBezTo>
                    <a:pt x="7810" y="340"/>
                    <a:pt x="7674" y="136"/>
                    <a:pt x="7435" y="136"/>
                  </a:cubicBezTo>
                  <a:cubicBezTo>
                    <a:pt x="6871" y="144"/>
                    <a:pt x="6307" y="148"/>
                    <a:pt x="5743" y="148"/>
                  </a:cubicBezTo>
                  <a:cubicBezTo>
                    <a:pt x="3897" y="148"/>
                    <a:pt x="2050" y="104"/>
                    <a:pt x="20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45"/>
            <p:cNvSpPr/>
            <p:nvPr/>
          </p:nvSpPr>
          <p:spPr>
            <a:xfrm>
              <a:off x="4878814" y="3316715"/>
              <a:ext cx="48081" cy="138933"/>
            </a:xfrm>
            <a:custGeom>
              <a:rect b="b" l="l" r="r" t="t"/>
              <a:pathLst>
                <a:path extrusionOk="0" h="4300" w="1488">
                  <a:moveTo>
                    <a:pt x="235" y="1"/>
                  </a:moveTo>
                  <a:cubicBezTo>
                    <a:pt x="120" y="1"/>
                    <a:pt x="1" y="94"/>
                    <a:pt x="42" y="238"/>
                  </a:cubicBezTo>
                  <a:cubicBezTo>
                    <a:pt x="414" y="1493"/>
                    <a:pt x="585" y="2887"/>
                    <a:pt x="1025" y="4142"/>
                  </a:cubicBezTo>
                  <a:cubicBezTo>
                    <a:pt x="1066" y="4251"/>
                    <a:pt x="1151" y="4300"/>
                    <a:pt x="1235" y="4300"/>
                  </a:cubicBezTo>
                  <a:cubicBezTo>
                    <a:pt x="1361" y="4300"/>
                    <a:pt x="1487" y="4190"/>
                    <a:pt x="1468" y="4006"/>
                  </a:cubicBezTo>
                  <a:cubicBezTo>
                    <a:pt x="1297" y="2716"/>
                    <a:pt x="821" y="1393"/>
                    <a:pt x="414" y="135"/>
                  </a:cubicBezTo>
                  <a:cubicBezTo>
                    <a:pt x="387" y="41"/>
                    <a:pt x="312" y="1"/>
                    <a:pt x="23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45"/>
            <p:cNvSpPr/>
            <p:nvPr/>
          </p:nvSpPr>
          <p:spPr>
            <a:xfrm>
              <a:off x="4259259" y="3326439"/>
              <a:ext cx="20292" cy="129757"/>
            </a:xfrm>
            <a:custGeom>
              <a:rect b="b" l="l" r="r" t="t"/>
              <a:pathLst>
                <a:path extrusionOk="0" h="4016" w="628">
                  <a:moveTo>
                    <a:pt x="308" y="1"/>
                  </a:moveTo>
                  <a:cubicBezTo>
                    <a:pt x="214" y="1"/>
                    <a:pt x="118" y="60"/>
                    <a:pt x="101" y="174"/>
                  </a:cubicBezTo>
                  <a:cubicBezTo>
                    <a:pt x="1" y="1363"/>
                    <a:pt x="33" y="2586"/>
                    <a:pt x="136" y="3773"/>
                  </a:cubicBezTo>
                  <a:cubicBezTo>
                    <a:pt x="153" y="3930"/>
                    <a:pt x="286" y="4015"/>
                    <a:pt x="407" y="4015"/>
                  </a:cubicBezTo>
                  <a:cubicBezTo>
                    <a:pt x="523" y="4015"/>
                    <a:pt x="628" y="3938"/>
                    <a:pt x="612" y="3773"/>
                  </a:cubicBezTo>
                  <a:cubicBezTo>
                    <a:pt x="576" y="2586"/>
                    <a:pt x="476" y="1396"/>
                    <a:pt x="508" y="209"/>
                  </a:cubicBezTo>
                  <a:cubicBezTo>
                    <a:pt x="508" y="69"/>
                    <a:pt x="409" y="1"/>
                    <a:pt x="308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45"/>
            <p:cNvSpPr/>
            <p:nvPr/>
          </p:nvSpPr>
          <p:spPr>
            <a:xfrm>
              <a:off x="4432596" y="3162447"/>
              <a:ext cx="130510" cy="346654"/>
            </a:xfrm>
            <a:custGeom>
              <a:rect b="b" l="l" r="r" t="t"/>
              <a:pathLst>
                <a:path extrusionOk="0" h="10729" w="4039">
                  <a:moveTo>
                    <a:pt x="385" y="1"/>
                  </a:moveTo>
                  <a:cubicBezTo>
                    <a:pt x="291" y="1"/>
                    <a:pt x="204" y="61"/>
                    <a:pt x="204" y="192"/>
                  </a:cubicBezTo>
                  <a:cubicBezTo>
                    <a:pt x="101" y="1515"/>
                    <a:pt x="0" y="2841"/>
                    <a:pt x="101" y="4163"/>
                  </a:cubicBezTo>
                  <a:cubicBezTo>
                    <a:pt x="132" y="4347"/>
                    <a:pt x="246" y="4475"/>
                    <a:pt x="416" y="4475"/>
                  </a:cubicBezTo>
                  <a:cubicBezTo>
                    <a:pt x="435" y="4475"/>
                    <a:pt x="455" y="4473"/>
                    <a:pt x="475" y="4470"/>
                  </a:cubicBezTo>
                  <a:cubicBezTo>
                    <a:pt x="847" y="4402"/>
                    <a:pt x="1154" y="4334"/>
                    <a:pt x="1494" y="4267"/>
                  </a:cubicBezTo>
                  <a:lnTo>
                    <a:pt x="1494" y="4267"/>
                  </a:lnTo>
                  <a:cubicBezTo>
                    <a:pt x="1154" y="5421"/>
                    <a:pt x="475" y="6439"/>
                    <a:pt x="68" y="7594"/>
                  </a:cubicBezTo>
                  <a:cubicBezTo>
                    <a:pt x="0" y="7762"/>
                    <a:pt x="136" y="7966"/>
                    <a:pt x="304" y="8001"/>
                  </a:cubicBezTo>
                  <a:cubicBezTo>
                    <a:pt x="1290" y="8273"/>
                    <a:pt x="2273" y="8409"/>
                    <a:pt x="3259" y="8545"/>
                  </a:cubicBezTo>
                  <a:cubicBezTo>
                    <a:pt x="3192" y="9120"/>
                    <a:pt x="3056" y="9664"/>
                    <a:pt x="2885" y="10207"/>
                  </a:cubicBezTo>
                  <a:cubicBezTo>
                    <a:pt x="2823" y="10519"/>
                    <a:pt x="3078" y="10728"/>
                    <a:pt x="3317" y="10728"/>
                  </a:cubicBezTo>
                  <a:cubicBezTo>
                    <a:pt x="3469" y="10728"/>
                    <a:pt x="3614" y="10643"/>
                    <a:pt x="3667" y="10446"/>
                  </a:cubicBezTo>
                  <a:cubicBezTo>
                    <a:pt x="3835" y="9699"/>
                    <a:pt x="4006" y="8985"/>
                    <a:pt x="4039" y="8238"/>
                  </a:cubicBezTo>
                  <a:cubicBezTo>
                    <a:pt x="4039" y="8034"/>
                    <a:pt x="3871" y="7898"/>
                    <a:pt x="3667" y="7865"/>
                  </a:cubicBezTo>
                  <a:cubicBezTo>
                    <a:pt x="3224" y="7798"/>
                    <a:pt x="2817" y="7762"/>
                    <a:pt x="2377" y="7694"/>
                  </a:cubicBezTo>
                  <a:cubicBezTo>
                    <a:pt x="915" y="7526"/>
                    <a:pt x="679" y="7662"/>
                    <a:pt x="1323" y="6404"/>
                  </a:cubicBezTo>
                  <a:cubicBezTo>
                    <a:pt x="1698" y="5557"/>
                    <a:pt x="2105" y="4774"/>
                    <a:pt x="2273" y="3859"/>
                  </a:cubicBezTo>
                  <a:cubicBezTo>
                    <a:pt x="2301" y="3647"/>
                    <a:pt x="2161" y="3476"/>
                    <a:pt x="1970" y="3476"/>
                  </a:cubicBezTo>
                  <a:cubicBezTo>
                    <a:pt x="1916" y="3476"/>
                    <a:pt x="1858" y="3490"/>
                    <a:pt x="1798" y="3520"/>
                  </a:cubicBezTo>
                  <a:cubicBezTo>
                    <a:pt x="1426" y="3620"/>
                    <a:pt x="1051" y="3723"/>
                    <a:pt x="644" y="3824"/>
                  </a:cubicBezTo>
                  <a:cubicBezTo>
                    <a:pt x="576" y="2601"/>
                    <a:pt x="644" y="1415"/>
                    <a:pt x="611" y="192"/>
                  </a:cubicBezTo>
                  <a:cubicBezTo>
                    <a:pt x="593" y="69"/>
                    <a:pt x="485" y="1"/>
                    <a:pt x="38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45"/>
            <p:cNvSpPr/>
            <p:nvPr/>
          </p:nvSpPr>
          <p:spPr>
            <a:xfrm>
              <a:off x="3938948" y="2310693"/>
              <a:ext cx="39227" cy="81518"/>
            </a:xfrm>
            <a:custGeom>
              <a:rect b="b" l="l" r="r" t="t"/>
              <a:pathLst>
                <a:path extrusionOk="0" h="2523" w="1214">
                  <a:moveTo>
                    <a:pt x="773" y="0"/>
                  </a:moveTo>
                  <a:cubicBezTo>
                    <a:pt x="730" y="0"/>
                    <a:pt x="686" y="12"/>
                    <a:pt x="644" y="38"/>
                  </a:cubicBezTo>
                  <a:cubicBezTo>
                    <a:pt x="0" y="481"/>
                    <a:pt x="33" y="1295"/>
                    <a:pt x="305" y="1939"/>
                  </a:cubicBezTo>
                  <a:cubicBezTo>
                    <a:pt x="404" y="2139"/>
                    <a:pt x="670" y="2522"/>
                    <a:pt x="912" y="2522"/>
                  </a:cubicBezTo>
                  <a:cubicBezTo>
                    <a:pt x="999" y="2522"/>
                    <a:pt x="1083" y="2472"/>
                    <a:pt x="1155" y="2347"/>
                  </a:cubicBezTo>
                  <a:cubicBezTo>
                    <a:pt x="1203" y="2299"/>
                    <a:pt x="1165" y="2251"/>
                    <a:pt x="1115" y="2251"/>
                  </a:cubicBezTo>
                  <a:cubicBezTo>
                    <a:pt x="1094" y="2251"/>
                    <a:pt x="1071" y="2259"/>
                    <a:pt x="1052" y="2279"/>
                  </a:cubicBezTo>
                  <a:cubicBezTo>
                    <a:pt x="1046" y="2282"/>
                    <a:pt x="1041" y="2284"/>
                    <a:pt x="1035" y="2284"/>
                  </a:cubicBezTo>
                  <a:cubicBezTo>
                    <a:pt x="927" y="2284"/>
                    <a:pt x="710" y="1730"/>
                    <a:pt x="679" y="1635"/>
                  </a:cubicBezTo>
                  <a:cubicBezTo>
                    <a:pt x="576" y="1192"/>
                    <a:pt x="644" y="785"/>
                    <a:pt x="984" y="513"/>
                  </a:cubicBezTo>
                  <a:cubicBezTo>
                    <a:pt x="1213" y="341"/>
                    <a:pt x="1006" y="0"/>
                    <a:pt x="773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45"/>
            <p:cNvSpPr/>
            <p:nvPr/>
          </p:nvSpPr>
          <p:spPr>
            <a:xfrm>
              <a:off x="4089185" y="2113327"/>
              <a:ext cx="73576" cy="100549"/>
            </a:xfrm>
            <a:custGeom>
              <a:rect b="b" l="l" r="r" t="t"/>
              <a:pathLst>
                <a:path extrusionOk="0" h="3112" w="2277">
                  <a:moveTo>
                    <a:pt x="1899" y="1"/>
                  </a:moveTo>
                  <a:cubicBezTo>
                    <a:pt x="1246" y="1"/>
                    <a:pt x="635" y="464"/>
                    <a:pt x="307" y="1054"/>
                  </a:cubicBezTo>
                  <a:cubicBezTo>
                    <a:pt x="1" y="1700"/>
                    <a:pt x="136" y="2412"/>
                    <a:pt x="476" y="2991"/>
                  </a:cubicBezTo>
                  <a:cubicBezTo>
                    <a:pt x="519" y="3077"/>
                    <a:pt x="586" y="3111"/>
                    <a:pt x="653" y="3111"/>
                  </a:cubicBezTo>
                  <a:cubicBezTo>
                    <a:pt x="798" y="3111"/>
                    <a:pt x="944" y="2949"/>
                    <a:pt x="851" y="2787"/>
                  </a:cubicBezTo>
                  <a:cubicBezTo>
                    <a:pt x="612" y="2312"/>
                    <a:pt x="511" y="1801"/>
                    <a:pt x="747" y="1326"/>
                  </a:cubicBezTo>
                  <a:cubicBezTo>
                    <a:pt x="986" y="782"/>
                    <a:pt x="1530" y="647"/>
                    <a:pt x="2038" y="478"/>
                  </a:cubicBezTo>
                  <a:cubicBezTo>
                    <a:pt x="2277" y="375"/>
                    <a:pt x="2241" y="35"/>
                    <a:pt x="1970" y="3"/>
                  </a:cubicBezTo>
                  <a:cubicBezTo>
                    <a:pt x="1946" y="2"/>
                    <a:pt x="1922" y="1"/>
                    <a:pt x="1899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45"/>
            <p:cNvSpPr/>
            <p:nvPr/>
          </p:nvSpPr>
          <p:spPr>
            <a:xfrm>
              <a:off x="5087723" y="2273023"/>
              <a:ext cx="74351" cy="110371"/>
            </a:xfrm>
            <a:custGeom>
              <a:rect b="b" l="l" r="r" t="t"/>
              <a:pathLst>
                <a:path extrusionOk="0" h="3416" w="2301">
                  <a:moveTo>
                    <a:pt x="334" y="0"/>
                  </a:moveTo>
                  <a:cubicBezTo>
                    <a:pt x="160" y="0"/>
                    <a:pt x="1" y="220"/>
                    <a:pt x="162" y="356"/>
                  </a:cubicBezTo>
                  <a:cubicBezTo>
                    <a:pt x="1010" y="1068"/>
                    <a:pt x="1588" y="1986"/>
                    <a:pt x="977" y="3037"/>
                  </a:cubicBezTo>
                  <a:cubicBezTo>
                    <a:pt x="875" y="3217"/>
                    <a:pt x="1022" y="3416"/>
                    <a:pt x="1188" y="3416"/>
                  </a:cubicBezTo>
                  <a:cubicBezTo>
                    <a:pt x="1243" y="3416"/>
                    <a:pt x="1299" y="3395"/>
                    <a:pt x="1349" y="3344"/>
                  </a:cubicBezTo>
                  <a:cubicBezTo>
                    <a:pt x="2300" y="2190"/>
                    <a:pt x="1453" y="864"/>
                    <a:pt x="467" y="49"/>
                  </a:cubicBezTo>
                  <a:cubicBezTo>
                    <a:pt x="425" y="15"/>
                    <a:pt x="379" y="0"/>
                    <a:pt x="334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45"/>
            <p:cNvSpPr/>
            <p:nvPr/>
          </p:nvSpPr>
          <p:spPr>
            <a:xfrm>
              <a:off x="4940815" y="2124021"/>
              <a:ext cx="38096" cy="60517"/>
            </a:xfrm>
            <a:custGeom>
              <a:rect b="b" l="l" r="r" t="t"/>
              <a:pathLst>
                <a:path extrusionOk="0" h="1873" w="1179">
                  <a:moveTo>
                    <a:pt x="815" y="1"/>
                  </a:moveTo>
                  <a:cubicBezTo>
                    <a:pt x="726" y="1"/>
                    <a:pt x="637" y="53"/>
                    <a:pt x="600" y="147"/>
                  </a:cubicBezTo>
                  <a:cubicBezTo>
                    <a:pt x="499" y="351"/>
                    <a:pt x="532" y="587"/>
                    <a:pt x="499" y="791"/>
                  </a:cubicBezTo>
                  <a:cubicBezTo>
                    <a:pt x="431" y="1030"/>
                    <a:pt x="328" y="1266"/>
                    <a:pt x="160" y="1470"/>
                  </a:cubicBezTo>
                  <a:cubicBezTo>
                    <a:pt x="0" y="1629"/>
                    <a:pt x="174" y="1872"/>
                    <a:pt x="355" y="1872"/>
                  </a:cubicBezTo>
                  <a:cubicBezTo>
                    <a:pt x="405" y="1872"/>
                    <a:pt x="455" y="1854"/>
                    <a:pt x="499" y="1809"/>
                  </a:cubicBezTo>
                  <a:cubicBezTo>
                    <a:pt x="736" y="1573"/>
                    <a:pt x="871" y="1334"/>
                    <a:pt x="975" y="1030"/>
                  </a:cubicBezTo>
                  <a:cubicBezTo>
                    <a:pt x="1110" y="758"/>
                    <a:pt x="1178" y="383"/>
                    <a:pt x="1007" y="112"/>
                  </a:cubicBezTo>
                  <a:cubicBezTo>
                    <a:pt x="962" y="36"/>
                    <a:pt x="889" y="1"/>
                    <a:pt x="81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45"/>
            <p:cNvSpPr/>
            <p:nvPr/>
          </p:nvSpPr>
          <p:spPr>
            <a:xfrm>
              <a:off x="4744409" y="2086996"/>
              <a:ext cx="53445" cy="53958"/>
            </a:xfrm>
            <a:custGeom>
              <a:rect b="b" l="l" r="r" t="t"/>
              <a:pathLst>
                <a:path extrusionOk="0" h="1670" w="1654">
                  <a:moveTo>
                    <a:pt x="237" y="1"/>
                  </a:moveTo>
                  <a:cubicBezTo>
                    <a:pt x="54" y="1"/>
                    <a:pt x="1" y="344"/>
                    <a:pt x="195" y="375"/>
                  </a:cubicBezTo>
                  <a:cubicBezTo>
                    <a:pt x="467" y="410"/>
                    <a:pt x="671" y="511"/>
                    <a:pt x="874" y="715"/>
                  </a:cubicBezTo>
                  <a:cubicBezTo>
                    <a:pt x="1043" y="886"/>
                    <a:pt x="1043" y="1190"/>
                    <a:pt x="1043" y="1429"/>
                  </a:cubicBezTo>
                  <a:cubicBezTo>
                    <a:pt x="1043" y="1581"/>
                    <a:pt x="1161" y="1670"/>
                    <a:pt x="1277" y="1670"/>
                  </a:cubicBezTo>
                  <a:cubicBezTo>
                    <a:pt x="1367" y="1670"/>
                    <a:pt x="1456" y="1616"/>
                    <a:pt x="1485" y="1497"/>
                  </a:cubicBezTo>
                  <a:cubicBezTo>
                    <a:pt x="1654" y="682"/>
                    <a:pt x="1043" y="103"/>
                    <a:pt x="263" y="3"/>
                  </a:cubicBezTo>
                  <a:cubicBezTo>
                    <a:pt x="254" y="1"/>
                    <a:pt x="245" y="1"/>
                    <a:pt x="23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45"/>
            <p:cNvSpPr/>
            <p:nvPr/>
          </p:nvSpPr>
          <p:spPr>
            <a:xfrm>
              <a:off x="4506034" y="2027971"/>
              <a:ext cx="60521" cy="48433"/>
            </a:xfrm>
            <a:custGeom>
              <a:rect b="b" l="l" r="r" t="t"/>
              <a:pathLst>
                <a:path extrusionOk="0" h="1499" w="1873">
                  <a:moveTo>
                    <a:pt x="1091" y="1"/>
                  </a:moveTo>
                  <a:cubicBezTo>
                    <a:pt x="839" y="1"/>
                    <a:pt x="598" y="65"/>
                    <a:pt x="408" y="233"/>
                  </a:cubicBezTo>
                  <a:cubicBezTo>
                    <a:pt x="68" y="504"/>
                    <a:pt x="0" y="912"/>
                    <a:pt x="36" y="1319"/>
                  </a:cubicBezTo>
                  <a:cubicBezTo>
                    <a:pt x="52" y="1439"/>
                    <a:pt x="145" y="1499"/>
                    <a:pt x="234" y="1499"/>
                  </a:cubicBezTo>
                  <a:cubicBezTo>
                    <a:pt x="323" y="1499"/>
                    <a:pt x="408" y="1439"/>
                    <a:pt x="408" y="1319"/>
                  </a:cubicBezTo>
                  <a:cubicBezTo>
                    <a:pt x="408" y="1083"/>
                    <a:pt x="443" y="743"/>
                    <a:pt x="647" y="608"/>
                  </a:cubicBezTo>
                  <a:cubicBezTo>
                    <a:pt x="757" y="528"/>
                    <a:pt x="875" y="500"/>
                    <a:pt x="994" y="500"/>
                  </a:cubicBezTo>
                  <a:cubicBezTo>
                    <a:pt x="1130" y="500"/>
                    <a:pt x="1266" y="536"/>
                    <a:pt x="1394" y="572"/>
                  </a:cubicBezTo>
                  <a:cubicBezTo>
                    <a:pt x="1423" y="581"/>
                    <a:pt x="1451" y="585"/>
                    <a:pt x="1478" y="585"/>
                  </a:cubicBezTo>
                  <a:cubicBezTo>
                    <a:pt x="1759" y="585"/>
                    <a:pt x="1873" y="126"/>
                    <a:pt x="1562" y="64"/>
                  </a:cubicBezTo>
                  <a:cubicBezTo>
                    <a:pt x="1407" y="25"/>
                    <a:pt x="1247" y="1"/>
                    <a:pt x="1091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45"/>
            <p:cNvSpPr/>
            <p:nvPr/>
          </p:nvSpPr>
          <p:spPr>
            <a:xfrm>
              <a:off x="4291018" y="2070293"/>
              <a:ext cx="49438" cy="67334"/>
            </a:xfrm>
            <a:custGeom>
              <a:rect b="b" l="l" r="r" t="t"/>
              <a:pathLst>
                <a:path extrusionOk="0" h="2084" w="1530">
                  <a:moveTo>
                    <a:pt x="1046" y="0"/>
                  </a:moveTo>
                  <a:cubicBezTo>
                    <a:pt x="1028" y="0"/>
                    <a:pt x="1008" y="3"/>
                    <a:pt x="987" y="9"/>
                  </a:cubicBezTo>
                  <a:cubicBezTo>
                    <a:pt x="444" y="113"/>
                    <a:pt x="1" y="520"/>
                    <a:pt x="36" y="1096"/>
                  </a:cubicBezTo>
                  <a:cubicBezTo>
                    <a:pt x="36" y="1745"/>
                    <a:pt x="625" y="2084"/>
                    <a:pt x="1182" y="2084"/>
                  </a:cubicBezTo>
                  <a:cubicBezTo>
                    <a:pt x="1207" y="2084"/>
                    <a:pt x="1233" y="2083"/>
                    <a:pt x="1258" y="2082"/>
                  </a:cubicBezTo>
                  <a:cubicBezTo>
                    <a:pt x="1530" y="2046"/>
                    <a:pt x="1530" y="1707"/>
                    <a:pt x="1258" y="1707"/>
                  </a:cubicBezTo>
                  <a:cubicBezTo>
                    <a:pt x="919" y="1639"/>
                    <a:pt x="544" y="1503"/>
                    <a:pt x="476" y="1131"/>
                  </a:cubicBezTo>
                  <a:cubicBezTo>
                    <a:pt x="376" y="724"/>
                    <a:pt x="748" y="452"/>
                    <a:pt x="1087" y="349"/>
                  </a:cubicBezTo>
                  <a:cubicBezTo>
                    <a:pt x="1273" y="287"/>
                    <a:pt x="1233" y="0"/>
                    <a:pt x="1046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45"/>
            <p:cNvSpPr/>
            <p:nvPr/>
          </p:nvSpPr>
          <p:spPr>
            <a:xfrm>
              <a:off x="4424066" y="2153162"/>
              <a:ext cx="140559" cy="51890"/>
            </a:xfrm>
            <a:custGeom>
              <a:rect b="b" l="l" r="r" t="t"/>
              <a:pathLst>
                <a:path extrusionOk="0" h="1606" w="4350">
                  <a:moveTo>
                    <a:pt x="263" y="1"/>
                  </a:moveTo>
                  <a:cubicBezTo>
                    <a:pt x="129" y="1"/>
                    <a:pt x="0" y="125"/>
                    <a:pt x="93" y="264"/>
                  </a:cubicBezTo>
                  <a:cubicBezTo>
                    <a:pt x="740" y="1222"/>
                    <a:pt x="1708" y="1605"/>
                    <a:pt x="2746" y="1605"/>
                  </a:cubicBezTo>
                  <a:cubicBezTo>
                    <a:pt x="3180" y="1605"/>
                    <a:pt x="3626" y="1538"/>
                    <a:pt x="4067" y="1418"/>
                  </a:cubicBezTo>
                  <a:cubicBezTo>
                    <a:pt x="4349" y="1355"/>
                    <a:pt x="4252" y="968"/>
                    <a:pt x="4019" y="968"/>
                  </a:cubicBezTo>
                  <a:cubicBezTo>
                    <a:pt x="4001" y="968"/>
                    <a:pt x="3983" y="971"/>
                    <a:pt x="3963" y="975"/>
                  </a:cubicBezTo>
                  <a:cubicBezTo>
                    <a:pt x="3517" y="1044"/>
                    <a:pt x="3070" y="1101"/>
                    <a:pt x="2640" y="1101"/>
                  </a:cubicBezTo>
                  <a:cubicBezTo>
                    <a:pt x="1796" y="1101"/>
                    <a:pt x="1017" y="881"/>
                    <a:pt x="432" y="93"/>
                  </a:cubicBezTo>
                  <a:cubicBezTo>
                    <a:pt x="389" y="28"/>
                    <a:pt x="325" y="1"/>
                    <a:pt x="263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45"/>
            <p:cNvSpPr/>
            <p:nvPr/>
          </p:nvSpPr>
          <p:spPr>
            <a:xfrm>
              <a:off x="4657950" y="2172320"/>
              <a:ext cx="87858" cy="22326"/>
            </a:xfrm>
            <a:custGeom>
              <a:rect b="b" l="l" r="r" t="t"/>
              <a:pathLst>
                <a:path extrusionOk="0" h="691" w="2719">
                  <a:moveTo>
                    <a:pt x="2485" y="0"/>
                  </a:moveTo>
                  <a:cubicBezTo>
                    <a:pt x="2468" y="0"/>
                    <a:pt x="2449" y="4"/>
                    <a:pt x="2429" y="10"/>
                  </a:cubicBezTo>
                  <a:cubicBezTo>
                    <a:pt x="2009" y="163"/>
                    <a:pt x="1611" y="251"/>
                    <a:pt x="1210" y="251"/>
                  </a:cubicBezTo>
                  <a:cubicBezTo>
                    <a:pt x="898" y="251"/>
                    <a:pt x="583" y="197"/>
                    <a:pt x="256" y="78"/>
                  </a:cubicBezTo>
                  <a:cubicBezTo>
                    <a:pt x="235" y="70"/>
                    <a:pt x="215" y="66"/>
                    <a:pt x="197" y="66"/>
                  </a:cubicBezTo>
                  <a:cubicBezTo>
                    <a:pt x="65" y="66"/>
                    <a:pt x="1" y="259"/>
                    <a:pt x="120" y="350"/>
                  </a:cubicBezTo>
                  <a:cubicBezTo>
                    <a:pt x="543" y="542"/>
                    <a:pt x="1043" y="691"/>
                    <a:pt x="1526" y="691"/>
                  </a:cubicBezTo>
                  <a:cubicBezTo>
                    <a:pt x="1896" y="691"/>
                    <a:pt x="2256" y="604"/>
                    <a:pt x="2564" y="382"/>
                  </a:cubicBezTo>
                  <a:cubicBezTo>
                    <a:pt x="2719" y="260"/>
                    <a:pt x="2650" y="0"/>
                    <a:pt x="2485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45"/>
            <p:cNvSpPr/>
            <p:nvPr/>
          </p:nvSpPr>
          <p:spPr>
            <a:xfrm>
              <a:off x="4020722" y="2373014"/>
              <a:ext cx="47693" cy="104717"/>
            </a:xfrm>
            <a:custGeom>
              <a:rect b="b" l="l" r="r" t="t"/>
              <a:pathLst>
                <a:path extrusionOk="0" h="3241" w="1476">
                  <a:moveTo>
                    <a:pt x="529" y="1"/>
                  </a:moveTo>
                  <a:cubicBezTo>
                    <a:pt x="426" y="1"/>
                    <a:pt x="345" y="145"/>
                    <a:pt x="422" y="249"/>
                  </a:cubicBezTo>
                  <a:cubicBezTo>
                    <a:pt x="1068" y="1132"/>
                    <a:pt x="626" y="2115"/>
                    <a:pt x="118" y="2930"/>
                  </a:cubicBezTo>
                  <a:cubicBezTo>
                    <a:pt x="1" y="3094"/>
                    <a:pt x="139" y="3241"/>
                    <a:pt x="282" y="3241"/>
                  </a:cubicBezTo>
                  <a:cubicBezTo>
                    <a:pt x="348" y="3241"/>
                    <a:pt x="414" y="3209"/>
                    <a:pt x="457" y="3134"/>
                  </a:cubicBezTo>
                  <a:cubicBezTo>
                    <a:pt x="1101" y="2151"/>
                    <a:pt x="1476" y="1029"/>
                    <a:pt x="626" y="46"/>
                  </a:cubicBezTo>
                  <a:cubicBezTo>
                    <a:pt x="594" y="14"/>
                    <a:pt x="561" y="1"/>
                    <a:pt x="529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45"/>
            <p:cNvSpPr/>
            <p:nvPr/>
          </p:nvSpPr>
          <p:spPr>
            <a:xfrm>
              <a:off x="3844606" y="2477690"/>
              <a:ext cx="70603" cy="92374"/>
            </a:xfrm>
            <a:custGeom>
              <a:rect b="b" l="l" r="r" t="t"/>
              <a:pathLst>
                <a:path extrusionOk="0" h="2859" w="2185">
                  <a:moveTo>
                    <a:pt x="743" y="0"/>
                  </a:moveTo>
                  <a:cubicBezTo>
                    <a:pt x="705" y="0"/>
                    <a:pt x="667" y="19"/>
                    <a:pt x="644" y="65"/>
                  </a:cubicBezTo>
                  <a:cubicBezTo>
                    <a:pt x="0" y="1184"/>
                    <a:pt x="544" y="2577"/>
                    <a:pt x="1866" y="2849"/>
                  </a:cubicBezTo>
                  <a:cubicBezTo>
                    <a:pt x="1888" y="2855"/>
                    <a:pt x="1908" y="2858"/>
                    <a:pt x="1928" y="2858"/>
                  </a:cubicBezTo>
                  <a:cubicBezTo>
                    <a:pt x="2121" y="2858"/>
                    <a:pt x="2185" y="2571"/>
                    <a:pt x="1970" y="2510"/>
                  </a:cubicBezTo>
                  <a:cubicBezTo>
                    <a:pt x="883" y="2238"/>
                    <a:pt x="340" y="1184"/>
                    <a:pt x="848" y="165"/>
                  </a:cubicBezTo>
                  <a:cubicBezTo>
                    <a:pt x="893" y="75"/>
                    <a:pt x="818" y="0"/>
                    <a:pt x="743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45"/>
            <p:cNvSpPr/>
            <p:nvPr/>
          </p:nvSpPr>
          <p:spPr>
            <a:xfrm>
              <a:off x="3902698" y="2773142"/>
              <a:ext cx="102818" cy="80904"/>
            </a:xfrm>
            <a:custGeom>
              <a:rect b="b" l="l" r="r" t="t"/>
              <a:pathLst>
                <a:path extrusionOk="0" h="2504" w="3182">
                  <a:moveTo>
                    <a:pt x="424" y="1"/>
                  </a:moveTo>
                  <a:cubicBezTo>
                    <a:pt x="322" y="1"/>
                    <a:pt x="223" y="60"/>
                    <a:pt x="204" y="188"/>
                  </a:cubicBezTo>
                  <a:cubicBezTo>
                    <a:pt x="1" y="799"/>
                    <a:pt x="715" y="1546"/>
                    <a:pt x="1155" y="1885"/>
                  </a:cubicBezTo>
                  <a:cubicBezTo>
                    <a:pt x="1554" y="2170"/>
                    <a:pt x="2073" y="2503"/>
                    <a:pt x="2611" y="2503"/>
                  </a:cubicBezTo>
                  <a:cubicBezTo>
                    <a:pt x="2714" y="2503"/>
                    <a:pt x="2817" y="2491"/>
                    <a:pt x="2920" y="2464"/>
                  </a:cubicBezTo>
                  <a:cubicBezTo>
                    <a:pt x="2988" y="2429"/>
                    <a:pt x="3056" y="2361"/>
                    <a:pt x="3056" y="2293"/>
                  </a:cubicBezTo>
                  <a:lnTo>
                    <a:pt x="3092" y="2260"/>
                  </a:lnTo>
                  <a:cubicBezTo>
                    <a:pt x="3182" y="2199"/>
                    <a:pt x="3110" y="2084"/>
                    <a:pt x="2997" y="2084"/>
                  </a:cubicBezTo>
                  <a:cubicBezTo>
                    <a:pt x="2984" y="2084"/>
                    <a:pt x="2970" y="2086"/>
                    <a:pt x="2956" y="2089"/>
                  </a:cubicBezTo>
                  <a:cubicBezTo>
                    <a:pt x="3024" y="2056"/>
                    <a:pt x="2684" y="2056"/>
                    <a:pt x="2616" y="2021"/>
                  </a:cubicBezTo>
                  <a:cubicBezTo>
                    <a:pt x="2277" y="1989"/>
                    <a:pt x="1970" y="1817"/>
                    <a:pt x="1698" y="1649"/>
                  </a:cubicBezTo>
                  <a:cubicBezTo>
                    <a:pt x="1427" y="1478"/>
                    <a:pt x="1190" y="1242"/>
                    <a:pt x="1019" y="970"/>
                  </a:cubicBezTo>
                  <a:cubicBezTo>
                    <a:pt x="815" y="698"/>
                    <a:pt x="815" y="391"/>
                    <a:pt x="647" y="120"/>
                  </a:cubicBezTo>
                  <a:cubicBezTo>
                    <a:pt x="600" y="43"/>
                    <a:pt x="510" y="1"/>
                    <a:pt x="424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45"/>
            <p:cNvSpPr/>
            <p:nvPr/>
          </p:nvSpPr>
          <p:spPr>
            <a:xfrm>
              <a:off x="4048895" y="2965953"/>
              <a:ext cx="72929" cy="44103"/>
            </a:xfrm>
            <a:custGeom>
              <a:rect b="b" l="l" r="r" t="t"/>
              <a:pathLst>
                <a:path extrusionOk="0" h="1365" w="2257">
                  <a:moveTo>
                    <a:pt x="1889" y="0"/>
                  </a:moveTo>
                  <a:cubicBezTo>
                    <a:pt x="1800" y="0"/>
                    <a:pt x="1711" y="38"/>
                    <a:pt x="1655" y="127"/>
                  </a:cubicBezTo>
                  <a:cubicBezTo>
                    <a:pt x="1487" y="467"/>
                    <a:pt x="1215" y="706"/>
                    <a:pt x="875" y="874"/>
                  </a:cubicBezTo>
                  <a:cubicBezTo>
                    <a:pt x="704" y="942"/>
                    <a:pt x="536" y="978"/>
                    <a:pt x="365" y="978"/>
                  </a:cubicBezTo>
                  <a:cubicBezTo>
                    <a:pt x="319" y="978"/>
                    <a:pt x="290" y="962"/>
                    <a:pt x="255" y="962"/>
                  </a:cubicBezTo>
                  <a:cubicBezTo>
                    <a:pt x="238" y="962"/>
                    <a:pt x="219" y="966"/>
                    <a:pt x="196" y="978"/>
                  </a:cubicBezTo>
                  <a:lnTo>
                    <a:pt x="161" y="978"/>
                  </a:lnTo>
                  <a:cubicBezTo>
                    <a:pt x="150" y="974"/>
                    <a:pt x="139" y="972"/>
                    <a:pt x="129" y="972"/>
                  </a:cubicBezTo>
                  <a:cubicBezTo>
                    <a:pt x="47" y="972"/>
                    <a:pt x="0" y="1086"/>
                    <a:pt x="61" y="1146"/>
                  </a:cubicBezTo>
                  <a:cubicBezTo>
                    <a:pt x="61" y="1140"/>
                    <a:pt x="62" y="1137"/>
                    <a:pt x="64" y="1137"/>
                  </a:cubicBezTo>
                  <a:cubicBezTo>
                    <a:pt x="73" y="1137"/>
                    <a:pt x="100" y="1187"/>
                    <a:pt x="128" y="1214"/>
                  </a:cubicBezTo>
                  <a:cubicBezTo>
                    <a:pt x="196" y="1282"/>
                    <a:pt x="297" y="1317"/>
                    <a:pt x="365" y="1350"/>
                  </a:cubicBezTo>
                  <a:cubicBezTo>
                    <a:pt x="435" y="1360"/>
                    <a:pt x="506" y="1364"/>
                    <a:pt x="575" y="1364"/>
                  </a:cubicBezTo>
                  <a:cubicBezTo>
                    <a:pt x="740" y="1364"/>
                    <a:pt x="900" y="1340"/>
                    <a:pt x="1044" y="1317"/>
                  </a:cubicBezTo>
                  <a:cubicBezTo>
                    <a:pt x="1554" y="1181"/>
                    <a:pt x="1962" y="842"/>
                    <a:pt x="2166" y="366"/>
                  </a:cubicBezTo>
                  <a:cubicBezTo>
                    <a:pt x="2257" y="160"/>
                    <a:pt x="2072" y="0"/>
                    <a:pt x="1889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45"/>
            <p:cNvSpPr/>
            <p:nvPr/>
          </p:nvSpPr>
          <p:spPr>
            <a:xfrm>
              <a:off x="5035157" y="2881533"/>
              <a:ext cx="65465" cy="64555"/>
            </a:xfrm>
            <a:custGeom>
              <a:rect b="b" l="l" r="r" t="t"/>
              <a:pathLst>
                <a:path extrusionOk="0" h="1998" w="2026">
                  <a:moveTo>
                    <a:pt x="1760" y="0"/>
                  </a:moveTo>
                  <a:cubicBezTo>
                    <a:pt x="1691" y="0"/>
                    <a:pt x="1624" y="37"/>
                    <a:pt x="1586" y="127"/>
                  </a:cubicBezTo>
                  <a:cubicBezTo>
                    <a:pt x="1450" y="432"/>
                    <a:pt x="1415" y="806"/>
                    <a:pt x="1246" y="1146"/>
                  </a:cubicBezTo>
                  <a:cubicBezTo>
                    <a:pt x="1075" y="1459"/>
                    <a:pt x="807" y="1678"/>
                    <a:pt x="463" y="1678"/>
                  </a:cubicBezTo>
                  <a:cubicBezTo>
                    <a:pt x="398" y="1678"/>
                    <a:pt x="330" y="1670"/>
                    <a:pt x="260" y="1654"/>
                  </a:cubicBezTo>
                  <a:cubicBezTo>
                    <a:pt x="251" y="1652"/>
                    <a:pt x="242" y="1651"/>
                    <a:pt x="233" y="1651"/>
                  </a:cubicBezTo>
                  <a:cubicBezTo>
                    <a:pt x="81" y="1651"/>
                    <a:pt x="0" y="1897"/>
                    <a:pt x="192" y="1961"/>
                  </a:cubicBezTo>
                  <a:cubicBezTo>
                    <a:pt x="301" y="1985"/>
                    <a:pt x="407" y="1998"/>
                    <a:pt x="510" y="1998"/>
                  </a:cubicBezTo>
                  <a:cubicBezTo>
                    <a:pt x="830" y="1998"/>
                    <a:pt x="1125" y="1878"/>
                    <a:pt x="1382" y="1621"/>
                  </a:cubicBezTo>
                  <a:cubicBezTo>
                    <a:pt x="1686" y="1314"/>
                    <a:pt x="2026" y="703"/>
                    <a:pt x="1993" y="228"/>
                  </a:cubicBezTo>
                  <a:cubicBezTo>
                    <a:pt x="1993" y="101"/>
                    <a:pt x="1874" y="0"/>
                    <a:pt x="1760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45"/>
            <p:cNvSpPr/>
            <p:nvPr/>
          </p:nvSpPr>
          <p:spPr>
            <a:xfrm>
              <a:off x="5144555" y="2709884"/>
              <a:ext cx="86662" cy="128691"/>
            </a:xfrm>
            <a:custGeom>
              <a:rect b="b" l="l" r="r" t="t"/>
              <a:pathLst>
                <a:path extrusionOk="0" h="3983" w="2682">
                  <a:moveTo>
                    <a:pt x="293" y="1"/>
                  </a:moveTo>
                  <a:cubicBezTo>
                    <a:pt x="143" y="1"/>
                    <a:pt x="0" y="179"/>
                    <a:pt x="134" y="312"/>
                  </a:cubicBezTo>
                  <a:cubicBezTo>
                    <a:pt x="1052" y="1263"/>
                    <a:pt x="1696" y="2317"/>
                    <a:pt x="1527" y="3675"/>
                  </a:cubicBezTo>
                  <a:cubicBezTo>
                    <a:pt x="1490" y="3880"/>
                    <a:pt x="1637" y="3982"/>
                    <a:pt x="1800" y="3982"/>
                  </a:cubicBezTo>
                  <a:cubicBezTo>
                    <a:pt x="1934" y="3982"/>
                    <a:pt x="2077" y="3914"/>
                    <a:pt x="2138" y="3775"/>
                  </a:cubicBezTo>
                  <a:cubicBezTo>
                    <a:pt x="2681" y="2417"/>
                    <a:pt x="1323" y="855"/>
                    <a:pt x="405" y="41"/>
                  </a:cubicBezTo>
                  <a:cubicBezTo>
                    <a:pt x="371" y="13"/>
                    <a:pt x="331" y="1"/>
                    <a:pt x="293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45"/>
            <p:cNvSpPr/>
            <p:nvPr/>
          </p:nvSpPr>
          <p:spPr>
            <a:xfrm>
              <a:off x="5201225" y="2552579"/>
              <a:ext cx="42006" cy="60581"/>
            </a:xfrm>
            <a:custGeom>
              <a:rect b="b" l="l" r="r" t="t"/>
              <a:pathLst>
                <a:path extrusionOk="0" h="1875" w="1300">
                  <a:moveTo>
                    <a:pt x="857" y="1"/>
                  </a:moveTo>
                  <a:cubicBezTo>
                    <a:pt x="707" y="1"/>
                    <a:pt x="553" y="105"/>
                    <a:pt x="553" y="292"/>
                  </a:cubicBezTo>
                  <a:cubicBezTo>
                    <a:pt x="553" y="496"/>
                    <a:pt x="588" y="735"/>
                    <a:pt x="520" y="939"/>
                  </a:cubicBezTo>
                  <a:cubicBezTo>
                    <a:pt x="485" y="1175"/>
                    <a:pt x="349" y="1414"/>
                    <a:pt x="145" y="1550"/>
                  </a:cubicBezTo>
                  <a:cubicBezTo>
                    <a:pt x="1" y="1636"/>
                    <a:pt x="54" y="1875"/>
                    <a:pt x="202" y="1875"/>
                  </a:cubicBezTo>
                  <a:cubicBezTo>
                    <a:pt x="226" y="1875"/>
                    <a:pt x="252" y="1868"/>
                    <a:pt x="281" y="1854"/>
                  </a:cubicBezTo>
                  <a:cubicBezTo>
                    <a:pt x="892" y="1618"/>
                    <a:pt x="1300" y="871"/>
                    <a:pt x="1131" y="224"/>
                  </a:cubicBezTo>
                  <a:cubicBezTo>
                    <a:pt x="1101" y="71"/>
                    <a:pt x="980" y="1"/>
                    <a:pt x="857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45"/>
            <p:cNvSpPr/>
            <p:nvPr/>
          </p:nvSpPr>
          <p:spPr>
            <a:xfrm>
              <a:off x="4987663" y="2324101"/>
              <a:ext cx="73156" cy="63618"/>
            </a:xfrm>
            <a:custGeom>
              <a:rect b="b" l="l" r="r" t="t"/>
              <a:pathLst>
                <a:path extrusionOk="0" h="1969" w="2264">
                  <a:moveTo>
                    <a:pt x="525" y="1"/>
                  </a:moveTo>
                  <a:cubicBezTo>
                    <a:pt x="482" y="1"/>
                    <a:pt x="438" y="19"/>
                    <a:pt x="407" y="66"/>
                  </a:cubicBezTo>
                  <a:cubicBezTo>
                    <a:pt x="0" y="981"/>
                    <a:pt x="1087" y="1831"/>
                    <a:pt x="1866" y="1967"/>
                  </a:cubicBezTo>
                  <a:cubicBezTo>
                    <a:pt x="1876" y="1968"/>
                    <a:pt x="1887" y="1969"/>
                    <a:pt x="1897" y="1969"/>
                  </a:cubicBezTo>
                  <a:cubicBezTo>
                    <a:pt x="2147" y="1969"/>
                    <a:pt x="2263" y="1590"/>
                    <a:pt x="2002" y="1524"/>
                  </a:cubicBezTo>
                  <a:cubicBezTo>
                    <a:pt x="1630" y="1456"/>
                    <a:pt x="1255" y="1321"/>
                    <a:pt x="983" y="1049"/>
                  </a:cubicBezTo>
                  <a:cubicBezTo>
                    <a:pt x="679" y="777"/>
                    <a:pt x="679" y="438"/>
                    <a:pt x="644" y="66"/>
                  </a:cubicBezTo>
                  <a:cubicBezTo>
                    <a:pt x="626" y="28"/>
                    <a:pt x="577" y="1"/>
                    <a:pt x="525" y="1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45"/>
            <p:cNvSpPr/>
            <p:nvPr/>
          </p:nvSpPr>
          <p:spPr>
            <a:xfrm>
              <a:off x="4179133" y="2698059"/>
              <a:ext cx="121850" cy="135799"/>
            </a:xfrm>
            <a:custGeom>
              <a:rect b="b" l="l" r="r" t="t"/>
              <a:pathLst>
                <a:path extrusionOk="0" h="4203" w="3771">
                  <a:moveTo>
                    <a:pt x="1725" y="574"/>
                  </a:moveTo>
                  <a:cubicBezTo>
                    <a:pt x="1750" y="574"/>
                    <a:pt x="1775" y="575"/>
                    <a:pt x="1801" y="578"/>
                  </a:cubicBezTo>
                  <a:cubicBezTo>
                    <a:pt x="2106" y="646"/>
                    <a:pt x="2377" y="917"/>
                    <a:pt x="2548" y="1189"/>
                  </a:cubicBezTo>
                  <a:cubicBezTo>
                    <a:pt x="2921" y="1732"/>
                    <a:pt x="3160" y="2547"/>
                    <a:pt x="2820" y="3158"/>
                  </a:cubicBezTo>
                  <a:cubicBezTo>
                    <a:pt x="2600" y="3567"/>
                    <a:pt x="2270" y="3743"/>
                    <a:pt x="1936" y="3743"/>
                  </a:cubicBezTo>
                  <a:cubicBezTo>
                    <a:pt x="1549" y="3743"/>
                    <a:pt x="1155" y="3506"/>
                    <a:pt x="919" y="3123"/>
                  </a:cubicBezTo>
                  <a:cubicBezTo>
                    <a:pt x="511" y="2479"/>
                    <a:pt x="443" y="1561"/>
                    <a:pt x="815" y="882"/>
                  </a:cubicBezTo>
                  <a:lnTo>
                    <a:pt x="815" y="882"/>
                  </a:lnTo>
                  <a:cubicBezTo>
                    <a:pt x="849" y="900"/>
                    <a:pt x="883" y="908"/>
                    <a:pt x="917" y="908"/>
                  </a:cubicBezTo>
                  <a:cubicBezTo>
                    <a:pt x="951" y="908"/>
                    <a:pt x="985" y="900"/>
                    <a:pt x="1019" y="882"/>
                  </a:cubicBezTo>
                  <a:cubicBezTo>
                    <a:pt x="1270" y="757"/>
                    <a:pt x="1435" y="574"/>
                    <a:pt x="1725" y="574"/>
                  </a:cubicBezTo>
                  <a:close/>
                  <a:moveTo>
                    <a:pt x="1535" y="0"/>
                  </a:moveTo>
                  <a:cubicBezTo>
                    <a:pt x="1201" y="0"/>
                    <a:pt x="888" y="145"/>
                    <a:pt x="680" y="510"/>
                  </a:cubicBezTo>
                  <a:cubicBezTo>
                    <a:pt x="647" y="542"/>
                    <a:pt x="647" y="578"/>
                    <a:pt x="647" y="610"/>
                  </a:cubicBezTo>
                  <a:cubicBezTo>
                    <a:pt x="612" y="646"/>
                    <a:pt x="612" y="646"/>
                    <a:pt x="579" y="646"/>
                  </a:cubicBezTo>
                  <a:cubicBezTo>
                    <a:pt x="1" y="1493"/>
                    <a:pt x="69" y="2751"/>
                    <a:pt x="680" y="3566"/>
                  </a:cubicBezTo>
                  <a:cubicBezTo>
                    <a:pt x="1012" y="3998"/>
                    <a:pt x="1443" y="4202"/>
                    <a:pt x="1876" y="4202"/>
                  </a:cubicBezTo>
                  <a:cubicBezTo>
                    <a:pt x="2326" y="4202"/>
                    <a:pt x="2778" y="3981"/>
                    <a:pt x="3124" y="3566"/>
                  </a:cubicBezTo>
                  <a:cubicBezTo>
                    <a:pt x="3771" y="2783"/>
                    <a:pt x="3464" y="1561"/>
                    <a:pt x="2956" y="814"/>
                  </a:cubicBezTo>
                  <a:cubicBezTo>
                    <a:pt x="2663" y="375"/>
                    <a:pt x="2072" y="0"/>
                    <a:pt x="1535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45"/>
            <p:cNvSpPr/>
            <p:nvPr/>
          </p:nvSpPr>
          <p:spPr>
            <a:xfrm>
              <a:off x="4820917" y="2672343"/>
              <a:ext cx="121754" cy="135831"/>
            </a:xfrm>
            <a:custGeom>
              <a:rect b="b" l="l" r="r" t="t"/>
              <a:pathLst>
                <a:path extrusionOk="0" h="4204" w="3768">
                  <a:moveTo>
                    <a:pt x="1683" y="580"/>
                  </a:moveTo>
                  <a:cubicBezTo>
                    <a:pt x="1719" y="580"/>
                    <a:pt x="1758" y="583"/>
                    <a:pt x="1798" y="591"/>
                  </a:cubicBezTo>
                  <a:cubicBezTo>
                    <a:pt x="2105" y="659"/>
                    <a:pt x="2377" y="931"/>
                    <a:pt x="2545" y="1170"/>
                  </a:cubicBezTo>
                  <a:cubicBezTo>
                    <a:pt x="2920" y="1746"/>
                    <a:pt x="3156" y="2561"/>
                    <a:pt x="2817" y="3172"/>
                  </a:cubicBezTo>
                  <a:cubicBezTo>
                    <a:pt x="2597" y="3565"/>
                    <a:pt x="2269" y="3732"/>
                    <a:pt x="1936" y="3732"/>
                  </a:cubicBezTo>
                  <a:cubicBezTo>
                    <a:pt x="1549" y="3732"/>
                    <a:pt x="1154" y="3505"/>
                    <a:pt x="916" y="3139"/>
                  </a:cubicBezTo>
                  <a:cubicBezTo>
                    <a:pt x="508" y="2460"/>
                    <a:pt x="440" y="1577"/>
                    <a:pt x="815" y="898"/>
                  </a:cubicBezTo>
                  <a:lnTo>
                    <a:pt x="815" y="898"/>
                  </a:lnTo>
                  <a:cubicBezTo>
                    <a:pt x="831" y="915"/>
                    <a:pt x="865" y="923"/>
                    <a:pt x="904" y="923"/>
                  </a:cubicBezTo>
                  <a:cubicBezTo>
                    <a:pt x="942" y="923"/>
                    <a:pt x="985" y="915"/>
                    <a:pt x="1019" y="898"/>
                  </a:cubicBezTo>
                  <a:cubicBezTo>
                    <a:pt x="1258" y="779"/>
                    <a:pt x="1417" y="580"/>
                    <a:pt x="1683" y="580"/>
                  </a:cubicBezTo>
                  <a:close/>
                  <a:moveTo>
                    <a:pt x="1521" y="0"/>
                  </a:moveTo>
                  <a:cubicBezTo>
                    <a:pt x="1184" y="0"/>
                    <a:pt x="865" y="148"/>
                    <a:pt x="644" y="524"/>
                  </a:cubicBezTo>
                  <a:cubicBezTo>
                    <a:pt x="644" y="559"/>
                    <a:pt x="644" y="591"/>
                    <a:pt x="611" y="627"/>
                  </a:cubicBezTo>
                  <a:lnTo>
                    <a:pt x="576" y="659"/>
                  </a:lnTo>
                  <a:cubicBezTo>
                    <a:pt x="0" y="1510"/>
                    <a:pt x="68" y="2764"/>
                    <a:pt x="679" y="3579"/>
                  </a:cubicBezTo>
                  <a:cubicBezTo>
                    <a:pt x="1015" y="4000"/>
                    <a:pt x="1451" y="4204"/>
                    <a:pt x="1888" y="4204"/>
                  </a:cubicBezTo>
                  <a:cubicBezTo>
                    <a:pt x="2334" y="4204"/>
                    <a:pt x="2781" y="3991"/>
                    <a:pt x="3124" y="3579"/>
                  </a:cubicBezTo>
                  <a:cubicBezTo>
                    <a:pt x="3768" y="2800"/>
                    <a:pt x="3463" y="1577"/>
                    <a:pt x="2953" y="830"/>
                  </a:cubicBezTo>
                  <a:cubicBezTo>
                    <a:pt x="2659" y="389"/>
                    <a:pt x="2067" y="0"/>
                    <a:pt x="1521" y="0"/>
                  </a:cubicBezTo>
                  <a:close/>
                </a:path>
              </a:pathLst>
            </a:custGeom>
            <a:solidFill>
              <a:srgbClr val="2329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92" name="Google Shape;3392;p45"/>
          <p:cNvGrpSpPr/>
          <p:nvPr/>
        </p:nvGrpSpPr>
        <p:grpSpPr>
          <a:xfrm>
            <a:off x="6558200" y="1442800"/>
            <a:ext cx="1969445" cy="1337245"/>
            <a:chOff x="6558200" y="1442800"/>
            <a:chExt cx="1969445" cy="1337245"/>
          </a:xfrm>
        </p:grpSpPr>
        <p:sp>
          <p:nvSpPr>
            <p:cNvPr id="3393" name="Google Shape;3393;p45"/>
            <p:cNvSpPr/>
            <p:nvPr/>
          </p:nvSpPr>
          <p:spPr>
            <a:xfrm>
              <a:off x="6558200" y="1442800"/>
              <a:ext cx="1969445" cy="133724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45"/>
            <p:cNvSpPr txBox="1"/>
            <p:nvPr/>
          </p:nvSpPr>
          <p:spPr>
            <a:xfrm>
              <a:off x="6645327" y="1532038"/>
              <a:ext cx="16215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Frustrations</a:t>
              </a:r>
              <a:endParaRPr b="1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395" name="Google Shape;3395;p45"/>
            <p:cNvSpPr txBox="1"/>
            <p:nvPr/>
          </p:nvSpPr>
          <p:spPr>
            <a:xfrm>
              <a:off x="6962125" y="1975425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hottest one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6" name="Google Shape;3396;p45"/>
            <p:cNvSpPr txBox="1"/>
            <p:nvPr/>
          </p:nvSpPr>
          <p:spPr>
            <a:xfrm>
              <a:off x="6962125" y="2223600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a cold place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7" name="Google Shape;3397;p45"/>
            <p:cNvSpPr txBox="1"/>
            <p:nvPr/>
          </p:nvSpPr>
          <p:spPr>
            <a:xfrm>
              <a:off x="6962125" y="2471775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biggest 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8" name="Google Shape;3398;p45"/>
            <p:cNvSpPr/>
            <p:nvPr/>
          </p:nvSpPr>
          <p:spPr>
            <a:xfrm>
              <a:off x="6771050" y="2005613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45"/>
            <p:cNvSpPr/>
            <p:nvPr/>
          </p:nvSpPr>
          <p:spPr>
            <a:xfrm>
              <a:off x="6771050" y="2253788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45"/>
            <p:cNvSpPr/>
            <p:nvPr/>
          </p:nvSpPr>
          <p:spPr>
            <a:xfrm>
              <a:off x="6771050" y="2501963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1" name="Google Shape;3401;p45"/>
          <p:cNvGrpSpPr/>
          <p:nvPr/>
        </p:nvGrpSpPr>
        <p:grpSpPr>
          <a:xfrm>
            <a:off x="616350" y="3238539"/>
            <a:ext cx="1969445" cy="1337245"/>
            <a:chOff x="616350" y="3238539"/>
            <a:chExt cx="1969445" cy="1337245"/>
          </a:xfrm>
        </p:grpSpPr>
        <p:sp>
          <p:nvSpPr>
            <p:cNvPr id="3402" name="Google Shape;3402;p45"/>
            <p:cNvSpPr/>
            <p:nvPr/>
          </p:nvSpPr>
          <p:spPr>
            <a:xfrm>
              <a:off x="616350" y="3238539"/>
              <a:ext cx="1969445" cy="133724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45"/>
            <p:cNvSpPr txBox="1"/>
            <p:nvPr/>
          </p:nvSpPr>
          <p:spPr>
            <a:xfrm>
              <a:off x="703477" y="3327763"/>
              <a:ext cx="16215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Aspirations</a:t>
              </a:r>
              <a:endParaRPr b="1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404" name="Google Shape;3404;p45"/>
            <p:cNvSpPr txBox="1"/>
            <p:nvPr/>
          </p:nvSpPr>
          <p:spPr>
            <a:xfrm>
              <a:off x="1020275" y="3771150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third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5" name="Google Shape;3405;p45"/>
            <p:cNvSpPr txBox="1"/>
            <p:nvPr/>
          </p:nvSpPr>
          <p:spPr>
            <a:xfrm>
              <a:off x="1020275" y="4019325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biggest 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6" name="Google Shape;3406;p45"/>
            <p:cNvSpPr txBox="1"/>
            <p:nvPr/>
          </p:nvSpPr>
          <p:spPr>
            <a:xfrm>
              <a:off x="1020275" y="4267500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Pluto is far away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7" name="Google Shape;3407;p45"/>
            <p:cNvSpPr/>
            <p:nvPr/>
          </p:nvSpPr>
          <p:spPr>
            <a:xfrm>
              <a:off x="829200" y="3801338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45"/>
            <p:cNvSpPr/>
            <p:nvPr/>
          </p:nvSpPr>
          <p:spPr>
            <a:xfrm>
              <a:off x="829200" y="4049513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45"/>
            <p:cNvSpPr/>
            <p:nvPr/>
          </p:nvSpPr>
          <p:spPr>
            <a:xfrm>
              <a:off x="829200" y="4297688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10" name="Google Shape;3410;p45"/>
          <p:cNvGrpSpPr/>
          <p:nvPr/>
        </p:nvGrpSpPr>
        <p:grpSpPr>
          <a:xfrm>
            <a:off x="6558200" y="3238513"/>
            <a:ext cx="1969445" cy="1337245"/>
            <a:chOff x="6558200" y="3238513"/>
            <a:chExt cx="1969445" cy="1337245"/>
          </a:xfrm>
        </p:grpSpPr>
        <p:sp>
          <p:nvSpPr>
            <p:cNvPr id="3411" name="Google Shape;3411;p45"/>
            <p:cNvSpPr/>
            <p:nvPr/>
          </p:nvSpPr>
          <p:spPr>
            <a:xfrm>
              <a:off x="6558200" y="3238513"/>
              <a:ext cx="1969445" cy="133724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45"/>
            <p:cNvSpPr txBox="1"/>
            <p:nvPr/>
          </p:nvSpPr>
          <p:spPr>
            <a:xfrm>
              <a:off x="6645327" y="3327763"/>
              <a:ext cx="16215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Roles</a:t>
              </a:r>
              <a:endParaRPr b="1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413" name="Google Shape;3413;p45"/>
            <p:cNvSpPr txBox="1"/>
            <p:nvPr/>
          </p:nvSpPr>
          <p:spPr>
            <a:xfrm>
              <a:off x="6962125" y="3771150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smallest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4" name="Google Shape;3414;p45"/>
            <p:cNvSpPr txBox="1"/>
            <p:nvPr/>
          </p:nvSpPr>
          <p:spPr>
            <a:xfrm>
              <a:off x="6962125" y="4019325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farthest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5" name="Google Shape;3415;p45"/>
            <p:cNvSpPr txBox="1"/>
            <p:nvPr/>
          </p:nvSpPr>
          <p:spPr>
            <a:xfrm>
              <a:off x="6962125" y="4267500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a gas giant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16" name="Google Shape;3416;p45"/>
            <p:cNvSpPr/>
            <p:nvPr/>
          </p:nvSpPr>
          <p:spPr>
            <a:xfrm>
              <a:off x="6771050" y="3801338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45"/>
            <p:cNvSpPr/>
            <p:nvPr/>
          </p:nvSpPr>
          <p:spPr>
            <a:xfrm>
              <a:off x="6771050" y="4049513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45"/>
            <p:cNvSpPr/>
            <p:nvPr/>
          </p:nvSpPr>
          <p:spPr>
            <a:xfrm>
              <a:off x="6771050" y="4297688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19" name="Google Shape;3419;p45"/>
          <p:cNvGrpSpPr/>
          <p:nvPr/>
        </p:nvGrpSpPr>
        <p:grpSpPr>
          <a:xfrm>
            <a:off x="616350" y="1442800"/>
            <a:ext cx="1969445" cy="1337245"/>
            <a:chOff x="616350" y="1442800"/>
            <a:chExt cx="1969445" cy="1337245"/>
          </a:xfrm>
        </p:grpSpPr>
        <p:sp>
          <p:nvSpPr>
            <p:cNvPr id="3420" name="Google Shape;3420;p45"/>
            <p:cNvSpPr/>
            <p:nvPr/>
          </p:nvSpPr>
          <p:spPr>
            <a:xfrm>
              <a:off x="616350" y="1442800"/>
              <a:ext cx="1969445" cy="133724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45"/>
            <p:cNvSpPr txBox="1"/>
            <p:nvPr/>
          </p:nvSpPr>
          <p:spPr>
            <a:xfrm>
              <a:off x="708627" y="1532050"/>
              <a:ext cx="16215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9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Interests</a:t>
              </a:r>
              <a:endParaRPr b="1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422" name="Google Shape;3422;p45"/>
            <p:cNvSpPr txBox="1"/>
            <p:nvPr/>
          </p:nvSpPr>
          <p:spPr>
            <a:xfrm>
              <a:off x="1025425" y="1975438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It’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 a cold place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23" name="Google Shape;3423;p45"/>
            <p:cNvSpPr txBox="1"/>
            <p:nvPr/>
          </p:nvSpPr>
          <p:spPr>
            <a:xfrm>
              <a:off x="1025425" y="2223613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a gas giant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24" name="Google Shape;3424;p45"/>
            <p:cNvSpPr txBox="1"/>
            <p:nvPr/>
          </p:nvSpPr>
          <p:spPr>
            <a:xfrm>
              <a:off x="1025425" y="2471788"/>
              <a:ext cx="1478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fifth planet</a:t>
              </a:r>
              <a:r>
                <a:rPr lang="en-GB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25" name="Google Shape;3425;p45"/>
            <p:cNvSpPr/>
            <p:nvPr/>
          </p:nvSpPr>
          <p:spPr>
            <a:xfrm>
              <a:off x="834350" y="2005625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45"/>
            <p:cNvSpPr/>
            <p:nvPr/>
          </p:nvSpPr>
          <p:spPr>
            <a:xfrm>
              <a:off x="834350" y="2253800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45"/>
            <p:cNvSpPr/>
            <p:nvPr/>
          </p:nvSpPr>
          <p:spPr>
            <a:xfrm>
              <a:off x="834350" y="2501975"/>
              <a:ext cx="147285" cy="158615"/>
            </a:xfrm>
            <a:custGeom>
              <a:rect b="b" l="l" r="r" t="t"/>
              <a:pathLst>
                <a:path extrusionOk="0" h="61419" w="46389">
                  <a:moveTo>
                    <a:pt x="6060" y="1"/>
                  </a:moveTo>
                  <a:cubicBezTo>
                    <a:pt x="3572" y="1"/>
                    <a:pt x="1750" y="110"/>
                    <a:pt x="1357" y="461"/>
                  </a:cubicBezTo>
                  <a:cubicBezTo>
                    <a:pt x="281" y="1279"/>
                    <a:pt x="539" y="8813"/>
                    <a:pt x="453" y="16347"/>
                  </a:cubicBezTo>
                  <a:cubicBezTo>
                    <a:pt x="367" y="23880"/>
                    <a:pt x="367" y="41897"/>
                    <a:pt x="453" y="45406"/>
                  </a:cubicBezTo>
                  <a:cubicBezTo>
                    <a:pt x="539" y="49001"/>
                    <a:pt x="1" y="59118"/>
                    <a:pt x="819" y="60388"/>
                  </a:cubicBezTo>
                  <a:cubicBezTo>
                    <a:pt x="1516" y="61284"/>
                    <a:pt x="7543" y="61387"/>
                    <a:pt x="11368" y="61387"/>
                  </a:cubicBezTo>
                  <a:cubicBezTo>
                    <a:pt x="12501" y="61387"/>
                    <a:pt x="13441" y="61378"/>
                    <a:pt x="13992" y="61378"/>
                  </a:cubicBezTo>
                  <a:cubicBezTo>
                    <a:pt x="15172" y="61378"/>
                    <a:pt x="17864" y="61418"/>
                    <a:pt x="20632" y="61418"/>
                  </a:cubicBezTo>
                  <a:cubicBezTo>
                    <a:pt x="23572" y="61418"/>
                    <a:pt x="26598" y="61373"/>
                    <a:pt x="27984" y="61184"/>
                  </a:cubicBezTo>
                  <a:cubicBezTo>
                    <a:pt x="28436" y="61141"/>
                    <a:pt x="29222" y="61119"/>
                    <a:pt x="30220" y="61119"/>
                  </a:cubicBezTo>
                  <a:cubicBezTo>
                    <a:pt x="31218" y="61119"/>
                    <a:pt x="32429" y="61141"/>
                    <a:pt x="33731" y="61184"/>
                  </a:cubicBezTo>
                  <a:cubicBezTo>
                    <a:pt x="38661" y="61184"/>
                    <a:pt x="44860" y="61184"/>
                    <a:pt x="45312" y="60474"/>
                  </a:cubicBezTo>
                  <a:cubicBezTo>
                    <a:pt x="46022" y="59311"/>
                    <a:pt x="45936" y="48635"/>
                    <a:pt x="45936" y="42629"/>
                  </a:cubicBezTo>
                  <a:cubicBezTo>
                    <a:pt x="45850" y="34643"/>
                    <a:pt x="46194" y="23601"/>
                    <a:pt x="46281" y="18047"/>
                  </a:cubicBezTo>
                  <a:cubicBezTo>
                    <a:pt x="46388" y="12407"/>
                    <a:pt x="46108" y="1193"/>
                    <a:pt x="45570" y="461"/>
                  </a:cubicBezTo>
                  <a:cubicBezTo>
                    <a:pt x="45314" y="134"/>
                    <a:pt x="42472" y="17"/>
                    <a:pt x="38906" y="17"/>
                  </a:cubicBezTo>
                  <a:cubicBezTo>
                    <a:pt x="33785" y="17"/>
                    <a:pt x="27172" y="258"/>
                    <a:pt x="24583" y="461"/>
                  </a:cubicBezTo>
                  <a:cubicBezTo>
                    <a:pt x="24243" y="482"/>
                    <a:pt x="23817" y="492"/>
                    <a:pt x="23320" y="492"/>
                  </a:cubicBezTo>
                  <a:cubicBezTo>
                    <a:pt x="21333" y="492"/>
                    <a:pt x="18220" y="340"/>
                    <a:pt x="14983" y="203"/>
                  </a:cubicBezTo>
                  <a:cubicBezTo>
                    <a:pt x="11856" y="115"/>
                    <a:pt x="8609" y="1"/>
                    <a:pt x="6060" y="1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llustrated Doodle Buyer Persona Infographics by Slidesgo">
  <a:themeElements>
    <a:clrScheme name="Simple Light">
      <a:dk1>
        <a:srgbClr val="000000"/>
      </a:dk1>
      <a:lt1>
        <a:srgbClr val="FFFFFF"/>
      </a:lt1>
      <a:dk2>
        <a:srgbClr val="A5A5A5"/>
      </a:dk2>
      <a:lt2>
        <a:srgbClr val="E7E7E7"/>
      </a:lt2>
      <a:accent1>
        <a:srgbClr val="FFBC1A"/>
      </a:accent1>
      <a:accent2>
        <a:srgbClr val="EC5500"/>
      </a:accent2>
      <a:accent3>
        <a:srgbClr val="205C75"/>
      </a:accent3>
      <a:accent4>
        <a:srgbClr val="246658"/>
      </a:accent4>
      <a:accent5>
        <a:srgbClr val="000000"/>
      </a:accent5>
      <a:accent6>
        <a:srgbClr val="FFFFFF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